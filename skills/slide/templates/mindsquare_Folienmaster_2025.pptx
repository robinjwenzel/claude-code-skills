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19.xml" ContentType="application/vnd.openxmlformats-officedocument.presentationml.tags+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27"/>
  </p:notesMasterIdLst>
  <p:sldIdLst>
    <p:sldId id="2147480303" r:id="rId5"/>
    <p:sldId id="12481" r:id="rId6"/>
    <p:sldId id="2147472971" r:id="rId7"/>
    <p:sldId id="12332" r:id="rId8"/>
    <p:sldId id="2147473351" r:id="rId9"/>
    <p:sldId id="2147473353" r:id="rId10"/>
    <p:sldId id="2147473374" r:id="rId11"/>
    <p:sldId id="2147473406" r:id="rId12"/>
    <p:sldId id="12513" r:id="rId13"/>
    <p:sldId id="12478" r:id="rId14"/>
    <p:sldId id="12486" r:id="rId15"/>
    <p:sldId id="2147473386" r:id="rId16"/>
    <p:sldId id="2147473408" r:id="rId17"/>
    <p:sldId id="2147473409" r:id="rId18"/>
    <p:sldId id="2147473368" r:id="rId19"/>
    <p:sldId id="2147473384" r:id="rId20"/>
    <p:sldId id="2147473387" r:id="rId21"/>
    <p:sldId id="2147473407" r:id="rId22"/>
    <p:sldId id="2147473400" r:id="rId23"/>
    <p:sldId id="2147473391" r:id="rId24"/>
    <p:sldId id="2147473403" r:id="rId25"/>
    <p:sldId id="2147473344" r:id="rId26"/>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ckblatt" id="{F436E349-6107-F347-B61C-AF992B8FE2C6}">
          <p14:sldIdLst>
            <p14:sldId id="2147480303"/>
            <p14:sldId id="12481"/>
            <p14:sldId id="2147472971"/>
          </p14:sldIdLst>
        </p14:section>
        <p14:section name="Management Summary" id="{E3FD459C-B6BF-4C2D-AF5D-E328FB7A1CE2}">
          <p14:sldIdLst>
            <p14:sldId id="12332"/>
          </p14:sldIdLst>
        </p14:section>
        <p14:section name="Ebenenmodell" id="{9FCE7925-C881-AC4B-B0B9-9D26A2B258E4}">
          <p14:sldIdLst>
            <p14:sldId id="2147473351"/>
          </p14:sldIdLst>
        </p14:section>
        <p14:section name="Roadmap" id="{D89C1F0E-384D-1E48-BD14-A9636F6E0B83}">
          <p14:sldIdLst>
            <p14:sldId id="2147473353"/>
            <p14:sldId id="2147473374"/>
          </p14:sldIdLst>
        </p14:section>
        <p14:section name="H4S4 Readiness Check" id="{1A2F6F92-4B7E-704D-8495-87E299F46720}">
          <p14:sldIdLst>
            <p14:sldId id="2147473406"/>
            <p14:sldId id="12513"/>
            <p14:sldId id="12478"/>
            <p14:sldId id="12486"/>
            <p14:sldId id="2147473386"/>
            <p14:sldId id="2147473408"/>
            <p14:sldId id="2147473409"/>
            <p14:sldId id="2147473368"/>
            <p14:sldId id="2147473384"/>
            <p14:sldId id="2147473387"/>
          </p14:sldIdLst>
        </p14:section>
        <p14:section name="Abschnitt ohne Titel" id="{43096DB9-F500-0C4C-A892-96087CCD4B0A}">
          <p14:sldIdLst>
            <p14:sldId id="2147473407"/>
            <p14:sldId id="2147473400"/>
            <p14:sldId id="2147473391"/>
          </p14:sldIdLst>
        </p14:section>
        <p14:section name="Benefit" id="{8872DF1A-0BF4-624E-9EAA-75B35E7A98C6}">
          <p14:sldIdLst>
            <p14:sldId id="2147473403"/>
            <p14:sldId id="2147473344"/>
          </p14:sldIdLst>
        </p14:section>
        <p14:section name="Kaufmännisches Angebot" id="{474F7019-2BCF-BF41-8B4F-F287CAF8E1C6}">
          <p14:sldIdLst/>
        </p14:section>
        <p14:section name="Next Steps" id="{4F8ABBAF-E35C-F943-BD22-59A8A905FE40}">
          <p14:sldIdLst/>
        </p14:section>
      </p14:sectionLst>
    </p:ext>
    <p:ext uri="{EFAFB233-063F-42B5-8137-9DF3F51BA10A}">
      <p15:sldGuideLst xmlns:p15="http://schemas.microsoft.com/office/powerpoint/2012/main">
        <p15:guide id="1" orient="horz" pos="2750" userDrawn="1">
          <p15:clr>
            <a:srgbClr val="A4A3A4"/>
          </p15:clr>
        </p15:guide>
        <p15:guide id="2" pos="393"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E9A0C1B-51B8-2B4B-69A7-E4373118CDD8}" name="Stefan Laschewski" initials="SL" userId="S::stefan.laschewski@mindsquare.de::d912878d-010d-4235-85a3-67d860e27688" providerId="AD"/>
  <p188:author id="{DE65BD9E-49C6-94E9-B365-ED036F903CF8}" name="Denny Meyer" initials="DM" userId="S::meyer@mindsquare.de::5d6835b4-8eb9-4bc5-8b46-c4c9e55b941e" providerId="AD"/>
  <p188:author id="{6BA161C7-8C41-0C65-83C3-67925E434A85}" name="Yannick Ruppert" initials="YR" userId="S::ruppert@mindsquare.de::1b427690-2298-4a05-b8a3-76b0f70c507a"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472C4"/>
    <a:srgbClr val="339933"/>
    <a:srgbClr val="FFE285"/>
    <a:srgbClr val="F9B691"/>
    <a:srgbClr val="EA5B0C"/>
    <a:srgbClr val="ED7D31"/>
    <a:srgbClr val="E7E7E7"/>
    <a:srgbClr val="000000"/>
    <a:srgbClr val="44546A"/>
    <a:srgbClr val="8C8C8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5371DA2-7C35-40AA-88C4-ED67F4E83320}" v="1" dt="2023-11-09T13:44:02.441"/>
  </p1510:revLst>
</p1510:revInfo>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20" d="100"/>
          <a:sy n="120" d="100"/>
        </p:scale>
        <p:origin x="800" y="184"/>
      </p:cViewPr>
      <p:guideLst>
        <p:guide orient="horz" pos="2750"/>
        <p:guide pos="393"/>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eo Forkert" userId="da1de3ce-c07d-4b34-ace5-d498b85e34a7" providerId="ADAL" clId="{85371DA2-7C35-40AA-88C4-ED67F4E83320}"/>
    <pc:docChg chg="modSld">
      <pc:chgData name="Leo Forkert" userId="da1de3ce-c07d-4b34-ace5-d498b85e34a7" providerId="ADAL" clId="{85371DA2-7C35-40AA-88C4-ED67F4E83320}" dt="2023-11-09T13:44:02.441" v="0" actId="207"/>
      <pc:docMkLst>
        <pc:docMk/>
      </pc:docMkLst>
      <pc:sldChg chg="modSp mod">
        <pc:chgData name="Leo Forkert" userId="da1de3ce-c07d-4b34-ace5-d498b85e34a7" providerId="ADAL" clId="{85371DA2-7C35-40AA-88C4-ED67F4E83320}" dt="2023-11-09T13:44:02.441" v="0" actId="207"/>
        <pc:sldMkLst>
          <pc:docMk/>
          <pc:sldMk cId="1251246279" sldId="277"/>
        </pc:sldMkLst>
        <pc:spChg chg="mod">
          <ac:chgData name="Leo Forkert" userId="da1de3ce-c07d-4b34-ace5-d498b85e34a7" providerId="ADAL" clId="{85371DA2-7C35-40AA-88C4-ED67F4E83320}" dt="2023-11-09T13:44:02.441" v="0" actId="207"/>
          <ac:spMkLst>
            <pc:docMk/>
            <pc:sldMk cId="1251246279" sldId="277"/>
            <ac:spMk id="4" creationId="{D8A6EF60-42DA-485D-9DBE-EB2F6664BBF9}"/>
          </ac:spMkLst>
        </pc:spChg>
      </pc:sldChg>
    </pc:docChg>
  </pc:docChgLst>
  <pc:docChgLst>
    <pc:chgData name="Leo Forkert" userId="da1de3ce-c07d-4b34-ace5-d498b85e34a7" providerId="ADAL" clId="{72F1D1D0-B7AF-4FDA-A997-14AACD53D242}"/>
    <pc:docChg chg="undo redo custSel addSld delSld modSld sldOrd modMainMaster modSection">
      <pc:chgData name="Leo Forkert" userId="da1de3ce-c07d-4b34-ace5-d498b85e34a7" providerId="ADAL" clId="{72F1D1D0-B7AF-4FDA-A997-14AACD53D242}" dt="2023-10-18T10:30:14.181" v="962" actId="1076"/>
      <pc:docMkLst>
        <pc:docMk/>
      </pc:docMkLst>
      <pc:sldChg chg="modSp mod">
        <pc:chgData name="Leo Forkert" userId="da1de3ce-c07d-4b34-ace5-d498b85e34a7" providerId="ADAL" clId="{72F1D1D0-B7AF-4FDA-A997-14AACD53D242}" dt="2023-10-18T10:02:41.380" v="771" actId="207"/>
        <pc:sldMkLst>
          <pc:docMk/>
          <pc:sldMk cId="1251246279" sldId="277"/>
        </pc:sldMkLst>
        <pc:spChg chg="mod">
          <ac:chgData name="Leo Forkert" userId="da1de3ce-c07d-4b34-ace5-d498b85e34a7" providerId="ADAL" clId="{72F1D1D0-B7AF-4FDA-A997-14AACD53D242}" dt="2023-10-18T10:02:41.380" v="771" actId="207"/>
          <ac:spMkLst>
            <pc:docMk/>
            <pc:sldMk cId="1251246279" sldId="277"/>
            <ac:spMk id="4" creationId="{D8A6EF60-42DA-485D-9DBE-EB2F6664BBF9}"/>
          </ac:spMkLst>
        </pc:spChg>
      </pc:sldChg>
      <pc:sldChg chg="modSp mod">
        <pc:chgData name="Leo Forkert" userId="da1de3ce-c07d-4b34-ace5-d498b85e34a7" providerId="ADAL" clId="{72F1D1D0-B7AF-4FDA-A997-14AACD53D242}" dt="2023-10-13T09:01:58.667" v="58" actId="207"/>
        <pc:sldMkLst>
          <pc:docMk/>
          <pc:sldMk cId="1979441139" sldId="12332"/>
        </pc:sldMkLst>
        <pc:spChg chg="mod">
          <ac:chgData name="Leo Forkert" userId="da1de3ce-c07d-4b34-ace5-d498b85e34a7" providerId="ADAL" clId="{72F1D1D0-B7AF-4FDA-A997-14AACD53D242}" dt="2023-10-13T08:59:03.025" v="16" actId="207"/>
          <ac:spMkLst>
            <pc:docMk/>
            <pc:sldMk cId="1979441139" sldId="12332"/>
            <ac:spMk id="4" creationId="{B87906EA-1820-489D-B89F-D98159038368}"/>
          </ac:spMkLst>
        </pc:spChg>
        <pc:spChg chg="mod">
          <ac:chgData name="Leo Forkert" userId="da1de3ce-c07d-4b34-ace5-d498b85e34a7" providerId="ADAL" clId="{72F1D1D0-B7AF-4FDA-A997-14AACD53D242}" dt="2023-10-13T08:58:19.005" v="10" actId="207"/>
          <ac:spMkLst>
            <pc:docMk/>
            <pc:sldMk cId="1979441139" sldId="12332"/>
            <ac:spMk id="16" creationId="{1F138E61-7274-AE40-843C-02EC26634137}"/>
          </ac:spMkLst>
        </pc:spChg>
        <pc:spChg chg="mod">
          <ac:chgData name="Leo Forkert" userId="da1de3ce-c07d-4b34-ace5-d498b85e34a7" providerId="ADAL" clId="{72F1D1D0-B7AF-4FDA-A997-14AACD53D242}" dt="2023-10-13T08:58:24.549" v="11" actId="207"/>
          <ac:spMkLst>
            <pc:docMk/>
            <pc:sldMk cId="1979441139" sldId="12332"/>
            <ac:spMk id="18" creationId="{546E2846-51A7-3FF0-ED04-4C8816628CEC}"/>
          </ac:spMkLst>
        </pc:spChg>
        <pc:spChg chg="mod">
          <ac:chgData name="Leo Forkert" userId="da1de3ce-c07d-4b34-ace5-d498b85e34a7" providerId="ADAL" clId="{72F1D1D0-B7AF-4FDA-A997-14AACD53D242}" dt="2023-10-13T08:58:19.005" v="10" actId="207"/>
          <ac:spMkLst>
            <pc:docMk/>
            <pc:sldMk cId="1979441139" sldId="12332"/>
            <ac:spMk id="19" creationId="{025F247C-5DDB-87EF-B87F-0F68DA29F3D1}"/>
          </ac:spMkLst>
        </pc:spChg>
        <pc:spChg chg="mod">
          <ac:chgData name="Leo Forkert" userId="da1de3ce-c07d-4b34-ace5-d498b85e34a7" providerId="ADAL" clId="{72F1D1D0-B7AF-4FDA-A997-14AACD53D242}" dt="2023-10-13T08:50:16.813" v="3" actId="207"/>
          <ac:spMkLst>
            <pc:docMk/>
            <pc:sldMk cId="1979441139" sldId="12332"/>
            <ac:spMk id="39" creationId="{75AF81C5-F4B6-5756-A257-6E3B015C53AA}"/>
          </ac:spMkLst>
        </pc:spChg>
        <pc:spChg chg="mod">
          <ac:chgData name="Leo Forkert" userId="da1de3ce-c07d-4b34-ace5-d498b85e34a7" providerId="ADAL" clId="{72F1D1D0-B7AF-4FDA-A997-14AACD53D242}" dt="2023-10-13T09:01:58.480" v="57" actId="207"/>
          <ac:spMkLst>
            <pc:docMk/>
            <pc:sldMk cId="1979441139" sldId="12332"/>
            <ac:spMk id="40" creationId="{EA46EF24-0433-0853-055A-D2021924175E}"/>
          </ac:spMkLst>
        </pc:spChg>
        <pc:spChg chg="mod">
          <ac:chgData name="Leo Forkert" userId="da1de3ce-c07d-4b34-ace5-d498b85e34a7" providerId="ADAL" clId="{72F1D1D0-B7AF-4FDA-A997-14AACD53D242}" dt="2023-10-13T08:57:51.279" v="6" actId="207"/>
          <ac:spMkLst>
            <pc:docMk/>
            <pc:sldMk cId="1979441139" sldId="12332"/>
            <ac:spMk id="46" creationId="{88DBF58E-A3AB-D4C7-8B02-3CB1DE2AD79D}"/>
          </ac:spMkLst>
        </pc:spChg>
        <pc:spChg chg="mod">
          <ac:chgData name="Leo Forkert" userId="da1de3ce-c07d-4b34-ace5-d498b85e34a7" providerId="ADAL" clId="{72F1D1D0-B7AF-4FDA-A997-14AACD53D242}" dt="2023-10-13T08:58:01.719" v="7" actId="207"/>
          <ac:spMkLst>
            <pc:docMk/>
            <pc:sldMk cId="1979441139" sldId="12332"/>
            <ac:spMk id="47" creationId="{4B9E6769-48D1-0DD8-533D-4B6D38E3C7DE}"/>
          </ac:spMkLst>
        </pc:spChg>
        <pc:spChg chg="mod">
          <ac:chgData name="Leo Forkert" userId="da1de3ce-c07d-4b34-ace5-d498b85e34a7" providerId="ADAL" clId="{72F1D1D0-B7AF-4FDA-A997-14AACD53D242}" dt="2023-10-13T08:58:01.719" v="7" actId="207"/>
          <ac:spMkLst>
            <pc:docMk/>
            <pc:sldMk cId="1979441139" sldId="12332"/>
            <ac:spMk id="48" creationId="{7B8D6186-25A5-906E-736F-2D12CFE7E241}"/>
          </ac:spMkLst>
        </pc:spChg>
        <pc:spChg chg="mod">
          <ac:chgData name="Leo Forkert" userId="da1de3ce-c07d-4b34-ace5-d498b85e34a7" providerId="ADAL" clId="{72F1D1D0-B7AF-4FDA-A997-14AACD53D242}" dt="2023-10-13T08:58:01.719" v="7" actId="207"/>
          <ac:spMkLst>
            <pc:docMk/>
            <pc:sldMk cId="1979441139" sldId="12332"/>
            <ac:spMk id="49" creationId="{A360C5BF-9F8C-A84B-A80F-8FC3E68792AC}"/>
          </ac:spMkLst>
        </pc:spChg>
        <pc:spChg chg="mod">
          <ac:chgData name="Leo Forkert" userId="da1de3ce-c07d-4b34-ace5-d498b85e34a7" providerId="ADAL" clId="{72F1D1D0-B7AF-4FDA-A997-14AACD53D242}" dt="2023-10-13T08:58:08.596" v="8" actId="207"/>
          <ac:spMkLst>
            <pc:docMk/>
            <pc:sldMk cId="1979441139" sldId="12332"/>
            <ac:spMk id="50" creationId="{AF2AF62C-1E61-4218-E55C-5F2E618A1C3A}"/>
          </ac:spMkLst>
        </pc:spChg>
        <pc:spChg chg="mod">
          <ac:chgData name="Leo Forkert" userId="da1de3ce-c07d-4b34-ace5-d498b85e34a7" providerId="ADAL" clId="{72F1D1D0-B7AF-4FDA-A997-14AACD53D242}" dt="2023-10-13T08:57:43.216" v="5" actId="207"/>
          <ac:spMkLst>
            <pc:docMk/>
            <pc:sldMk cId="1979441139" sldId="12332"/>
            <ac:spMk id="53" creationId="{8DD4105A-CB16-0A59-4EDB-A6CF2AE2B4A7}"/>
          </ac:spMkLst>
        </pc:spChg>
        <pc:grpChg chg="mod">
          <ac:chgData name="Leo Forkert" userId="da1de3ce-c07d-4b34-ace5-d498b85e34a7" providerId="ADAL" clId="{72F1D1D0-B7AF-4FDA-A997-14AACD53D242}" dt="2023-10-13T08:58:19.005" v="10" actId="207"/>
          <ac:grpSpMkLst>
            <pc:docMk/>
            <pc:sldMk cId="1979441139" sldId="12332"/>
            <ac:grpSpMk id="15" creationId="{68648E4A-19F2-6C74-44D7-7E6A2B2CCA4E}"/>
          </ac:grpSpMkLst>
        </pc:grpChg>
        <pc:grpChg chg="mod">
          <ac:chgData name="Leo Forkert" userId="da1de3ce-c07d-4b34-ace5-d498b85e34a7" providerId="ADAL" clId="{72F1D1D0-B7AF-4FDA-A997-14AACD53D242}" dt="2023-10-13T08:58:19.005" v="10" actId="207"/>
          <ac:grpSpMkLst>
            <pc:docMk/>
            <pc:sldMk cId="1979441139" sldId="12332"/>
            <ac:grpSpMk id="17" creationId="{54FED489-F312-6DDF-2B53-6AB0F46E028C}"/>
          </ac:grpSpMkLst>
        </pc:grpChg>
        <pc:picChg chg="mod">
          <ac:chgData name="Leo Forkert" userId="da1de3ce-c07d-4b34-ace5-d498b85e34a7" providerId="ADAL" clId="{72F1D1D0-B7AF-4FDA-A997-14AACD53D242}" dt="2023-10-13T08:57:37.872" v="4" actId="207"/>
          <ac:picMkLst>
            <pc:docMk/>
            <pc:sldMk cId="1979441139" sldId="12332"/>
            <ac:picMk id="23" creationId="{98058708-30E2-5706-49C3-6434458009F1}"/>
          </ac:picMkLst>
        </pc:picChg>
        <pc:picChg chg="mod">
          <ac:chgData name="Leo Forkert" userId="da1de3ce-c07d-4b34-ace5-d498b85e34a7" providerId="ADAL" clId="{72F1D1D0-B7AF-4FDA-A997-14AACD53D242}" dt="2023-10-13T09:01:58.667" v="58" actId="207"/>
          <ac:picMkLst>
            <pc:docMk/>
            <pc:sldMk cId="1979441139" sldId="12332"/>
            <ac:picMk id="55" creationId="{524B93E5-BD70-4510-166D-CBD0C8486E60}"/>
          </ac:picMkLst>
        </pc:picChg>
      </pc:sldChg>
      <pc:sldChg chg="modSp mod">
        <pc:chgData name="Leo Forkert" userId="da1de3ce-c07d-4b34-ace5-d498b85e34a7" providerId="ADAL" clId="{72F1D1D0-B7AF-4FDA-A997-14AACD53D242}" dt="2023-10-18T10:02:52.322" v="774" actId="207"/>
        <pc:sldMkLst>
          <pc:docMk/>
          <pc:sldMk cId="4086396984" sldId="12477"/>
        </pc:sldMkLst>
        <pc:spChg chg="mod">
          <ac:chgData name="Leo Forkert" userId="da1de3ce-c07d-4b34-ace5-d498b85e34a7" providerId="ADAL" clId="{72F1D1D0-B7AF-4FDA-A997-14AACD53D242}" dt="2023-10-18T10:02:52.322" v="774" actId="207"/>
          <ac:spMkLst>
            <pc:docMk/>
            <pc:sldMk cId="4086396984" sldId="12477"/>
            <ac:spMk id="5" creationId="{4655227C-5EC1-D52A-4150-1342C47DDB00}"/>
          </ac:spMkLst>
        </pc:spChg>
        <pc:spChg chg="mod">
          <ac:chgData name="Leo Forkert" userId="da1de3ce-c07d-4b34-ace5-d498b85e34a7" providerId="ADAL" clId="{72F1D1D0-B7AF-4FDA-A997-14AACD53D242}" dt="2023-10-18T10:02:46.995" v="772" actId="207"/>
          <ac:spMkLst>
            <pc:docMk/>
            <pc:sldMk cId="4086396984" sldId="12477"/>
            <ac:spMk id="12" creationId="{5A6A5F3C-208A-18DF-9D08-2C297CE1E57C}"/>
          </ac:spMkLst>
        </pc:spChg>
        <pc:spChg chg="mod">
          <ac:chgData name="Leo Forkert" userId="da1de3ce-c07d-4b34-ace5-d498b85e34a7" providerId="ADAL" clId="{72F1D1D0-B7AF-4FDA-A997-14AACD53D242}" dt="2023-10-18T10:02:49.450" v="773" actId="207"/>
          <ac:spMkLst>
            <pc:docMk/>
            <pc:sldMk cId="4086396984" sldId="12477"/>
            <ac:spMk id="28" creationId="{AA9B1ADB-1B87-8F10-F1EA-FB13070BAC8E}"/>
          </ac:spMkLst>
        </pc:spChg>
      </pc:sldChg>
      <pc:sldChg chg="modSp mod">
        <pc:chgData name="Leo Forkert" userId="da1de3ce-c07d-4b34-ace5-d498b85e34a7" providerId="ADAL" clId="{72F1D1D0-B7AF-4FDA-A997-14AACD53D242}" dt="2023-10-17T09:59:35.471" v="597" actId="207"/>
        <pc:sldMkLst>
          <pc:docMk/>
          <pc:sldMk cId="2284245252" sldId="12478"/>
        </pc:sldMkLst>
        <pc:spChg chg="mod">
          <ac:chgData name="Leo Forkert" userId="da1de3ce-c07d-4b34-ace5-d498b85e34a7" providerId="ADAL" clId="{72F1D1D0-B7AF-4FDA-A997-14AACD53D242}" dt="2023-10-13T10:03:19.406" v="370" actId="207"/>
          <ac:spMkLst>
            <pc:docMk/>
            <pc:sldMk cId="2284245252" sldId="12478"/>
            <ac:spMk id="2" creationId="{452BFB04-EF66-FDD4-A33C-71DA3999B7B9}"/>
          </ac:spMkLst>
        </pc:spChg>
        <pc:spChg chg="mod">
          <ac:chgData name="Leo Forkert" userId="da1de3ce-c07d-4b34-ace5-d498b85e34a7" providerId="ADAL" clId="{72F1D1D0-B7AF-4FDA-A997-14AACD53D242}" dt="2023-10-17T09:58:39.135" v="594" actId="207"/>
          <ac:spMkLst>
            <pc:docMk/>
            <pc:sldMk cId="2284245252" sldId="12478"/>
            <ac:spMk id="5" creationId="{A5613AB9-69B8-871E-58E4-7CF34DC33F36}"/>
          </ac:spMkLst>
        </pc:spChg>
        <pc:spChg chg="mod">
          <ac:chgData name="Leo Forkert" userId="da1de3ce-c07d-4b34-ace5-d498b85e34a7" providerId="ADAL" clId="{72F1D1D0-B7AF-4FDA-A997-14AACD53D242}" dt="2023-10-13T10:00:08.623" v="332" actId="207"/>
          <ac:spMkLst>
            <pc:docMk/>
            <pc:sldMk cId="2284245252" sldId="12478"/>
            <ac:spMk id="6" creationId="{04BD00FA-00A5-157D-7E7B-F45B18FE2E87}"/>
          </ac:spMkLst>
        </pc:spChg>
        <pc:spChg chg="mod">
          <ac:chgData name="Leo Forkert" userId="da1de3ce-c07d-4b34-ace5-d498b85e34a7" providerId="ADAL" clId="{72F1D1D0-B7AF-4FDA-A997-14AACD53D242}" dt="2023-10-13T10:02:02" v="358" actId="12"/>
          <ac:spMkLst>
            <pc:docMk/>
            <pc:sldMk cId="2284245252" sldId="12478"/>
            <ac:spMk id="19" creationId="{9AA6699E-14C8-2A11-164B-6BA3DA2BD15B}"/>
          </ac:spMkLst>
        </pc:spChg>
        <pc:spChg chg="mod">
          <ac:chgData name="Leo Forkert" userId="da1de3ce-c07d-4b34-ace5-d498b85e34a7" providerId="ADAL" clId="{72F1D1D0-B7AF-4FDA-A997-14AACD53D242}" dt="2023-10-13T10:02:13.610" v="360" actId="207"/>
          <ac:spMkLst>
            <pc:docMk/>
            <pc:sldMk cId="2284245252" sldId="12478"/>
            <ac:spMk id="21" creationId="{3EEAD4A7-3983-267D-F8D1-31A4F5CB7254}"/>
          </ac:spMkLst>
        </pc:spChg>
        <pc:spChg chg="mod">
          <ac:chgData name="Leo Forkert" userId="da1de3ce-c07d-4b34-ace5-d498b85e34a7" providerId="ADAL" clId="{72F1D1D0-B7AF-4FDA-A997-14AACD53D242}" dt="2023-10-17T09:59:35.471" v="597" actId="207"/>
          <ac:spMkLst>
            <pc:docMk/>
            <pc:sldMk cId="2284245252" sldId="12478"/>
            <ac:spMk id="31" creationId="{B28AB4EC-ACE8-F9C8-ABC6-2674F93F903A}"/>
          </ac:spMkLst>
        </pc:spChg>
        <pc:spChg chg="mod">
          <ac:chgData name="Leo Forkert" userId="da1de3ce-c07d-4b34-ace5-d498b85e34a7" providerId="ADAL" clId="{72F1D1D0-B7AF-4FDA-A997-14AACD53D242}" dt="2023-10-17T09:59:35.471" v="597" actId="207"/>
          <ac:spMkLst>
            <pc:docMk/>
            <pc:sldMk cId="2284245252" sldId="12478"/>
            <ac:spMk id="32" creationId="{7E6C6EC7-F213-8A21-1FFF-FD608EA8437A}"/>
          </ac:spMkLst>
        </pc:spChg>
        <pc:spChg chg="mod">
          <ac:chgData name="Leo Forkert" userId="da1de3ce-c07d-4b34-ace5-d498b85e34a7" providerId="ADAL" clId="{72F1D1D0-B7AF-4FDA-A997-14AACD53D242}" dt="2023-10-17T09:59:35.471" v="597" actId="207"/>
          <ac:spMkLst>
            <pc:docMk/>
            <pc:sldMk cId="2284245252" sldId="12478"/>
            <ac:spMk id="33" creationId="{5C480C3E-5316-206F-BBB7-0234C66867A9}"/>
          </ac:spMkLst>
        </pc:spChg>
        <pc:spChg chg="mod">
          <ac:chgData name="Leo Forkert" userId="da1de3ce-c07d-4b34-ace5-d498b85e34a7" providerId="ADAL" clId="{72F1D1D0-B7AF-4FDA-A997-14AACD53D242}" dt="2023-10-13T10:02:01.869" v="357" actId="12"/>
          <ac:spMkLst>
            <pc:docMk/>
            <pc:sldMk cId="2284245252" sldId="12478"/>
            <ac:spMk id="52" creationId="{5EAE7526-FCCF-857E-BE73-7EF26ED60990}"/>
          </ac:spMkLst>
        </pc:spChg>
        <pc:spChg chg="mod">
          <ac:chgData name="Leo Forkert" userId="da1de3ce-c07d-4b34-ace5-d498b85e34a7" providerId="ADAL" clId="{72F1D1D0-B7AF-4FDA-A997-14AACD53D242}" dt="2023-10-13T10:02:01.738" v="356" actId="12"/>
          <ac:spMkLst>
            <pc:docMk/>
            <pc:sldMk cId="2284245252" sldId="12478"/>
            <ac:spMk id="60" creationId="{BD798AE7-4756-D3A3-ADFF-E9BD99CD8404}"/>
          </ac:spMkLst>
        </pc:spChg>
        <pc:spChg chg="mod">
          <ac:chgData name="Leo Forkert" userId="da1de3ce-c07d-4b34-ace5-d498b85e34a7" providerId="ADAL" clId="{72F1D1D0-B7AF-4FDA-A997-14AACD53D242}" dt="2023-10-13T10:02:01.585" v="355" actId="12"/>
          <ac:spMkLst>
            <pc:docMk/>
            <pc:sldMk cId="2284245252" sldId="12478"/>
            <ac:spMk id="68" creationId="{FC48390A-5D80-4B36-83DA-5B8DB24D786F}"/>
          </ac:spMkLst>
        </pc:spChg>
        <pc:spChg chg="mod">
          <ac:chgData name="Leo Forkert" userId="da1de3ce-c07d-4b34-ace5-d498b85e34a7" providerId="ADAL" clId="{72F1D1D0-B7AF-4FDA-A997-14AACD53D242}" dt="2023-10-13T10:02:01.422" v="354" actId="12"/>
          <ac:spMkLst>
            <pc:docMk/>
            <pc:sldMk cId="2284245252" sldId="12478"/>
            <ac:spMk id="76" creationId="{DD6F36BB-046B-81A6-FCFC-9DE2B8737BAD}"/>
          </ac:spMkLst>
        </pc:spChg>
        <pc:spChg chg="mod">
          <ac:chgData name="Leo Forkert" userId="da1de3ce-c07d-4b34-ace5-d498b85e34a7" providerId="ADAL" clId="{72F1D1D0-B7AF-4FDA-A997-14AACD53D242}" dt="2023-10-13T10:00:03" v="331" actId="207"/>
          <ac:spMkLst>
            <pc:docMk/>
            <pc:sldMk cId="2284245252" sldId="12478"/>
            <ac:spMk id="91" creationId="{4DD084CF-53E4-464E-AE02-E9EB947B6580}"/>
          </ac:spMkLst>
        </pc:spChg>
        <pc:spChg chg="mod">
          <ac:chgData name="Leo Forkert" userId="da1de3ce-c07d-4b34-ace5-d498b85e34a7" providerId="ADAL" clId="{72F1D1D0-B7AF-4FDA-A997-14AACD53D242}" dt="2023-10-17T09:58:49.157" v="595" actId="207"/>
          <ac:spMkLst>
            <pc:docMk/>
            <pc:sldMk cId="2284245252" sldId="12478"/>
            <ac:spMk id="93" creationId="{5EBB2CE6-9880-F2BC-3DA3-4E0D69F17079}"/>
          </ac:spMkLst>
        </pc:spChg>
        <pc:spChg chg="mod">
          <ac:chgData name="Leo Forkert" userId="da1de3ce-c07d-4b34-ace5-d498b85e34a7" providerId="ADAL" clId="{72F1D1D0-B7AF-4FDA-A997-14AACD53D242}" dt="2023-10-13T10:00:16.395" v="334" actId="207"/>
          <ac:spMkLst>
            <pc:docMk/>
            <pc:sldMk cId="2284245252" sldId="12478"/>
            <ac:spMk id="97" creationId="{C5A0DB64-4C8D-4A4C-AEA7-AA660BD9D7BC}"/>
          </ac:spMkLst>
        </pc:spChg>
        <pc:spChg chg="mod">
          <ac:chgData name="Leo Forkert" userId="da1de3ce-c07d-4b34-ace5-d498b85e34a7" providerId="ADAL" clId="{72F1D1D0-B7AF-4FDA-A997-14AACD53D242}" dt="2023-10-13T10:02:40.151" v="367" actId="207"/>
          <ac:spMkLst>
            <pc:docMk/>
            <pc:sldMk cId="2284245252" sldId="12478"/>
            <ac:spMk id="102" creationId="{14D5F591-6BA8-4477-A836-6C0459003771}"/>
          </ac:spMkLst>
        </pc:spChg>
        <pc:grpChg chg="mod">
          <ac:chgData name="Leo Forkert" userId="da1de3ce-c07d-4b34-ace5-d498b85e34a7" providerId="ADAL" clId="{72F1D1D0-B7AF-4FDA-A997-14AACD53D242}" dt="2023-10-13T10:00:51.197" v="341" actId="1076"/>
          <ac:grpSpMkLst>
            <pc:docMk/>
            <pc:sldMk cId="2284245252" sldId="12478"/>
            <ac:grpSpMk id="7" creationId="{5671F1BD-2164-4351-A0C5-AAD1863244B9}"/>
          </ac:grpSpMkLst>
        </pc:grpChg>
        <pc:grpChg chg="mod">
          <ac:chgData name="Leo Forkert" userId="da1de3ce-c07d-4b34-ace5-d498b85e34a7" providerId="ADAL" clId="{72F1D1D0-B7AF-4FDA-A997-14AACD53D242}" dt="2023-10-13T10:00:51.197" v="341" actId="1076"/>
          <ac:grpSpMkLst>
            <pc:docMk/>
            <pc:sldMk cId="2284245252" sldId="12478"/>
            <ac:grpSpMk id="9" creationId="{34D9742A-A233-4C2C-BC47-45C2E2D198A4}"/>
          </ac:grpSpMkLst>
        </pc:grpChg>
        <pc:grpChg chg="mod">
          <ac:chgData name="Leo Forkert" userId="da1de3ce-c07d-4b34-ace5-d498b85e34a7" providerId="ADAL" clId="{72F1D1D0-B7AF-4FDA-A997-14AACD53D242}" dt="2023-10-13T10:00:51.034" v="340" actId="1076"/>
          <ac:grpSpMkLst>
            <pc:docMk/>
            <pc:sldMk cId="2284245252" sldId="12478"/>
            <ac:grpSpMk id="13" creationId="{D6DB1696-904A-418C-B9FB-5AC5879D0B49}"/>
          </ac:grpSpMkLst>
        </pc:grpChg>
        <pc:grpChg chg="mod">
          <ac:chgData name="Leo Forkert" userId="da1de3ce-c07d-4b34-ace5-d498b85e34a7" providerId="ADAL" clId="{72F1D1D0-B7AF-4FDA-A997-14AACD53D242}" dt="2023-10-13T10:00:51.197" v="341" actId="1076"/>
          <ac:grpSpMkLst>
            <pc:docMk/>
            <pc:sldMk cId="2284245252" sldId="12478"/>
            <ac:grpSpMk id="66" creationId="{218DA4F6-0403-B103-BA34-0D0F755CC5E8}"/>
          </ac:grpSpMkLst>
        </pc:grpChg>
      </pc:sldChg>
      <pc:sldChg chg="addSp delSp modSp mod">
        <pc:chgData name="Leo Forkert" userId="da1de3ce-c07d-4b34-ace5-d498b85e34a7" providerId="ADAL" clId="{72F1D1D0-B7AF-4FDA-A997-14AACD53D242}" dt="2023-10-13T10:39:12.925" v="491" actId="2085"/>
        <pc:sldMkLst>
          <pc:docMk/>
          <pc:sldMk cId="2306012793" sldId="12486"/>
        </pc:sldMkLst>
        <pc:spChg chg="mod">
          <ac:chgData name="Leo Forkert" userId="da1de3ce-c07d-4b34-ace5-d498b85e34a7" providerId="ADAL" clId="{72F1D1D0-B7AF-4FDA-A997-14AACD53D242}" dt="2023-10-13T10:26:07.217" v="386" actId="207"/>
          <ac:spMkLst>
            <pc:docMk/>
            <pc:sldMk cId="2306012793" sldId="12486"/>
            <ac:spMk id="3" creationId="{34E65EF6-3D9C-82CA-6D1D-862F4B5E6F1B}"/>
          </ac:spMkLst>
        </pc:spChg>
        <pc:spChg chg="mod">
          <ac:chgData name="Leo Forkert" userId="da1de3ce-c07d-4b34-ace5-d498b85e34a7" providerId="ADAL" clId="{72F1D1D0-B7AF-4FDA-A997-14AACD53D242}" dt="2023-10-13T10:37:06.833" v="477" actId="208"/>
          <ac:spMkLst>
            <pc:docMk/>
            <pc:sldMk cId="2306012793" sldId="12486"/>
            <ac:spMk id="4" creationId="{370655D3-F178-46CD-BE47-1D290FF24F41}"/>
          </ac:spMkLst>
        </pc:spChg>
        <pc:spChg chg="mod ord">
          <ac:chgData name="Leo Forkert" userId="da1de3ce-c07d-4b34-ace5-d498b85e34a7" providerId="ADAL" clId="{72F1D1D0-B7AF-4FDA-A997-14AACD53D242}" dt="2023-10-13T10:37:35.907" v="483" actId="207"/>
          <ac:spMkLst>
            <pc:docMk/>
            <pc:sldMk cId="2306012793" sldId="12486"/>
            <ac:spMk id="5" creationId="{14FB21C9-3B39-49AB-BF6E-3996F3AF81CB}"/>
          </ac:spMkLst>
        </pc:spChg>
        <pc:spChg chg="mod">
          <ac:chgData name="Leo Forkert" userId="da1de3ce-c07d-4b34-ace5-d498b85e34a7" providerId="ADAL" clId="{72F1D1D0-B7AF-4FDA-A997-14AACD53D242}" dt="2023-10-13T10:31:04.836" v="447" actId="208"/>
          <ac:spMkLst>
            <pc:docMk/>
            <pc:sldMk cId="2306012793" sldId="12486"/>
            <ac:spMk id="7" creationId="{5283E97E-DBC6-67EE-13A6-4A209FFB2741}"/>
          </ac:spMkLst>
        </pc:spChg>
        <pc:spChg chg="mod">
          <ac:chgData name="Leo Forkert" userId="da1de3ce-c07d-4b34-ace5-d498b85e34a7" providerId="ADAL" clId="{72F1D1D0-B7AF-4FDA-A997-14AACD53D242}" dt="2023-10-13T10:39:12.925" v="491" actId="2085"/>
          <ac:spMkLst>
            <pc:docMk/>
            <pc:sldMk cId="2306012793" sldId="12486"/>
            <ac:spMk id="10" creationId="{442A4E8E-F8C0-951F-1CBE-B75B89544342}"/>
          </ac:spMkLst>
        </pc:spChg>
        <pc:spChg chg="mod">
          <ac:chgData name="Leo Forkert" userId="da1de3ce-c07d-4b34-ace5-d498b85e34a7" providerId="ADAL" clId="{72F1D1D0-B7AF-4FDA-A997-14AACD53D242}" dt="2023-10-13T10:26:39.274" v="388" actId="12"/>
          <ac:spMkLst>
            <pc:docMk/>
            <pc:sldMk cId="2306012793" sldId="12486"/>
            <ac:spMk id="12" creationId="{FDE31625-9697-3230-BC99-D9D993821255}"/>
          </ac:spMkLst>
        </pc:spChg>
        <pc:spChg chg="mod">
          <ac:chgData name="Leo Forkert" userId="da1de3ce-c07d-4b34-ace5-d498b85e34a7" providerId="ADAL" clId="{72F1D1D0-B7AF-4FDA-A997-14AACD53D242}" dt="2023-10-13T10:27:00.968" v="391" actId="207"/>
          <ac:spMkLst>
            <pc:docMk/>
            <pc:sldMk cId="2306012793" sldId="12486"/>
            <ac:spMk id="13" creationId="{95D190B1-E2A3-611C-4C0E-25BCB5565E6B}"/>
          </ac:spMkLst>
        </pc:spChg>
        <pc:spChg chg="mod">
          <ac:chgData name="Leo Forkert" userId="da1de3ce-c07d-4b34-ace5-d498b85e34a7" providerId="ADAL" clId="{72F1D1D0-B7AF-4FDA-A997-14AACD53D242}" dt="2023-10-13T10:26:57.225" v="390" actId="207"/>
          <ac:spMkLst>
            <pc:docMk/>
            <pc:sldMk cId="2306012793" sldId="12486"/>
            <ac:spMk id="14" creationId="{33D6AE16-B3AD-C53D-4057-AFB8FA2E8536}"/>
          </ac:spMkLst>
        </pc:spChg>
        <pc:spChg chg="mod">
          <ac:chgData name="Leo Forkert" userId="da1de3ce-c07d-4b34-ace5-d498b85e34a7" providerId="ADAL" clId="{72F1D1D0-B7AF-4FDA-A997-14AACD53D242}" dt="2023-10-13T10:28:08.370" v="393" actId="207"/>
          <ac:spMkLst>
            <pc:docMk/>
            <pc:sldMk cId="2306012793" sldId="12486"/>
            <ac:spMk id="15" creationId="{912101E7-3D4D-5C4E-AF3C-16ABCA4188EE}"/>
          </ac:spMkLst>
        </pc:spChg>
        <pc:spChg chg="mod">
          <ac:chgData name="Leo Forkert" userId="da1de3ce-c07d-4b34-ace5-d498b85e34a7" providerId="ADAL" clId="{72F1D1D0-B7AF-4FDA-A997-14AACD53D242}" dt="2023-10-13T10:28:08.370" v="393" actId="207"/>
          <ac:spMkLst>
            <pc:docMk/>
            <pc:sldMk cId="2306012793" sldId="12486"/>
            <ac:spMk id="16" creationId="{2393C31B-314B-1810-1DE4-3138A5B36B18}"/>
          </ac:spMkLst>
        </pc:spChg>
        <pc:spChg chg="mod">
          <ac:chgData name="Leo Forkert" userId="da1de3ce-c07d-4b34-ace5-d498b85e34a7" providerId="ADAL" clId="{72F1D1D0-B7AF-4FDA-A997-14AACD53D242}" dt="2023-10-13T10:28:08.370" v="393" actId="207"/>
          <ac:spMkLst>
            <pc:docMk/>
            <pc:sldMk cId="2306012793" sldId="12486"/>
            <ac:spMk id="17" creationId="{945A01A1-56E2-9F01-82F4-14988D102418}"/>
          </ac:spMkLst>
        </pc:spChg>
        <pc:spChg chg="mod">
          <ac:chgData name="Leo Forkert" userId="da1de3ce-c07d-4b34-ace5-d498b85e34a7" providerId="ADAL" clId="{72F1D1D0-B7AF-4FDA-A997-14AACD53D242}" dt="2023-10-13T10:28:08.370" v="393" actId="207"/>
          <ac:spMkLst>
            <pc:docMk/>
            <pc:sldMk cId="2306012793" sldId="12486"/>
            <ac:spMk id="18" creationId="{914CC79B-7F49-21B8-FB48-7028570C39C0}"/>
          </ac:spMkLst>
        </pc:spChg>
        <pc:spChg chg="mod">
          <ac:chgData name="Leo Forkert" userId="da1de3ce-c07d-4b34-ace5-d498b85e34a7" providerId="ADAL" clId="{72F1D1D0-B7AF-4FDA-A997-14AACD53D242}" dt="2023-10-13T10:28:08.370" v="393" actId="207"/>
          <ac:spMkLst>
            <pc:docMk/>
            <pc:sldMk cId="2306012793" sldId="12486"/>
            <ac:spMk id="19" creationId="{FBF5FBA7-BD94-9637-15D7-F3C0A95A7A45}"/>
          </ac:spMkLst>
        </pc:spChg>
        <pc:spChg chg="mod">
          <ac:chgData name="Leo Forkert" userId="da1de3ce-c07d-4b34-ace5-d498b85e34a7" providerId="ADAL" clId="{72F1D1D0-B7AF-4FDA-A997-14AACD53D242}" dt="2023-10-13T10:28:08.370" v="393" actId="207"/>
          <ac:spMkLst>
            <pc:docMk/>
            <pc:sldMk cId="2306012793" sldId="12486"/>
            <ac:spMk id="20" creationId="{C7AF85FC-5002-C7AE-BBCD-605E9E559A1B}"/>
          </ac:spMkLst>
        </pc:spChg>
        <pc:spChg chg="mod">
          <ac:chgData name="Leo Forkert" userId="da1de3ce-c07d-4b34-ace5-d498b85e34a7" providerId="ADAL" clId="{72F1D1D0-B7AF-4FDA-A997-14AACD53D242}" dt="2023-10-13T10:28:12.356" v="394" actId="207"/>
          <ac:spMkLst>
            <pc:docMk/>
            <pc:sldMk cId="2306012793" sldId="12486"/>
            <ac:spMk id="21" creationId="{3A3B0CBC-41AE-2DB4-8775-EEF2B43B2C0E}"/>
          </ac:spMkLst>
        </pc:spChg>
        <pc:spChg chg="mod">
          <ac:chgData name="Leo Forkert" userId="da1de3ce-c07d-4b34-ace5-d498b85e34a7" providerId="ADAL" clId="{72F1D1D0-B7AF-4FDA-A997-14AACD53D242}" dt="2023-10-13T10:28:08.370" v="393" actId="207"/>
          <ac:spMkLst>
            <pc:docMk/>
            <pc:sldMk cId="2306012793" sldId="12486"/>
            <ac:spMk id="22" creationId="{DBC26B28-2C10-7247-C507-5DD5969523BE}"/>
          </ac:spMkLst>
        </pc:spChg>
        <pc:spChg chg="mod">
          <ac:chgData name="Leo Forkert" userId="da1de3ce-c07d-4b34-ace5-d498b85e34a7" providerId="ADAL" clId="{72F1D1D0-B7AF-4FDA-A997-14AACD53D242}" dt="2023-10-13T10:28:08.370" v="393" actId="207"/>
          <ac:spMkLst>
            <pc:docMk/>
            <pc:sldMk cId="2306012793" sldId="12486"/>
            <ac:spMk id="23" creationId="{E289F7E2-DBE0-147A-22AF-CEB996A5F4D2}"/>
          </ac:spMkLst>
        </pc:spChg>
        <pc:spChg chg="mod">
          <ac:chgData name="Leo Forkert" userId="da1de3ce-c07d-4b34-ace5-d498b85e34a7" providerId="ADAL" clId="{72F1D1D0-B7AF-4FDA-A997-14AACD53D242}" dt="2023-10-13T10:28:08.370" v="393" actId="207"/>
          <ac:spMkLst>
            <pc:docMk/>
            <pc:sldMk cId="2306012793" sldId="12486"/>
            <ac:spMk id="24" creationId="{0A94A260-26C5-2503-8140-4219C6EF7B19}"/>
          </ac:spMkLst>
        </pc:spChg>
        <pc:spChg chg="mod">
          <ac:chgData name="Leo Forkert" userId="da1de3ce-c07d-4b34-ace5-d498b85e34a7" providerId="ADAL" clId="{72F1D1D0-B7AF-4FDA-A997-14AACD53D242}" dt="2023-10-13T10:28:08.370" v="393" actId="207"/>
          <ac:spMkLst>
            <pc:docMk/>
            <pc:sldMk cId="2306012793" sldId="12486"/>
            <ac:spMk id="25" creationId="{E47D5E7D-37EA-0D0D-1234-2CCD472FD5A4}"/>
          </ac:spMkLst>
        </pc:spChg>
        <pc:spChg chg="mod">
          <ac:chgData name="Leo Forkert" userId="da1de3ce-c07d-4b34-ace5-d498b85e34a7" providerId="ADAL" clId="{72F1D1D0-B7AF-4FDA-A997-14AACD53D242}" dt="2023-10-13T10:28:08.370" v="393" actId="207"/>
          <ac:spMkLst>
            <pc:docMk/>
            <pc:sldMk cId="2306012793" sldId="12486"/>
            <ac:spMk id="26" creationId="{F2AFA9A3-12E6-0F43-E28F-3B3E690858CD}"/>
          </ac:spMkLst>
        </pc:spChg>
        <pc:spChg chg="mod">
          <ac:chgData name="Leo Forkert" userId="da1de3ce-c07d-4b34-ace5-d498b85e34a7" providerId="ADAL" clId="{72F1D1D0-B7AF-4FDA-A997-14AACD53D242}" dt="2023-10-13T10:26:52.874" v="389" actId="207"/>
          <ac:spMkLst>
            <pc:docMk/>
            <pc:sldMk cId="2306012793" sldId="12486"/>
            <ac:spMk id="27" creationId="{ABF1790F-68C5-A537-01E0-E02A6AFD3711}"/>
          </ac:spMkLst>
        </pc:spChg>
        <pc:spChg chg="mod">
          <ac:chgData name="Leo Forkert" userId="da1de3ce-c07d-4b34-ace5-d498b85e34a7" providerId="ADAL" clId="{72F1D1D0-B7AF-4FDA-A997-14AACD53D242}" dt="2023-10-13T10:27:36.498" v="392" actId="207"/>
          <ac:spMkLst>
            <pc:docMk/>
            <pc:sldMk cId="2306012793" sldId="12486"/>
            <ac:spMk id="32" creationId="{8866A390-0B3F-20C4-7936-6FB23ACE2F6B}"/>
          </ac:spMkLst>
        </pc:spChg>
        <pc:spChg chg="mod">
          <ac:chgData name="Leo Forkert" userId="da1de3ce-c07d-4b34-ace5-d498b85e34a7" providerId="ADAL" clId="{72F1D1D0-B7AF-4FDA-A997-14AACD53D242}" dt="2023-10-13T10:27:36.498" v="392" actId="207"/>
          <ac:spMkLst>
            <pc:docMk/>
            <pc:sldMk cId="2306012793" sldId="12486"/>
            <ac:spMk id="33" creationId="{B6CF35E1-D392-B45C-913D-F1A230D9984B}"/>
          </ac:spMkLst>
        </pc:spChg>
        <pc:spChg chg="mod">
          <ac:chgData name="Leo Forkert" userId="da1de3ce-c07d-4b34-ace5-d498b85e34a7" providerId="ADAL" clId="{72F1D1D0-B7AF-4FDA-A997-14AACD53D242}" dt="2023-10-13T10:31:00.171" v="440" actId="207"/>
          <ac:spMkLst>
            <pc:docMk/>
            <pc:sldMk cId="2306012793" sldId="12486"/>
            <ac:spMk id="34" creationId="{C63BB304-77C5-6745-2C5E-55E1E8A09768}"/>
          </ac:spMkLst>
        </pc:spChg>
        <pc:spChg chg="mod">
          <ac:chgData name="Leo Forkert" userId="da1de3ce-c07d-4b34-ace5-d498b85e34a7" providerId="ADAL" clId="{72F1D1D0-B7AF-4FDA-A997-14AACD53D242}" dt="2023-10-13T10:23:51.876" v="372" actId="2085"/>
          <ac:spMkLst>
            <pc:docMk/>
            <pc:sldMk cId="2306012793" sldId="12486"/>
            <ac:spMk id="35" creationId="{2EDC4615-58CD-2916-E0FA-94C982B9AE5C}"/>
          </ac:spMkLst>
        </pc:spChg>
        <pc:spChg chg="mod">
          <ac:chgData name="Leo Forkert" userId="da1de3ce-c07d-4b34-ace5-d498b85e34a7" providerId="ADAL" clId="{72F1D1D0-B7AF-4FDA-A997-14AACD53D242}" dt="2023-10-13T10:27:36.498" v="392" actId="207"/>
          <ac:spMkLst>
            <pc:docMk/>
            <pc:sldMk cId="2306012793" sldId="12486"/>
            <ac:spMk id="36" creationId="{5B1D1BFB-DFF0-A73F-91B5-E5B97A566AF6}"/>
          </ac:spMkLst>
        </pc:spChg>
        <pc:spChg chg="mod">
          <ac:chgData name="Leo Forkert" userId="da1de3ce-c07d-4b34-ace5-d498b85e34a7" providerId="ADAL" clId="{72F1D1D0-B7AF-4FDA-A997-14AACD53D242}" dt="2023-10-13T10:27:36.498" v="392" actId="207"/>
          <ac:spMkLst>
            <pc:docMk/>
            <pc:sldMk cId="2306012793" sldId="12486"/>
            <ac:spMk id="37" creationId="{C7DD3E2E-745B-E58C-E6AF-62E87FA22939}"/>
          </ac:spMkLst>
        </pc:spChg>
        <pc:spChg chg="mod">
          <ac:chgData name="Leo Forkert" userId="da1de3ce-c07d-4b34-ace5-d498b85e34a7" providerId="ADAL" clId="{72F1D1D0-B7AF-4FDA-A997-14AACD53D242}" dt="2023-10-13T10:37:15.418" v="479" actId="14100"/>
          <ac:spMkLst>
            <pc:docMk/>
            <pc:sldMk cId="2306012793" sldId="12486"/>
            <ac:spMk id="38" creationId="{396C370B-ED12-C940-7AF1-DA78A8A247F7}"/>
          </ac:spMkLst>
        </pc:spChg>
        <pc:spChg chg="mod">
          <ac:chgData name="Leo Forkert" userId="da1de3ce-c07d-4b34-ace5-d498b85e34a7" providerId="ADAL" clId="{72F1D1D0-B7AF-4FDA-A997-14AACD53D242}" dt="2023-10-13T10:31:00.571" v="441" actId="207"/>
          <ac:spMkLst>
            <pc:docMk/>
            <pc:sldMk cId="2306012793" sldId="12486"/>
            <ac:spMk id="43" creationId="{3180E102-169E-70C1-3AD7-CE39E16449F8}"/>
          </ac:spMkLst>
        </pc:spChg>
        <pc:spChg chg="add del mod ord">
          <ac:chgData name="Leo Forkert" userId="da1de3ce-c07d-4b34-ace5-d498b85e34a7" providerId="ADAL" clId="{72F1D1D0-B7AF-4FDA-A997-14AACD53D242}" dt="2023-10-13T10:32:18.774" v="468" actId="20577"/>
          <ac:spMkLst>
            <pc:docMk/>
            <pc:sldMk cId="2306012793" sldId="12486"/>
            <ac:spMk id="46" creationId="{73C53A02-ED9C-A1F9-9290-33C971C51226}"/>
          </ac:spMkLst>
        </pc:spChg>
        <pc:spChg chg="mod ord">
          <ac:chgData name="Leo Forkert" userId="da1de3ce-c07d-4b34-ace5-d498b85e34a7" providerId="ADAL" clId="{72F1D1D0-B7AF-4FDA-A997-14AACD53D242}" dt="2023-10-13T10:37:24.481" v="481" actId="208"/>
          <ac:spMkLst>
            <pc:docMk/>
            <pc:sldMk cId="2306012793" sldId="12486"/>
            <ac:spMk id="47" creationId="{954108F2-F6BB-C122-65B6-C8F473DEDEC3}"/>
          </ac:spMkLst>
        </pc:spChg>
        <pc:spChg chg="mod">
          <ac:chgData name="Leo Forkert" userId="da1de3ce-c07d-4b34-ace5-d498b85e34a7" providerId="ADAL" clId="{72F1D1D0-B7AF-4FDA-A997-14AACD53D242}" dt="2023-10-13T10:31:04.836" v="447" actId="208"/>
          <ac:spMkLst>
            <pc:docMk/>
            <pc:sldMk cId="2306012793" sldId="12486"/>
            <ac:spMk id="49" creationId="{0DD8F504-F8BE-16BA-E99A-BA14FBE634B6}"/>
          </ac:spMkLst>
        </pc:spChg>
        <pc:spChg chg="mod">
          <ac:chgData name="Leo Forkert" userId="da1de3ce-c07d-4b34-ace5-d498b85e34a7" providerId="ADAL" clId="{72F1D1D0-B7AF-4FDA-A997-14AACD53D242}" dt="2023-10-13T10:31:04.836" v="447" actId="208"/>
          <ac:spMkLst>
            <pc:docMk/>
            <pc:sldMk cId="2306012793" sldId="12486"/>
            <ac:spMk id="50" creationId="{E1934A9F-9B25-F331-A56A-96486D53B9D7}"/>
          </ac:spMkLst>
        </pc:spChg>
        <pc:spChg chg="mod">
          <ac:chgData name="Leo Forkert" userId="da1de3ce-c07d-4b34-ace5-d498b85e34a7" providerId="ADAL" clId="{72F1D1D0-B7AF-4FDA-A997-14AACD53D242}" dt="2023-10-13T10:33:17.329" v="474" actId="14100"/>
          <ac:spMkLst>
            <pc:docMk/>
            <pc:sldMk cId="2306012793" sldId="12486"/>
            <ac:spMk id="51" creationId="{086FA06F-7B3A-F288-0EEB-9677686DD4A8}"/>
          </ac:spMkLst>
        </pc:spChg>
        <pc:spChg chg="mod">
          <ac:chgData name="Leo Forkert" userId="da1de3ce-c07d-4b34-ace5-d498b85e34a7" providerId="ADAL" clId="{72F1D1D0-B7AF-4FDA-A997-14AACD53D242}" dt="2023-10-13T10:31:04.836" v="447" actId="208"/>
          <ac:spMkLst>
            <pc:docMk/>
            <pc:sldMk cId="2306012793" sldId="12486"/>
            <ac:spMk id="53" creationId="{25E477FD-8E63-C878-AE19-180CE7694EC5}"/>
          </ac:spMkLst>
        </pc:spChg>
        <pc:spChg chg="mod">
          <ac:chgData name="Leo Forkert" userId="da1de3ce-c07d-4b34-ace5-d498b85e34a7" providerId="ADAL" clId="{72F1D1D0-B7AF-4FDA-A997-14AACD53D242}" dt="2023-10-13T10:31:04.836" v="447" actId="208"/>
          <ac:spMkLst>
            <pc:docMk/>
            <pc:sldMk cId="2306012793" sldId="12486"/>
            <ac:spMk id="69" creationId="{E0BF98D9-1B55-48AF-B81E-B419B344CD85}"/>
          </ac:spMkLst>
        </pc:spChg>
        <pc:spChg chg="mod">
          <ac:chgData name="Leo Forkert" userId="da1de3ce-c07d-4b34-ace5-d498b85e34a7" providerId="ADAL" clId="{72F1D1D0-B7AF-4FDA-A997-14AACD53D242}" dt="2023-10-13T10:31:04.836" v="447" actId="208"/>
          <ac:spMkLst>
            <pc:docMk/>
            <pc:sldMk cId="2306012793" sldId="12486"/>
            <ac:spMk id="70" creationId="{B792382C-424B-44B6-B884-6AEA4440F3D5}"/>
          </ac:spMkLst>
        </pc:spChg>
        <pc:spChg chg="mod">
          <ac:chgData name="Leo Forkert" userId="da1de3ce-c07d-4b34-ace5-d498b85e34a7" providerId="ADAL" clId="{72F1D1D0-B7AF-4FDA-A997-14AACD53D242}" dt="2023-10-13T10:31:04.836" v="447" actId="208"/>
          <ac:spMkLst>
            <pc:docMk/>
            <pc:sldMk cId="2306012793" sldId="12486"/>
            <ac:spMk id="71" creationId="{30783880-A8E7-4239-A12F-E548788E0CBF}"/>
          </ac:spMkLst>
        </pc:spChg>
        <pc:spChg chg="mod">
          <ac:chgData name="Leo Forkert" userId="da1de3ce-c07d-4b34-ace5-d498b85e34a7" providerId="ADAL" clId="{72F1D1D0-B7AF-4FDA-A997-14AACD53D242}" dt="2023-10-13T10:31:04.836" v="447" actId="208"/>
          <ac:spMkLst>
            <pc:docMk/>
            <pc:sldMk cId="2306012793" sldId="12486"/>
            <ac:spMk id="72" creationId="{68830BC0-356A-4F4E-B77A-8F0169010416}"/>
          </ac:spMkLst>
        </pc:spChg>
        <pc:spChg chg="mod">
          <ac:chgData name="Leo Forkert" userId="da1de3ce-c07d-4b34-ace5-d498b85e34a7" providerId="ADAL" clId="{72F1D1D0-B7AF-4FDA-A997-14AACD53D242}" dt="2023-10-13T10:31:04.836" v="447" actId="208"/>
          <ac:spMkLst>
            <pc:docMk/>
            <pc:sldMk cId="2306012793" sldId="12486"/>
            <ac:spMk id="73" creationId="{6CF1E811-DFF7-4C86-9788-B0E6568D29B3}"/>
          </ac:spMkLst>
        </pc:spChg>
        <pc:spChg chg="mod">
          <ac:chgData name="Leo Forkert" userId="da1de3ce-c07d-4b34-ace5-d498b85e34a7" providerId="ADAL" clId="{72F1D1D0-B7AF-4FDA-A997-14AACD53D242}" dt="2023-10-13T10:31:04.836" v="447" actId="208"/>
          <ac:spMkLst>
            <pc:docMk/>
            <pc:sldMk cId="2306012793" sldId="12486"/>
            <ac:spMk id="74" creationId="{4FA5278D-6BD3-4780-B28F-30686751C520}"/>
          </ac:spMkLst>
        </pc:spChg>
        <pc:spChg chg="mod">
          <ac:chgData name="Leo Forkert" userId="da1de3ce-c07d-4b34-ace5-d498b85e34a7" providerId="ADAL" clId="{72F1D1D0-B7AF-4FDA-A997-14AACD53D242}" dt="2023-10-13T10:31:04.836" v="447" actId="208"/>
          <ac:spMkLst>
            <pc:docMk/>
            <pc:sldMk cId="2306012793" sldId="12486"/>
            <ac:spMk id="75" creationId="{AAA4462F-C257-4687-B656-0D8F1DC2FE18}"/>
          </ac:spMkLst>
        </pc:spChg>
        <pc:spChg chg="mod">
          <ac:chgData name="Leo Forkert" userId="da1de3ce-c07d-4b34-ace5-d498b85e34a7" providerId="ADAL" clId="{72F1D1D0-B7AF-4FDA-A997-14AACD53D242}" dt="2023-10-13T10:31:04.836" v="447" actId="208"/>
          <ac:spMkLst>
            <pc:docMk/>
            <pc:sldMk cId="2306012793" sldId="12486"/>
            <ac:spMk id="76" creationId="{E32DC7AE-04C4-4F97-BDDD-D9091729DCD5}"/>
          </ac:spMkLst>
        </pc:spChg>
        <pc:spChg chg="mod">
          <ac:chgData name="Leo Forkert" userId="da1de3ce-c07d-4b34-ace5-d498b85e34a7" providerId="ADAL" clId="{72F1D1D0-B7AF-4FDA-A997-14AACD53D242}" dt="2023-10-13T10:31:04.836" v="447" actId="208"/>
          <ac:spMkLst>
            <pc:docMk/>
            <pc:sldMk cId="2306012793" sldId="12486"/>
            <ac:spMk id="77" creationId="{7C379DB5-A8D0-4A9E-8795-B57E09700222}"/>
          </ac:spMkLst>
        </pc:spChg>
        <pc:spChg chg="mod">
          <ac:chgData name="Leo Forkert" userId="da1de3ce-c07d-4b34-ace5-d498b85e34a7" providerId="ADAL" clId="{72F1D1D0-B7AF-4FDA-A997-14AACD53D242}" dt="2023-10-13T10:31:04.836" v="447" actId="208"/>
          <ac:spMkLst>
            <pc:docMk/>
            <pc:sldMk cId="2306012793" sldId="12486"/>
            <ac:spMk id="78" creationId="{42E2A792-27B6-4A46-9DF3-ACA8D486E148}"/>
          </ac:spMkLst>
        </pc:spChg>
        <pc:spChg chg="mod">
          <ac:chgData name="Leo Forkert" userId="da1de3ce-c07d-4b34-ace5-d498b85e34a7" providerId="ADAL" clId="{72F1D1D0-B7AF-4FDA-A997-14AACD53D242}" dt="2023-10-13T10:31:04.836" v="447" actId="208"/>
          <ac:spMkLst>
            <pc:docMk/>
            <pc:sldMk cId="2306012793" sldId="12486"/>
            <ac:spMk id="79" creationId="{D3ADE85B-5773-487A-8336-F58AC9487845}"/>
          </ac:spMkLst>
        </pc:spChg>
        <pc:spChg chg="mod">
          <ac:chgData name="Leo Forkert" userId="da1de3ce-c07d-4b34-ace5-d498b85e34a7" providerId="ADAL" clId="{72F1D1D0-B7AF-4FDA-A997-14AACD53D242}" dt="2023-10-13T10:31:04.836" v="447" actId="208"/>
          <ac:spMkLst>
            <pc:docMk/>
            <pc:sldMk cId="2306012793" sldId="12486"/>
            <ac:spMk id="80" creationId="{7555BF8B-5E90-4CEC-BEA1-B1841EE63BE5}"/>
          </ac:spMkLst>
        </pc:spChg>
        <pc:spChg chg="mod">
          <ac:chgData name="Leo Forkert" userId="da1de3ce-c07d-4b34-ace5-d498b85e34a7" providerId="ADAL" clId="{72F1D1D0-B7AF-4FDA-A997-14AACD53D242}" dt="2023-10-13T10:31:04.836" v="447" actId="208"/>
          <ac:spMkLst>
            <pc:docMk/>
            <pc:sldMk cId="2306012793" sldId="12486"/>
            <ac:spMk id="81" creationId="{297F8A75-2029-4581-AC1B-26C3E123644E}"/>
          </ac:spMkLst>
        </pc:spChg>
        <pc:spChg chg="mod">
          <ac:chgData name="Leo Forkert" userId="da1de3ce-c07d-4b34-ace5-d498b85e34a7" providerId="ADAL" clId="{72F1D1D0-B7AF-4FDA-A997-14AACD53D242}" dt="2023-10-13T10:31:04.836" v="447" actId="208"/>
          <ac:spMkLst>
            <pc:docMk/>
            <pc:sldMk cId="2306012793" sldId="12486"/>
            <ac:spMk id="84" creationId="{CBE3FF43-83EE-484B-9EE5-A0E3C9920256}"/>
          </ac:spMkLst>
        </pc:spChg>
        <pc:spChg chg="mod">
          <ac:chgData name="Leo Forkert" userId="da1de3ce-c07d-4b34-ace5-d498b85e34a7" providerId="ADAL" clId="{72F1D1D0-B7AF-4FDA-A997-14AACD53D242}" dt="2023-10-13T10:31:04.836" v="447" actId="208"/>
          <ac:spMkLst>
            <pc:docMk/>
            <pc:sldMk cId="2306012793" sldId="12486"/>
            <ac:spMk id="85" creationId="{C0EA0FD0-51BE-4C60-9A75-4FCFF1781D56}"/>
          </ac:spMkLst>
        </pc:spChg>
        <pc:spChg chg="mod">
          <ac:chgData name="Leo Forkert" userId="da1de3ce-c07d-4b34-ace5-d498b85e34a7" providerId="ADAL" clId="{72F1D1D0-B7AF-4FDA-A997-14AACD53D242}" dt="2023-10-13T10:31:04.836" v="447" actId="208"/>
          <ac:spMkLst>
            <pc:docMk/>
            <pc:sldMk cId="2306012793" sldId="12486"/>
            <ac:spMk id="86" creationId="{0E18A512-236D-4BE2-9E1D-269091D2F05F}"/>
          </ac:spMkLst>
        </pc:spChg>
        <pc:spChg chg="mod">
          <ac:chgData name="Leo Forkert" userId="da1de3ce-c07d-4b34-ace5-d498b85e34a7" providerId="ADAL" clId="{72F1D1D0-B7AF-4FDA-A997-14AACD53D242}" dt="2023-10-13T10:31:04.836" v="447" actId="208"/>
          <ac:spMkLst>
            <pc:docMk/>
            <pc:sldMk cId="2306012793" sldId="12486"/>
            <ac:spMk id="87" creationId="{828BB2BC-4FF6-4E2C-9BAC-B587CA8180A5}"/>
          </ac:spMkLst>
        </pc:spChg>
        <pc:spChg chg="mod">
          <ac:chgData name="Leo Forkert" userId="da1de3ce-c07d-4b34-ace5-d498b85e34a7" providerId="ADAL" clId="{72F1D1D0-B7AF-4FDA-A997-14AACD53D242}" dt="2023-10-13T10:31:04.836" v="447" actId="208"/>
          <ac:spMkLst>
            <pc:docMk/>
            <pc:sldMk cId="2306012793" sldId="12486"/>
            <ac:spMk id="88" creationId="{7B28C22B-DCDE-435E-A56B-0ECDE71F4E9F}"/>
          </ac:spMkLst>
        </pc:spChg>
        <pc:spChg chg="mod">
          <ac:chgData name="Leo Forkert" userId="da1de3ce-c07d-4b34-ace5-d498b85e34a7" providerId="ADAL" clId="{72F1D1D0-B7AF-4FDA-A997-14AACD53D242}" dt="2023-10-13T10:31:04.836" v="447" actId="208"/>
          <ac:spMkLst>
            <pc:docMk/>
            <pc:sldMk cId="2306012793" sldId="12486"/>
            <ac:spMk id="89" creationId="{D2A6E5A9-BA02-428A-8680-9AD8A120FEDC}"/>
          </ac:spMkLst>
        </pc:spChg>
        <pc:spChg chg="mod">
          <ac:chgData name="Leo Forkert" userId="da1de3ce-c07d-4b34-ace5-d498b85e34a7" providerId="ADAL" clId="{72F1D1D0-B7AF-4FDA-A997-14AACD53D242}" dt="2023-10-13T10:31:04.836" v="447" actId="208"/>
          <ac:spMkLst>
            <pc:docMk/>
            <pc:sldMk cId="2306012793" sldId="12486"/>
            <ac:spMk id="91" creationId="{628C93F5-3485-46DE-9F4B-C3CCDBAE5554}"/>
          </ac:spMkLst>
        </pc:spChg>
        <pc:spChg chg="mod">
          <ac:chgData name="Leo Forkert" userId="da1de3ce-c07d-4b34-ace5-d498b85e34a7" providerId="ADAL" clId="{72F1D1D0-B7AF-4FDA-A997-14AACD53D242}" dt="2023-10-13T10:31:04.836" v="447" actId="208"/>
          <ac:spMkLst>
            <pc:docMk/>
            <pc:sldMk cId="2306012793" sldId="12486"/>
            <ac:spMk id="94" creationId="{D3F57A1C-46EF-4B8A-B2A4-BC7E204788C0}"/>
          </ac:spMkLst>
        </pc:spChg>
        <pc:spChg chg="mod">
          <ac:chgData name="Leo Forkert" userId="da1de3ce-c07d-4b34-ace5-d498b85e34a7" providerId="ADAL" clId="{72F1D1D0-B7AF-4FDA-A997-14AACD53D242}" dt="2023-10-13T10:31:04.836" v="447" actId="208"/>
          <ac:spMkLst>
            <pc:docMk/>
            <pc:sldMk cId="2306012793" sldId="12486"/>
            <ac:spMk id="96" creationId="{3E2E0B00-1C2F-4AA4-9CB0-05DA62463ABA}"/>
          </ac:spMkLst>
        </pc:spChg>
        <pc:spChg chg="mod">
          <ac:chgData name="Leo Forkert" userId="da1de3ce-c07d-4b34-ace5-d498b85e34a7" providerId="ADAL" clId="{72F1D1D0-B7AF-4FDA-A997-14AACD53D242}" dt="2023-10-13T10:31:04.836" v="447" actId="208"/>
          <ac:spMkLst>
            <pc:docMk/>
            <pc:sldMk cId="2306012793" sldId="12486"/>
            <ac:spMk id="101" creationId="{0D8E46FE-767B-4867-9202-108B228029BB}"/>
          </ac:spMkLst>
        </pc:spChg>
        <pc:spChg chg="mod">
          <ac:chgData name="Leo Forkert" userId="da1de3ce-c07d-4b34-ace5-d498b85e34a7" providerId="ADAL" clId="{72F1D1D0-B7AF-4FDA-A997-14AACD53D242}" dt="2023-10-13T10:31:04.836" v="447" actId="208"/>
          <ac:spMkLst>
            <pc:docMk/>
            <pc:sldMk cId="2306012793" sldId="12486"/>
            <ac:spMk id="102" creationId="{A9841F1D-A061-4475-A8C2-2BC6690494E2}"/>
          </ac:spMkLst>
        </pc:spChg>
        <pc:spChg chg="mod">
          <ac:chgData name="Leo Forkert" userId="da1de3ce-c07d-4b34-ace5-d498b85e34a7" providerId="ADAL" clId="{72F1D1D0-B7AF-4FDA-A997-14AACD53D242}" dt="2023-10-13T10:31:04.836" v="447" actId="208"/>
          <ac:spMkLst>
            <pc:docMk/>
            <pc:sldMk cId="2306012793" sldId="12486"/>
            <ac:spMk id="103" creationId="{50084E46-E39E-4D00-9419-2494AC37C54F}"/>
          </ac:spMkLst>
        </pc:spChg>
        <pc:spChg chg="mod">
          <ac:chgData name="Leo Forkert" userId="da1de3ce-c07d-4b34-ace5-d498b85e34a7" providerId="ADAL" clId="{72F1D1D0-B7AF-4FDA-A997-14AACD53D242}" dt="2023-10-13T10:31:04.836" v="447" actId="208"/>
          <ac:spMkLst>
            <pc:docMk/>
            <pc:sldMk cId="2306012793" sldId="12486"/>
            <ac:spMk id="104" creationId="{25D3F069-9748-4E28-BA7A-0CC6C6DD723B}"/>
          </ac:spMkLst>
        </pc:spChg>
        <pc:spChg chg="mod">
          <ac:chgData name="Leo Forkert" userId="da1de3ce-c07d-4b34-ace5-d498b85e34a7" providerId="ADAL" clId="{72F1D1D0-B7AF-4FDA-A997-14AACD53D242}" dt="2023-10-13T10:31:04.836" v="447" actId="208"/>
          <ac:spMkLst>
            <pc:docMk/>
            <pc:sldMk cId="2306012793" sldId="12486"/>
            <ac:spMk id="105" creationId="{C7DF46D8-AAFB-4609-B56B-A8993A1B85BE}"/>
          </ac:spMkLst>
        </pc:spChg>
        <pc:spChg chg="mod">
          <ac:chgData name="Leo Forkert" userId="da1de3ce-c07d-4b34-ace5-d498b85e34a7" providerId="ADAL" clId="{72F1D1D0-B7AF-4FDA-A997-14AACD53D242}" dt="2023-10-13T10:31:04.836" v="447" actId="208"/>
          <ac:spMkLst>
            <pc:docMk/>
            <pc:sldMk cId="2306012793" sldId="12486"/>
            <ac:spMk id="106" creationId="{D59B42BA-AC90-4F1E-B9DC-678987401272}"/>
          </ac:spMkLst>
        </pc:spChg>
        <pc:spChg chg="mod">
          <ac:chgData name="Leo Forkert" userId="da1de3ce-c07d-4b34-ace5-d498b85e34a7" providerId="ADAL" clId="{72F1D1D0-B7AF-4FDA-A997-14AACD53D242}" dt="2023-10-13T10:31:04.836" v="447" actId="208"/>
          <ac:spMkLst>
            <pc:docMk/>
            <pc:sldMk cId="2306012793" sldId="12486"/>
            <ac:spMk id="107" creationId="{727C5E0B-6B75-4524-9D1B-FD10F290131B}"/>
          </ac:spMkLst>
        </pc:spChg>
        <pc:spChg chg="mod">
          <ac:chgData name="Leo Forkert" userId="da1de3ce-c07d-4b34-ace5-d498b85e34a7" providerId="ADAL" clId="{72F1D1D0-B7AF-4FDA-A997-14AACD53D242}" dt="2023-10-13T10:31:04.836" v="447" actId="208"/>
          <ac:spMkLst>
            <pc:docMk/>
            <pc:sldMk cId="2306012793" sldId="12486"/>
            <ac:spMk id="108" creationId="{7D20B7FD-BF52-4D7A-A8F9-ADAECE374CDC}"/>
          </ac:spMkLst>
        </pc:spChg>
        <pc:spChg chg="mod">
          <ac:chgData name="Leo Forkert" userId="da1de3ce-c07d-4b34-ace5-d498b85e34a7" providerId="ADAL" clId="{72F1D1D0-B7AF-4FDA-A997-14AACD53D242}" dt="2023-10-13T10:24:04.358" v="373" actId="207"/>
          <ac:spMkLst>
            <pc:docMk/>
            <pc:sldMk cId="2306012793" sldId="12486"/>
            <ac:spMk id="110" creationId="{C24624D1-41BD-4580-8DE5-AB38D67217A0}"/>
          </ac:spMkLst>
        </pc:spChg>
        <pc:spChg chg="mod">
          <ac:chgData name="Leo Forkert" userId="da1de3ce-c07d-4b34-ace5-d498b85e34a7" providerId="ADAL" clId="{72F1D1D0-B7AF-4FDA-A997-14AACD53D242}" dt="2023-10-13T10:25:35.514" v="375" actId="207"/>
          <ac:spMkLst>
            <pc:docMk/>
            <pc:sldMk cId="2306012793" sldId="12486"/>
            <ac:spMk id="111" creationId="{44835DB1-3FDD-4DDC-AF16-2466F5D76018}"/>
          </ac:spMkLst>
        </pc:spChg>
        <pc:spChg chg="mod">
          <ac:chgData name="Leo Forkert" userId="da1de3ce-c07d-4b34-ace5-d498b85e34a7" providerId="ADAL" clId="{72F1D1D0-B7AF-4FDA-A997-14AACD53D242}" dt="2023-10-13T10:31:04.836" v="447" actId="208"/>
          <ac:spMkLst>
            <pc:docMk/>
            <pc:sldMk cId="2306012793" sldId="12486"/>
            <ac:spMk id="112" creationId="{F870AAEB-5D4D-4DFA-A703-2354171E7101}"/>
          </ac:spMkLst>
        </pc:spChg>
        <pc:spChg chg="mod">
          <ac:chgData name="Leo Forkert" userId="da1de3ce-c07d-4b34-ace5-d498b85e34a7" providerId="ADAL" clId="{72F1D1D0-B7AF-4FDA-A997-14AACD53D242}" dt="2023-10-13T10:31:04.836" v="447" actId="208"/>
          <ac:spMkLst>
            <pc:docMk/>
            <pc:sldMk cId="2306012793" sldId="12486"/>
            <ac:spMk id="113" creationId="{8875B852-6449-4E69-8B2D-192936395B2F}"/>
          </ac:spMkLst>
        </pc:spChg>
        <pc:spChg chg="mod">
          <ac:chgData name="Leo Forkert" userId="da1de3ce-c07d-4b34-ace5-d498b85e34a7" providerId="ADAL" clId="{72F1D1D0-B7AF-4FDA-A997-14AACD53D242}" dt="2023-10-13T10:31:04.836" v="447" actId="208"/>
          <ac:spMkLst>
            <pc:docMk/>
            <pc:sldMk cId="2306012793" sldId="12486"/>
            <ac:spMk id="114" creationId="{A7CA6830-3D4B-4EBC-9214-58E56327C92B}"/>
          </ac:spMkLst>
        </pc:spChg>
        <pc:spChg chg="mod">
          <ac:chgData name="Leo Forkert" userId="da1de3ce-c07d-4b34-ace5-d498b85e34a7" providerId="ADAL" clId="{72F1D1D0-B7AF-4FDA-A997-14AACD53D242}" dt="2023-10-13T10:25:50.744" v="381" actId="207"/>
          <ac:spMkLst>
            <pc:docMk/>
            <pc:sldMk cId="2306012793" sldId="12486"/>
            <ac:spMk id="115" creationId="{372C468F-C4DF-4606-B557-2807EF54F13F}"/>
          </ac:spMkLst>
        </pc:spChg>
        <pc:spChg chg="mod">
          <ac:chgData name="Leo Forkert" userId="da1de3ce-c07d-4b34-ace5-d498b85e34a7" providerId="ADAL" clId="{72F1D1D0-B7AF-4FDA-A997-14AACD53D242}" dt="2023-10-13T10:31:04.836" v="447" actId="208"/>
          <ac:spMkLst>
            <pc:docMk/>
            <pc:sldMk cId="2306012793" sldId="12486"/>
            <ac:spMk id="116" creationId="{F2D3EF85-C665-44A8-9552-823E6B42D2B5}"/>
          </ac:spMkLst>
        </pc:spChg>
        <pc:spChg chg="mod">
          <ac:chgData name="Leo Forkert" userId="da1de3ce-c07d-4b34-ace5-d498b85e34a7" providerId="ADAL" clId="{72F1D1D0-B7AF-4FDA-A997-14AACD53D242}" dt="2023-10-13T10:31:04.836" v="447" actId="208"/>
          <ac:spMkLst>
            <pc:docMk/>
            <pc:sldMk cId="2306012793" sldId="12486"/>
            <ac:spMk id="117" creationId="{00E532B6-271E-4B03-B557-8D0D388FE754}"/>
          </ac:spMkLst>
        </pc:spChg>
        <pc:spChg chg="mod">
          <ac:chgData name="Leo Forkert" userId="da1de3ce-c07d-4b34-ace5-d498b85e34a7" providerId="ADAL" clId="{72F1D1D0-B7AF-4FDA-A997-14AACD53D242}" dt="2023-10-13T10:31:04.836" v="447" actId="208"/>
          <ac:spMkLst>
            <pc:docMk/>
            <pc:sldMk cId="2306012793" sldId="12486"/>
            <ac:spMk id="118" creationId="{D72A9D74-0B36-4F15-95B2-65D1431AD93E}"/>
          </ac:spMkLst>
        </pc:spChg>
        <pc:spChg chg="mod">
          <ac:chgData name="Leo Forkert" userId="da1de3ce-c07d-4b34-ace5-d498b85e34a7" providerId="ADAL" clId="{72F1D1D0-B7AF-4FDA-A997-14AACD53D242}" dt="2023-10-13T10:31:04.836" v="447" actId="208"/>
          <ac:spMkLst>
            <pc:docMk/>
            <pc:sldMk cId="2306012793" sldId="12486"/>
            <ac:spMk id="119" creationId="{AF924151-ED0D-4FD7-9C17-D388EC17D506}"/>
          </ac:spMkLst>
        </pc:spChg>
        <pc:spChg chg="mod">
          <ac:chgData name="Leo Forkert" userId="da1de3ce-c07d-4b34-ace5-d498b85e34a7" providerId="ADAL" clId="{72F1D1D0-B7AF-4FDA-A997-14AACD53D242}" dt="2023-10-13T10:31:04.836" v="447" actId="208"/>
          <ac:spMkLst>
            <pc:docMk/>
            <pc:sldMk cId="2306012793" sldId="12486"/>
            <ac:spMk id="120" creationId="{92DD7DA3-A333-4FF9-966F-77CC9F326FF1}"/>
          </ac:spMkLst>
        </pc:spChg>
        <pc:spChg chg="mod">
          <ac:chgData name="Leo Forkert" userId="da1de3ce-c07d-4b34-ace5-d498b85e34a7" providerId="ADAL" clId="{72F1D1D0-B7AF-4FDA-A997-14AACD53D242}" dt="2023-10-13T10:31:04.836" v="447" actId="208"/>
          <ac:spMkLst>
            <pc:docMk/>
            <pc:sldMk cId="2306012793" sldId="12486"/>
            <ac:spMk id="121" creationId="{23ED3C4F-EF81-4F64-887D-8B4210290B64}"/>
          </ac:spMkLst>
        </pc:spChg>
        <pc:spChg chg="mod">
          <ac:chgData name="Leo Forkert" userId="da1de3ce-c07d-4b34-ace5-d498b85e34a7" providerId="ADAL" clId="{72F1D1D0-B7AF-4FDA-A997-14AACD53D242}" dt="2023-10-13T10:31:04.836" v="447" actId="208"/>
          <ac:spMkLst>
            <pc:docMk/>
            <pc:sldMk cId="2306012793" sldId="12486"/>
            <ac:spMk id="122" creationId="{ED1FC4F7-371A-4EFC-97CF-9903ADB5EBEA}"/>
          </ac:spMkLst>
        </pc:spChg>
        <pc:spChg chg="mod">
          <ac:chgData name="Leo Forkert" userId="da1de3ce-c07d-4b34-ace5-d498b85e34a7" providerId="ADAL" clId="{72F1D1D0-B7AF-4FDA-A997-14AACD53D242}" dt="2023-10-13T10:31:04.836" v="447" actId="208"/>
          <ac:spMkLst>
            <pc:docMk/>
            <pc:sldMk cId="2306012793" sldId="12486"/>
            <ac:spMk id="123" creationId="{DFC4F907-F413-4D06-8EE5-A941EA46F3E9}"/>
          </ac:spMkLst>
        </pc:spChg>
        <pc:spChg chg="mod">
          <ac:chgData name="Leo Forkert" userId="da1de3ce-c07d-4b34-ace5-d498b85e34a7" providerId="ADAL" clId="{72F1D1D0-B7AF-4FDA-A997-14AACD53D242}" dt="2023-10-13T10:31:04.836" v="447" actId="208"/>
          <ac:spMkLst>
            <pc:docMk/>
            <pc:sldMk cId="2306012793" sldId="12486"/>
            <ac:spMk id="124" creationId="{CC863BCD-6D55-49C8-9A7C-77BDBFFBC524}"/>
          </ac:spMkLst>
        </pc:spChg>
        <pc:spChg chg="mod">
          <ac:chgData name="Leo Forkert" userId="da1de3ce-c07d-4b34-ace5-d498b85e34a7" providerId="ADAL" clId="{72F1D1D0-B7AF-4FDA-A997-14AACD53D242}" dt="2023-10-13T10:31:04.836" v="447" actId="208"/>
          <ac:spMkLst>
            <pc:docMk/>
            <pc:sldMk cId="2306012793" sldId="12486"/>
            <ac:spMk id="125" creationId="{3D61722F-7B8A-4AA2-A5F6-25BDBC4F17A3}"/>
          </ac:spMkLst>
        </pc:spChg>
        <pc:spChg chg="mod">
          <ac:chgData name="Leo Forkert" userId="da1de3ce-c07d-4b34-ace5-d498b85e34a7" providerId="ADAL" clId="{72F1D1D0-B7AF-4FDA-A997-14AACD53D242}" dt="2023-10-13T10:24:04.358" v="373" actId="207"/>
          <ac:spMkLst>
            <pc:docMk/>
            <pc:sldMk cId="2306012793" sldId="12486"/>
            <ac:spMk id="139" creationId="{467186B4-990F-479B-B983-30DDFB3FE2BE}"/>
          </ac:spMkLst>
        </pc:spChg>
        <pc:spChg chg="mod">
          <ac:chgData name="Leo Forkert" userId="da1de3ce-c07d-4b34-ace5-d498b85e34a7" providerId="ADAL" clId="{72F1D1D0-B7AF-4FDA-A997-14AACD53D242}" dt="2023-10-13T10:25:35.514" v="375" actId="207"/>
          <ac:spMkLst>
            <pc:docMk/>
            <pc:sldMk cId="2306012793" sldId="12486"/>
            <ac:spMk id="140" creationId="{B2BA6466-A023-467A-BBB0-3E37AEEF72B7}"/>
          </ac:spMkLst>
        </pc:spChg>
        <pc:spChg chg="mod">
          <ac:chgData name="Leo Forkert" userId="da1de3ce-c07d-4b34-ace5-d498b85e34a7" providerId="ADAL" clId="{72F1D1D0-B7AF-4FDA-A997-14AACD53D242}" dt="2023-10-13T10:25:48.163" v="380" actId="207"/>
          <ac:spMkLst>
            <pc:docMk/>
            <pc:sldMk cId="2306012793" sldId="12486"/>
            <ac:spMk id="141" creationId="{647CE5FB-A73D-40CA-AB30-AD45CC8BB11B}"/>
          </ac:spMkLst>
        </pc:spChg>
        <pc:spChg chg="mod">
          <ac:chgData name="Leo Forkert" userId="da1de3ce-c07d-4b34-ace5-d498b85e34a7" providerId="ADAL" clId="{72F1D1D0-B7AF-4FDA-A997-14AACD53D242}" dt="2023-10-13T10:24:04.358" v="373" actId="207"/>
          <ac:spMkLst>
            <pc:docMk/>
            <pc:sldMk cId="2306012793" sldId="12486"/>
            <ac:spMk id="146" creationId="{C1F90305-B2FB-4445-9A60-13715585EAA6}"/>
          </ac:spMkLst>
        </pc:spChg>
        <pc:spChg chg="mod">
          <ac:chgData name="Leo Forkert" userId="da1de3ce-c07d-4b34-ace5-d498b85e34a7" providerId="ADAL" clId="{72F1D1D0-B7AF-4FDA-A997-14AACD53D242}" dt="2023-10-13T10:25:35.514" v="375" actId="207"/>
          <ac:spMkLst>
            <pc:docMk/>
            <pc:sldMk cId="2306012793" sldId="12486"/>
            <ac:spMk id="147" creationId="{115FEF77-4C1A-44E3-98D9-5BE0EC78D41A}"/>
          </ac:spMkLst>
        </pc:spChg>
        <pc:spChg chg="mod">
          <ac:chgData name="Leo Forkert" userId="da1de3ce-c07d-4b34-ace5-d498b85e34a7" providerId="ADAL" clId="{72F1D1D0-B7AF-4FDA-A997-14AACD53D242}" dt="2023-10-13T10:25:53.337" v="382" actId="207"/>
          <ac:spMkLst>
            <pc:docMk/>
            <pc:sldMk cId="2306012793" sldId="12486"/>
            <ac:spMk id="148" creationId="{423B1886-21D5-4279-B11D-6AD39EB25F6C}"/>
          </ac:spMkLst>
        </pc:spChg>
        <pc:spChg chg="mod">
          <ac:chgData name="Leo Forkert" userId="da1de3ce-c07d-4b34-ace5-d498b85e34a7" providerId="ADAL" clId="{72F1D1D0-B7AF-4FDA-A997-14AACD53D242}" dt="2023-10-13T10:24:04.358" v="373" actId="207"/>
          <ac:spMkLst>
            <pc:docMk/>
            <pc:sldMk cId="2306012793" sldId="12486"/>
            <ac:spMk id="149" creationId="{C79BEFBD-858D-4929-B1F2-B58A4E7F2E8A}"/>
          </ac:spMkLst>
        </pc:spChg>
        <pc:spChg chg="mod">
          <ac:chgData name="Leo Forkert" userId="da1de3ce-c07d-4b34-ace5-d498b85e34a7" providerId="ADAL" clId="{72F1D1D0-B7AF-4FDA-A997-14AACD53D242}" dt="2023-10-13T10:25:35.514" v="375" actId="207"/>
          <ac:spMkLst>
            <pc:docMk/>
            <pc:sldMk cId="2306012793" sldId="12486"/>
            <ac:spMk id="150" creationId="{A073890E-3E04-4333-A141-0D7E69CE6F1A}"/>
          </ac:spMkLst>
        </pc:spChg>
        <pc:spChg chg="mod">
          <ac:chgData name="Leo Forkert" userId="da1de3ce-c07d-4b34-ace5-d498b85e34a7" providerId="ADAL" clId="{72F1D1D0-B7AF-4FDA-A997-14AACD53D242}" dt="2023-10-13T10:25:41.601" v="377" actId="207"/>
          <ac:spMkLst>
            <pc:docMk/>
            <pc:sldMk cId="2306012793" sldId="12486"/>
            <ac:spMk id="151" creationId="{94DED764-827B-4FA0-A8CD-E511E7A46A4F}"/>
          </ac:spMkLst>
        </pc:spChg>
        <pc:spChg chg="mod">
          <ac:chgData name="Leo Forkert" userId="da1de3ce-c07d-4b34-ace5-d498b85e34a7" providerId="ADAL" clId="{72F1D1D0-B7AF-4FDA-A997-14AACD53D242}" dt="2023-10-13T10:24:04.358" v="373" actId="207"/>
          <ac:spMkLst>
            <pc:docMk/>
            <pc:sldMk cId="2306012793" sldId="12486"/>
            <ac:spMk id="152" creationId="{B4346B72-7BE4-458F-855F-74E8DA246F3E}"/>
          </ac:spMkLst>
        </pc:spChg>
        <pc:spChg chg="mod">
          <ac:chgData name="Leo Forkert" userId="da1de3ce-c07d-4b34-ace5-d498b85e34a7" providerId="ADAL" clId="{72F1D1D0-B7AF-4FDA-A997-14AACD53D242}" dt="2023-10-13T10:25:35.514" v="375" actId="207"/>
          <ac:spMkLst>
            <pc:docMk/>
            <pc:sldMk cId="2306012793" sldId="12486"/>
            <ac:spMk id="153" creationId="{58001047-0FAA-49D9-B2F7-071873F54994}"/>
          </ac:spMkLst>
        </pc:spChg>
        <pc:spChg chg="mod">
          <ac:chgData name="Leo Forkert" userId="da1de3ce-c07d-4b34-ace5-d498b85e34a7" providerId="ADAL" clId="{72F1D1D0-B7AF-4FDA-A997-14AACD53D242}" dt="2023-10-13T10:25:55.573" v="383" actId="207"/>
          <ac:spMkLst>
            <pc:docMk/>
            <pc:sldMk cId="2306012793" sldId="12486"/>
            <ac:spMk id="154" creationId="{558E3B55-4DF9-4698-A531-F83F2EF75CE1}"/>
          </ac:spMkLst>
        </pc:spChg>
        <pc:spChg chg="mod">
          <ac:chgData name="Leo Forkert" userId="da1de3ce-c07d-4b34-ace5-d498b85e34a7" providerId="ADAL" clId="{72F1D1D0-B7AF-4FDA-A997-14AACD53D242}" dt="2023-10-13T10:24:04.358" v="373" actId="207"/>
          <ac:spMkLst>
            <pc:docMk/>
            <pc:sldMk cId="2306012793" sldId="12486"/>
            <ac:spMk id="155" creationId="{36BAFA85-685B-40D8-9360-D9993421E577}"/>
          </ac:spMkLst>
        </pc:spChg>
        <pc:spChg chg="mod">
          <ac:chgData name="Leo Forkert" userId="da1de3ce-c07d-4b34-ace5-d498b85e34a7" providerId="ADAL" clId="{72F1D1D0-B7AF-4FDA-A997-14AACD53D242}" dt="2023-10-13T10:25:35.514" v="375" actId="207"/>
          <ac:spMkLst>
            <pc:docMk/>
            <pc:sldMk cId="2306012793" sldId="12486"/>
            <ac:spMk id="156" creationId="{6838CA34-0A6B-4BA9-8B59-C45C43DBD17C}"/>
          </ac:spMkLst>
        </pc:spChg>
        <pc:spChg chg="mod">
          <ac:chgData name="Leo Forkert" userId="da1de3ce-c07d-4b34-ace5-d498b85e34a7" providerId="ADAL" clId="{72F1D1D0-B7AF-4FDA-A997-14AACD53D242}" dt="2023-10-13T10:25:43.794" v="378" actId="207"/>
          <ac:spMkLst>
            <pc:docMk/>
            <pc:sldMk cId="2306012793" sldId="12486"/>
            <ac:spMk id="157" creationId="{20690DE0-D7D4-4B42-8F74-58DAD86BB0A3}"/>
          </ac:spMkLst>
        </pc:spChg>
        <pc:spChg chg="mod">
          <ac:chgData name="Leo Forkert" userId="da1de3ce-c07d-4b34-ace5-d498b85e34a7" providerId="ADAL" clId="{72F1D1D0-B7AF-4FDA-A997-14AACD53D242}" dt="2023-10-13T10:24:04.358" v="373" actId="207"/>
          <ac:spMkLst>
            <pc:docMk/>
            <pc:sldMk cId="2306012793" sldId="12486"/>
            <ac:spMk id="158" creationId="{9FD1C454-5D15-4A5D-8F46-BB4E6D99AED5}"/>
          </ac:spMkLst>
        </pc:spChg>
        <pc:spChg chg="mod">
          <ac:chgData name="Leo Forkert" userId="da1de3ce-c07d-4b34-ace5-d498b85e34a7" providerId="ADAL" clId="{72F1D1D0-B7AF-4FDA-A997-14AACD53D242}" dt="2023-10-13T10:25:35.514" v="375" actId="207"/>
          <ac:spMkLst>
            <pc:docMk/>
            <pc:sldMk cId="2306012793" sldId="12486"/>
            <ac:spMk id="160" creationId="{681C4D39-E7C3-4DFC-967F-EF14343C5938}"/>
          </ac:spMkLst>
        </pc:spChg>
        <pc:spChg chg="mod">
          <ac:chgData name="Leo Forkert" userId="da1de3ce-c07d-4b34-ace5-d498b85e34a7" providerId="ADAL" clId="{72F1D1D0-B7AF-4FDA-A997-14AACD53D242}" dt="2023-10-13T10:25:39.016" v="376" actId="207"/>
          <ac:spMkLst>
            <pc:docMk/>
            <pc:sldMk cId="2306012793" sldId="12486"/>
            <ac:spMk id="161" creationId="{C04A7488-6D68-4033-983B-1270DB30448E}"/>
          </ac:spMkLst>
        </pc:spChg>
        <pc:spChg chg="mod">
          <ac:chgData name="Leo Forkert" userId="da1de3ce-c07d-4b34-ace5-d498b85e34a7" providerId="ADAL" clId="{72F1D1D0-B7AF-4FDA-A997-14AACD53D242}" dt="2023-10-13T10:24:04.358" v="373" actId="207"/>
          <ac:spMkLst>
            <pc:docMk/>
            <pc:sldMk cId="2306012793" sldId="12486"/>
            <ac:spMk id="162" creationId="{FA3FCAF8-EDC3-4F11-90F9-A483FA8D3608}"/>
          </ac:spMkLst>
        </pc:spChg>
        <pc:spChg chg="mod">
          <ac:chgData name="Leo Forkert" userId="da1de3ce-c07d-4b34-ace5-d498b85e34a7" providerId="ADAL" clId="{72F1D1D0-B7AF-4FDA-A997-14AACD53D242}" dt="2023-10-13T10:25:35.514" v="375" actId="207"/>
          <ac:spMkLst>
            <pc:docMk/>
            <pc:sldMk cId="2306012793" sldId="12486"/>
            <ac:spMk id="163" creationId="{F325A194-8D92-4EAE-B133-2B9E15ACED45}"/>
          </ac:spMkLst>
        </pc:spChg>
        <pc:spChg chg="mod">
          <ac:chgData name="Leo Forkert" userId="da1de3ce-c07d-4b34-ace5-d498b85e34a7" providerId="ADAL" clId="{72F1D1D0-B7AF-4FDA-A997-14AACD53D242}" dt="2023-10-13T10:25:46.085" v="379" actId="207"/>
          <ac:spMkLst>
            <pc:docMk/>
            <pc:sldMk cId="2306012793" sldId="12486"/>
            <ac:spMk id="174" creationId="{7C852A25-98FF-4883-8B8C-5F2523CC735E}"/>
          </ac:spMkLst>
        </pc:spChg>
        <pc:spChg chg="mod">
          <ac:chgData name="Leo Forkert" userId="da1de3ce-c07d-4b34-ace5-d498b85e34a7" providerId="ADAL" clId="{72F1D1D0-B7AF-4FDA-A997-14AACD53D242}" dt="2023-10-13T10:37:46.356" v="484" actId="208"/>
          <ac:spMkLst>
            <pc:docMk/>
            <pc:sldMk cId="2306012793" sldId="12486"/>
            <ac:spMk id="177" creationId="{D1AB8D83-952C-425E-9692-124CF4826ED3}"/>
          </ac:spMkLst>
        </pc:spChg>
        <pc:spChg chg="mod">
          <ac:chgData name="Leo Forkert" userId="da1de3ce-c07d-4b34-ace5-d498b85e34a7" providerId="ADAL" clId="{72F1D1D0-B7AF-4FDA-A997-14AACD53D242}" dt="2023-10-13T10:37:21.246" v="480" actId="208"/>
          <ac:spMkLst>
            <pc:docMk/>
            <pc:sldMk cId="2306012793" sldId="12486"/>
            <ac:spMk id="185" creationId="{E4343A7A-4416-4103-8E87-979FCF951364}"/>
          </ac:spMkLst>
        </pc:spChg>
        <pc:spChg chg="mod">
          <ac:chgData name="Leo Forkert" userId="da1de3ce-c07d-4b34-ace5-d498b85e34a7" providerId="ADAL" clId="{72F1D1D0-B7AF-4FDA-A997-14AACD53D242}" dt="2023-10-13T10:37:46.356" v="484" actId="208"/>
          <ac:spMkLst>
            <pc:docMk/>
            <pc:sldMk cId="2306012793" sldId="12486"/>
            <ac:spMk id="186" creationId="{4A585835-23EA-4332-AF75-22553DE6689F}"/>
          </ac:spMkLst>
        </pc:spChg>
        <pc:spChg chg="mod">
          <ac:chgData name="Leo Forkert" userId="da1de3ce-c07d-4b34-ace5-d498b85e34a7" providerId="ADAL" clId="{72F1D1D0-B7AF-4FDA-A997-14AACD53D242}" dt="2023-10-13T10:38:10.959" v="487" actId="208"/>
          <ac:spMkLst>
            <pc:docMk/>
            <pc:sldMk cId="2306012793" sldId="12486"/>
            <ac:spMk id="206" creationId="{29F249A3-EFEF-492A-BEC6-B5AD74B31AF3}"/>
          </ac:spMkLst>
        </pc:spChg>
        <pc:spChg chg="mod">
          <ac:chgData name="Leo Forkert" userId="da1de3ce-c07d-4b34-ace5-d498b85e34a7" providerId="ADAL" clId="{72F1D1D0-B7AF-4FDA-A997-14AACD53D242}" dt="2023-10-13T10:38:10.959" v="487" actId="208"/>
          <ac:spMkLst>
            <pc:docMk/>
            <pc:sldMk cId="2306012793" sldId="12486"/>
            <ac:spMk id="229" creationId="{A18A92B0-FA9E-41A9-816E-F0BB586644A3}"/>
          </ac:spMkLst>
        </pc:spChg>
        <pc:spChg chg="mod">
          <ac:chgData name="Leo Forkert" userId="da1de3ce-c07d-4b34-ace5-d498b85e34a7" providerId="ADAL" clId="{72F1D1D0-B7AF-4FDA-A997-14AACD53D242}" dt="2023-10-13T10:38:04.681" v="486" actId="207"/>
          <ac:spMkLst>
            <pc:docMk/>
            <pc:sldMk cId="2306012793" sldId="12486"/>
            <ac:spMk id="231" creationId="{DF2066EC-1D4F-463D-A0FD-9C23F3A94454}"/>
          </ac:spMkLst>
        </pc:spChg>
        <pc:spChg chg="mod ord">
          <ac:chgData name="Leo Forkert" userId="da1de3ce-c07d-4b34-ace5-d498b85e34a7" providerId="ADAL" clId="{72F1D1D0-B7AF-4FDA-A997-14AACD53D242}" dt="2023-10-13T10:38:04.681" v="486" actId="207"/>
          <ac:spMkLst>
            <pc:docMk/>
            <pc:sldMk cId="2306012793" sldId="12486"/>
            <ac:spMk id="232" creationId="{AA7D90E2-3291-45FA-BBA1-85811CD263F5}"/>
          </ac:spMkLst>
        </pc:spChg>
        <pc:spChg chg="mod ord">
          <ac:chgData name="Leo Forkert" userId="da1de3ce-c07d-4b34-ace5-d498b85e34a7" providerId="ADAL" clId="{72F1D1D0-B7AF-4FDA-A997-14AACD53D242}" dt="2023-10-13T10:38:24.684" v="488" actId="207"/>
          <ac:spMkLst>
            <pc:docMk/>
            <pc:sldMk cId="2306012793" sldId="12486"/>
            <ac:spMk id="233" creationId="{1AA46967-3618-411C-98B6-601F806D7B5C}"/>
          </ac:spMkLst>
        </pc:spChg>
        <pc:spChg chg="mod ord">
          <ac:chgData name="Leo Forkert" userId="da1de3ce-c07d-4b34-ace5-d498b85e34a7" providerId="ADAL" clId="{72F1D1D0-B7AF-4FDA-A997-14AACD53D242}" dt="2023-10-13T10:38:24.684" v="488" actId="207"/>
          <ac:spMkLst>
            <pc:docMk/>
            <pc:sldMk cId="2306012793" sldId="12486"/>
            <ac:spMk id="234" creationId="{20F094A2-BC7C-4A21-BB0C-F1F1AD6CF36B}"/>
          </ac:spMkLst>
        </pc:spChg>
        <pc:spChg chg="mod ord">
          <ac:chgData name="Leo Forkert" userId="da1de3ce-c07d-4b34-ace5-d498b85e34a7" providerId="ADAL" clId="{72F1D1D0-B7AF-4FDA-A997-14AACD53D242}" dt="2023-10-13T10:38:04.681" v="486" actId="207"/>
          <ac:spMkLst>
            <pc:docMk/>
            <pc:sldMk cId="2306012793" sldId="12486"/>
            <ac:spMk id="235" creationId="{4EA70A2D-3FEA-4BB7-AD87-93BA8171C618}"/>
          </ac:spMkLst>
        </pc:spChg>
        <pc:spChg chg="mod ord">
          <ac:chgData name="Leo Forkert" userId="da1de3ce-c07d-4b34-ace5-d498b85e34a7" providerId="ADAL" clId="{72F1D1D0-B7AF-4FDA-A997-14AACD53D242}" dt="2023-10-13T10:38:04.681" v="486" actId="207"/>
          <ac:spMkLst>
            <pc:docMk/>
            <pc:sldMk cId="2306012793" sldId="12486"/>
            <ac:spMk id="236" creationId="{C0D94059-EA34-4278-9A16-81F217627264}"/>
          </ac:spMkLst>
        </pc:spChg>
        <pc:spChg chg="mod">
          <ac:chgData name="Leo Forkert" userId="da1de3ce-c07d-4b34-ace5-d498b85e34a7" providerId="ADAL" clId="{72F1D1D0-B7AF-4FDA-A997-14AACD53D242}" dt="2023-10-13T10:37:30.639" v="482" actId="207"/>
          <ac:spMkLst>
            <pc:docMk/>
            <pc:sldMk cId="2306012793" sldId="12486"/>
            <ac:spMk id="237" creationId="{330FF408-DB6F-4CE0-BD95-6DB689AA174F}"/>
          </ac:spMkLst>
        </pc:spChg>
        <pc:grpChg chg="mod">
          <ac:chgData name="Leo Forkert" userId="da1de3ce-c07d-4b34-ace5-d498b85e34a7" providerId="ADAL" clId="{72F1D1D0-B7AF-4FDA-A997-14AACD53D242}" dt="2023-10-13T10:28:25.583" v="397" actId="1076"/>
          <ac:grpSpMkLst>
            <pc:docMk/>
            <pc:sldMk cId="2306012793" sldId="12486"/>
            <ac:grpSpMk id="40" creationId="{33E3EF34-7954-FB73-2C47-0907DE195625}"/>
          </ac:grpSpMkLst>
        </pc:grpChg>
        <pc:grpChg chg="mod">
          <ac:chgData name="Leo Forkert" userId="da1de3ce-c07d-4b34-ace5-d498b85e34a7" providerId="ADAL" clId="{72F1D1D0-B7AF-4FDA-A997-14AACD53D242}" dt="2023-10-13T10:28:42.392" v="400" actId="1076"/>
          <ac:grpSpMkLst>
            <pc:docMk/>
            <pc:sldMk cId="2306012793" sldId="12486"/>
            <ac:grpSpMk id="68" creationId="{77272B47-E5A9-48D8-A76F-FF542B229325}"/>
          </ac:grpSpMkLst>
        </pc:grpChg>
        <pc:cxnChg chg="mod">
          <ac:chgData name="Leo Forkert" userId="da1de3ce-c07d-4b34-ace5-d498b85e34a7" providerId="ADAL" clId="{72F1D1D0-B7AF-4FDA-A997-14AACD53D242}" dt="2023-10-13T10:31:14.017" v="448" actId="208"/>
          <ac:cxnSpMkLst>
            <pc:docMk/>
            <pc:sldMk cId="2306012793" sldId="12486"/>
            <ac:cxnSpMk id="39" creationId="{D81731EB-EBC9-4538-ED5C-4327FC4625FD}"/>
          </ac:cxnSpMkLst>
        </pc:cxnChg>
      </pc:sldChg>
      <pc:sldChg chg="modSp mod">
        <pc:chgData name="Leo Forkert" userId="da1de3ce-c07d-4b34-ace5-d498b85e34a7" providerId="ADAL" clId="{72F1D1D0-B7AF-4FDA-A997-14AACD53D242}" dt="2023-10-13T09:59:43.193" v="329" actId="207"/>
        <pc:sldMkLst>
          <pc:docMk/>
          <pc:sldMk cId="3990633230" sldId="12513"/>
        </pc:sldMkLst>
        <pc:spChg chg="mod">
          <ac:chgData name="Leo Forkert" userId="da1de3ce-c07d-4b34-ace5-d498b85e34a7" providerId="ADAL" clId="{72F1D1D0-B7AF-4FDA-A997-14AACD53D242}" dt="2023-10-13T09:41:11.156" v="321" actId="207"/>
          <ac:spMkLst>
            <pc:docMk/>
            <pc:sldMk cId="3990633230" sldId="12513"/>
            <ac:spMk id="51" creationId="{F3AA69A0-7917-A8AB-D228-386A589B89A8}"/>
          </ac:spMkLst>
        </pc:spChg>
        <pc:spChg chg="mod">
          <ac:chgData name="Leo Forkert" userId="da1de3ce-c07d-4b34-ace5-d498b85e34a7" providerId="ADAL" clId="{72F1D1D0-B7AF-4FDA-A997-14AACD53D242}" dt="2023-10-13T09:41:00.852" v="320" actId="2085"/>
          <ac:spMkLst>
            <pc:docMk/>
            <pc:sldMk cId="3990633230" sldId="12513"/>
            <ac:spMk id="69" creationId="{DC4A8BCE-E30C-B382-EBFE-1D43E455D92C}"/>
          </ac:spMkLst>
        </pc:spChg>
        <pc:spChg chg="mod">
          <ac:chgData name="Leo Forkert" userId="da1de3ce-c07d-4b34-ace5-d498b85e34a7" providerId="ADAL" clId="{72F1D1D0-B7AF-4FDA-A997-14AACD53D242}" dt="2023-10-13T09:41:00.852" v="320" actId="2085"/>
          <ac:spMkLst>
            <pc:docMk/>
            <pc:sldMk cId="3990633230" sldId="12513"/>
            <ac:spMk id="70" creationId="{120330B8-9771-CF7F-472F-A1AA2E605EDF}"/>
          </ac:spMkLst>
        </pc:spChg>
        <pc:spChg chg="mod">
          <ac:chgData name="Leo Forkert" userId="da1de3ce-c07d-4b34-ace5-d498b85e34a7" providerId="ADAL" clId="{72F1D1D0-B7AF-4FDA-A997-14AACD53D242}" dt="2023-10-13T09:59:43.193" v="329" actId="207"/>
          <ac:spMkLst>
            <pc:docMk/>
            <pc:sldMk cId="3990633230" sldId="12513"/>
            <ac:spMk id="87" creationId="{B559A93A-15D2-BF7B-67D8-5E3FC0ADFD4C}"/>
          </ac:spMkLst>
        </pc:spChg>
        <pc:spChg chg="mod">
          <ac:chgData name="Leo Forkert" userId="da1de3ce-c07d-4b34-ace5-d498b85e34a7" providerId="ADAL" clId="{72F1D1D0-B7AF-4FDA-A997-14AACD53D242}" dt="2023-10-13T09:59:40.806" v="328" actId="207"/>
          <ac:spMkLst>
            <pc:docMk/>
            <pc:sldMk cId="3990633230" sldId="12513"/>
            <ac:spMk id="89" creationId="{66D3647B-ACBC-1A70-00AE-CCD6C25C6B63}"/>
          </ac:spMkLst>
        </pc:spChg>
        <pc:spChg chg="mod">
          <ac:chgData name="Leo Forkert" userId="da1de3ce-c07d-4b34-ace5-d498b85e34a7" providerId="ADAL" clId="{72F1D1D0-B7AF-4FDA-A997-14AACD53D242}" dt="2023-10-13T09:44:01.133" v="325" actId="207"/>
          <ac:spMkLst>
            <pc:docMk/>
            <pc:sldMk cId="3990633230" sldId="12513"/>
            <ac:spMk id="135" creationId="{FED7B81B-7E9A-4109-A306-FEEA609F11F7}"/>
          </ac:spMkLst>
        </pc:spChg>
        <pc:picChg chg="mod">
          <ac:chgData name="Leo Forkert" userId="da1de3ce-c07d-4b34-ace5-d498b85e34a7" providerId="ADAL" clId="{72F1D1D0-B7AF-4FDA-A997-14AACD53D242}" dt="2023-10-13T09:54:31.821" v="327" actId="207"/>
          <ac:picMkLst>
            <pc:docMk/>
            <pc:sldMk cId="3990633230" sldId="12513"/>
            <ac:picMk id="16" creationId="{E423222B-DBBE-C6F6-CB2E-FD1B70728EE8}"/>
          </ac:picMkLst>
        </pc:picChg>
        <pc:picChg chg="mod">
          <ac:chgData name="Leo Forkert" userId="da1de3ce-c07d-4b34-ace5-d498b85e34a7" providerId="ADAL" clId="{72F1D1D0-B7AF-4FDA-A997-14AACD53D242}" dt="2023-10-13T09:54:25.826" v="326" actId="207"/>
          <ac:picMkLst>
            <pc:docMk/>
            <pc:sldMk cId="3990633230" sldId="12513"/>
            <ac:picMk id="18" creationId="{BC740DA6-5C75-7A14-211D-A8AD60CC07F6}"/>
          </ac:picMkLst>
        </pc:picChg>
      </pc:sldChg>
      <pc:sldChg chg="modSp mod">
        <pc:chgData name="Leo Forkert" userId="da1de3ce-c07d-4b34-ace5-d498b85e34a7" providerId="ADAL" clId="{72F1D1D0-B7AF-4FDA-A997-14AACD53D242}" dt="2023-10-18T09:44:05.865" v="758" actId="207"/>
        <pc:sldMkLst>
          <pc:docMk/>
          <pc:sldMk cId="47509801" sldId="2147473344"/>
        </pc:sldMkLst>
        <pc:spChg chg="mod">
          <ac:chgData name="Leo Forkert" userId="da1de3ce-c07d-4b34-ace5-d498b85e34a7" providerId="ADAL" clId="{72F1D1D0-B7AF-4FDA-A997-14AACD53D242}" dt="2023-10-18T09:43:41.437" v="753" actId="207"/>
          <ac:spMkLst>
            <pc:docMk/>
            <pc:sldMk cId="47509801" sldId="2147473344"/>
            <ac:spMk id="36" creationId="{FB3B8294-630F-8FD6-EC39-3787568363C7}"/>
          </ac:spMkLst>
        </pc:spChg>
        <pc:spChg chg="mod">
          <ac:chgData name="Leo Forkert" userId="da1de3ce-c07d-4b34-ace5-d498b85e34a7" providerId="ADAL" clId="{72F1D1D0-B7AF-4FDA-A997-14AACD53D242}" dt="2023-10-18T09:44:05.865" v="758" actId="207"/>
          <ac:spMkLst>
            <pc:docMk/>
            <pc:sldMk cId="47509801" sldId="2147473344"/>
            <ac:spMk id="38" creationId="{6A45F9E0-9096-96AC-1E7B-70FF4DB86B65}"/>
          </ac:spMkLst>
        </pc:spChg>
        <pc:spChg chg="mod">
          <ac:chgData name="Leo Forkert" userId="da1de3ce-c07d-4b34-ace5-d498b85e34a7" providerId="ADAL" clId="{72F1D1D0-B7AF-4FDA-A997-14AACD53D242}" dt="2023-10-18T09:43:25.193" v="750" actId="207"/>
          <ac:spMkLst>
            <pc:docMk/>
            <pc:sldMk cId="47509801" sldId="2147473344"/>
            <ac:spMk id="54" creationId="{C13365A0-4644-2668-1442-03D5FD9A7CBD}"/>
          </ac:spMkLst>
        </pc:spChg>
        <pc:spChg chg="mod">
          <ac:chgData name="Leo Forkert" userId="da1de3ce-c07d-4b34-ace5-d498b85e34a7" providerId="ADAL" clId="{72F1D1D0-B7AF-4FDA-A997-14AACD53D242}" dt="2023-10-18T09:43:35.671" v="752" actId="207"/>
          <ac:spMkLst>
            <pc:docMk/>
            <pc:sldMk cId="47509801" sldId="2147473344"/>
            <ac:spMk id="55" creationId="{21F441B3-7E2B-F049-0210-5F8A7437159D}"/>
          </ac:spMkLst>
        </pc:spChg>
        <pc:spChg chg="mod">
          <ac:chgData name="Leo Forkert" userId="da1de3ce-c07d-4b34-ace5-d498b85e34a7" providerId="ADAL" clId="{72F1D1D0-B7AF-4FDA-A997-14AACD53D242}" dt="2023-10-18T09:43:35.671" v="752" actId="207"/>
          <ac:spMkLst>
            <pc:docMk/>
            <pc:sldMk cId="47509801" sldId="2147473344"/>
            <ac:spMk id="59" creationId="{B486EF14-9F43-CEEF-CF47-65EDDF2D3329}"/>
          </ac:spMkLst>
        </pc:spChg>
        <pc:spChg chg="mod">
          <ac:chgData name="Leo Forkert" userId="da1de3ce-c07d-4b34-ace5-d498b85e34a7" providerId="ADAL" clId="{72F1D1D0-B7AF-4FDA-A997-14AACD53D242}" dt="2023-10-18T09:43:25.193" v="750" actId="207"/>
          <ac:spMkLst>
            <pc:docMk/>
            <pc:sldMk cId="47509801" sldId="2147473344"/>
            <ac:spMk id="61" creationId="{24E26CB4-4012-B157-3288-8A6ECD6A5908}"/>
          </ac:spMkLst>
        </pc:spChg>
      </pc:sldChg>
      <pc:sldChg chg="addSp delSp modSp mod">
        <pc:chgData name="Leo Forkert" userId="da1de3ce-c07d-4b34-ace5-d498b85e34a7" providerId="ADAL" clId="{72F1D1D0-B7AF-4FDA-A997-14AACD53D242}" dt="2023-10-13T09:06:06.286" v="74" actId="207"/>
        <pc:sldMkLst>
          <pc:docMk/>
          <pc:sldMk cId="1794523439" sldId="2147473351"/>
        </pc:sldMkLst>
        <pc:spChg chg="add del mod">
          <ac:chgData name="Leo Forkert" userId="da1de3ce-c07d-4b34-ace5-d498b85e34a7" providerId="ADAL" clId="{72F1D1D0-B7AF-4FDA-A997-14AACD53D242}" dt="2023-10-13T09:01:59.899" v="65" actId="478"/>
          <ac:spMkLst>
            <pc:docMk/>
            <pc:sldMk cId="1794523439" sldId="2147473351"/>
            <ac:spMk id="4" creationId="{09B40039-932B-CCE2-BE67-1B91404E9D30}"/>
          </ac:spMkLst>
        </pc:spChg>
        <pc:spChg chg="mod">
          <ac:chgData name="Leo Forkert" userId="da1de3ce-c07d-4b34-ace5-d498b85e34a7" providerId="ADAL" clId="{72F1D1D0-B7AF-4FDA-A997-14AACD53D242}" dt="2023-10-13T09:01:58.844" v="59" actId="207"/>
          <ac:spMkLst>
            <pc:docMk/>
            <pc:sldMk cId="1794523439" sldId="2147473351"/>
            <ac:spMk id="6" creationId="{5253E8EB-6D77-6890-0E26-38C36098B44A}"/>
          </ac:spMkLst>
        </pc:spChg>
        <pc:spChg chg="mod">
          <ac:chgData name="Leo Forkert" userId="da1de3ce-c07d-4b34-ace5-d498b85e34a7" providerId="ADAL" clId="{72F1D1D0-B7AF-4FDA-A997-14AACD53D242}" dt="2023-10-13T09:03:28.370" v="69" actId="2085"/>
          <ac:spMkLst>
            <pc:docMk/>
            <pc:sldMk cId="1794523439" sldId="2147473351"/>
            <ac:spMk id="10" creationId="{72A5F715-CD07-555C-8F3B-35CF3E26F74D}"/>
          </ac:spMkLst>
        </pc:spChg>
        <pc:spChg chg="mod">
          <ac:chgData name="Leo Forkert" userId="da1de3ce-c07d-4b34-ace5-d498b85e34a7" providerId="ADAL" clId="{72F1D1D0-B7AF-4FDA-A997-14AACD53D242}" dt="2023-10-13T09:05:32.238" v="72" actId="207"/>
          <ac:spMkLst>
            <pc:docMk/>
            <pc:sldMk cId="1794523439" sldId="2147473351"/>
            <ac:spMk id="18" creationId="{A7AEC9D4-D65E-6148-C745-D135D859556B}"/>
          </ac:spMkLst>
        </pc:spChg>
        <pc:spChg chg="mod">
          <ac:chgData name="Leo Forkert" userId="da1de3ce-c07d-4b34-ace5-d498b85e34a7" providerId="ADAL" clId="{72F1D1D0-B7AF-4FDA-A997-14AACD53D242}" dt="2023-10-13T09:00:35.623" v="25" actId="207"/>
          <ac:spMkLst>
            <pc:docMk/>
            <pc:sldMk cId="1794523439" sldId="2147473351"/>
            <ac:spMk id="19" creationId="{24B264BC-1E9A-35FE-37FE-6B2113BB5913}"/>
          </ac:spMkLst>
        </pc:spChg>
        <pc:spChg chg="mod">
          <ac:chgData name="Leo Forkert" userId="da1de3ce-c07d-4b34-ace5-d498b85e34a7" providerId="ADAL" clId="{72F1D1D0-B7AF-4FDA-A997-14AACD53D242}" dt="2023-10-13T09:01:59.012" v="60" actId="207"/>
          <ac:spMkLst>
            <pc:docMk/>
            <pc:sldMk cId="1794523439" sldId="2147473351"/>
            <ac:spMk id="26" creationId="{52D5EDD2-C7A4-30E9-958B-A26FCBA58251}"/>
          </ac:spMkLst>
        </pc:spChg>
        <pc:spChg chg="mod">
          <ac:chgData name="Leo Forkert" userId="da1de3ce-c07d-4b34-ace5-d498b85e34a7" providerId="ADAL" clId="{72F1D1D0-B7AF-4FDA-A997-14AACD53D242}" dt="2023-10-13T09:01:59.200" v="61" actId="207"/>
          <ac:spMkLst>
            <pc:docMk/>
            <pc:sldMk cId="1794523439" sldId="2147473351"/>
            <ac:spMk id="28" creationId="{7EDC962B-A2E6-CB3D-F2ED-5A00540FAE25}"/>
          </ac:spMkLst>
        </pc:spChg>
        <pc:spChg chg="mod">
          <ac:chgData name="Leo Forkert" userId="da1de3ce-c07d-4b34-ace5-d498b85e34a7" providerId="ADAL" clId="{72F1D1D0-B7AF-4FDA-A997-14AACD53D242}" dt="2023-10-13T09:01:59.371" v="62" actId="207"/>
          <ac:spMkLst>
            <pc:docMk/>
            <pc:sldMk cId="1794523439" sldId="2147473351"/>
            <ac:spMk id="30" creationId="{FAB1DF59-FEA5-A33E-B5E1-C30DA8AF16CC}"/>
          </ac:spMkLst>
        </pc:spChg>
        <pc:spChg chg="mod">
          <ac:chgData name="Leo Forkert" userId="da1de3ce-c07d-4b34-ace5-d498b85e34a7" providerId="ADAL" clId="{72F1D1D0-B7AF-4FDA-A997-14AACD53D242}" dt="2023-10-13T09:01:59.556" v="63" actId="207"/>
          <ac:spMkLst>
            <pc:docMk/>
            <pc:sldMk cId="1794523439" sldId="2147473351"/>
            <ac:spMk id="32" creationId="{662553FD-A470-928D-2D38-C449D4AAFA03}"/>
          </ac:spMkLst>
        </pc:spChg>
        <pc:spChg chg="mod">
          <ac:chgData name="Leo Forkert" userId="da1de3ce-c07d-4b34-ace5-d498b85e34a7" providerId="ADAL" clId="{72F1D1D0-B7AF-4FDA-A997-14AACD53D242}" dt="2023-10-13T09:05:18.293" v="70" actId="207"/>
          <ac:spMkLst>
            <pc:docMk/>
            <pc:sldMk cId="1794523439" sldId="2147473351"/>
            <ac:spMk id="33" creationId="{09C42343-58B1-9C60-0B60-4D932037A1FB}"/>
          </ac:spMkLst>
        </pc:spChg>
        <pc:spChg chg="mod">
          <ac:chgData name="Leo Forkert" userId="da1de3ce-c07d-4b34-ace5-d498b85e34a7" providerId="ADAL" clId="{72F1D1D0-B7AF-4FDA-A997-14AACD53D242}" dt="2023-10-13T09:06:06.286" v="74" actId="207"/>
          <ac:spMkLst>
            <pc:docMk/>
            <pc:sldMk cId="1794523439" sldId="2147473351"/>
            <ac:spMk id="34" creationId="{89B0425C-638B-EF97-1D73-DAC2014B3F02}"/>
          </ac:spMkLst>
        </pc:spChg>
        <pc:spChg chg="mod">
          <ac:chgData name="Leo Forkert" userId="da1de3ce-c07d-4b34-ace5-d498b85e34a7" providerId="ADAL" clId="{72F1D1D0-B7AF-4FDA-A997-14AACD53D242}" dt="2023-10-13T09:05:25.045" v="71" actId="207"/>
          <ac:spMkLst>
            <pc:docMk/>
            <pc:sldMk cId="1794523439" sldId="2147473351"/>
            <ac:spMk id="35" creationId="{EB86D6B5-0544-C576-AAD3-CC9077459001}"/>
          </ac:spMkLst>
        </pc:spChg>
        <pc:spChg chg="mod">
          <ac:chgData name="Leo Forkert" userId="da1de3ce-c07d-4b34-ace5-d498b85e34a7" providerId="ADAL" clId="{72F1D1D0-B7AF-4FDA-A997-14AACD53D242}" dt="2023-10-13T09:05:45.055" v="73" actId="207"/>
          <ac:spMkLst>
            <pc:docMk/>
            <pc:sldMk cId="1794523439" sldId="2147473351"/>
            <ac:spMk id="36" creationId="{FC8E897A-9275-7C42-366E-D1E357D2D7CE}"/>
          </ac:spMkLst>
        </pc:spChg>
      </pc:sldChg>
      <pc:sldChg chg="modSp mod">
        <pc:chgData name="Leo Forkert" userId="da1de3ce-c07d-4b34-ace5-d498b85e34a7" providerId="ADAL" clId="{72F1D1D0-B7AF-4FDA-A997-14AACD53D242}" dt="2023-10-13T09:11:40.236" v="199" actId="207"/>
        <pc:sldMkLst>
          <pc:docMk/>
          <pc:sldMk cId="2816591711" sldId="2147473353"/>
        </pc:sldMkLst>
        <pc:spChg chg="mod">
          <ac:chgData name="Leo Forkert" userId="da1de3ce-c07d-4b34-ace5-d498b85e34a7" providerId="ADAL" clId="{72F1D1D0-B7AF-4FDA-A997-14AACD53D242}" dt="2023-10-13T09:11:14.547" v="198" actId="207"/>
          <ac:spMkLst>
            <pc:docMk/>
            <pc:sldMk cId="2816591711" sldId="2147473353"/>
            <ac:spMk id="3" creationId="{04FB1E0F-F2E5-2C87-D671-D83FB4246AAB}"/>
          </ac:spMkLst>
        </pc:spChg>
        <pc:spChg chg="mod">
          <ac:chgData name="Leo Forkert" userId="da1de3ce-c07d-4b34-ace5-d498b85e34a7" providerId="ADAL" clId="{72F1D1D0-B7AF-4FDA-A997-14AACD53D242}" dt="2023-10-13T09:10:05.873" v="193" actId="207"/>
          <ac:spMkLst>
            <pc:docMk/>
            <pc:sldMk cId="2816591711" sldId="2147473353"/>
            <ac:spMk id="36" creationId="{98D380BF-EA5B-B732-99C2-E3716BC37A99}"/>
          </ac:spMkLst>
        </pc:spChg>
        <pc:spChg chg="mod">
          <ac:chgData name="Leo Forkert" userId="da1de3ce-c07d-4b34-ace5-d498b85e34a7" providerId="ADAL" clId="{72F1D1D0-B7AF-4FDA-A997-14AACD53D242}" dt="2023-10-13T09:06:33.768" v="75" actId="207"/>
          <ac:spMkLst>
            <pc:docMk/>
            <pc:sldMk cId="2816591711" sldId="2147473353"/>
            <ac:spMk id="37" creationId="{DA914A26-B9A8-1D0F-5988-311C3C0D11E6}"/>
          </ac:spMkLst>
        </pc:spChg>
        <pc:spChg chg="mod">
          <ac:chgData name="Leo Forkert" userId="da1de3ce-c07d-4b34-ace5-d498b85e34a7" providerId="ADAL" clId="{72F1D1D0-B7AF-4FDA-A997-14AACD53D242}" dt="2023-10-13T09:10:05.873" v="193" actId="207"/>
          <ac:spMkLst>
            <pc:docMk/>
            <pc:sldMk cId="2816591711" sldId="2147473353"/>
            <ac:spMk id="38" creationId="{E0C3C05A-73E4-C660-ADAE-95B194EB3572}"/>
          </ac:spMkLst>
        </pc:spChg>
        <pc:spChg chg="mod">
          <ac:chgData name="Leo Forkert" userId="da1de3ce-c07d-4b34-ace5-d498b85e34a7" providerId="ADAL" clId="{72F1D1D0-B7AF-4FDA-A997-14AACD53D242}" dt="2023-10-13T09:10:05.873" v="193" actId="207"/>
          <ac:spMkLst>
            <pc:docMk/>
            <pc:sldMk cId="2816591711" sldId="2147473353"/>
            <ac:spMk id="39" creationId="{AE2F145B-354E-5309-AA90-94E4857B34EA}"/>
          </ac:spMkLst>
        </pc:spChg>
        <pc:spChg chg="mod">
          <ac:chgData name="Leo Forkert" userId="da1de3ce-c07d-4b34-ace5-d498b85e34a7" providerId="ADAL" clId="{72F1D1D0-B7AF-4FDA-A997-14AACD53D242}" dt="2023-10-13T09:10:05.873" v="193" actId="207"/>
          <ac:spMkLst>
            <pc:docMk/>
            <pc:sldMk cId="2816591711" sldId="2147473353"/>
            <ac:spMk id="41" creationId="{26E7B524-26DF-3FB0-7692-B17DB81DE1BD}"/>
          </ac:spMkLst>
        </pc:spChg>
        <pc:spChg chg="mod">
          <ac:chgData name="Leo Forkert" userId="da1de3ce-c07d-4b34-ace5-d498b85e34a7" providerId="ADAL" clId="{72F1D1D0-B7AF-4FDA-A997-14AACD53D242}" dt="2023-10-13T09:11:08.396" v="197" actId="207"/>
          <ac:spMkLst>
            <pc:docMk/>
            <pc:sldMk cId="2816591711" sldId="2147473353"/>
            <ac:spMk id="45" creationId="{9E974D18-1463-6A94-08DF-2D76051C779D}"/>
          </ac:spMkLst>
        </pc:spChg>
        <pc:spChg chg="mod">
          <ac:chgData name="Leo Forkert" userId="da1de3ce-c07d-4b34-ace5-d498b85e34a7" providerId="ADAL" clId="{72F1D1D0-B7AF-4FDA-A997-14AACD53D242}" dt="2023-10-13T09:07:05.073" v="78" actId="207"/>
          <ac:spMkLst>
            <pc:docMk/>
            <pc:sldMk cId="2816591711" sldId="2147473353"/>
            <ac:spMk id="46" creationId="{B3A81CB8-52E5-09F1-EC75-D6F92D97668C}"/>
          </ac:spMkLst>
        </pc:spChg>
        <pc:spChg chg="mod">
          <ac:chgData name="Leo Forkert" userId="da1de3ce-c07d-4b34-ace5-d498b85e34a7" providerId="ADAL" clId="{72F1D1D0-B7AF-4FDA-A997-14AACD53D242}" dt="2023-10-13T09:11:01.209" v="196" actId="207"/>
          <ac:spMkLst>
            <pc:docMk/>
            <pc:sldMk cId="2816591711" sldId="2147473353"/>
            <ac:spMk id="48" creationId="{CC4CB6E7-DD78-1BD6-ADDA-E8CCF0FE7F40}"/>
          </ac:spMkLst>
        </pc:spChg>
        <pc:spChg chg="mod">
          <ac:chgData name="Leo Forkert" userId="da1de3ce-c07d-4b34-ace5-d498b85e34a7" providerId="ADAL" clId="{72F1D1D0-B7AF-4FDA-A997-14AACD53D242}" dt="2023-10-13T09:07:05.073" v="78" actId="207"/>
          <ac:spMkLst>
            <pc:docMk/>
            <pc:sldMk cId="2816591711" sldId="2147473353"/>
            <ac:spMk id="49" creationId="{6880BC24-373A-1892-915C-68ADC73F17D7}"/>
          </ac:spMkLst>
        </pc:spChg>
        <pc:spChg chg="mod">
          <ac:chgData name="Leo Forkert" userId="da1de3ce-c07d-4b34-ace5-d498b85e34a7" providerId="ADAL" clId="{72F1D1D0-B7AF-4FDA-A997-14AACD53D242}" dt="2023-10-13T09:11:01.209" v="196" actId="207"/>
          <ac:spMkLst>
            <pc:docMk/>
            <pc:sldMk cId="2816591711" sldId="2147473353"/>
            <ac:spMk id="50" creationId="{0B8BBB01-6D13-FE3D-5F82-AE5C23AA88EC}"/>
          </ac:spMkLst>
        </pc:spChg>
        <pc:spChg chg="mod">
          <ac:chgData name="Leo Forkert" userId="da1de3ce-c07d-4b34-ace5-d498b85e34a7" providerId="ADAL" clId="{72F1D1D0-B7AF-4FDA-A997-14AACD53D242}" dt="2023-10-13T09:11:01.209" v="196" actId="207"/>
          <ac:spMkLst>
            <pc:docMk/>
            <pc:sldMk cId="2816591711" sldId="2147473353"/>
            <ac:spMk id="51" creationId="{2637F332-DC09-2320-F085-64BC9877ACCB}"/>
          </ac:spMkLst>
        </pc:spChg>
        <pc:spChg chg="mod">
          <ac:chgData name="Leo Forkert" userId="da1de3ce-c07d-4b34-ace5-d498b85e34a7" providerId="ADAL" clId="{72F1D1D0-B7AF-4FDA-A997-14AACD53D242}" dt="2023-10-13T09:11:40.236" v="199" actId="207"/>
          <ac:spMkLst>
            <pc:docMk/>
            <pc:sldMk cId="2816591711" sldId="2147473353"/>
            <ac:spMk id="77" creationId="{46AD3086-09FF-141D-AA25-0339C00DADE8}"/>
          </ac:spMkLst>
        </pc:spChg>
        <pc:spChg chg="mod">
          <ac:chgData name="Leo Forkert" userId="da1de3ce-c07d-4b34-ace5-d498b85e34a7" providerId="ADAL" clId="{72F1D1D0-B7AF-4FDA-A997-14AACD53D242}" dt="2023-10-13T09:08:32.758" v="186" actId="207"/>
          <ac:spMkLst>
            <pc:docMk/>
            <pc:sldMk cId="2816591711" sldId="2147473353"/>
            <ac:spMk id="127" creationId="{BD195855-86B9-92B5-0E48-3F0919EC3CE4}"/>
          </ac:spMkLst>
        </pc:spChg>
        <pc:spChg chg="mod">
          <ac:chgData name="Leo Forkert" userId="da1de3ce-c07d-4b34-ace5-d498b85e34a7" providerId="ADAL" clId="{72F1D1D0-B7AF-4FDA-A997-14AACD53D242}" dt="2023-10-13T09:08:37.784" v="187" actId="207"/>
          <ac:spMkLst>
            <pc:docMk/>
            <pc:sldMk cId="2816591711" sldId="2147473353"/>
            <ac:spMk id="130" creationId="{04A2782A-D30C-5F9B-9245-029FDC72DF93}"/>
          </ac:spMkLst>
        </pc:spChg>
        <pc:spChg chg="mod">
          <ac:chgData name="Leo Forkert" userId="da1de3ce-c07d-4b34-ace5-d498b85e34a7" providerId="ADAL" clId="{72F1D1D0-B7AF-4FDA-A997-14AACD53D242}" dt="2023-10-13T09:10:18.042" v="194" actId="207"/>
          <ac:spMkLst>
            <pc:docMk/>
            <pc:sldMk cId="2816591711" sldId="2147473353"/>
            <ac:spMk id="146" creationId="{872AB12B-B9C8-5780-4A81-3EC83B8141C6}"/>
          </ac:spMkLst>
        </pc:spChg>
        <pc:grpChg chg="mod">
          <ac:chgData name="Leo Forkert" userId="da1de3ce-c07d-4b34-ace5-d498b85e34a7" providerId="ADAL" clId="{72F1D1D0-B7AF-4FDA-A997-14AACD53D242}" dt="2023-10-13T09:07:05.073" v="78" actId="207"/>
          <ac:grpSpMkLst>
            <pc:docMk/>
            <pc:sldMk cId="2816591711" sldId="2147473353"/>
            <ac:grpSpMk id="44" creationId="{B72B9ABA-9BFF-6477-378C-B1E027ACCC03}"/>
          </ac:grpSpMkLst>
        </pc:grpChg>
        <pc:grpChg chg="mod">
          <ac:chgData name="Leo Forkert" userId="da1de3ce-c07d-4b34-ace5-d498b85e34a7" providerId="ADAL" clId="{72F1D1D0-B7AF-4FDA-A997-14AACD53D242}" dt="2023-10-13T09:07:05.073" v="78" actId="207"/>
          <ac:grpSpMkLst>
            <pc:docMk/>
            <pc:sldMk cId="2816591711" sldId="2147473353"/>
            <ac:grpSpMk id="47" creationId="{09773FBD-CB05-1E79-B80B-9D088716B84E}"/>
          </ac:grpSpMkLst>
        </pc:grpChg>
        <pc:cxnChg chg="mod">
          <ac:chgData name="Leo Forkert" userId="da1de3ce-c07d-4b34-ace5-d498b85e34a7" providerId="ADAL" clId="{72F1D1D0-B7AF-4FDA-A997-14AACD53D242}" dt="2023-10-13T09:09:46.488" v="190" actId="208"/>
          <ac:cxnSpMkLst>
            <pc:docMk/>
            <pc:sldMk cId="2816591711" sldId="2147473353"/>
            <ac:cxnSpMk id="56" creationId="{BC6BB458-2A83-3900-14C7-87F2210015ED}"/>
          </ac:cxnSpMkLst>
        </pc:cxnChg>
        <pc:cxnChg chg="mod">
          <ac:chgData name="Leo Forkert" userId="da1de3ce-c07d-4b34-ace5-d498b85e34a7" providerId="ADAL" clId="{72F1D1D0-B7AF-4FDA-A997-14AACD53D242}" dt="2023-10-13T09:09:10.982" v="188" actId="208"/>
          <ac:cxnSpMkLst>
            <pc:docMk/>
            <pc:sldMk cId="2816591711" sldId="2147473353"/>
            <ac:cxnSpMk id="65" creationId="{767CC214-8FC3-CBF5-97B7-38D0D44FFEA1}"/>
          </ac:cxnSpMkLst>
        </pc:cxnChg>
        <pc:cxnChg chg="mod">
          <ac:chgData name="Leo Forkert" userId="da1de3ce-c07d-4b34-ace5-d498b85e34a7" providerId="ADAL" clId="{72F1D1D0-B7AF-4FDA-A997-14AACD53D242}" dt="2023-10-13T09:09:46.488" v="190" actId="208"/>
          <ac:cxnSpMkLst>
            <pc:docMk/>
            <pc:sldMk cId="2816591711" sldId="2147473353"/>
            <ac:cxnSpMk id="76" creationId="{E57B2475-14CE-C7FA-3F71-804BFB98F1FF}"/>
          </ac:cxnSpMkLst>
        </pc:cxnChg>
        <pc:cxnChg chg="mod">
          <ac:chgData name="Leo Forkert" userId="da1de3ce-c07d-4b34-ace5-d498b85e34a7" providerId="ADAL" clId="{72F1D1D0-B7AF-4FDA-A997-14AACD53D242}" dt="2023-10-13T09:09:10.982" v="188" actId="208"/>
          <ac:cxnSpMkLst>
            <pc:docMk/>
            <pc:sldMk cId="2816591711" sldId="2147473353"/>
            <ac:cxnSpMk id="102" creationId="{01AE59DF-60D8-EB25-8551-179A55F5D50E}"/>
          </ac:cxnSpMkLst>
        </pc:cxnChg>
        <pc:cxnChg chg="mod">
          <ac:chgData name="Leo Forkert" userId="da1de3ce-c07d-4b34-ace5-d498b85e34a7" providerId="ADAL" clId="{72F1D1D0-B7AF-4FDA-A997-14AACD53D242}" dt="2023-10-13T09:09:23.506" v="189" actId="208"/>
          <ac:cxnSpMkLst>
            <pc:docMk/>
            <pc:sldMk cId="2816591711" sldId="2147473353"/>
            <ac:cxnSpMk id="114" creationId="{F98C256F-EEBF-970D-B8DB-BE645143F004}"/>
          </ac:cxnSpMkLst>
        </pc:cxnChg>
        <pc:cxnChg chg="mod">
          <ac:chgData name="Leo Forkert" userId="da1de3ce-c07d-4b34-ace5-d498b85e34a7" providerId="ADAL" clId="{72F1D1D0-B7AF-4FDA-A997-14AACD53D242}" dt="2023-10-13T09:09:10.982" v="188" actId="208"/>
          <ac:cxnSpMkLst>
            <pc:docMk/>
            <pc:sldMk cId="2816591711" sldId="2147473353"/>
            <ac:cxnSpMk id="116" creationId="{50B868D6-CA0C-7966-A57A-49A5E34B6D91}"/>
          </ac:cxnSpMkLst>
        </pc:cxnChg>
        <pc:cxnChg chg="mod">
          <ac:chgData name="Leo Forkert" userId="da1de3ce-c07d-4b34-ace5-d498b85e34a7" providerId="ADAL" clId="{72F1D1D0-B7AF-4FDA-A997-14AACD53D242}" dt="2023-10-13T09:09:10.982" v="188" actId="208"/>
          <ac:cxnSpMkLst>
            <pc:docMk/>
            <pc:sldMk cId="2816591711" sldId="2147473353"/>
            <ac:cxnSpMk id="118" creationId="{4C560E05-B855-080A-0EE3-50B1F1103BDD}"/>
          </ac:cxnSpMkLst>
        </pc:cxnChg>
        <pc:cxnChg chg="mod">
          <ac:chgData name="Leo Forkert" userId="da1de3ce-c07d-4b34-ace5-d498b85e34a7" providerId="ADAL" clId="{72F1D1D0-B7AF-4FDA-A997-14AACD53D242}" dt="2023-10-13T09:09:10.982" v="188" actId="208"/>
          <ac:cxnSpMkLst>
            <pc:docMk/>
            <pc:sldMk cId="2816591711" sldId="2147473353"/>
            <ac:cxnSpMk id="121" creationId="{1E09A9B0-5287-4394-6648-413110EFDDB4}"/>
          </ac:cxnSpMkLst>
        </pc:cxnChg>
        <pc:cxnChg chg="mod">
          <ac:chgData name="Leo Forkert" userId="da1de3ce-c07d-4b34-ace5-d498b85e34a7" providerId="ADAL" clId="{72F1D1D0-B7AF-4FDA-A997-14AACD53D242}" dt="2023-10-13T09:09:10.982" v="188" actId="208"/>
          <ac:cxnSpMkLst>
            <pc:docMk/>
            <pc:sldMk cId="2816591711" sldId="2147473353"/>
            <ac:cxnSpMk id="123" creationId="{BA33F05A-B990-08E7-17AF-02B2CBB89AD1}"/>
          </ac:cxnSpMkLst>
        </pc:cxnChg>
        <pc:cxnChg chg="mod">
          <ac:chgData name="Leo Forkert" userId="da1de3ce-c07d-4b34-ace5-d498b85e34a7" providerId="ADAL" clId="{72F1D1D0-B7AF-4FDA-A997-14AACD53D242}" dt="2023-10-13T09:09:10.982" v="188" actId="208"/>
          <ac:cxnSpMkLst>
            <pc:docMk/>
            <pc:sldMk cId="2816591711" sldId="2147473353"/>
            <ac:cxnSpMk id="133" creationId="{787DFE3C-AAAB-84D6-073B-52194712EF62}"/>
          </ac:cxnSpMkLst>
        </pc:cxnChg>
        <pc:cxnChg chg="mod">
          <ac:chgData name="Leo Forkert" userId="da1de3ce-c07d-4b34-ace5-d498b85e34a7" providerId="ADAL" clId="{72F1D1D0-B7AF-4FDA-A997-14AACD53D242}" dt="2023-10-13T09:09:10.982" v="188" actId="208"/>
          <ac:cxnSpMkLst>
            <pc:docMk/>
            <pc:sldMk cId="2816591711" sldId="2147473353"/>
            <ac:cxnSpMk id="134" creationId="{341037E3-21E4-4FD0-0337-B4EA4F2F6A9F}"/>
          </ac:cxnSpMkLst>
        </pc:cxnChg>
        <pc:cxnChg chg="mod">
          <ac:chgData name="Leo Forkert" userId="da1de3ce-c07d-4b34-ace5-d498b85e34a7" providerId="ADAL" clId="{72F1D1D0-B7AF-4FDA-A997-14AACD53D242}" dt="2023-10-13T09:09:10.982" v="188" actId="208"/>
          <ac:cxnSpMkLst>
            <pc:docMk/>
            <pc:sldMk cId="2816591711" sldId="2147473353"/>
            <ac:cxnSpMk id="142" creationId="{37A2BA15-208F-5FC5-5340-0B941892CA0D}"/>
          </ac:cxnSpMkLst>
        </pc:cxnChg>
      </pc:sldChg>
      <pc:sldChg chg="modSp del mod">
        <pc:chgData name="Leo Forkert" userId="da1de3ce-c07d-4b34-ace5-d498b85e34a7" providerId="ADAL" clId="{72F1D1D0-B7AF-4FDA-A997-14AACD53D242}" dt="2023-10-18T10:09:56.357" v="841" actId="47"/>
        <pc:sldMkLst>
          <pc:docMk/>
          <pc:sldMk cId="2832064002" sldId="2147473365"/>
        </pc:sldMkLst>
        <pc:spChg chg="mod">
          <ac:chgData name="Leo Forkert" userId="da1de3ce-c07d-4b34-ace5-d498b85e34a7" providerId="ADAL" clId="{72F1D1D0-B7AF-4FDA-A997-14AACD53D242}" dt="2023-10-18T09:33:27.802" v="709" actId="207"/>
          <ac:spMkLst>
            <pc:docMk/>
            <pc:sldMk cId="2832064002" sldId="2147473365"/>
            <ac:spMk id="9" creationId="{5AC30DB2-841A-ACDD-7967-A5BFF5E8C803}"/>
          </ac:spMkLst>
        </pc:spChg>
        <pc:spChg chg="mod">
          <ac:chgData name="Leo Forkert" userId="da1de3ce-c07d-4b34-ace5-d498b85e34a7" providerId="ADAL" clId="{72F1D1D0-B7AF-4FDA-A997-14AACD53D242}" dt="2023-10-18T09:33:27.802" v="709" actId="207"/>
          <ac:spMkLst>
            <pc:docMk/>
            <pc:sldMk cId="2832064002" sldId="2147473365"/>
            <ac:spMk id="13" creationId="{AFAADB72-8A63-0C8D-2AB6-D3B8DDC1FF11}"/>
          </ac:spMkLst>
        </pc:spChg>
        <pc:spChg chg="mod">
          <ac:chgData name="Leo Forkert" userId="da1de3ce-c07d-4b34-ace5-d498b85e34a7" providerId="ADAL" clId="{72F1D1D0-B7AF-4FDA-A997-14AACD53D242}" dt="2023-10-18T09:33:27.802" v="709" actId="207"/>
          <ac:spMkLst>
            <pc:docMk/>
            <pc:sldMk cId="2832064002" sldId="2147473365"/>
            <ac:spMk id="16" creationId="{26F88966-EDE0-25C7-D431-B5128D5B832E}"/>
          </ac:spMkLst>
        </pc:spChg>
        <pc:spChg chg="mod">
          <ac:chgData name="Leo Forkert" userId="da1de3ce-c07d-4b34-ace5-d498b85e34a7" providerId="ADAL" clId="{72F1D1D0-B7AF-4FDA-A997-14AACD53D242}" dt="2023-10-18T09:33:38.915" v="710" actId="207"/>
          <ac:spMkLst>
            <pc:docMk/>
            <pc:sldMk cId="2832064002" sldId="2147473365"/>
            <ac:spMk id="18" creationId="{949428A4-1BAF-039C-0BFF-16C880F8F3BC}"/>
          </ac:spMkLst>
        </pc:spChg>
        <pc:spChg chg="mod">
          <ac:chgData name="Leo Forkert" userId="da1de3ce-c07d-4b34-ace5-d498b85e34a7" providerId="ADAL" clId="{72F1D1D0-B7AF-4FDA-A997-14AACD53D242}" dt="2023-10-18T09:33:27.802" v="709" actId="207"/>
          <ac:spMkLst>
            <pc:docMk/>
            <pc:sldMk cId="2832064002" sldId="2147473365"/>
            <ac:spMk id="19" creationId="{756720C3-03D4-F57F-D000-57B3CDEEA496}"/>
          </ac:spMkLst>
        </pc:spChg>
        <pc:spChg chg="mod">
          <ac:chgData name="Leo Forkert" userId="da1de3ce-c07d-4b34-ace5-d498b85e34a7" providerId="ADAL" clId="{72F1D1D0-B7AF-4FDA-A997-14AACD53D242}" dt="2023-10-18T09:33:27.802" v="709" actId="207"/>
          <ac:spMkLst>
            <pc:docMk/>
            <pc:sldMk cId="2832064002" sldId="2147473365"/>
            <ac:spMk id="21" creationId="{22F15A29-0628-EF15-8FA4-643FEEA4BB2D}"/>
          </ac:spMkLst>
        </pc:spChg>
        <pc:spChg chg="mod">
          <ac:chgData name="Leo Forkert" userId="da1de3ce-c07d-4b34-ace5-d498b85e34a7" providerId="ADAL" clId="{72F1D1D0-B7AF-4FDA-A997-14AACD53D242}" dt="2023-10-18T09:33:27.802" v="709" actId="207"/>
          <ac:spMkLst>
            <pc:docMk/>
            <pc:sldMk cId="2832064002" sldId="2147473365"/>
            <ac:spMk id="26" creationId="{DA2C0A13-E074-110E-EBCD-E369D7110499}"/>
          </ac:spMkLst>
        </pc:spChg>
        <pc:spChg chg="mod">
          <ac:chgData name="Leo Forkert" userId="da1de3ce-c07d-4b34-ace5-d498b85e34a7" providerId="ADAL" clId="{72F1D1D0-B7AF-4FDA-A997-14AACD53D242}" dt="2023-10-18T09:33:27.802" v="709" actId="207"/>
          <ac:spMkLst>
            <pc:docMk/>
            <pc:sldMk cId="2832064002" sldId="2147473365"/>
            <ac:spMk id="29" creationId="{1D05C909-E8C3-21E4-9B1F-A9068E00A566}"/>
          </ac:spMkLst>
        </pc:spChg>
        <pc:spChg chg="mod">
          <ac:chgData name="Leo Forkert" userId="da1de3ce-c07d-4b34-ace5-d498b85e34a7" providerId="ADAL" clId="{72F1D1D0-B7AF-4FDA-A997-14AACD53D242}" dt="2023-10-18T09:33:27.802" v="709" actId="207"/>
          <ac:spMkLst>
            <pc:docMk/>
            <pc:sldMk cId="2832064002" sldId="2147473365"/>
            <ac:spMk id="30" creationId="{539CE67F-E1CB-7739-A314-53CD1E4C7951}"/>
          </ac:spMkLst>
        </pc:spChg>
        <pc:spChg chg="mod">
          <ac:chgData name="Leo Forkert" userId="da1de3ce-c07d-4b34-ace5-d498b85e34a7" providerId="ADAL" clId="{72F1D1D0-B7AF-4FDA-A997-14AACD53D242}" dt="2023-10-18T09:33:27.802" v="709" actId="207"/>
          <ac:spMkLst>
            <pc:docMk/>
            <pc:sldMk cId="2832064002" sldId="2147473365"/>
            <ac:spMk id="31" creationId="{33444C65-CA28-7100-7F07-CC4673E029D3}"/>
          </ac:spMkLst>
        </pc:spChg>
        <pc:spChg chg="mod">
          <ac:chgData name="Leo Forkert" userId="da1de3ce-c07d-4b34-ace5-d498b85e34a7" providerId="ADAL" clId="{72F1D1D0-B7AF-4FDA-A997-14AACD53D242}" dt="2023-10-18T09:33:38.915" v="710" actId="207"/>
          <ac:spMkLst>
            <pc:docMk/>
            <pc:sldMk cId="2832064002" sldId="2147473365"/>
            <ac:spMk id="32" creationId="{4127F0B7-ABB9-959D-8B41-D6827520EEF3}"/>
          </ac:spMkLst>
        </pc:spChg>
        <pc:spChg chg="mod">
          <ac:chgData name="Leo Forkert" userId="da1de3ce-c07d-4b34-ace5-d498b85e34a7" providerId="ADAL" clId="{72F1D1D0-B7AF-4FDA-A997-14AACD53D242}" dt="2023-10-18T09:33:27.802" v="709" actId="207"/>
          <ac:spMkLst>
            <pc:docMk/>
            <pc:sldMk cId="2832064002" sldId="2147473365"/>
            <ac:spMk id="34" creationId="{85AAEBD4-25E2-3178-050B-A23F367BF36A}"/>
          </ac:spMkLst>
        </pc:spChg>
        <pc:spChg chg="mod">
          <ac:chgData name="Leo Forkert" userId="da1de3ce-c07d-4b34-ace5-d498b85e34a7" providerId="ADAL" clId="{72F1D1D0-B7AF-4FDA-A997-14AACD53D242}" dt="2023-10-18T09:33:27.802" v="709" actId="207"/>
          <ac:spMkLst>
            <pc:docMk/>
            <pc:sldMk cId="2832064002" sldId="2147473365"/>
            <ac:spMk id="35" creationId="{93D9CDA5-7662-7ECF-6A8C-993563B28EE5}"/>
          </ac:spMkLst>
        </pc:spChg>
        <pc:spChg chg="mod">
          <ac:chgData name="Leo Forkert" userId="da1de3ce-c07d-4b34-ace5-d498b85e34a7" providerId="ADAL" clId="{72F1D1D0-B7AF-4FDA-A997-14AACD53D242}" dt="2023-10-18T09:33:27.802" v="709" actId="207"/>
          <ac:spMkLst>
            <pc:docMk/>
            <pc:sldMk cId="2832064002" sldId="2147473365"/>
            <ac:spMk id="36" creationId="{027259C7-95B6-0955-F2C2-9A48825C1FC9}"/>
          </ac:spMkLst>
        </pc:spChg>
        <pc:cxnChg chg="mod">
          <ac:chgData name="Leo Forkert" userId="da1de3ce-c07d-4b34-ace5-d498b85e34a7" providerId="ADAL" clId="{72F1D1D0-B7AF-4FDA-A997-14AACD53D242}" dt="2023-10-17T10:05:25.529" v="665" actId="14100"/>
          <ac:cxnSpMkLst>
            <pc:docMk/>
            <pc:sldMk cId="2832064002" sldId="2147473365"/>
            <ac:cxnSpMk id="17" creationId="{31D58737-6BFA-B672-2B32-F81C9CFA69E3}"/>
          </ac:cxnSpMkLst>
        </pc:cxnChg>
        <pc:cxnChg chg="mod">
          <ac:chgData name="Leo Forkert" userId="da1de3ce-c07d-4b34-ace5-d498b85e34a7" providerId="ADAL" clId="{72F1D1D0-B7AF-4FDA-A997-14AACD53D242}" dt="2023-10-17T10:05:16.968" v="663" actId="1076"/>
          <ac:cxnSpMkLst>
            <pc:docMk/>
            <pc:sldMk cId="2832064002" sldId="2147473365"/>
            <ac:cxnSpMk id="20" creationId="{B3AF6A28-4A27-0A79-D9A9-16140F7A4AC1}"/>
          </ac:cxnSpMkLst>
        </pc:cxnChg>
        <pc:cxnChg chg="mod">
          <ac:chgData name="Leo Forkert" userId="da1de3ce-c07d-4b34-ace5-d498b85e34a7" providerId="ADAL" clId="{72F1D1D0-B7AF-4FDA-A997-14AACD53D242}" dt="2023-10-17T10:05:34.662" v="667" actId="14100"/>
          <ac:cxnSpMkLst>
            <pc:docMk/>
            <pc:sldMk cId="2832064002" sldId="2147473365"/>
            <ac:cxnSpMk id="27" creationId="{66BB70D3-9E75-87F2-48A3-D6DD234E277B}"/>
          </ac:cxnSpMkLst>
        </pc:cxnChg>
      </pc:sldChg>
      <pc:sldChg chg="modSp mod">
        <pc:chgData name="Leo Forkert" userId="da1de3ce-c07d-4b34-ace5-d498b85e34a7" providerId="ADAL" clId="{72F1D1D0-B7AF-4FDA-A997-14AACD53D242}" dt="2023-10-18T09:36:57.858" v="722" actId="2085"/>
        <pc:sldMkLst>
          <pc:docMk/>
          <pc:sldMk cId="1995753444" sldId="2147473374"/>
        </pc:sldMkLst>
        <pc:spChg chg="mod">
          <ac:chgData name="Leo Forkert" userId="da1de3ce-c07d-4b34-ace5-d498b85e34a7" providerId="ADAL" clId="{72F1D1D0-B7AF-4FDA-A997-14AACD53D242}" dt="2023-10-18T09:36:57.858" v="722" actId="2085"/>
          <ac:spMkLst>
            <pc:docMk/>
            <pc:sldMk cId="1995753444" sldId="2147473374"/>
            <ac:spMk id="6" creationId="{5253E8EB-6D77-6890-0E26-38C36098B44A}"/>
          </ac:spMkLst>
        </pc:spChg>
        <pc:spChg chg="mod">
          <ac:chgData name="Leo Forkert" userId="da1de3ce-c07d-4b34-ace5-d498b85e34a7" providerId="ADAL" clId="{72F1D1D0-B7AF-4FDA-A997-14AACD53D242}" dt="2023-10-13T09:14:41.807" v="305" actId="207"/>
          <ac:spMkLst>
            <pc:docMk/>
            <pc:sldMk cId="1995753444" sldId="2147473374"/>
            <ac:spMk id="25" creationId="{6111ACA2-7F60-6319-A200-E850B3830C1C}"/>
          </ac:spMkLst>
        </pc:spChg>
        <pc:spChg chg="mod">
          <ac:chgData name="Leo Forkert" userId="da1de3ce-c07d-4b34-ace5-d498b85e34a7" providerId="ADAL" clId="{72F1D1D0-B7AF-4FDA-A997-14AACD53D242}" dt="2023-10-13T09:12:28.626" v="203" actId="207"/>
          <ac:spMkLst>
            <pc:docMk/>
            <pc:sldMk cId="1995753444" sldId="2147473374"/>
            <ac:spMk id="26" creationId="{52D5EDD2-C7A4-30E9-958B-A26FCBA58251}"/>
          </ac:spMkLst>
        </pc:spChg>
        <pc:spChg chg="mod">
          <ac:chgData name="Leo Forkert" userId="da1de3ce-c07d-4b34-ace5-d498b85e34a7" providerId="ADAL" clId="{72F1D1D0-B7AF-4FDA-A997-14AACD53D242}" dt="2023-10-13T09:12:22.822" v="202" actId="2085"/>
          <ac:spMkLst>
            <pc:docMk/>
            <pc:sldMk cId="1995753444" sldId="2147473374"/>
            <ac:spMk id="34" creationId="{89B0425C-638B-EF97-1D73-DAC2014B3F02}"/>
          </ac:spMkLst>
        </pc:spChg>
        <pc:spChg chg="mod">
          <ac:chgData name="Leo Forkert" userId="da1de3ce-c07d-4b34-ace5-d498b85e34a7" providerId="ADAL" clId="{72F1D1D0-B7AF-4FDA-A997-14AACD53D242}" dt="2023-10-13T09:14:22.255" v="304" actId="207"/>
          <ac:spMkLst>
            <pc:docMk/>
            <pc:sldMk cId="1995753444" sldId="2147473374"/>
            <ac:spMk id="37" creationId="{50211716-9F04-F84A-7B70-B4AA2F819464}"/>
          </ac:spMkLst>
        </pc:spChg>
        <pc:spChg chg="mod">
          <ac:chgData name="Leo Forkert" userId="da1de3ce-c07d-4b34-ace5-d498b85e34a7" providerId="ADAL" clId="{72F1D1D0-B7AF-4FDA-A997-14AACD53D242}" dt="2023-10-13T09:14:47.763" v="307" actId="207"/>
          <ac:spMkLst>
            <pc:docMk/>
            <pc:sldMk cId="1995753444" sldId="2147473374"/>
            <ac:spMk id="65" creationId="{B912BCCA-0291-905D-AEA9-89EDCB80A095}"/>
          </ac:spMkLst>
        </pc:spChg>
        <pc:spChg chg="mod">
          <ac:chgData name="Leo Forkert" userId="da1de3ce-c07d-4b34-ace5-d498b85e34a7" providerId="ADAL" clId="{72F1D1D0-B7AF-4FDA-A997-14AACD53D242}" dt="2023-10-13T09:14:10.995" v="302" actId="207"/>
          <ac:spMkLst>
            <pc:docMk/>
            <pc:sldMk cId="1995753444" sldId="2147473374"/>
            <ac:spMk id="66" creationId="{145E5761-B7AC-CFC6-BF9F-8F98BF8B28F8}"/>
          </ac:spMkLst>
        </pc:spChg>
        <pc:spChg chg="mod">
          <ac:chgData name="Leo Forkert" userId="da1de3ce-c07d-4b34-ace5-d498b85e34a7" providerId="ADAL" clId="{72F1D1D0-B7AF-4FDA-A997-14AACD53D242}" dt="2023-10-13T09:14:52.389" v="308" actId="207"/>
          <ac:spMkLst>
            <pc:docMk/>
            <pc:sldMk cId="1995753444" sldId="2147473374"/>
            <ac:spMk id="68" creationId="{AB132A7D-B757-C178-FDF5-E8D219AB7AF6}"/>
          </ac:spMkLst>
        </pc:spChg>
        <pc:spChg chg="mod">
          <ac:chgData name="Leo Forkert" userId="da1de3ce-c07d-4b34-ace5-d498b85e34a7" providerId="ADAL" clId="{72F1D1D0-B7AF-4FDA-A997-14AACD53D242}" dt="2023-10-13T09:14:03.669" v="300" actId="207"/>
          <ac:spMkLst>
            <pc:docMk/>
            <pc:sldMk cId="1995753444" sldId="2147473374"/>
            <ac:spMk id="69" creationId="{A0E37E88-C18F-FF2E-8930-9921171A779B}"/>
          </ac:spMkLst>
        </pc:spChg>
        <pc:spChg chg="mod">
          <ac:chgData name="Leo Forkert" userId="da1de3ce-c07d-4b34-ace5-d498b85e34a7" providerId="ADAL" clId="{72F1D1D0-B7AF-4FDA-A997-14AACD53D242}" dt="2023-10-13T09:14:55.428" v="309" actId="207"/>
          <ac:spMkLst>
            <pc:docMk/>
            <pc:sldMk cId="1995753444" sldId="2147473374"/>
            <ac:spMk id="71" creationId="{7B45E9AC-B21B-0D40-B4EC-4A700D1D961C}"/>
          </ac:spMkLst>
        </pc:spChg>
        <pc:spChg chg="mod">
          <ac:chgData name="Leo Forkert" userId="da1de3ce-c07d-4b34-ace5-d498b85e34a7" providerId="ADAL" clId="{72F1D1D0-B7AF-4FDA-A997-14AACD53D242}" dt="2023-10-13T09:13:53.745" v="298" actId="207"/>
          <ac:spMkLst>
            <pc:docMk/>
            <pc:sldMk cId="1995753444" sldId="2147473374"/>
            <ac:spMk id="72" creationId="{504C6B5E-4C9B-2D25-282A-EADD4A67263E}"/>
          </ac:spMkLst>
        </pc:spChg>
        <pc:spChg chg="mod">
          <ac:chgData name="Leo Forkert" userId="da1de3ce-c07d-4b34-ace5-d498b85e34a7" providerId="ADAL" clId="{72F1D1D0-B7AF-4FDA-A997-14AACD53D242}" dt="2023-10-13T09:14:58.020" v="310" actId="207"/>
          <ac:spMkLst>
            <pc:docMk/>
            <pc:sldMk cId="1995753444" sldId="2147473374"/>
            <ac:spMk id="74" creationId="{6F126E7A-0458-64B3-7BFA-95F3C51E9896}"/>
          </ac:spMkLst>
        </pc:spChg>
        <pc:spChg chg="mod">
          <ac:chgData name="Leo Forkert" userId="da1de3ce-c07d-4b34-ace5-d498b85e34a7" providerId="ADAL" clId="{72F1D1D0-B7AF-4FDA-A997-14AACD53D242}" dt="2023-10-13T09:13:33.218" v="296" actId="207"/>
          <ac:spMkLst>
            <pc:docMk/>
            <pc:sldMk cId="1995753444" sldId="2147473374"/>
            <ac:spMk id="75" creationId="{0E9A927F-4103-461D-6FBA-104B350BF85A}"/>
          </ac:spMkLst>
        </pc:spChg>
        <pc:cxnChg chg="mod">
          <ac:chgData name="Leo Forkert" userId="da1de3ce-c07d-4b34-ace5-d498b85e34a7" providerId="ADAL" clId="{72F1D1D0-B7AF-4FDA-A997-14AACD53D242}" dt="2023-10-13T09:12:17.527" v="201" actId="208"/>
          <ac:cxnSpMkLst>
            <pc:docMk/>
            <pc:sldMk cId="1995753444" sldId="2147473374"/>
            <ac:cxnSpMk id="82" creationId="{6E052B74-27EB-6ECC-2E7A-9C0066CF0F61}"/>
          </ac:cxnSpMkLst>
        </pc:cxnChg>
        <pc:cxnChg chg="mod">
          <ac:chgData name="Leo Forkert" userId="da1de3ce-c07d-4b34-ace5-d498b85e34a7" providerId="ADAL" clId="{72F1D1D0-B7AF-4FDA-A997-14AACD53D242}" dt="2023-10-13T09:15:09.818" v="311" actId="14100"/>
          <ac:cxnSpMkLst>
            <pc:docMk/>
            <pc:sldMk cId="1995753444" sldId="2147473374"/>
            <ac:cxnSpMk id="86" creationId="{5AC62C7F-C702-DDAA-DA74-D9D522C6FCF8}"/>
          </ac:cxnSpMkLst>
        </pc:cxnChg>
        <pc:cxnChg chg="mod">
          <ac:chgData name="Leo Forkert" userId="da1de3ce-c07d-4b34-ace5-d498b85e34a7" providerId="ADAL" clId="{72F1D1D0-B7AF-4FDA-A997-14AACD53D242}" dt="2023-10-13T09:12:17.527" v="201" actId="208"/>
          <ac:cxnSpMkLst>
            <pc:docMk/>
            <pc:sldMk cId="1995753444" sldId="2147473374"/>
            <ac:cxnSpMk id="87" creationId="{40EC48EC-056C-E358-9F91-498865E2136B}"/>
          </ac:cxnSpMkLst>
        </pc:cxnChg>
        <pc:cxnChg chg="mod">
          <ac:chgData name="Leo Forkert" userId="da1de3ce-c07d-4b34-ace5-d498b85e34a7" providerId="ADAL" clId="{72F1D1D0-B7AF-4FDA-A997-14AACD53D242}" dt="2023-10-13T09:12:17.527" v="201" actId="208"/>
          <ac:cxnSpMkLst>
            <pc:docMk/>
            <pc:sldMk cId="1995753444" sldId="2147473374"/>
            <ac:cxnSpMk id="89" creationId="{CB391C57-3F91-F449-6E0A-5F864F7A0DCD}"/>
          </ac:cxnSpMkLst>
        </pc:cxnChg>
        <pc:cxnChg chg="mod">
          <ac:chgData name="Leo Forkert" userId="da1de3ce-c07d-4b34-ace5-d498b85e34a7" providerId="ADAL" clId="{72F1D1D0-B7AF-4FDA-A997-14AACD53D242}" dt="2023-10-13T09:12:17.527" v="201" actId="208"/>
          <ac:cxnSpMkLst>
            <pc:docMk/>
            <pc:sldMk cId="1995753444" sldId="2147473374"/>
            <ac:cxnSpMk id="92" creationId="{20FE1521-47F8-04FB-C735-D76D515D7FCA}"/>
          </ac:cxnSpMkLst>
        </pc:cxnChg>
      </pc:sldChg>
      <pc:sldChg chg="del">
        <pc:chgData name="Leo Forkert" userId="da1de3ce-c07d-4b34-ace5-d498b85e34a7" providerId="ADAL" clId="{72F1D1D0-B7AF-4FDA-A997-14AACD53D242}" dt="2023-10-13T09:15:54.310" v="316" actId="47"/>
        <pc:sldMkLst>
          <pc:docMk/>
          <pc:sldMk cId="870020892" sldId="2147473378"/>
        </pc:sldMkLst>
      </pc:sldChg>
      <pc:sldChg chg="del">
        <pc:chgData name="Leo Forkert" userId="da1de3ce-c07d-4b34-ace5-d498b85e34a7" providerId="ADAL" clId="{72F1D1D0-B7AF-4FDA-A997-14AACD53D242}" dt="2023-10-18T09:36:37.606" v="719" actId="47"/>
        <pc:sldMkLst>
          <pc:docMk/>
          <pc:sldMk cId="3219425629" sldId="2147473379"/>
        </pc:sldMkLst>
      </pc:sldChg>
      <pc:sldChg chg="modSp add del mod">
        <pc:chgData name="Leo Forkert" userId="da1de3ce-c07d-4b34-ace5-d498b85e34a7" providerId="ADAL" clId="{72F1D1D0-B7AF-4FDA-A997-14AACD53D242}" dt="2023-10-18T10:11:42.603" v="859" actId="47"/>
        <pc:sldMkLst>
          <pc:docMk/>
          <pc:sldMk cId="2779831431" sldId="2147473383"/>
        </pc:sldMkLst>
        <pc:spChg chg="mod">
          <ac:chgData name="Leo Forkert" userId="da1de3ce-c07d-4b34-ace5-d498b85e34a7" providerId="ADAL" clId="{72F1D1D0-B7AF-4FDA-A997-14AACD53D242}" dt="2023-10-18T10:03:42.677" v="776" actId="207"/>
          <ac:spMkLst>
            <pc:docMk/>
            <pc:sldMk cId="2779831431" sldId="2147473383"/>
            <ac:spMk id="12" creationId="{6BADD48F-7FE4-B7ED-B70D-D0B9078F6A50}"/>
          </ac:spMkLst>
        </pc:spChg>
        <pc:spChg chg="mod">
          <ac:chgData name="Leo Forkert" userId="da1de3ce-c07d-4b34-ace5-d498b85e34a7" providerId="ADAL" clId="{72F1D1D0-B7AF-4FDA-A997-14AACD53D242}" dt="2023-10-18T10:03:42.677" v="776" actId="207"/>
          <ac:spMkLst>
            <pc:docMk/>
            <pc:sldMk cId="2779831431" sldId="2147473383"/>
            <ac:spMk id="13" creationId="{E15440DF-BC79-491F-0ED2-67C85A657840}"/>
          </ac:spMkLst>
        </pc:spChg>
        <pc:spChg chg="mod">
          <ac:chgData name="Leo Forkert" userId="da1de3ce-c07d-4b34-ace5-d498b85e34a7" providerId="ADAL" clId="{72F1D1D0-B7AF-4FDA-A997-14AACD53D242}" dt="2023-10-18T10:03:35.674" v="775" actId="207"/>
          <ac:spMkLst>
            <pc:docMk/>
            <pc:sldMk cId="2779831431" sldId="2147473383"/>
            <ac:spMk id="14" creationId="{671E26E5-6B37-8AF9-4CBD-E72A6C270B08}"/>
          </ac:spMkLst>
        </pc:spChg>
        <pc:spChg chg="mod">
          <ac:chgData name="Leo Forkert" userId="da1de3ce-c07d-4b34-ace5-d498b85e34a7" providerId="ADAL" clId="{72F1D1D0-B7AF-4FDA-A997-14AACD53D242}" dt="2023-10-18T10:03:35.674" v="775" actId="207"/>
          <ac:spMkLst>
            <pc:docMk/>
            <pc:sldMk cId="2779831431" sldId="2147473383"/>
            <ac:spMk id="16" creationId="{26F88966-EDE0-25C7-D431-B5128D5B832E}"/>
          </ac:spMkLst>
        </pc:spChg>
        <pc:spChg chg="mod">
          <ac:chgData name="Leo Forkert" userId="da1de3ce-c07d-4b34-ace5-d498b85e34a7" providerId="ADAL" clId="{72F1D1D0-B7AF-4FDA-A997-14AACD53D242}" dt="2023-10-18T10:03:35.674" v="775" actId="207"/>
          <ac:spMkLst>
            <pc:docMk/>
            <pc:sldMk cId="2779831431" sldId="2147473383"/>
            <ac:spMk id="18" creationId="{07E234DA-DAB0-4947-93E2-9446638A6324}"/>
          </ac:spMkLst>
        </pc:spChg>
        <pc:spChg chg="mod">
          <ac:chgData name="Leo Forkert" userId="da1de3ce-c07d-4b34-ace5-d498b85e34a7" providerId="ADAL" clId="{72F1D1D0-B7AF-4FDA-A997-14AACD53D242}" dt="2023-10-18T10:03:35.674" v="775" actId="207"/>
          <ac:spMkLst>
            <pc:docMk/>
            <pc:sldMk cId="2779831431" sldId="2147473383"/>
            <ac:spMk id="19" creationId="{756720C3-03D4-F57F-D000-57B3CDEEA496}"/>
          </ac:spMkLst>
        </pc:spChg>
        <pc:spChg chg="mod">
          <ac:chgData name="Leo Forkert" userId="da1de3ce-c07d-4b34-ace5-d498b85e34a7" providerId="ADAL" clId="{72F1D1D0-B7AF-4FDA-A997-14AACD53D242}" dt="2023-10-18T10:03:35.674" v="775" actId="207"/>
          <ac:spMkLst>
            <pc:docMk/>
            <pc:sldMk cId="2779831431" sldId="2147473383"/>
            <ac:spMk id="21" creationId="{70DCFC4A-8079-4E1D-97D0-E8B8559C9A5E}"/>
          </ac:spMkLst>
        </pc:spChg>
        <pc:spChg chg="mod">
          <ac:chgData name="Leo Forkert" userId="da1de3ce-c07d-4b34-ace5-d498b85e34a7" providerId="ADAL" clId="{72F1D1D0-B7AF-4FDA-A997-14AACD53D242}" dt="2023-10-18T10:03:35.674" v="775" actId="207"/>
          <ac:spMkLst>
            <pc:docMk/>
            <pc:sldMk cId="2779831431" sldId="2147473383"/>
            <ac:spMk id="22" creationId="{F82E932C-064F-4905-AA1B-F4FDB2006188}"/>
          </ac:spMkLst>
        </pc:spChg>
        <pc:spChg chg="mod">
          <ac:chgData name="Leo Forkert" userId="da1de3ce-c07d-4b34-ace5-d498b85e34a7" providerId="ADAL" clId="{72F1D1D0-B7AF-4FDA-A997-14AACD53D242}" dt="2023-10-18T10:03:35.674" v="775" actId="207"/>
          <ac:spMkLst>
            <pc:docMk/>
            <pc:sldMk cId="2779831431" sldId="2147473383"/>
            <ac:spMk id="25" creationId="{35498A78-778E-49F5-B798-C18DE5A15315}"/>
          </ac:spMkLst>
        </pc:spChg>
        <pc:spChg chg="mod">
          <ac:chgData name="Leo Forkert" userId="da1de3ce-c07d-4b34-ace5-d498b85e34a7" providerId="ADAL" clId="{72F1D1D0-B7AF-4FDA-A997-14AACD53D242}" dt="2023-10-18T10:03:35.674" v="775" actId="207"/>
          <ac:spMkLst>
            <pc:docMk/>
            <pc:sldMk cId="2779831431" sldId="2147473383"/>
            <ac:spMk id="26" creationId="{DA2C0A13-E074-110E-EBCD-E369D7110499}"/>
          </ac:spMkLst>
        </pc:spChg>
        <pc:spChg chg="mod">
          <ac:chgData name="Leo Forkert" userId="da1de3ce-c07d-4b34-ace5-d498b85e34a7" providerId="ADAL" clId="{72F1D1D0-B7AF-4FDA-A997-14AACD53D242}" dt="2023-10-18T10:03:35.674" v="775" actId="207"/>
          <ac:spMkLst>
            <pc:docMk/>
            <pc:sldMk cId="2779831431" sldId="2147473383"/>
            <ac:spMk id="28" creationId="{BB70A341-EEB0-4BBB-A967-E7629DF8259B}"/>
          </ac:spMkLst>
        </pc:spChg>
        <pc:spChg chg="mod">
          <ac:chgData name="Leo Forkert" userId="da1de3ce-c07d-4b34-ace5-d498b85e34a7" providerId="ADAL" clId="{72F1D1D0-B7AF-4FDA-A997-14AACD53D242}" dt="2023-10-18T10:03:35.674" v="775" actId="207"/>
          <ac:spMkLst>
            <pc:docMk/>
            <pc:sldMk cId="2779831431" sldId="2147473383"/>
            <ac:spMk id="29" creationId="{F46A4DA9-74E2-4157-8DD9-93684ED50704}"/>
          </ac:spMkLst>
        </pc:spChg>
        <pc:spChg chg="mod">
          <ac:chgData name="Leo Forkert" userId="da1de3ce-c07d-4b34-ace5-d498b85e34a7" providerId="ADAL" clId="{72F1D1D0-B7AF-4FDA-A997-14AACD53D242}" dt="2023-10-18T10:03:35.674" v="775" actId="207"/>
          <ac:spMkLst>
            <pc:docMk/>
            <pc:sldMk cId="2779831431" sldId="2147473383"/>
            <ac:spMk id="30" creationId="{7DCE1964-D04F-4303-9D60-C2931109CC49}"/>
          </ac:spMkLst>
        </pc:spChg>
        <pc:spChg chg="mod">
          <ac:chgData name="Leo Forkert" userId="da1de3ce-c07d-4b34-ace5-d498b85e34a7" providerId="ADAL" clId="{72F1D1D0-B7AF-4FDA-A997-14AACD53D242}" dt="2023-10-18T10:03:35.674" v="775" actId="207"/>
          <ac:spMkLst>
            <pc:docMk/>
            <pc:sldMk cId="2779831431" sldId="2147473383"/>
            <ac:spMk id="31" creationId="{EA899EA4-C48A-438B-AE26-C0CEB51FDC84}"/>
          </ac:spMkLst>
        </pc:spChg>
      </pc:sldChg>
      <pc:sldChg chg="modSp mod">
        <pc:chgData name="Leo Forkert" userId="da1de3ce-c07d-4b34-ace5-d498b85e34a7" providerId="ADAL" clId="{72F1D1D0-B7AF-4FDA-A997-14AACD53D242}" dt="2023-10-18T09:35:06.824" v="716" actId="207"/>
        <pc:sldMkLst>
          <pc:docMk/>
          <pc:sldMk cId="2493172445" sldId="2147473384"/>
        </pc:sldMkLst>
        <pc:spChg chg="mod">
          <ac:chgData name="Leo Forkert" userId="da1de3ce-c07d-4b34-ace5-d498b85e34a7" providerId="ADAL" clId="{72F1D1D0-B7AF-4FDA-A997-14AACD53D242}" dt="2023-10-18T09:35:06.824" v="716" actId="207"/>
          <ac:spMkLst>
            <pc:docMk/>
            <pc:sldMk cId="2493172445" sldId="2147473384"/>
            <ac:spMk id="3" creationId="{116F2A4D-D0E2-A211-4CDB-B940FC0ADFCD}"/>
          </ac:spMkLst>
        </pc:spChg>
        <pc:spChg chg="mod">
          <ac:chgData name="Leo Forkert" userId="da1de3ce-c07d-4b34-ace5-d498b85e34a7" providerId="ADAL" clId="{72F1D1D0-B7AF-4FDA-A997-14AACD53D242}" dt="2023-10-18T09:34:37.047" v="713" actId="207"/>
          <ac:spMkLst>
            <pc:docMk/>
            <pc:sldMk cId="2493172445" sldId="2147473384"/>
            <ac:spMk id="4" creationId="{598A55DD-28B5-0265-ED94-C944766D128A}"/>
          </ac:spMkLst>
        </pc:spChg>
        <pc:spChg chg="mod">
          <ac:chgData name="Leo Forkert" userId="da1de3ce-c07d-4b34-ace5-d498b85e34a7" providerId="ADAL" clId="{72F1D1D0-B7AF-4FDA-A997-14AACD53D242}" dt="2023-10-18T09:34:55.378" v="715" actId="12"/>
          <ac:spMkLst>
            <pc:docMk/>
            <pc:sldMk cId="2493172445" sldId="2147473384"/>
            <ac:spMk id="5" creationId="{B9113AAB-162B-4AA4-9CE8-EACFF34BF9E3}"/>
          </ac:spMkLst>
        </pc:spChg>
        <pc:spChg chg="mod">
          <ac:chgData name="Leo Forkert" userId="da1de3ce-c07d-4b34-ace5-d498b85e34a7" providerId="ADAL" clId="{72F1D1D0-B7AF-4FDA-A997-14AACD53D242}" dt="2023-10-18T09:34:42.035" v="714" actId="208"/>
          <ac:spMkLst>
            <pc:docMk/>
            <pc:sldMk cId="2493172445" sldId="2147473384"/>
            <ac:spMk id="12" creationId="{92D25A23-7CED-07DF-B035-F60FFD836377}"/>
          </ac:spMkLst>
        </pc:spChg>
        <pc:spChg chg="mod">
          <ac:chgData name="Leo Forkert" userId="da1de3ce-c07d-4b34-ace5-d498b85e34a7" providerId="ADAL" clId="{72F1D1D0-B7AF-4FDA-A997-14AACD53D242}" dt="2023-10-18T09:34:33.195" v="712" actId="207"/>
          <ac:spMkLst>
            <pc:docMk/>
            <pc:sldMk cId="2493172445" sldId="2147473384"/>
            <ac:spMk id="13" creationId="{F9D99BAC-BA71-97E5-59EF-10A2F0C93482}"/>
          </ac:spMkLst>
        </pc:spChg>
      </pc:sldChg>
      <pc:sldChg chg="modSp mod">
        <pc:chgData name="Leo Forkert" userId="da1de3ce-c07d-4b34-ace5-d498b85e34a7" providerId="ADAL" clId="{72F1D1D0-B7AF-4FDA-A997-14AACD53D242}" dt="2023-10-18T10:19:06.933" v="882" actId="14100"/>
        <pc:sldMkLst>
          <pc:docMk/>
          <pc:sldMk cId="4252491288" sldId="2147473386"/>
        </pc:sldMkLst>
        <pc:spChg chg="mod">
          <ac:chgData name="Leo Forkert" userId="da1de3ce-c07d-4b34-ace5-d498b85e34a7" providerId="ADAL" clId="{72F1D1D0-B7AF-4FDA-A997-14AACD53D242}" dt="2023-10-17T10:00:18.313" v="599" actId="207"/>
          <ac:spMkLst>
            <pc:docMk/>
            <pc:sldMk cId="4252491288" sldId="2147473386"/>
            <ac:spMk id="2" creationId="{3BF0A438-4080-E071-FB97-4821F8AF9F04}"/>
          </ac:spMkLst>
        </pc:spChg>
        <pc:spChg chg="mod">
          <ac:chgData name="Leo Forkert" userId="da1de3ce-c07d-4b34-ace5-d498b85e34a7" providerId="ADAL" clId="{72F1D1D0-B7AF-4FDA-A997-14AACD53D242}" dt="2023-10-18T10:18:36.938" v="874" actId="14100"/>
          <ac:spMkLst>
            <pc:docMk/>
            <pc:sldMk cId="4252491288" sldId="2147473386"/>
            <ac:spMk id="12" creationId="{15646F31-20C8-A2B0-F92C-7CD461663197}"/>
          </ac:spMkLst>
        </pc:spChg>
        <pc:spChg chg="mod">
          <ac:chgData name="Leo Forkert" userId="da1de3ce-c07d-4b34-ace5-d498b85e34a7" providerId="ADAL" clId="{72F1D1D0-B7AF-4FDA-A997-14AACD53D242}" dt="2023-10-18T10:18:14.220" v="869" actId="14100"/>
          <ac:spMkLst>
            <pc:docMk/>
            <pc:sldMk cId="4252491288" sldId="2147473386"/>
            <ac:spMk id="13" creationId="{0BE5697B-4EDA-E669-96D2-2BCC07DAB94C}"/>
          </ac:spMkLst>
        </pc:spChg>
        <pc:spChg chg="mod">
          <ac:chgData name="Leo Forkert" userId="da1de3ce-c07d-4b34-ace5-d498b85e34a7" providerId="ADAL" clId="{72F1D1D0-B7AF-4FDA-A997-14AACD53D242}" dt="2023-10-18T10:19:04.105" v="881" actId="14100"/>
          <ac:spMkLst>
            <pc:docMk/>
            <pc:sldMk cId="4252491288" sldId="2147473386"/>
            <ac:spMk id="14" creationId="{2C4B883E-6139-6E6A-C435-551AC5F5C8AE}"/>
          </ac:spMkLst>
        </pc:spChg>
        <pc:spChg chg="mod">
          <ac:chgData name="Leo Forkert" userId="da1de3ce-c07d-4b34-ace5-d498b85e34a7" providerId="ADAL" clId="{72F1D1D0-B7AF-4FDA-A997-14AACD53D242}" dt="2023-10-18T10:07:18.877" v="817" actId="14100"/>
          <ac:spMkLst>
            <pc:docMk/>
            <pc:sldMk cId="4252491288" sldId="2147473386"/>
            <ac:spMk id="16" creationId="{26F88966-EDE0-25C7-D431-B5128D5B832E}"/>
          </ac:spMkLst>
        </pc:spChg>
        <pc:spChg chg="mod">
          <ac:chgData name="Leo Forkert" userId="da1de3ce-c07d-4b34-ace5-d498b85e34a7" providerId="ADAL" clId="{72F1D1D0-B7AF-4FDA-A997-14AACD53D242}" dt="2023-10-18T10:05:03.076" v="791" actId="14100"/>
          <ac:spMkLst>
            <pc:docMk/>
            <pc:sldMk cId="4252491288" sldId="2147473386"/>
            <ac:spMk id="19" creationId="{756720C3-03D4-F57F-D000-57B3CDEEA496}"/>
          </ac:spMkLst>
        </pc:spChg>
        <pc:spChg chg="mod">
          <ac:chgData name="Leo Forkert" userId="da1de3ce-c07d-4b34-ace5-d498b85e34a7" providerId="ADAL" clId="{72F1D1D0-B7AF-4FDA-A997-14AACD53D242}" dt="2023-10-18T10:06:33.905" v="811" actId="1035"/>
          <ac:spMkLst>
            <pc:docMk/>
            <pc:sldMk cId="4252491288" sldId="2147473386"/>
            <ac:spMk id="23" creationId="{A673E02C-6EFB-47D8-E79D-13DEE065E200}"/>
          </ac:spMkLst>
        </pc:spChg>
        <pc:spChg chg="mod">
          <ac:chgData name="Leo Forkert" userId="da1de3ce-c07d-4b34-ace5-d498b85e34a7" providerId="ADAL" clId="{72F1D1D0-B7AF-4FDA-A997-14AACD53D242}" dt="2023-10-18T10:18:32.923" v="873" actId="14100"/>
          <ac:spMkLst>
            <pc:docMk/>
            <pc:sldMk cId="4252491288" sldId="2147473386"/>
            <ac:spMk id="24" creationId="{8AA55ED2-E815-8E9E-5A0D-597B1173DC46}"/>
          </ac:spMkLst>
        </pc:spChg>
        <pc:spChg chg="mod">
          <ac:chgData name="Leo Forkert" userId="da1de3ce-c07d-4b34-ace5-d498b85e34a7" providerId="ADAL" clId="{72F1D1D0-B7AF-4FDA-A997-14AACD53D242}" dt="2023-10-18T10:17:45.224" v="864" actId="14100"/>
          <ac:spMkLst>
            <pc:docMk/>
            <pc:sldMk cId="4252491288" sldId="2147473386"/>
            <ac:spMk id="25" creationId="{00B66D1A-8488-AF6B-3A48-C7B0B5DC03D0}"/>
          </ac:spMkLst>
        </pc:spChg>
        <pc:spChg chg="mod">
          <ac:chgData name="Leo Forkert" userId="da1de3ce-c07d-4b34-ace5-d498b85e34a7" providerId="ADAL" clId="{72F1D1D0-B7AF-4FDA-A997-14AACD53D242}" dt="2023-10-18T10:07:47.010" v="821" actId="14100"/>
          <ac:spMkLst>
            <pc:docMk/>
            <pc:sldMk cId="4252491288" sldId="2147473386"/>
            <ac:spMk id="26" creationId="{DA2C0A13-E074-110E-EBCD-E369D7110499}"/>
          </ac:spMkLst>
        </pc:spChg>
        <pc:spChg chg="mod">
          <ac:chgData name="Leo Forkert" userId="da1de3ce-c07d-4b34-ace5-d498b85e34a7" providerId="ADAL" clId="{72F1D1D0-B7AF-4FDA-A997-14AACD53D242}" dt="2023-10-18T10:19:01.535" v="880" actId="14100"/>
          <ac:spMkLst>
            <pc:docMk/>
            <pc:sldMk cId="4252491288" sldId="2147473386"/>
            <ac:spMk id="28" creationId="{B666779B-4EB3-42BD-529A-A60FA6FDD707}"/>
          </ac:spMkLst>
        </pc:spChg>
        <pc:spChg chg="mod">
          <ac:chgData name="Leo Forkert" userId="da1de3ce-c07d-4b34-ace5-d498b85e34a7" providerId="ADAL" clId="{72F1D1D0-B7AF-4FDA-A997-14AACD53D242}" dt="2023-10-18T10:18:44.370" v="877" actId="14100"/>
          <ac:spMkLst>
            <pc:docMk/>
            <pc:sldMk cId="4252491288" sldId="2147473386"/>
            <ac:spMk id="29" creationId="{378E78C6-F476-38C5-6EE8-11DD2ACB1499}"/>
          </ac:spMkLst>
        </pc:spChg>
        <pc:spChg chg="mod">
          <ac:chgData name="Leo Forkert" userId="da1de3ce-c07d-4b34-ace5-d498b85e34a7" providerId="ADAL" clId="{72F1D1D0-B7AF-4FDA-A997-14AACD53D242}" dt="2023-10-18T10:18:54.323" v="879" actId="14100"/>
          <ac:spMkLst>
            <pc:docMk/>
            <pc:sldMk cId="4252491288" sldId="2147473386"/>
            <ac:spMk id="30" creationId="{D11A070A-5EEC-DF88-F472-7987ACA8236B}"/>
          </ac:spMkLst>
        </pc:spChg>
        <pc:spChg chg="mod">
          <ac:chgData name="Leo Forkert" userId="da1de3ce-c07d-4b34-ace5-d498b85e34a7" providerId="ADAL" clId="{72F1D1D0-B7AF-4FDA-A997-14AACD53D242}" dt="2023-10-18T10:18:20.929" v="870" actId="14100"/>
          <ac:spMkLst>
            <pc:docMk/>
            <pc:sldMk cId="4252491288" sldId="2147473386"/>
            <ac:spMk id="31" creationId="{3F1A883D-4DA9-8DB7-41E8-20F57815ECA8}"/>
          </ac:spMkLst>
        </pc:spChg>
        <pc:spChg chg="mod">
          <ac:chgData name="Leo Forkert" userId="da1de3ce-c07d-4b34-ace5-d498b85e34a7" providerId="ADAL" clId="{72F1D1D0-B7AF-4FDA-A997-14AACD53D242}" dt="2023-10-18T10:19:06.933" v="882" actId="14100"/>
          <ac:spMkLst>
            <pc:docMk/>
            <pc:sldMk cId="4252491288" sldId="2147473386"/>
            <ac:spMk id="32" creationId="{029B438F-6238-EDDB-50CA-DA9DF87AB6C9}"/>
          </ac:spMkLst>
        </pc:spChg>
        <pc:spChg chg="mod">
          <ac:chgData name="Leo Forkert" userId="da1de3ce-c07d-4b34-ace5-d498b85e34a7" providerId="ADAL" clId="{72F1D1D0-B7AF-4FDA-A997-14AACD53D242}" dt="2023-10-18T10:06:33.905" v="811" actId="1035"/>
          <ac:spMkLst>
            <pc:docMk/>
            <pc:sldMk cId="4252491288" sldId="2147473386"/>
            <ac:spMk id="33" creationId="{D76A6F1C-614E-17D0-ABFA-F281A32E8E00}"/>
          </ac:spMkLst>
        </pc:spChg>
        <pc:cxnChg chg="mod">
          <ac:chgData name="Leo Forkert" userId="da1de3ce-c07d-4b34-ace5-d498b85e34a7" providerId="ADAL" clId="{72F1D1D0-B7AF-4FDA-A997-14AACD53D242}" dt="2023-10-18T10:07:18.877" v="817" actId="14100"/>
          <ac:cxnSpMkLst>
            <pc:docMk/>
            <pc:sldMk cId="4252491288" sldId="2147473386"/>
            <ac:cxnSpMk id="17" creationId="{31D58737-6BFA-B672-2B32-F81C9CFA69E3}"/>
          </ac:cxnSpMkLst>
        </pc:cxnChg>
        <pc:cxnChg chg="mod">
          <ac:chgData name="Leo Forkert" userId="da1de3ce-c07d-4b34-ace5-d498b85e34a7" providerId="ADAL" clId="{72F1D1D0-B7AF-4FDA-A997-14AACD53D242}" dt="2023-10-18T10:06:28.115" v="808" actId="1035"/>
          <ac:cxnSpMkLst>
            <pc:docMk/>
            <pc:sldMk cId="4252491288" sldId="2147473386"/>
            <ac:cxnSpMk id="20" creationId="{B3AF6A28-4A27-0A79-D9A9-16140F7A4AC1}"/>
          </ac:cxnSpMkLst>
        </pc:cxnChg>
        <pc:cxnChg chg="mod">
          <ac:chgData name="Leo Forkert" userId="da1de3ce-c07d-4b34-ace5-d498b85e34a7" providerId="ADAL" clId="{72F1D1D0-B7AF-4FDA-A997-14AACD53D242}" dt="2023-10-18T10:07:48.880" v="822" actId="14100"/>
          <ac:cxnSpMkLst>
            <pc:docMk/>
            <pc:sldMk cId="4252491288" sldId="2147473386"/>
            <ac:cxnSpMk id="27" creationId="{66BB70D3-9E75-87F2-48A3-D6DD234E277B}"/>
          </ac:cxnSpMkLst>
        </pc:cxnChg>
      </pc:sldChg>
      <pc:sldChg chg="modSp mod">
        <pc:chgData name="Leo Forkert" userId="da1de3ce-c07d-4b34-ace5-d498b85e34a7" providerId="ADAL" clId="{72F1D1D0-B7AF-4FDA-A997-14AACD53D242}" dt="2023-10-18T09:35:44.328" v="717" actId="207"/>
        <pc:sldMkLst>
          <pc:docMk/>
          <pc:sldMk cId="2944917257" sldId="2147473387"/>
        </pc:sldMkLst>
        <pc:graphicFrameChg chg="modGraphic">
          <ac:chgData name="Leo Forkert" userId="da1de3ce-c07d-4b34-ace5-d498b85e34a7" providerId="ADAL" clId="{72F1D1D0-B7AF-4FDA-A997-14AACD53D242}" dt="2023-10-18T09:35:44.328" v="717" actId="207"/>
          <ac:graphicFrameMkLst>
            <pc:docMk/>
            <pc:sldMk cId="2944917257" sldId="2147473387"/>
            <ac:graphicFrameMk id="4" creationId="{C06B5E40-968C-C5BB-85F2-DD53FCD79E66}"/>
          </ac:graphicFrameMkLst>
        </pc:graphicFrameChg>
      </pc:sldChg>
      <pc:sldChg chg="modSp mod">
        <pc:chgData name="Leo Forkert" userId="da1de3ce-c07d-4b34-ace5-d498b85e34a7" providerId="ADAL" clId="{72F1D1D0-B7AF-4FDA-A997-14AACD53D242}" dt="2023-10-18T09:41:47.547" v="738" actId="12"/>
        <pc:sldMkLst>
          <pc:docMk/>
          <pc:sldMk cId="3486956298" sldId="2147473391"/>
        </pc:sldMkLst>
        <pc:spChg chg="mod">
          <ac:chgData name="Leo Forkert" userId="da1de3ce-c07d-4b34-ace5-d498b85e34a7" providerId="ADAL" clId="{72F1D1D0-B7AF-4FDA-A997-14AACD53D242}" dt="2023-10-18T09:41:25.117" v="735" actId="12"/>
          <ac:spMkLst>
            <pc:docMk/>
            <pc:sldMk cId="3486956298" sldId="2147473391"/>
            <ac:spMk id="7" creationId="{85D7226B-187D-FE83-5249-B757A8DB3438}"/>
          </ac:spMkLst>
        </pc:spChg>
        <pc:spChg chg="mod">
          <ac:chgData name="Leo Forkert" userId="da1de3ce-c07d-4b34-ace5-d498b85e34a7" providerId="ADAL" clId="{72F1D1D0-B7AF-4FDA-A997-14AACD53D242}" dt="2023-10-18T09:39:23.511" v="729" actId="207"/>
          <ac:spMkLst>
            <pc:docMk/>
            <pc:sldMk cId="3486956298" sldId="2147473391"/>
            <ac:spMk id="20" creationId="{CBB1C5AD-F59E-684F-5164-80759296BAEB}"/>
          </ac:spMkLst>
        </pc:spChg>
        <pc:spChg chg="mod">
          <ac:chgData name="Leo Forkert" userId="da1de3ce-c07d-4b34-ace5-d498b85e34a7" providerId="ADAL" clId="{72F1D1D0-B7AF-4FDA-A997-14AACD53D242}" dt="2023-10-18T09:41:32.845" v="736" actId="12"/>
          <ac:spMkLst>
            <pc:docMk/>
            <pc:sldMk cId="3486956298" sldId="2147473391"/>
            <ac:spMk id="21" creationId="{11C6D5C3-3437-18E3-8F62-473A68D91FA4}"/>
          </ac:spMkLst>
        </pc:spChg>
        <pc:spChg chg="mod">
          <ac:chgData name="Leo Forkert" userId="da1de3ce-c07d-4b34-ace5-d498b85e34a7" providerId="ADAL" clId="{72F1D1D0-B7AF-4FDA-A997-14AACD53D242}" dt="2023-10-18T09:41:41.426" v="737" actId="12"/>
          <ac:spMkLst>
            <pc:docMk/>
            <pc:sldMk cId="3486956298" sldId="2147473391"/>
            <ac:spMk id="27" creationId="{731DDCD8-181C-2C19-41EC-C424B4D0D518}"/>
          </ac:spMkLst>
        </pc:spChg>
        <pc:spChg chg="mod">
          <ac:chgData name="Leo Forkert" userId="da1de3ce-c07d-4b34-ace5-d498b85e34a7" providerId="ADAL" clId="{72F1D1D0-B7AF-4FDA-A997-14AACD53D242}" dt="2023-10-18T09:41:47.547" v="738" actId="12"/>
          <ac:spMkLst>
            <pc:docMk/>
            <pc:sldMk cId="3486956298" sldId="2147473391"/>
            <ac:spMk id="33" creationId="{8D8BE9CD-D670-1761-8E5E-C989C4313795}"/>
          </ac:spMkLst>
        </pc:spChg>
        <pc:spChg chg="mod">
          <ac:chgData name="Leo Forkert" userId="da1de3ce-c07d-4b34-ace5-d498b85e34a7" providerId="ADAL" clId="{72F1D1D0-B7AF-4FDA-A997-14AACD53D242}" dt="2023-10-18T09:41:13.062" v="734" actId="12"/>
          <ac:spMkLst>
            <pc:docMk/>
            <pc:sldMk cId="3486956298" sldId="2147473391"/>
            <ac:spMk id="39" creationId="{82F760F3-8D82-45F0-4582-B922F05CEA77}"/>
          </ac:spMkLst>
        </pc:spChg>
        <pc:spChg chg="mod">
          <ac:chgData name="Leo Forkert" userId="da1de3ce-c07d-4b34-ace5-d498b85e34a7" providerId="ADAL" clId="{72F1D1D0-B7AF-4FDA-A997-14AACD53D242}" dt="2023-10-18T09:40:41.826" v="732" actId="14100"/>
          <ac:spMkLst>
            <pc:docMk/>
            <pc:sldMk cId="3486956298" sldId="2147473391"/>
            <ac:spMk id="53" creationId="{D9BF294B-F08D-79A3-E78E-81F93ED40065}"/>
          </ac:spMkLst>
        </pc:spChg>
        <pc:picChg chg="mod">
          <ac:chgData name="Leo Forkert" userId="da1de3ce-c07d-4b34-ace5-d498b85e34a7" providerId="ADAL" clId="{72F1D1D0-B7AF-4FDA-A997-14AACD53D242}" dt="2023-10-18T09:39:23.511" v="729" actId="207"/>
          <ac:picMkLst>
            <pc:docMk/>
            <pc:sldMk cId="3486956298" sldId="2147473391"/>
            <ac:picMk id="42" creationId="{BF50E4A1-34B1-812A-CA0B-B8DB533C9575}"/>
          </ac:picMkLst>
        </pc:picChg>
        <pc:picChg chg="mod">
          <ac:chgData name="Leo Forkert" userId="da1de3ce-c07d-4b34-ace5-d498b85e34a7" providerId="ADAL" clId="{72F1D1D0-B7AF-4FDA-A997-14AACD53D242}" dt="2023-10-18T09:39:23.511" v="729" actId="207"/>
          <ac:picMkLst>
            <pc:docMk/>
            <pc:sldMk cId="3486956298" sldId="2147473391"/>
            <ac:picMk id="44" creationId="{34DFD9B4-C304-E626-55EF-EB1FDA4872A5}"/>
          </ac:picMkLst>
        </pc:picChg>
        <pc:picChg chg="mod">
          <ac:chgData name="Leo Forkert" userId="da1de3ce-c07d-4b34-ace5-d498b85e34a7" providerId="ADAL" clId="{72F1D1D0-B7AF-4FDA-A997-14AACD53D242}" dt="2023-10-18T09:39:23.511" v="729" actId="207"/>
          <ac:picMkLst>
            <pc:docMk/>
            <pc:sldMk cId="3486956298" sldId="2147473391"/>
            <ac:picMk id="46" creationId="{A5753F56-2E6C-A147-BECC-1BAFE0995FF3}"/>
          </ac:picMkLst>
        </pc:picChg>
        <pc:picChg chg="mod">
          <ac:chgData name="Leo Forkert" userId="da1de3ce-c07d-4b34-ace5-d498b85e34a7" providerId="ADAL" clId="{72F1D1D0-B7AF-4FDA-A997-14AACD53D242}" dt="2023-10-18T09:40:56.829" v="733" actId="207"/>
          <ac:picMkLst>
            <pc:docMk/>
            <pc:sldMk cId="3486956298" sldId="2147473391"/>
            <ac:picMk id="48" creationId="{3712E79B-CB60-5149-BAF8-C6253FB18B37}"/>
          </ac:picMkLst>
        </pc:picChg>
      </pc:sldChg>
      <pc:sldChg chg="modSp mod">
        <pc:chgData name="Leo Forkert" userId="da1de3ce-c07d-4b34-ace5-d498b85e34a7" providerId="ADAL" clId="{72F1D1D0-B7AF-4FDA-A997-14AACD53D242}" dt="2023-10-18T09:43:07.495" v="749" actId="207"/>
        <pc:sldMkLst>
          <pc:docMk/>
          <pc:sldMk cId="1434147672" sldId="2147473392"/>
        </pc:sldMkLst>
        <pc:spChg chg="mod">
          <ac:chgData name="Leo Forkert" userId="da1de3ce-c07d-4b34-ace5-d498b85e34a7" providerId="ADAL" clId="{72F1D1D0-B7AF-4FDA-A997-14AACD53D242}" dt="2023-10-18T09:42:43.237" v="746" actId="207"/>
          <ac:spMkLst>
            <pc:docMk/>
            <pc:sldMk cId="1434147672" sldId="2147473392"/>
            <ac:spMk id="2" creationId="{BE257137-7FB6-4549-8431-2A26F9EB6BCB}"/>
          </ac:spMkLst>
        </pc:spChg>
        <pc:spChg chg="mod">
          <ac:chgData name="Leo Forkert" userId="da1de3ce-c07d-4b34-ace5-d498b85e34a7" providerId="ADAL" clId="{72F1D1D0-B7AF-4FDA-A997-14AACD53D242}" dt="2023-10-18T09:42:34.473" v="745" actId="207"/>
          <ac:spMkLst>
            <pc:docMk/>
            <pc:sldMk cId="1434147672" sldId="2147473392"/>
            <ac:spMk id="5" creationId="{1598BC65-ACEC-4B87-BEF2-D6020C5A0686}"/>
          </ac:spMkLst>
        </pc:spChg>
        <pc:spChg chg="mod">
          <ac:chgData name="Leo Forkert" userId="da1de3ce-c07d-4b34-ace5-d498b85e34a7" providerId="ADAL" clId="{72F1D1D0-B7AF-4FDA-A997-14AACD53D242}" dt="2023-10-18T09:42:51.652" v="747" actId="207"/>
          <ac:spMkLst>
            <pc:docMk/>
            <pc:sldMk cId="1434147672" sldId="2147473392"/>
            <ac:spMk id="7" creationId="{6F5A05FD-DE96-6A34-7A96-E53F0A932F68}"/>
          </ac:spMkLst>
        </pc:spChg>
        <pc:spChg chg="mod">
          <ac:chgData name="Leo Forkert" userId="da1de3ce-c07d-4b34-ace5-d498b85e34a7" providerId="ADAL" clId="{72F1D1D0-B7AF-4FDA-A997-14AACD53D242}" dt="2023-10-18T09:43:07.495" v="749" actId="207"/>
          <ac:spMkLst>
            <pc:docMk/>
            <pc:sldMk cId="1434147672" sldId="2147473392"/>
            <ac:spMk id="11" creationId="{35E5BA4D-6725-496D-9C2D-CD54621F25C1}"/>
          </ac:spMkLst>
        </pc:spChg>
        <pc:graphicFrameChg chg="modGraphic">
          <ac:chgData name="Leo Forkert" userId="da1de3ce-c07d-4b34-ace5-d498b85e34a7" providerId="ADAL" clId="{72F1D1D0-B7AF-4FDA-A997-14AACD53D242}" dt="2023-10-18T09:42:04.212" v="739" actId="207"/>
          <ac:graphicFrameMkLst>
            <pc:docMk/>
            <pc:sldMk cId="1434147672" sldId="2147473392"/>
            <ac:graphicFrameMk id="4" creationId="{C06B5E40-968C-C5BB-85F2-DD53FCD79E66}"/>
          </ac:graphicFrameMkLst>
        </pc:graphicFrameChg>
      </pc:sldChg>
      <pc:sldChg chg="modSp mod">
        <pc:chgData name="Leo Forkert" userId="da1de3ce-c07d-4b34-ace5-d498b85e34a7" providerId="ADAL" clId="{72F1D1D0-B7AF-4FDA-A997-14AACD53D242}" dt="2023-10-18T09:38:23.060" v="728" actId="207"/>
        <pc:sldMkLst>
          <pc:docMk/>
          <pc:sldMk cId="4259102888" sldId="2147473400"/>
        </pc:sldMkLst>
        <pc:spChg chg="mod">
          <ac:chgData name="Leo Forkert" userId="da1de3ce-c07d-4b34-ace5-d498b85e34a7" providerId="ADAL" clId="{72F1D1D0-B7AF-4FDA-A997-14AACD53D242}" dt="2023-10-18T09:38:23.060" v="728" actId="207"/>
          <ac:spMkLst>
            <pc:docMk/>
            <pc:sldMk cId="4259102888" sldId="2147473400"/>
            <ac:spMk id="8" creationId="{82EDAD35-D67C-C36E-D342-819B62512518}"/>
          </ac:spMkLst>
        </pc:spChg>
      </pc:sldChg>
      <pc:sldChg chg="modSp mod">
        <pc:chgData name="Leo Forkert" userId="da1de3ce-c07d-4b34-ace5-d498b85e34a7" providerId="ADAL" clId="{72F1D1D0-B7AF-4FDA-A997-14AACD53D242}" dt="2023-10-18T09:45:07.293" v="768" actId="207"/>
        <pc:sldMkLst>
          <pc:docMk/>
          <pc:sldMk cId="1362541413" sldId="2147473404"/>
        </pc:sldMkLst>
        <pc:spChg chg="mod">
          <ac:chgData name="Leo Forkert" userId="da1de3ce-c07d-4b34-ace5-d498b85e34a7" providerId="ADAL" clId="{72F1D1D0-B7AF-4FDA-A997-14AACD53D242}" dt="2023-10-18T09:45:07.293" v="768" actId="207"/>
          <ac:spMkLst>
            <pc:docMk/>
            <pc:sldMk cId="1362541413" sldId="2147473404"/>
            <ac:spMk id="11" creationId="{35E5BA4D-6725-496D-9C2D-CD54621F25C1}"/>
          </ac:spMkLst>
        </pc:spChg>
        <pc:graphicFrameChg chg="modGraphic">
          <ac:chgData name="Leo Forkert" userId="da1de3ce-c07d-4b34-ace5-d498b85e34a7" providerId="ADAL" clId="{72F1D1D0-B7AF-4FDA-A997-14AACD53D242}" dt="2023-10-18T09:44:46.736" v="766" actId="207"/>
          <ac:graphicFrameMkLst>
            <pc:docMk/>
            <pc:sldMk cId="1362541413" sldId="2147473404"/>
            <ac:graphicFrameMk id="14" creationId="{2416841A-6328-40F7-A63E-A49F72CF0A44}"/>
          </ac:graphicFrameMkLst>
        </pc:graphicFrameChg>
      </pc:sldChg>
      <pc:sldChg chg="modSp add mod ord">
        <pc:chgData name="Leo Forkert" userId="da1de3ce-c07d-4b34-ace5-d498b85e34a7" providerId="ADAL" clId="{72F1D1D0-B7AF-4FDA-A997-14AACD53D242}" dt="2023-10-18T09:36:50.437" v="721" actId="2085"/>
        <pc:sldMkLst>
          <pc:docMk/>
          <pc:sldMk cId="2296422411" sldId="2147473406"/>
        </pc:sldMkLst>
        <pc:spChg chg="mod">
          <ac:chgData name="Leo Forkert" userId="da1de3ce-c07d-4b34-ace5-d498b85e34a7" providerId="ADAL" clId="{72F1D1D0-B7AF-4FDA-A997-14AACD53D242}" dt="2023-10-18T09:36:50.437" v="721" actId="2085"/>
          <ac:spMkLst>
            <pc:docMk/>
            <pc:sldMk cId="2296422411" sldId="2147473406"/>
            <ac:spMk id="6" creationId="{5253E8EB-6D77-6890-0E26-38C36098B44A}"/>
          </ac:spMkLst>
        </pc:spChg>
        <pc:spChg chg="mod">
          <ac:chgData name="Leo Forkert" userId="da1de3ce-c07d-4b34-ace5-d498b85e34a7" providerId="ADAL" clId="{72F1D1D0-B7AF-4FDA-A997-14AACD53D242}" dt="2023-10-13T09:16:28.064" v="318" actId="207"/>
          <ac:spMkLst>
            <pc:docMk/>
            <pc:sldMk cId="2296422411" sldId="2147473406"/>
            <ac:spMk id="25" creationId="{6111ACA2-7F60-6319-A200-E850B3830C1C}"/>
          </ac:spMkLst>
        </pc:spChg>
        <pc:spChg chg="mod">
          <ac:chgData name="Leo Forkert" userId="da1de3ce-c07d-4b34-ace5-d498b85e34a7" providerId="ADAL" clId="{72F1D1D0-B7AF-4FDA-A997-14AACD53D242}" dt="2023-10-13T09:16:28.064" v="318" actId="207"/>
          <ac:spMkLst>
            <pc:docMk/>
            <pc:sldMk cId="2296422411" sldId="2147473406"/>
            <ac:spMk id="37" creationId="{50211716-9F04-F84A-7B70-B4AA2F819464}"/>
          </ac:spMkLst>
        </pc:spChg>
        <pc:grpChg chg="mod">
          <ac:chgData name="Leo Forkert" userId="da1de3ce-c07d-4b34-ace5-d498b85e34a7" providerId="ADAL" clId="{72F1D1D0-B7AF-4FDA-A997-14AACD53D242}" dt="2023-10-13T09:16:28.064" v="318" actId="207"/>
          <ac:grpSpMkLst>
            <pc:docMk/>
            <pc:sldMk cId="2296422411" sldId="2147473406"/>
            <ac:grpSpMk id="38" creationId="{8553548C-D179-DA2B-DE29-9E427D9C9EA0}"/>
          </ac:grpSpMkLst>
        </pc:grpChg>
      </pc:sldChg>
      <pc:sldChg chg="add del">
        <pc:chgData name="Leo Forkert" userId="da1de3ce-c07d-4b34-ace5-d498b85e34a7" providerId="ADAL" clId="{72F1D1D0-B7AF-4FDA-A997-14AACD53D242}" dt="2023-10-13T10:02:34.841" v="364"/>
        <pc:sldMkLst>
          <pc:docMk/>
          <pc:sldMk cId="903355051" sldId="2147473407"/>
        </pc:sldMkLst>
      </pc:sldChg>
      <pc:sldChg chg="add del">
        <pc:chgData name="Leo Forkert" userId="da1de3ce-c07d-4b34-ace5-d498b85e34a7" providerId="ADAL" clId="{72F1D1D0-B7AF-4FDA-A997-14AACD53D242}" dt="2023-10-13T10:02:31.865" v="362"/>
        <pc:sldMkLst>
          <pc:docMk/>
          <pc:sldMk cId="1002704568" sldId="2147473407"/>
        </pc:sldMkLst>
      </pc:sldChg>
      <pc:sldChg chg="modSp add mod">
        <pc:chgData name="Leo Forkert" userId="da1de3ce-c07d-4b34-ace5-d498b85e34a7" providerId="ADAL" clId="{72F1D1D0-B7AF-4FDA-A997-14AACD53D242}" dt="2023-10-18T09:37:47.965" v="727" actId="207"/>
        <pc:sldMkLst>
          <pc:docMk/>
          <pc:sldMk cId="1449250683" sldId="2147473407"/>
        </pc:sldMkLst>
        <pc:spChg chg="mod">
          <ac:chgData name="Leo Forkert" userId="da1de3ce-c07d-4b34-ace5-d498b85e34a7" providerId="ADAL" clId="{72F1D1D0-B7AF-4FDA-A997-14AACD53D242}" dt="2023-10-18T09:36:45.386" v="720" actId="2085"/>
          <ac:spMkLst>
            <pc:docMk/>
            <pc:sldMk cId="1449250683" sldId="2147473407"/>
            <ac:spMk id="6" creationId="{5253E8EB-6D77-6890-0E26-38C36098B44A}"/>
          </ac:spMkLst>
        </pc:spChg>
        <pc:spChg chg="mod">
          <ac:chgData name="Leo Forkert" userId="da1de3ce-c07d-4b34-ace5-d498b85e34a7" providerId="ADAL" clId="{72F1D1D0-B7AF-4FDA-A997-14AACD53D242}" dt="2023-10-18T09:37:21.873" v="724" actId="207"/>
          <ac:spMkLst>
            <pc:docMk/>
            <pc:sldMk cId="1449250683" sldId="2147473407"/>
            <ac:spMk id="25" creationId="{6111ACA2-7F60-6319-A200-E850B3830C1C}"/>
          </ac:spMkLst>
        </pc:spChg>
        <pc:spChg chg="mod">
          <ac:chgData name="Leo Forkert" userId="da1de3ce-c07d-4b34-ace5-d498b85e34a7" providerId="ADAL" clId="{72F1D1D0-B7AF-4FDA-A997-14AACD53D242}" dt="2023-10-18T09:37:47.965" v="727" actId="207"/>
          <ac:spMkLst>
            <pc:docMk/>
            <pc:sldMk cId="1449250683" sldId="2147473407"/>
            <ac:spMk id="37" creationId="{50211716-9F04-F84A-7B70-B4AA2F819464}"/>
          </ac:spMkLst>
        </pc:spChg>
        <pc:spChg chg="mod">
          <ac:chgData name="Leo Forkert" userId="da1de3ce-c07d-4b34-ace5-d498b85e34a7" providerId="ADAL" clId="{72F1D1D0-B7AF-4FDA-A997-14AACD53D242}" dt="2023-10-18T09:37:15.708" v="723" actId="207"/>
          <ac:spMkLst>
            <pc:docMk/>
            <pc:sldMk cId="1449250683" sldId="2147473407"/>
            <ac:spMk id="65" creationId="{B912BCCA-0291-905D-AEA9-89EDCB80A095}"/>
          </ac:spMkLst>
        </pc:spChg>
        <pc:spChg chg="mod">
          <ac:chgData name="Leo Forkert" userId="da1de3ce-c07d-4b34-ace5-d498b85e34a7" providerId="ADAL" clId="{72F1D1D0-B7AF-4FDA-A997-14AACD53D242}" dt="2023-10-18T09:37:15.708" v="723" actId="207"/>
          <ac:spMkLst>
            <pc:docMk/>
            <pc:sldMk cId="1449250683" sldId="2147473407"/>
            <ac:spMk id="66" creationId="{145E5761-B7AC-CFC6-BF9F-8F98BF8B28F8}"/>
          </ac:spMkLst>
        </pc:spChg>
        <pc:grpChg chg="mod">
          <ac:chgData name="Leo Forkert" userId="da1de3ce-c07d-4b34-ace5-d498b85e34a7" providerId="ADAL" clId="{72F1D1D0-B7AF-4FDA-A997-14AACD53D242}" dt="2023-10-18T09:37:15.708" v="723" actId="207"/>
          <ac:grpSpMkLst>
            <pc:docMk/>
            <pc:sldMk cId="1449250683" sldId="2147473407"/>
            <ac:grpSpMk id="64" creationId="{CF66C594-F4CB-7450-7BF2-0FBA26145225}"/>
          </ac:grpSpMkLst>
        </pc:grpChg>
      </pc:sldChg>
      <pc:sldChg chg="addSp modSp add mod">
        <pc:chgData name="Leo Forkert" userId="da1de3ce-c07d-4b34-ace5-d498b85e34a7" providerId="ADAL" clId="{72F1D1D0-B7AF-4FDA-A997-14AACD53D242}" dt="2023-10-18T10:30:14.181" v="962" actId="1076"/>
        <pc:sldMkLst>
          <pc:docMk/>
          <pc:sldMk cId="3105798837" sldId="2147473408"/>
        </pc:sldMkLst>
        <pc:spChg chg="mod">
          <ac:chgData name="Leo Forkert" userId="da1de3ce-c07d-4b34-ace5-d498b85e34a7" providerId="ADAL" clId="{72F1D1D0-B7AF-4FDA-A997-14AACD53D242}" dt="2023-10-18T10:09:36.817" v="839" actId="20577"/>
          <ac:spMkLst>
            <pc:docMk/>
            <pc:sldMk cId="3105798837" sldId="2147473408"/>
            <ac:spMk id="3" creationId="{116F2A4D-D0E2-A211-4CDB-B940FC0ADFCD}"/>
          </ac:spMkLst>
        </pc:spChg>
        <pc:spChg chg="add mod">
          <ac:chgData name="Leo Forkert" userId="da1de3ce-c07d-4b34-ace5-d498b85e34a7" providerId="ADAL" clId="{72F1D1D0-B7AF-4FDA-A997-14AACD53D242}" dt="2023-10-18T10:09:46.890" v="840"/>
          <ac:spMkLst>
            <pc:docMk/>
            <pc:sldMk cId="3105798837" sldId="2147473408"/>
            <ac:spMk id="4" creationId="{8B4B289C-DF23-FCDA-CB95-1CA173179061}"/>
          </ac:spMkLst>
        </pc:spChg>
        <pc:spChg chg="add mod">
          <ac:chgData name="Leo Forkert" userId="da1de3ce-c07d-4b34-ace5-d498b85e34a7" providerId="ADAL" clId="{72F1D1D0-B7AF-4FDA-A997-14AACD53D242}" dt="2023-10-18T10:19:49.884" v="889" actId="571"/>
          <ac:spMkLst>
            <pc:docMk/>
            <pc:sldMk cId="3105798837" sldId="2147473408"/>
            <ac:spMk id="5" creationId="{ED3DF592-97D6-ABCF-C288-F74925E805E3}"/>
          </ac:spMkLst>
        </pc:spChg>
        <pc:spChg chg="add mod">
          <ac:chgData name="Leo Forkert" userId="da1de3ce-c07d-4b34-ace5-d498b85e34a7" providerId="ADAL" clId="{72F1D1D0-B7AF-4FDA-A997-14AACD53D242}" dt="2023-10-18T10:19:49.884" v="889" actId="571"/>
          <ac:spMkLst>
            <pc:docMk/>
            <pc:sldMk cId="3105798837" sldId="2147473408"/>
            <ac:spMk id="6" creationId="{D05DC9D8-49E2-5F1E-357E-10D22B33FE1A}"/>
          </ac:spMkLst>
        </pc:spChg>
        <pc:spChg chg="mod">
          <ac:chgData name="Leo Forkert" userId="da1de3ce-c07d-4b34-ace5-d498b85e34a7" providerId="ADAL" clId="{72F1D1D0-B7AF-4FDA-A997-14AACD53D242}" dt="2023-10-18T10:20:57.966" v="899" actId="14100"/>
          <ac:spMkLst>
            <pc:docMk/>
            <pc:sldMk cId="3105798837" sldId="2147473408"/>
            <ac:spMk id="12" creationId="{15646F31-20C8-A2B0-F92C-7CD461663197}"/>
          </ac:spMkLst>
        </pc:spChg>
        <pc:spChg chg="mod">
          <ac:chgData name="Leo Forkert" userId="da1de3ce-c07d-4b34-ace5-d498b85e34a7" providerId="ADAL" clId="{72F1D1D0-B7AF-4FDA-A997-14AACD53D242}" dt="2023-10-18T10:20:50.546" v="898" actId="14100"/>
          <ac:spMkLst>
            <pc:docMk/>
            <pc:sldMk cId="3105798837" sldId="2147473408"/>
            <ac:spMk id="13" creationId="{0BE5697B-4EDA-E669-96D2-2BCC07DAB94C}"/>
          </ac:spMkLst>
        </pc:spChg>
        <pc:spChg chg="mod">
          <ac:chgData name="Leo Forkert" userId="da1de3ce-c07d-4b34-ace5-d498b85e34a7" providerId="ADAL" clId="{72F1D1D0-B7AF-4FDA-A997-14AACD53D242}" dt="2023-10-18T10:21:04.877" v="901" actId="14100"/>
          <ac:spMkLst>
            <pc:docMk/>
            <pc:sldMk cId="3105798837" sldId="2147473408"/>
            <ac:spMk id="14" creationId="{2C4B883E-6139-6E6A-C435-551AC5F5C8AE}"/>
          </ac:spMkLst>
        </pc:spChg>
        <pc:spChg chg="mod">
          <ac:chgData name="Leo Forkert" userId="da1de3ce-c07d-4b34-ace5-d498b85e34a7" providerId="ADAL" clId="{72F1D1D0-B7AF-4FDA-A997-14AACD53D242}" dt="2023-10-18T10:08:47.653" v="829"/>
          <ac:spMkLst>
            <pc:docMk/>
            <pc:sldMk cId="3105798837" sldId="2147473408"/>
            <ac:spMk id="23" creationId="{A673E02C-6EFB-47D8-E79D-13DEE065E200}"/>
          </ac:spMkLst>
        </pc:spChg>
        <pc:spChg chg="mod">
          <ac:chgData name="Leo Forkert" userId="da1de3ce-c07d-4b34-ace5-d498b85e34a7" providerId="ADAL" clId="{72F1D1D0-B7AF-4FDA-A997-14AACD53D242}" dt="2023-10-18T10:20:20.917" v="893" actId="14100"/>
          <ac:spMkLst>
            <pc:docMk/>
            <pc:sldMk cId="3105798837" sldId="2147473408"/>
            <ac:spMk id="24" creationId="{8AA55ED2-E815-8E9E-5A0D-597B1173DC46}"/>
          </ac:spMkLst>
        </pc:spChg>
        <pc:spChg chg="mod">
          <ac:chgData name="Leo Forkert" userId="da1de3ce-c07d-4b34-ace5-d498b85e34a7" providerId="ADAL" clId="{72F1D1D0-B7AF-4FDA-A997-14AACD53D242}" dt="2023-10-18T10:30:14.181" v="962" actId="1076"/>
          <ac:spMkLst>
            <pc:docMk/>
            <pc:sldMk cId="3105798837" sldId="2147473408"/>
            <ac:spMk id="25" creationId="{00B66D1A-8488-AF6B-3A48-C7B0B5DC03D0}"/>
          </ac:spMkLst>
        </pc:spChg>
        <pc:spChg chg="mod">
          <ac:chgData name="Leo Forkert" userId="da1de3ce-c07d-4b34-ace5-d498b85e34a7" providerId="ADAL" clId="{72F1D1D0-B7AF-4FDA-A997-14AACD53D242}" dt="2023-10-18T10:21:42.769" v="906" actId="14100"/>
          <ac:spMkLst>
            <pc:docMk/>
            <pc:sldMk cId="3105798837" sldId="2147473408"/>
            <ac:spMk id="28" creationId="{B666779B-4EB3-42BD-529A-A60FA6FDD707}"/>
          </ac:spMkLst>
        </pc:spChg>
        <pc:spChg chg="mod">
          <ac:chgData name="Leo Forkert" userId="da1de3ce-c07d-4b34-ace5-d498b85e34a7" providerId="ADAL" clId="{72F1D1D0-B7AF-4FDA-A997-14AACD53D242}" dt="2023-10-18T10:21:50.611" v="908" actId="14100"/>
          <ac:spMkLst>
            <pc:docMk/>
            <pc:sldMk cId="3105798837" sldId="2147473408"/>
            <ac:spMk id="29" creationId="{378E78C6-F476-38C5-6EE8-11DD2ACB1499}"/>
          </ac:spMkLst>
        </pc:spChg>
        <pc:spChg chg="mod">
          <ac:chgData name="Leo Forkert" userId="da1de3ce-c07d-4b34-ace5-d498b85e34a7" providerId="ADAL" clId="{72F1D1D0-B7AF-4FDA-A997-14AACD53D242}" dt="2023-10-18T10:21:35.788" v="904" actId="14100"/>
          <ac:spMkLst>
            <pc:docMk/>
            <pc:sldMk cId="3105798837" sldId="2147473408"/>
            <ac:spMk id="30" creationId="{D11A070A-5EEC-DF88-F472-7987ACA8236B}"/>
          </ac:spMkLst>
        </pc:spChg>
        <pc:spChg chg="mod">
          <ac:chgData name="Leo Forkert" userId="da1de3ce-c07d-4b34-ace5-d498b85e34a7" providerId="ADAL" clId="{72F1D1D0-B7AF-4FDA-A997-14AACD53D242}" dt="2023-10-18T10:21:33.063" v="903" actId="1076"/>
          <ac:spMkLst>
            <pc:docMk/>
            <pc:sldMk cId="3105798837" sldId="2147473408"/>
            <ac:spMk id="31" creationId="{3F1A883D-4DA9-8DB7-41E8-20F57815ECA8}"/>
          </ac:spMkLst>
        </pc:spChg>
        <pc:spChg chg="mod">
          <ac:chgData name="Leo Forkert" userId="da1de3ce-c07d-4b34-ace5-d498b85e34a7" providerId="ADAL" clId="{72F1D1D0-B7AF-4FDA-A997-14AACD53D242}" dt="2023-10-18T10:21:38.822" v="905" actId="14100"/>
          <ac:spMkLst>
            <pc:docMk/>
            <pc:sldMk cId="3105798837" sldId="2147473408"/>
            <ac:spMk id="32" creationId="{029B438F-6238-EDDB-50CA-DA9DF87AB6C9}"/>
          </ac:spMkLst>
        </pc:spChg>
        <pc:spChg chg="mod">
          <ac:chgData name="Leo Forkert" userId="da1de3ce-c07d-4b34-ace5-d498b85e34a7" providerId="ADAL" clId="{72F1D1D0-B7AF-4FDA-A997-14AACD53D242}" dt="2023-10-18T10:22:05.223" v="910" actId="14100"/>
          <ac:spMkLst>
            <pc:docMk/>
            <pc:sldMk cId="3105798837" sldId="2147473408"/>
            <ac:spMk id="33" creationId="{D76A6F1C-614E-17D0-ABFA-F281A32E8E00}"/>
          </ac:spMkLst>
        </pc:spChg>
      </pc:sldChg>
      <pc:sldChg chg="addSp delSp modSp add mod">
        <pc:chgData name="Leo Forkert" userId="da1de3ce-c07d-4b34-ace5-d498b85e34a7" providerId="ADAL" clId="{72F1D1D0-B7AF-4FDA-A997-14AACD53D242}" dt="2023-10-18T10:30:11.189" v="959" actId="14100"/>
        <pc:sldMkLst>
          <pc:docMk/>
          <pc:sldMk cId="1503787905" sldId="2147473409"/>
        </pc:sldMkLst>
        <pc:spChg chg="mod">
          <ac:chgData name="Leo Forkert" userId="da1de3ce-c07d-4b34-ace5-d498b85e34a7" providerId="ADAL" clId="{72F1D1D0-B7AF-4FDA-A997-14AACD53D242}" dt="2023-10-18T10:10:14.478" v="844" actId="20577"/>
          <ac:spMkLst>
            <pc:docMk/>
            <pc:sldMk cId="1503787905" sldId="2147473409"/>
            <ac:spMk id="3" creationId="{116F2A4D-D0E2-A211-4CDB-B940FC0ADFCD}"/>
          </ac:spMkLst>
        </pc:spChg>
        <pc:spChg chg="del">
          <ac:chgData name="Leo Forkert" userId="da1de3ce-c07d-4b34-ace5-d498b85e34a7" providerId="ADAL" clId="{72F1D1D0-B7AF-4FDA-A997-14AACD53D242}" dt="2023-10-18T10:11:40.813" v="858" actId="478"/>
          <ac:spMkLst>
            <pc:docMk/>
            <pc:sldMk cId="1503787905" sldId="2147473409"/>
            <ac:spMk id="4" creationId="{8B4B289C-DF23-FCDA-CB95-1CA173179061}"/>
          </ac:spMkLst>
        </pc:spChg>
        <pc:spChg chg="add mod">
          <ac:chgData name="Leo Forkert" userId="da1de3ce-c07d-4b34-ace5-d498b85e34a7" providerId="ADAL" clId="{72F1D1D0-B7AF-4FDA-A997-14AACD53D242}" dt="2023-10-18T10:25:58.072" v="918" actId="571"/>
          <ac:spMkLst>
            <pc:docMk/>
            <pc:sldMk cId="1503787905" sldId="2147473409"/>
            <ac:spMk id="5" creationId="{DF28D504-1C95-3C05-7CCB-838B109680A6}"/>
          </ac:spMkLst>
        </pc:spChg>
        <pc:spChg chg="mod">
          <ac:chgData name="Leo Forkert" userId="da1de3ce-c07d-4b34-ace5-d498b85e34a7" providerId="ADAL" clId="{72F1D1D0-B7AF-4FDA-A997-14AACD53D242}" dt="2023-10-18T10:27:06.002" v="930" actId="14100"/>
          <ac:spMkLst>
            <pc:docMk/>
            <pc:sldMk cId="1503787905" sldId="2147473409"/>
            <ac:spMk id="12" creationId="{15646F31-20C8-A2B0-F92C-7CD461663197}"/>
          </ac:spMkLst>
        </pc:spChg>
        <pc:spChg chg="mod">
          <ac:chgData name="Leo Forkert" userId="da1de3ce-c07d-4b34-ace5-d498b85e34a7" providerId="ADAL" clId="{72F1D1D0-B7AF-4FDA-A997-14AACD53D242}" dt="2023-10-18T10:26:37.320" v="923" actId="14100"/>
          <ac:spMkLst>
            <pc:docMk/>
            <pc:sldMk cId="1503787905" sldId="2147473409"/>
            <ac:spMk id="13" creationId="{0BE5697B-4EDA-E669-96D2-2BCC07DAB94C}"/>
          </ac:spMkLst>
        </pc:spChg>
        <pc:spChg chg="mod">
          <ac:chgData name="Leo Forkert" userId="da1de3ce-c07d-4b34-ace5-d498b85e34a7" providerId="ADAL" clId="{72F1D1D0-B7AF-4FDA-A997-14AACD53D242}" dt="2023-10-18T10:27:50.054" v="943" actId="14100"/>
          <ac:spMkLst>
            <pc:docMk/>
            <pc:sldMk cId="1503787905" sldId="2147473409"/>
            <ac:spMk id="14" creationId="{2C4B883E-6139-6E6A-C435-551AC5F5C8AE}"/>
          </ac:spMkLst>
        </pc:spChg>
        <pc:spChg chg="mod">
          <ac:chgData name="Leo Forkert" userId="da1de3ce-c07d-4b34-ace5-d498b85e34a7" providerId="ADAL" clId="{72F1D1D0-B7AF-4FDA-A997-14AACD53D242}" dt="2023-10-18T10:27:20.058" v="937" actId="1036"/>
          <ac:spMkLst>
            <pc:docMk/>
            <pc:sldMk cId="1503787905" sldId="2147473409"/>
            <ac:spMk id="23" creationId="{A673E02C-6EFB-47D8-E79D-13DEE065E200}"/>
          </ac:spMkLst>
        </pc:spChg>
        <pc:spChg chg="mod">
          <ac:chgData name="Leo Forkert" userId="da1de3ce-c07d-4b34-ace5-d498b85e34a7" providerId="ADAL" clId="{72F1D1D0-B7AF-4FDA-A997-14AACD53D242}" dt="2023-10-18T10:26:55.345" v="928" actId="14100"/>
          <ac:spMkLst>
            <pc:docMk/>
            <pc:sldMk cId="1503787905" sldId="2147473409"/>
            <ac:spMk id="24" creationId="{8AA55ED2-E815-8E9E-5A0D-597B1173DC46}"/>
          </ac:spMkLst>
        </pc:spChg>
        <pc:spChg chg="mod">
          <ac:chgData name="Leo Forkert" userId="da1de3ce-c07d-4b34-ace5-d498b85e34a7" providerId="ADAL" clId="{72F1D1D0-B7AF-4FDA-A997-14AACD53D242}" dt="2023-10-18T10:26:11.679" v="919" actId="14100"/>
          <ac:spMkLst>
            <pc:docMk/>
            <pc:sldMk cId="1503787905" sldId="2147473409"/>
            <ac:spMk id="25" creationId="{00B66D1A-8488-AF6B-3A48-C7B0B5DC03D0}"/>
          </ac:spMkLst>
        </pc:spChg>
        <pc:spChg chg="mod">
          <ac:chgData name="Leo Forkert" userId="da1de3ce-c07d-4b34-ace5-d498b85e34a7" providerId="ADAL" clId="{72F1D1D0-B7AF-4FDA-A997-14AACD53D242}" dt="2023-10-18T10:29:02.122" v="948" actId="14100"/>
          <ac:spMkLst>
            <pc:docMk/>
            <pc:sldMk cId="1503787905" sldId="2147473409"/>
            <ac:spMk id="28" creationId="{B666779B-4EB3-42BD-529A-A60FA6FDD707}"/>
          </ac:spMkLst>
        </pc:spChg>
        <pc:spChg chg="mod">
          <ac:chgData name="Leo Forkert" userId="da1de3ce-c07d-4b34-ace5-d498b85e34a7" providerId="ADAL" clId="{72F1D1D0-B7AF-4FDA-A997-14AACD53D242}" dt="2023-10-18T10:30:11.189" v="959" actId="14100"/>
          <ac:spMkLst>
            <pc:docMk/>
            <pc:sldMk cId="1503787905" sldId="2147473409"/>
            <ac:spMk id="29" creationId="{378E78C6-F476-38C5-6EE8-11DD2ACB1499}"/>
          </ac:spMkLst>
        </pc:spChg>
        <pc:spChg chg="mod">
          <ac:chgData name="Leo Forkert" userId="da1de3ce-c07d-4b34-ace5-d498b85e34a7" providerId="ADAL" clId="{72F1D1D0-B7AF-4FDA-A997-14AACD53D242}" dt="2023-10-18T10:27:34.210" v="940" actId="14100"/>
          <ac:spMkLst>
            <pc:docMk/>
            <pc:sldMk cId="1503787905" sldId="2147473409"/>
            <ac:spMk id="30" creationId="{D11A070A-5EEC-DF88-F472-7987ACA8236B}"/>
          </ac:spMkLst>
        </pc:spChg>
        <pc:spChg chg="mod">
          <ac:chgData name="Leo Forkert" userId="da1de3ce-c07d-4b34-ace5-d498b85e34a7" providerId="ADAL" clId="{72F1D1D0-B7AF-4FDA-A997-14AACD53D242}" dt="2023-10-18T10:27:30.860" v="939" actId="14100"/>
          <ac:spMkLst>
            <pc:docMk/>
            <pc:sldMk cId="1503787905" sldId="2147473409"/>
            <ac:spMk id="31" creationId="{3F1A883D-4DA9-8DB7-41E8-20F57815ECA8}"/>
          </ac:spMkLst>
        </pc:spChg>
        <pc:spChg chg="mod">
          <ac:chgData name="Leo Forkert" userId="da1de3ce-c07d-4b34-ace5-d498b85e34a7" providerId="ADAL" clId="{72F1D1D0-B7AF-4FDA-A997-14AACD53D242}" dt="2023-10-18T10:28:12.294" v="944" actId="14100"/>
          <ac:spMkLst>
            <pc:docMk/>
            <pc:sldMk cId="1503787905" sldId="2147473409"/>
            <ac:spMk id="32" creationId="{029B438F-6238-EDDB-50CA-DA9DF87AB6C9}"/>
          </ac:spMkLst>
        </pc:spChg>
        <pc:spChg chg="mod">
          <ac:chgData name="Leo Forkert" userId="da1de3ce-c07d-4b34-ace5-d498b85e34a7" providerId="ADAL" clId="{72F1D1D0-B7AF-4FDA-A997-14AACD53D242}" dt="2023-10-18T10:27:39.718" v="941" actId="1076"/>
          <ac:spMkLst>
            <pc:docMk/>
            <pc:sldMk cId="1503787905" sldId="2147473409"/>
            <ac:spMk id="33" creationId="{D76A6F1C-614E-17D0-ABFA-F281A32E8E00}"/>
          </ac:spMkLst>
        </pc:spChg>
      </pc:sldChg>
      <pc:sldMasterChg chg="modSldLayout">
        <pc:chgData name="Leo Forkert" userId="da1de3ce-c07d-4b34-ace5-d498b85e34a7" providerId="ADAL" clId="{72F1D1D0-B7AF-4FDA-A997-14AACD53D242}" dt="2023-10-13T08:49:10.624" v="1" actId="16037"/>
        <pc:sldMasterMkLst>
          <pc:docMk/>
          <pc:sldMasterMk cId="3472947182" sldId="2147483672"/>
        </pc:sldMasterMkLst>
        <pc:sldLayoutChg chg="modSp">
          <pc:chgData name="Leo Forkert" userId="da1de3ce-c07d-4b34-ace5-d498b85e34a7" providerId="ADAL" clId="{72F1D1D0-B7AF-4FDA-A997-14AACD53D242}" dt="2023-10-13T08:49:10.624" v="1" actId="16037"/>
          <pc:sldLayoutMkLst>
            <pc:docMk/>
            <pc:sldMasterMk cId="3472947182" sldId="2147483672"/>
            <pc:sldLayoutMk cId="274847076" sldId="2147483674"/>
          </pc:sldLayoutMkLst>
          <pc:spChg chg="mod">
            <ac:chgData name="Leo Forkert" userId="da1de3ce-c07d-4b34-ace5-d498b85e34a7" providerId="ADAL" clId="{72F1D1D0-B7AF-4FDA-A997-14AACD53D242}" dt="2023-10-13T08:49:10.624" v="1" actId="16037"/>
            <ac:spMkLst>
              <pc:docMk/>
              <pc:sldMasterMk cId="3472947182" sldId="2147483672"/>
              <pc:sldLayoutMk cId="274847076" sldId="2147483674"/>
              <ac:spMk id="9" creationId="{43878A6D-0D8C-4A87-879A-23BC40161782}"/>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7B5E3D-D5DE-441F-BA80-70450A9D179C}" type="datetimeFigureOut">
              <a:rPr lang="de-DE" smtClean="0"/>
              <a:t>13.02.26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556311-4316-4562-8E7C-BBBBBC80B572}" type="slidenum">
              <a:rPr lang="de-DE" smtClean="0"/>
              <a:t>‹#›</a:t>
            </a:fld>
            <a:endParaRPr lang="de-DE"/>
          </a:p>
        </p:txBody>
      </p:sp>
    </p:spTree>
    <p:extLst>
      <p:ext uri="{BB962C8B-B14F-4D97-AF65-F5344CB8AC3E}">
        <p14:creationId xmlns:p14="http://schemas.microsoft.com/office/powerpoint/2010/main" val="25271143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3556311-4316-4562-8E7C-BBBBBC80B572}"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2918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3556311-4316-4562-8E7C-BBBBBC80B572}"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055849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A3556311-4316-4562-8E7C-BBBBBC80B572}" type="slidenum">
              <a:rPr lang="de-DE" smtClean="0"/>
              <a:t>6</a:t>
            </a:fld>
            <a:endParaRPr lang="de-DE"/>
          </a:p>
        </p:txBody>
      </p:sp>
    </p:spTree>
    <p:extLst>
      <p:ext uri="{BB962C8B-B14F-4D97-AF65-F5344CB8AC3E}">
        <p14:creationId xmlns:p14="http://schemas.microsoft.com/office/powerpoint/2010/main" val="18357952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b="1"/>
              <a:t>SAP HCM for S/4HANA: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b="1">
                <a:solidFill>
                  <a:schemeClr val="accent2"/>
                </a:solidFill>
              </a:rPr>
              <a:t>Wird als Nachfolgelösung von SAP ERP HCM bezeichnet. Die bereits verfügbar ist.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a:t>Diese Lösung unterliegt der Wartungsstrategie von SAP S/4HANA und ist somit bis </a:t>
            </a:r>
            <a:r>
              <a:rPr lang="de-DE" b="1">
                <a:solidFill>
                  <a:schemeClr val="accent2"/>
                </a:solidFill>
              </a:rPr>
              <a:t>mind. 2040 in der Standardwartung</a:t>
            </a:r>
          </a:p>
          <a:p>
            <a:pPr marL="0" marR="0" lvl="0" indent="0" algn="l" defTabSz="914400" rtl="0" eaLnBrk="1" fontAlgn="auto" latinLnBrk="0" hangingPunct="1">
              <a:lnSpc>
                <a:spcPct val="100000"/>
              </a:lnSpc>
              <a:spcBef>
                <a:spcPts val="0"/>
              </a:spcBef>
              <a:spcAft>
                <a:spcPts val="0"/>
              </a:spcAft>
              <a:buClrTx/>
              <a:buSzTx/>
              <a:buFontTx/>
              <a:buNone/>
              <a:tabLst/>
              <a:defRPr/>
            </a:pPr>
            <a:r>
              <a:rPr lang="de-DE" b="1">
                <a:solidFill>
                  <a:schemeClr val="accent2"/>
                </a:solidFill>
              </a:rPr>
              <a:t>SAP H4S4 PCE: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b="0"/>
              <a:t>Seit Januar 2021 ein Angebot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b="0"/>
              <a:t>Das eigene SAP HCM System in Walldorf gehostet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b="0">
                <a:solidFill>
                  <a:schemeClr val="accent2"/>
                </a:solidFill>
              </a:rPr>
              <a:t>Ohne Talentmanagement</a:t>
            </a:r>
          </a:p>
          <a:p>
            <a:r>
              <a:rPr lang="de-DE" b="1" err="1">
                <a:solidFill>
                  <a:schemeClr val="accent2"/>
                </a:solidFill>
              </a:rPr>
              <a:t>Compatibility</a:t>
            </a:r>
            <a:r>
              <a:rPr lang="de-DE" b="1"/>
              <a:t> Packs</a:t>
            </a:r>
          </a:p>
          <a:p>
            <a:pPr marL="171450" indent="-171450">
              <a:buFont typeface="Arial" panose="020B0604020202020204" pitchFamily="34" charset="0"/>
              <a:buChar char="•"/>
            </a:pPr>
            <a:r>
              <a:rPr lang="de-DE"/>
              <a:t>SAP </a:t>
            </a:r>
            <a:r>
              <a:rPr lang="de-DE" err="1"/>
              <a:t>HCm</a:t>
            </a:r>
            <a:r>
              <a:rPr lang="de-DE"/>
              <a:t> läuft auf dem ERP System und dieses wird auf S/4 geupdatet</a:t>
            </a:r>
          </a:p>
          <a:p>
            <a:pPr marL="171450" indent="-171450">
              <a:buFont typeface="Arial" panose="020B0604020202020204" pitchFamily="34" charset="0"/>
              <a:buChar char="•"/>
            </a:pPr>
            <a:r>
              <a:rPr lang="de-DE" b="1">
                <a:solidFill>
                  <a:schemeClr val="accent2"/>
                </a:solidFill>
              </a:rPr>
              <a:t>Diese </a:t>
            </a:r>
            <a:r>
              <a:rPr lang="de-DE" b="1" err="1">
                <a:solidFill>
                  <a:schemeClr val="accent2"/>
                </a:solidFill>
              </a:rPr>
              <a:t>Compatibility</a:t>
            </a:r>
            <a:r>
              <a:rPr lang="de-DE" b="1">
                <a:solidFill>
                  <a:schemeClr val="accent2"/>
                </a:solidFill>
              </a:rPr>
              <a:t> Packs haben eine Laufzeit bis 31.12.2025, danach verliert man das Nutzungsrecht</a:t>
            </a:r>
          </a:p>
          <a:p>
            <a:pPr marL="0" indent="0">
              <a:buFont typeface="Arial" panose="020B0604020202020204" pitchFamily="34" charset="0"/>
              <a:buNone/>
            </a:pPr>
            <a:r>
              <a:rPr lang="de-DE" b="1">
                <a:solidFill>
                  <a:schemeClr val="accent2"/>
                </a:solidFill>
              </a:rPr>
              <a:t>Carve Out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a:t>Diese ursprünglich von SAP mal geäußerte Maßnahme </a:t>
            </a:r>
            <a:r>
              <a:rPr lang="de-DE" b="1">
                <a:solidFill>
                  <a:schemeClr val="accent2"/>
                </a:solidFill>
              </a:rPr>
              <a:t>ist nicht mehr notwendig</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de-DE" b="1">
                <a:solidFill>
                  <a:schemeClr val="accent2"/>
                </a:solidFill>
              </a:rPr>
              <a:t>HXM:</a:t>
            </a:r>
          </a:p>
          <a:p>
            <a:pPr marL="285750" indent="-285750">
              <a:buClr>
                <a:schemeClr val="accent2"/>
              </a:buClr>
              <a:buFont typeface="Wingdings" pitchFamily="2" charset="2"/>
              <a:buChar char="§"/>
            </a:pPr>
            <a:r>
              <a:rPr lang="de-DE"/>
              <a:t>HXM = Human Experience Management</a:t>
            </a:r>
          </a:p>
          <a:p>
            <a:pPr marL="285750" indent="-285750">
              <a:buClr>
                <a:schemeClr val="accent2"/>
              </a:buClr>
              <a:buFont typeface="Wingdings" pitchFamily="2" charset="2"/>
              <a:buChar char="§"/>
            </a:pPr>
            <a:r>
              <a:rPr lang="de-DE"/>
              <a:t>Ein Begriff, den SAP geprägt hat, um herauszustellen, dass sich das Personalwesen hin zu einer (strategischen) stärker mitarbeiterzentrierten Personalarbeit erweitert/verändert. </a:t>
            </a:r>
          </a:p>
          <a:p>
            <a:pPr marL="0" indent="0">
              <a:buClr>
                <a:schemeClr val="accent2"/>
              </a:buClr>
              <a:buFont typeface="Wingdings" pitchFamily="2" charset="2"/>
              <a:buNone/>
            </a:pPr>
            <a:r>
              <a:rPr lang="de-DE" b="1">
                <a:solidFill>
                  <a:schemeClr val="accent2"/>
                </a:solidFill>
              </a:rPr>
              <a:t>HXM Move:</a:t>
            </a:r>
          </a:p>
          <a:p>
            <a:pPr marL="285750" indent="-285750">
              <a:buClr>
                <a:schemeClr val="accent2"/>
              </a:buClr>
              <a:buFont typeface="Wingdings" pitchFamily="2" charset="2"/>
              <a:buChar char="§"/>
            </a:pPr>
            <a:r>
              <a:rPr lang="de-DE"/>
              <a:t>Eine SAP-Konzernprogramm-Initiative (2-stellige Millionen) für die HR-Transformation den Wechsel von Personalprozessen und Lösungen in die Cloud.</a:t>
            </a:r>
          </a:p>
          <a:p>
            <a:pPr marL="285750" indent="-285750">
              <a:buClr>
                <a:schemeClr val="accent2"/>
              </a:buClr>
              <a:buFont typeface="Wingdings" pitchFamily="2" charset="2"/>
              <a:buChar char="§"/>
            </a:pPr>
            <a:r>
              <a:rPr lang="de-DE"/>
              <a:t>Die Kommunikation umfasst 4 Säulen für HCM Bestandskunden</a:t>
            </a:r>
          </a:p>
          <a:p>
            <a:pPr marL="742950" lvl="1" indent="-285750">
              <a:buClr>
                <a:schemeClr val="accent2"/>
              </a:buClr>
              <a:buFont typeface="Wingdings" pitchFamily="2" charset="2"/>
              <a:buChar char="§"/>
            </a:pPr>
            <a:r>
              <a:rPr lang="de-DE"/>
              <a:t>Stärkung der Cloud Core HRs </a:t>
            </a:r>
          </a:p>
          <a:p>
            <a:pPr marL="742950" lvl="1" indent="-285750">
              <a:buClr>
                <a:schemeClr val="accent2"/>
              </a:buClr>
              <a:buFont typeface="Wingdings" pitchFamily="2" charset="2"/>
              <a:buChar char="§"/>
            </a:pPr>
            <a:r>
              <a:rPr lang="de-DE"/>
              <a:t>Verbesserung der UX und Integration der div. SAP Produkte</a:t>
            </a:r>
          </a:p>
          <a:p>
            <a:pPr marL="742950" lvl="1" indent="-285750">
              <a:buClr>
                <a:schemeClr val="accent2"/>
              </a:buClr>
              <a:buFont typeface="Wingdings" pitchFamily="2" charset="2"/>
              <a:buChar char="§"/>
            </a:pPr>
            <a:r>
              <a:rPr lang="de-DE"/>
              <a:t>Ausbau Cloud Funktionen in Zeitwirtschaft und Abrechnung (Next Gen Payroll)</a:t>
            </a:r>
          </a:p>
          <a:p>
            <a:pPr marL="0" lvl="0" indent="0">
              <a:buClr>
                <a:schemeClr val="accent2"/>
              </a:buClr>
              <a:buFont typeface="Wingdings" pitchFamily="2" charset="2"/>
              <a:buNone/>
            </a:pPr>
            <a:r>
              <a:rPr lang="de-DE" b="1"/>
              <a:t>SAP </a:t>
            </a:r>
            <a:r>
              <a:rPr lang="de-DE" b="1" err="1"/>
              <a:t>Rise</a:t>
            </a:r>
            <a:r>
              <a:rPr lang="de-DE" b="1"/>
              <a:t>:</a:t>
            </a:r>
          </a:p>
          <a:p>
            <a:pPr marL="285750" indent="-285750">
              <a:buClr>
                <a:schemeClr val="accent2"/>
              </a:buClr>
              <a:buFont typeface="Wingdings" pitchFamily="2" charset="2"/>
              <a:buChar char="§"/>
            </a:pPr>
            <a:r>
              <a:rPr lang="de-DE" b="1">
                <a:solidFill>
                  <a:schemeClr val="accent2"/>
                </a:solidFill>
              </a:rPr>
              <a:t>Ein </a:t>
            </a:r>
            <a:r>
              <a:rPr lang="de-DE" b="1" err="1">
                <a:solidFill>
                  <a:schemeClr val="accent2"/>
                </a:solidFill>
              </a:rPr>
              <a:t>konzernprogramm</a:t>
            </a:r>
            <a:r>
              <a:rPr lang="de-DE" b="1">
                <a:solidFill>
                  <a:schemeClr val="accent2"/>
                </a:solidFill>
              </a:rPr>
              <a:t> von SAP </a:t>
            </a:r>
            <a:r>
              <a:rPr lang="de-DE"/>
              <a:t>seit Anfang 2021 alla “Starte durch mit SAP“</a:t>
            </a:r>
          </a:p>
          <a:p>
            <a:pPr marL="285750" indent="-285750">
              <a:buClr>
                <a:schemeClr val="accent2"/>
              </a:buClr>
              <a:buFont typeface="Wingdings" pitchFamily="2" charset="2"/>
              <a:buChar char="§"/>
            </a:pPr>
            <a:r>
              <a:rPr lang="de-DE" b="1">
                <a:solidFill>
                  <a:schemeClr val="accent2"/>
                </a:solidFill>
              </a:rPr>
              <a:t>SAP-Kunden sollen schneller in die SAP S/4HANA Cloud  wechseln</a:t>
            </a:r>
            <a:endParaRPr lang="de-DE"/>
          </a:p>
          <a:p>
            <a:pPr marL="0" indent="0">
              <a:buClr>
                <a:schemeClr val="accent2"/>
              </a:buClr>
              <a:buFont typeface="Wingdings" pitchFamily="2" charset="2"/>
              <a:buNone/>
            </a:pPr>
            <a:r>
              <a:rPr lang="de-DE" b="1" err="1">
                <a:solidFill>
                  <a:schemeClr val="accent2"/>
                </a:solidFill>
              </a:rPr>
              <a:t>Rise</a:t>
            </a:r>
            <a:r>
              <a:rPr lang="de-DE" b="1">
                <a:solidFill>
                  <a:schemeClr val="accent2"/>
                </a:solidFill>
              </a:rPr>
              <a:t> HCM:</a:t>
            </a:r>
          </a:p>
          <a:p>
            <a:pPr marL="285750" indent="-285750">
              <a:buClr>
                <a:schemeClr val="accent2"/>
              </a:buClr>
              <a:buFont typeface="Wingdings" pitchFamily="2" charset="2"/>
              <a:buChar char="§"/>
            </a:pPr>
            <a:r>
              <a:rPr lang="de-DE"/>
              <a:t>Ergänzt das o.g. </a:t>
            </a:r>
            <a:r>
              <a:rPr lang="de-DE" i="1" err="1"/>
              <a:t>Rise</a:t>
            </a:r>
            <a:r>
              <a:rPr lang="de-DE" i="1"/>
              <a:t> with SAP</a:t>
            </a:r>
            <a:r>
              <a:rPr lang="de-DE"/>
              <a:t> um Personalprozesse und umfasst Unterstützung bei der</a:t>
            </a:r>
            <a:r>
              <a:rPr lang="de-DE" b="1">
                <a:solidFill>
                  <a:schemeClr val="accent2"/>
                </a:solidFill>
              </a:rPr>
              <a:t> Implementierung entsprechender Cloudlösungen</a:t>
            </a:r>
            <a:r>
              <a:rPr lang="de-DE"/>
              <a:t> (SuccessFactors, SAP </a:t>
            </a:r>
            <a:r>
              <a:rPr lang="de-DE" err="1"/>
              <a:t>Workzone</a:t>
            </a:r>
            <a:r>
              <a:rPr lang="de-DE"/>
              <a:t> for HR, …).</a:t>
            </a:r>
          </a:p>
          <a:p>
            <a:pPr marL="285750" indent="-285750">
              <a:buClr>
                <a:schemeClr val="accent2"/>
              </a:buClr>
              <a:buFont typeface="Wingdings" pitchFamily="2" charset="2"/>
              <a:buChar char="§"/>
            </a:pPr>
            <a:r>
              <a:rPr lang="de-DE"/>
              <a:t>Und zeigt im </a:t>
            </a:r>
            <a:r>
              <a:rPr lang="de-DE" b="1">
                <a:solidFill>
                  <a:schemeClr val="accent2"/>
                </a:solidFill>
              </a:rPr>
              <a:t>Mitarbeiterlebenszyklus</a:t>
            </a:r>
            <a:r>
              <a:rPr lang="de-DE"/>
              <a:t>  Hire to </a:t>
            </a:r>
            <a:r>
              <a:rPr lang="de-DE" err="1"/>
              <a:t>Retire</a:t>
            </a:r>
            <a:r>
              <a:rPr lang="de-DE"/>
              <a:t> als Prozess auf, wie diese </a:t>
            </a:r>
            <a:r>
              <a:rPr lang="de-DE" b="1">
                <a:solidFill>
                  <a:schemeClr val="accent2"/>
                </a:solidFill>
              </a:rPr>
              <a:t>mit SAP Produkten vollständig abgedeckt werden können</a:t>
            </a:r>
          </a:p>
          <a:p>
            <a:pPr marL="0" indent="0">
              <a:buClr>
                <a:schemeClr val="accent2"/>
              </a:buClr>
              <a:buFont typeface="Wingdings" pitchFamily="2" charset="2"/>
              <a:buNone/>
            </a:pPr>
            <a:endParaRPr lang="de-DE" b="1">
              <a:solidFill>
                <a:schemeClr val="accent2"/>
              </a:solidFill>
            </a:endParaRPr>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A4694EB-6337-4865-A5F6-FAEDF8FAEFE6}"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863409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A3556311-4316-4562-8E7C-BBBBBC80B572}" type="slidenum">
              <a:rPr lang="de-DE" smtClean="0"/>
              <a:t>10</a:t>
            </a:fld>
            <a:endParaRPr lang="de-DE"/>
          </a:p>
        </p:txBody>
      </p:sp>
    </p:spTree>
    <p:extLst>
      <p:ext uri="{BB962C8B-B14F-4D97-AF65-F5344CB8AC3E}">
        <p14:creationId xmlns:p14="http://schemas.microsoft.com/office/powerpoint/2010/main" val="24253556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A3556311-4316-4562-8E7C-BBBBBC80B572}" type="slidenum">
              <a:rPr lang="de-DE" smtClean="0"/>
              <a:t>12</a:t>
            </a:fld>
            <a:endParaRPr lang="de-DE"/>
          </a:p>
        </p:txBody>
      </p:sp>
    </p:spTree>
    <p:extLst>
      <p:ext uri="{BB962C8B-B14F-4D97-AF65-F5344CB8AC3E}">
        <p14:creationId xmlns:p14="http://schemas.microsoft.com/office/powerpoint/2010/main" val="19020556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A3556311-4316-4562-8E7C-BBBBBC80B572}" type="slidenum">
              <a:rPr lang="de-DE" smtClean="0"/>
              <a:t>13</a:t>
            </a:fld>
            <a:endParaRPr lang="de-DE"/>
          </a:p>
        </p:txBody>
      </p:sp>
    </p:spTree>
    <p:extLst>
      <p:ext uri="{BB962C8B-B14F-4D97-AF65-F5344CB8AC3E}">
        <p14:creationId xmlns:p14="http://schemas.microsoft.com/office/powerpoint/2010/main" val="34525453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A3556311-4316-4562-8E7C-BBBBBC80B572}" type="slidenum">
              <a:rPr lang="de-DE" smtClean="0"/>
              <a:t>14</a:t>
            </a:fld>
            <a:endParaRPr lang="de-DE"/>
          </a:p>
        </p:txBody>
      </p:sp>
    </p:spTree>
    <p:extLst>
      <p:ext uri="{BB962C8B-B14F-4D97-AF65-F5344CB8AC3E}">
        <p14:creationId xmlns:p14="http://schemas.microsoft.com/office/powerpoint/2010/main" val="21254521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A3556311-4316-4562-8E7C-BBBBBC80B572}" type="slidenum">
              <a:rPr lang="de-DE" smtClean="0"/>
              <a:t>15</a:t>
            </a:fld>
            <a:endParaRPr lang="de-DE"/>
          </a:p>
        </p:txBody>
      </p:sp>
    </p:spTree>
    <p:extLst>
      <p:ext uri="{BB962C8B-B14F-4D97-AF65-F5344CB8AC3E}">
        <p14:creationId xmlns:p14="http://schemas.microsoft.com/office/powerpoint/2010/main" val="38135994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A3556311-4316-4562-8E7C-BBBBBC80B572}" type="slidenum">
              <a:rPr lang="de-DE" smtClean="0"/>
              <a:t>16</a:t>
            </a:fld>
            <a:endParaRPr lang="de-DE"/>
          </a:p>
        </p:txBody>
      </p:sp>
    </p:spTree>
    <p:extLst>
      <p:ext uri="{BB962C8B-B14F-4D97-AF65-F5344CB8AC3E}">
        <p14:creationId xmlns:p14="http://schemas.microsoft.com/office/powerpoint/2010/main" val="8424395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a:t>18.000€+7.000€+18.000€+4.800€</a:t>
            </a:r>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3556311-4316-4562-8E7C-BBBBBC80B572}"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391501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A3556311-4316-4562-8E7C-BBBBBC80B572}" type="slidenum">
              <a:rPr lang="de-DE" smtClean="0"/>
              <a:t>19</a:t>
            </a:fld>
            <a:endParaRPr lang="de-DE"/>
          </a:p>
        </p:txBody>
      </p:sp>
    </p:spTree>
    <p:extLst>
      <p:ext uri="{BB962C8B-B14F-4D97-AF65-F5344CB8AC3E}">
        <p14:creationId xmlns:p14="http://schemas.microsoft.com/office/powerpoint/2010/main" val="30259765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A3556311-4316-4562-8E7C-BBBBBC80B572}" type="slidenum">
              <a:rPr lang="de-DE" smtClean="0"/>
              <a:t>22</a:t>
            </a:fld>
            <a:endParaRPr lang="de-DE"/>
          </a:p>
        </p:txBody>
      </p:sp>
    </p:spTree>
    <p:extLst>
      <p:ext uri="{BB962C8B-B14F-4D97-AF65-F5344CB8AC3E}">
        <p14:creationId xmlns:p14="http://schemas.microsoft.com/office/powerpoint/2010/main" val="5423405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4" name="Datumsplatzhalter 3">
            <a:extLst>
              <a:ext uri="{FF2B5EF4-FFF2-40B4-BE49-F238E27FC236}">
                <a16:creationId xmlns:a16="http://schemas.microsoft.com/office/drawing/2014/main" id="{DF925CD4-B91D-4D48-A1B3-92815464B058}"/>
              </a:ext>
            </a:extLst>
          </p:cNvPr>
          <p:cNvSpPr>
            <a:spLocks noGrp="1"/>
          </p:cNvSpPr>
          <p:nvPr>
            <p:ph type="dt" sz="half" idx="10"/>
          </p:nvPr>
        </p:nvSpPr>
        <p:spPr/>
        <p:txBody>
          <a:bodyPr/>
          <a:lstStyle/>
          <a:p>
            <a:fld id="{8E2F85E9-DED9-47CB-B925-90A84953F974}" type="datetime1">
              <a:rPr lang="de-DE" smtClean="0"/>
              <a:t>13.02.26</a:t>
            </a:fld>
            <a:endParaRPr lang="de-DE"/>
          </a:p>
        </p:txBody>
      </p:sp>
      <p:sp>
        <p:nvSpPr>
          <p:cNvPr id="5" name="Fußzeilenplatzhalter 4">
            <a:extLst>
              <a:ext uri="{FF2B5EF4-FFF2-40B4-BE49-F238E27FC236}">
                <a16:creationId xmlns:a16="http://schemas.microsoft.com/office/drawing/2014/main" id="{9D7477A4-F518-4209-8E3F-312C4DD1472A}"/>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78276A06-4CD2-4AA7-A821-0D2D66A10698}"/>
              </a:ext>
            </a:extLst>
          </p:cNvPr>
          <p:cNvSpPr>
            <a:spLocks noGrp="1"/>
          </p:cNvSpPr>
          <p:nvPr>
            <p:ph type="sldNum" sz="quarter" idx="12"/>
          </p:nvPr>
        </p:nvSpPr>
        <p:spPr/>
        <p:txBody>
          <a:bodyPr/>
          <a:lstStyle/>
          <a:p>
            <a:fld id="{B4256C18-6D8C-4341-B569-3B1E941D5C64}" type="slidenum">
              <a:rPr lang="de-DE" smtClean="0"/>
              <a:t>‹#›</a:t>
            </a:fld>
            <a:endParaRPr lang="de-DE"/>
          </a:p>
        </p:txBody>
      </p:sp>
      <p:sp>
        <p:nvSpPr>
          <p:cNvPr id="9" name="Inhaltsplatzhalter 2">
            <a:extLst>
              <a:ext uri="{FF2B5EF4-FFF2-40B4-BE49-F238E27FC236}">
                <a16:creationId xmlns:a16="http://schemas.microsoft.com/office/drawing/2014/main" id="{43878A6D-0D8C-4A87-879A-23BC40161782}"/>
              </a:ext>
            </a:extLst>
          </p:cNvPr>
          <p:cNvSpPr>
            <a:spLocks noGrp="1"/>
          </p:cNvSpPr>
          <p:nvPr>
            <p:ph idx="1"/>
          </p:nvPr>
        </p:nvSpPr>
        <p:spPr>
          <a:xfrm>
            <a:off x="269999" y="954000"/>
            <a:ext cx="11617201" cy="5220000"/>
          </a:xfrm>
          <a:prstGeom prst="rect">
            <a:avLst/>
          </a:prstGeom>
        </p:spPr>
        <p:txBody>
          <a:bodyPr>
            <a:normAutofit/>
          </a:bodyPr>
          <a:lstStyle>
            <a:lvl1pPr marL="228600" indent="-228600">
              <a:buClr>
                <a:schemeClr val="tx2"/>
              </a:buClr>
              <a:buFont typeface="Wingdings" panose="05000000000000000000" pitchFamily="2" charset="2"/>
              <a:buChar char="§"/>
              <a:defRPr>
                <a:solidFill>
                  <a:schemeClr val="bg2">
                    <a:lumMod val="25000"/>
                  </a:schemeClr>
                </a:solidFill>
              </a:defRPr>
            </a:lvl1pPr>
            <a:lvl2pPr marL="685800" indent="-228600">
              <a:buClr>
                <a:schemeClr val="tx2"/>
              </a:buClr>
              <a:buFont typeface="Wingdings" panose="05000000000000000000" pitchFamily="2" charset="2"/>
              <a:buChar char="§"/>
              <a:defRPr>
                <a:solidFill>
                  <a:schemeClr val="bg2">
                    <a:lumMod val="25000"/>
                  </a:schemeClr>
                </a:solidFill>
              </a:defRPr>
            </a:lvl2pPr>
            <a:lvl3pPr marL="1143000" indent="-228600">
              <a:buClr>
                <a:schemeClr val="tx2"/>
              </a:buClr>
              <a:buFont typeface="Wingdings" panose="05000000000000000000" pitchFamily="2" charset="2"/>
              <a:buChar char="§"/>
              <a:defRPr>
                <a:solidFill>
                  <a:schemeClr val="bg2">
                    <a:lumMod val="25000"/>
                  </a:schemeClr>
                </a:solidFill>
              </a:defRPr>
            </a:lvl3pPr>
            <a:lvl4pPr marL="1600200" indent="-228600">
              <a:buClr>
                <a:schemeClr val="tx2"/>
              </a:buClr>
              <a:buFont typeface="Wingdings" panose="05000000000000000000" pitchFamily="2" charset="2"/>
              <a:buChar char="§"/>
              <a:defRPr>
                <a:solidFill>
                  <a:schemeClr val="bg2">
                    <a:lumMod val="25000"/>
                  </a:schemeClr>
                </a:solidFill>
              </a:defRPr>
            </a:lvl4pPr>
            <a:lvl5pPr marL="2057400" indent="-228600">
              <a:buClr>
                <a:schemeClr val="tx2"/>
              </a:buClr>
              <a:buFont typeface="Wingdings" panose="05000000000000000000" pitchFamily="2" charset="2"/>
              <a:buChar char="§"/>
              <a:defRPr>
                <a:solidFill>
                  <a:schemeClr val="bg2">
                    <a:lumMod val="25000"/>
                  </a:schemeClr>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2" name="Titel 1">
            <a:extLst>
              <a:ext uri="{FF2B5EF4-FFF2-40B4-BE49-F238E27FC236}">
                <a16:creationId xmlns:a16="http://schemas.microsoft.com/office/drawing/2014/main" id="{400EB9FF-0E5B-7977-5316-E5FA1411AA00}"/>
              </a:ext>
            </a:extLst>
          </p:cNvPr>
          <p:cNvSpPr>
            <a:spLocks noGrp="1"/>
          </p:cNvSpPr>
          <p:nvPr>
            <p:ph type="title"/>
          </p:nvPr>
        </p:nvSpPr>
        <p:spPr>
          <a:xfrm>
            <a:off x="278363" y="290481"/>
            <a:ext cx="10153261" cy="325340"/>
          </a:xfrm>
          <a:prstGeom prst="rect">
            <a:avLst/>
          </a:prstGeom>
        </p:spPr>
        <p:txBody>
          <a:bodyPr>
            <a:noAutofit/>
          </a:bodyPr>
          <a:lstStyle>
            <a:lvl1pPr>
              <a:defRPr sz="2000" b="1">
                <a:solidFill>
                  <a:schemeClr val="bg2">
                    <a:lumMod val="25000"/>
                  </a:schemeClr>
                </a:solidFill>
                <a:latin typeface="+mn-lt"/>
              </a:defRPr>
            </a:lvl1pPr>
          </a:lstStyle>
          <a:p>
            <a:r>
              <a:rPr lang="de-DE"/>
              <a:t>Mastertitelformat bearbeiten</a:t>
            </a:r>
          </a:p>
        </p:txBody>
      </p:sp>
    </p:spTree>
    <p:extLst>
      <p:ext uri="{BB962C8B-B14F-4D97-AF65-F5344CB8AC3E}">
        <p14:creationId xmlns:p14="http://schemas.microsoft.com/office/powerpoint/2010/main" val="2748470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 2-Zeilig und Inhalt">
    <p:spTree>
      <p:nvGrpSpPr>
        <p:cNvPr id="1" name=""/>
        <p:cNvGrpSpPr/>
        <p:nvPr/>
      </p:nvGrpSpPr>
      <p:grpSpPr>
        <a:xfrm>
          <a:off x="0" y="0"/>
          <a:ext cx="0" cy="0"/>
          <a:chOff x="0" y="0"/>
          <a:chExt cx="0" cy="0"/>
        </a:xfrm>
      </p:grpSpPr>
      <p:sp>
        <p:nvSpPr>
          <p:cNvPr id="4" name="Datumsplatzhalter 3">
            <a:extLst>
              <a:ext uri="{FF2B5EF4-FFF2-40B4-BE49-F238E27FC236}">
                <a16:creationId xmlns:a16="http://schemas.microsoft.com/office/drawing/2014/main" id="{DF925CD4-B91D-4D48-A1B3-92815464B058}"/>
              </a:ext>
            </a:extLst>
          </p:cNvPr>
          <p:cNvSpPr>
            <a:spLocks noGrp="1"/>
          </p:cNvSpPr>
          <p:nvPr>
            <p:ph type="dt" sz="half" idx="10"/>
          </p:nvPr>
        </p:nvSpPr>
        <p:spPr/>
        <p:txBody>
          <a:bodyPr/>
          <a:lstStyle/>
          <a:p>
            <a:fld id="{8E2F85E9-DED9-47CB-B925-90A84953F974}" type="datetime1">
              <a:rPr lang="de-DE" smtClean="0"/>
              <a:t>13.02.26</a:t>
            </a:fld>
            <a:endParaRPr lang="de-DE"/>
          </a:p>
        </p:txBody>
      </p:sp>
      <p:sp>
        <p:nvSpPr>
          <p:cNvPr id="5" name="Fußzeilenplatzhalter 4">
            <a:extLst>
              <a:ext uri="{FF2B5EF4-FFF2-40B4-BE49-F238E27FC236}">
                <a16:creationId xmlns:a16="http://schemas.microsoft.com/office/drawing/2014/main" id="{9D7477A4-F518-4209-8E3F-312C4DD1472A}"/>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78276A06-4CD2-4AA7-A821-0D2D66A10698}"/>
              </a:ext>
            </a:extLst>
          </p:cNvPr>
          <p:cNvSpPr>
            <a:spLocks noGrp="1"/>
          </p:cNvSpPr>
          <p:nvPr>
            <p:ph type="sldNum" sz="quarter" idx="12"/>
          </p:nvPr>
        </p:nvSpPr>
        <p:spPr/>
        <p:txBody>
          <a:bodyPr/>
          <a:lstStyle/>
          <a:p>
            <a:fld id="{B4256C18-6D8C-4341-B569-3B1E941D5C64}" type="slidenum">
              <a:rPr lang="de-DE" smtClean="0"/>
              <a:t>‹#›</a:t>
            </a:fld>
            <a:endParaRPr lang="de-DE"/>
          </a:p>
        </p:txBody>
      </p:sp>
      <p:sp>
        <p:nvSpPr>
          <p:cNvPr id="9" name="Inhaltsplatzhalter 2">
            <a:extLst>
              <a:ext uri="{FF2B5EF4-FFF2-40B4-BE49-F238E27FC236}">
                <a16:creationId xmlns:a16="http://schemas.microsoft.com/office/drawing/2014/main" id="{43878A6D-0D8C-4A87-879A-23BC40161782}"/>
              </a:ext>
            </a:extLst>
          </p:cNvPr>
          <p:cNvSpPr>
            <a:spLocks noGrp="1"/>
          </p:cNvSpPr>
          <p:nvPr>
            <p:ph idx="1"/>
          </p:nvPr>
        </p:nvSpPr>
        <p:spPr>
          <a:xfrm>
            <a:off x="269999" y="954000"/>
            <a:ext cx="11617201" cy="5220000"/>
          </a:xfrm>
          <a:prstGeom prst="rect">
            <a:avLst/>
          </a:prstGeom>
        </p:spPr>
        <p:txBody>
          <a:bodyPr>
            <a:normAutofit/>
          </a:bodyPr>
          <a:lstStyle>
            <a:lvl1pPr marL="228600" indent="-228600">
              <a:buClr>
                <a:schemeClr val="tx2"/>
              </a:buClr>
              <a:buFont typeface="Wingdings" panose="05000000000000000000" pitchFamily="2" charset="2"/>
              <a:buChar char="§"/>
              <a:defRPr>
                <a:solidFill>
                  <a:schemeClr val="bg2">
                    <a:lumMod val="25000"/>
                  </a:schemeClr>
                </a:solidFill>
              </a:defRPr>
            </a:lvl1pPr>
            <a:lvl2pPr marL="685800" indent="-228600">
              <a:buClr>
                <a:schemeClr val="tx2"/>
              </a:buClr>
              <a:buFont typeface="Wingdings" panose="05000000000000000000" pitchFamily="2" charset="2"/>
              <a:buChar char="§"/>
              <a:defRPr>
                <a:solidFill>
                  <a:schemeClr val="bg2">
                    <a:lumMod val="25000"/>
                  </a:schemeClr>
                </a:solidFill>
              </a:defRPr>
            </a:lvl2pPr>
            <a:lvl3pPr marL="1143000" indent="-228600">
              <a:buClr>
                <a:schemeClr val="tx2"/>
              </a:buClr>
              <a:buFont typeface="Wingdings" panose="05000000000000000000" pitchFamily="2" charset="2"/>
              <a:buChar char="§"/>
              <a:defRPr>
                <a:solidFill>
                  <a:schemeClr val="bg2">
                    <a:lumMod val="25000"/>
                  </a:schemeClr>
                </a:solidFill>
              </a:defRPr>
            </a:lvl3pPr>
            <a:lvl4pPr marL="1600200" indent="-228600">
              <a:buClr>
                <a:schemeClr val="tx2"/>
              </a:buClr>
              <a:buFont typeface="Wingdings" panose="05000000000000000000" pitchFamily="2" charset="2"/>
              <a:buChar char="§"/>
              <a:defRPr>
                <a:solidFill>
                  <a:schemeClr val="bg2">
                    <a:lumMod val="25000"/>
                  </a:schemeClr>
                </a:solidFill>
              </a:defRPr>
            </a:lvl4pPr>
            <a:lvl5pPr marL="2057400" indent="-228600">
              <a:buClr>
                <a:schemeClr val="tx2"/>
              </a:buClr>
              <a:buFont typeface="Wingdings" panose="05000000000000000000" pitchFamily="2" charset="2"/>
              <a:buChar char="§"/>
              <a:defRPr>
                <a:solidFill>
                  <a:schemeClr val="bg2">
                    <a:lumMod val="25000"/>
                  </a:schemeClr>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2" name="Titel 1">
            <a:extLst>
              <a:ext uri="{FF2B5EF4-FFF2-40B4-BE49-F238E27FC236}">
                <a16:creationId xmlns:a16="http://schemas.microsoft.com/office/drawing/2014/main" id="{400EB9FF-0E5B-7977-5316-E5FA1411AA00}"/>
              </a:ext>
            </a:extLst>
          </p:cNvPr>
          <p:cNvSpPr>
            <a:spLocks noGrp="1"/>
          </p:cNvSpPr>
          <p:nvPr>
            <p:ph type="title" hasCustomPrompt="1"/>
          </p:nvPr>
        </p:nvSpPr>
        <p:spPr>
          <a:xfrm>
            <a:off x="278363" y="61574"/>
            <a:ext cx="10153261" cy="635126"/>
          </a:xfrm>
          <a:prstGeom prst="rect">
            <a:avLst/>
          </a:prstGeom>
        </p:spPr>
        <p:txBody>
          <a:bodyPr>
            <a:noAutofit/>
          </a:bodyPr>
          <a:lstStyle>
            <a:lvl1pPr>
              <a:defRPr sz="2000" b="1">
                <a:solidFill>
                  <a:schemeClr val="bg2">
                    <a:lumMod val="25000"/>
                  </a:schemeClr>
                </a:solidFill>
                <a:latin typeface="+mn-lt"/>
              </a:defRPr>
            </a:lvl1pPr>
          </a:lstStyle>
          <a:p>
            <a:r>
              <a:rPr lang="de-DE"/>
              <a:t>Mastertitelformat bearbeiten</a:t>
            </a:r>
            <a:br>
              <a:rPr lang="de-DE"/>
            </a:br>
            <a:r>
              <a:rPr lang="de-DE"/>
              <a:t>2. Zeile</a:t>
            </a:r>
          </a:p>
        </p:txBody>
      </p:sp>
    </p:spTree>
    <p:extLst>
      <p:ext uri="{BB962C8B-B14F-4D97-AF65-F5344CB8AC3E}">
        <p14:creationId xmlns:p14="http://schemas.microsoft.com/office/powerpoint/2010/main" val="29931183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Zwei Inhalte">
    <p:spTree>
      <p:nvGrpSpPr>
        <p:cNvPr id="1" name=""/>
        <p:cNvGrpSpPr/>
        <p:nvPr/>
      </p:nvGrpSpPr>
      <p:grpSpPr>
        <a:xfrm>
          <a:off x="0" y="0"/>
          <a:ext cx="0" cy="0"/>
          <a:chOff x="0" y="0"/>
          <a:chExt cx="0" cy="0"/>
        </a:xfrm>
      </p:grpSpPr>
      <p:sp>
        <p:nvSpPr>
          <p:cNvPr id="5" name="Datumsplatzhalter 4">
            <a:extLst>
              <a:ext uri="{FF2B5EF4-FFF2-40B4-BE49-F238E27FC236}">
                <a16:creationId xmlns:a16="http://schemas.microsoft.com/office/drawing/2014/main" id="{4A177625-96B4-43E4-8E68-9EB70917F026}"/>
              </a:ext>
            </a:extLst>
          </p:cNvPr>
          <p:cNvSpPr>
            <a:spLocks noGrp="1"/>
          </p:cNvSpPr>
          <p:nvPr>
            <p:ph type="dt" sz="half" idx="10"/>
          </p:nvPr>
        </p:nvSpPr>
        <p:spPr/>
        <p:txBody>
          <a:bodyPr/>
          <a:lstStyle/>
          <a:p>
            <a:fld id="{2151F28F-DF80-48E7-91FD-0D4B2F1E6B9B}" type="datetime1">
              <a:rPr lang="de-DE" smtClean="0"/>
              <a:t>13.02.26</a:t>
            </a:fld>
            <a:endParaRPr lang="de-DE"/>
          </a:p>
        </p:txBody>
      </p:sp>
      <p:sp>
        <p:nvSpPr>
          <p:cNvPr id="6" name="Fußzeilenplatzhalter 5">
            <a:extLst>
              <a:ext uri="{FF2B5EF4-FFF2-40B4-BE49-F238E27FC236}">
                <a16:creationId xmlns:a16="http://schemas.microsoft.com/office/drawing/2014/main" id="{F82ED4EF-E8BE-4B2E-966C-5380844406B5}"/>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4C890AF4-7724-4810-852C-4D92157446F0}"/>
              </a:ext>
            </a:extLst>
          </p:cNvPr>
          <p:cNvSpPr>
            <a:spLocks noGrp="1"/>
          </p:cNvSpPr>
          <p:nvPr>
            <p:ph type="sldNum" sz="quarter" idx="12"/>
          </p:nvPr>
        </p:nvSpPr>
        <p:spPr/>
        <p:txBody>
          <a:bodyPr/>
          <a:lstStyle/>
          <a:p>
            <a:fld id="{B4256C18-6D8C-4341-B569-3B1E941D5C64}" type="slidenum">
              <a:rPr lang="de-DE" smtClean="0"/>
              <a:t>‹#›</a:t>
            </a:fld>
            <a:endParaRPr lang="de-DE"/>
          </a:p>
        </p:txBody>
      </p:sp>
      <p:sp>
        <p:nvSpPr>
          <p:cNvPr id="8" name="Titel 1">
            <a:extLst>
              <a:ext uri="{FF2B5EF4-FFF2-40B4-BE49-F238E27FC236}">
                <a16:creationId xmlns:a16="http://schemas.microsoft.com/office/drawing/2014/main" id="{71C16B7D-D548-4DA1-922F-5C70CF516628}"/>
              </a:ext>
            </a:extLst>
          </p:cNvPr>
          <p:cNvSpPr>
            <a:spLocks noGrp="1"/>
          </p:cNvSpPr>
          <p:nvPr>
            <p:ph type="title"/>
          </p:nvPr>
        </p:nvSpPr>
        <p:spPr>
          <a:xfrm>
            <a:off x="278363" y="290481"/>
            <a:ext cx="10153261" cy="325340"/>
          </a:xfrm>
          <a:prstGeom prst="rect">
            <a:avLst/>
          </a:prstGeom>
        </p:spPr>
        <p:txBody>
          <a:bodyPr>
            <a:noAutofit/>
          </a:bodyPr>
          <a:lstStyle>
            <a:lvl1pPr>
              <a:defRPr sz="2000" b="1">
                <a:solidFill>
                  <a:schemeClr val="bg2">
                    <a:lumMod val="25000"/>
                  </a:schemeClr>
                </a:solidFill>
                <a:latin typeface="+mn-lt"/>
              </a:defRPr>
            </a:lvl1pPr>
          </a:lstStyle>
          <a:p>
            <a:r>
              <a:rPr lang="de-DE"/>
              <a:t>Mastertitelformat bearbeiten</a:t>
            </a:r>
          </a:p>
        </p:txBody>
      </p:sp>
      <p:sp>
        <p:nvSpPr>
          <p:cNvPr id="9" name="Inhaltsplatzhalter 2">
            <a:extLst>
              <a:ext uri="{FF2B5EF4-FFF2-40B4-BE49-F238E27FC236}">
                <a16:creationId xmlns:a16="http://schemas.microsoft.com/office/drawing/2014/main" id="{C58CE313-C2BC-4EF9-B343-92E14DCF845F}"/>
              </a:ext>
            </a:extLst>
          </p:cNvPr>
          <p:cNvSpPr>
            <a:spLocks noGrp="1"/>
          </p:cNvSpPr>
          <p:nvPr>
            <p:ph sz="half" idx="1"/>
          </p:nvPr>
        </p:nvSpPr>
        <p:spPr>
          <a:xfrm>
            <a:off x="269999" y="954000"/>
            <a:ext cx="5760000" cy="5220000"/>
          </a:xfrm>
          <a:prstGeom prst="rect">
            <a:avLst/>
          </a:prstGeom>
        </p:spPr>
        <p:txBody>
          <a:bodyPr/>
          <a:lstStyle>
            <a:lvl1pPr marL="228600" indent="-228600">
              <a:buClr>
                <a:schemeClr val="tx2"/>
              </a:buClr>
              <a:buFont typeface="Wingdings" panose="05000000000000000000" pitchFamily="2" charset="2"/>
              <a:buChar char="§"/>
              <a:defRPr/>
            </a:lvl1pPr>
            <a:lvl2pPr marL="685800" indent="-228600">
              <a:buClr>
                <a:schemeClr val="tx2"/>
              </a:buClr>
              <a:buFont typeface="Wingdings" panose="05000000000000000000" pitchFamily="2" charset="2"/>
              <a:buChar char="§"/>
              <a:defRPr/>
            </a:lvl2pPr>
            <a:lvl3pPr marL="1143000" indent="-228600">
              <a:buClr>
                <a:schemeClr val="tx2"/>
              </a:buClr>
              <a:buFont typeface="Wingdings" panose="05000000000000000000" pitchFamily="2" charset="2"/>
              <a:buChar char="§"/>
              <a:defRPr/>
            </a:lvl3pPr>
            <a:lvl4pPr marL="1600200" indent="-228600">
              <a:buClr>
                <a:schemeClr val="tx2"/>
              </a:buClr>
              <a:buFont typeface="Wingdings" panose="05000000000000000000" pitchFamily="2" charset="2"/>
              <a:buChar char="§"/>
              <a:defRPr/>
            </a:lvl4pPr>
            <a:lvl5pPr marL="2057400" indent="-228600">
              <a:buClr>
                <a:schemeClr val="tx2"/>
              </a:buClr>
              <a:buFont typeface="Wingdings" panose="05000000000000000000" pitchFamily="2" charset="2"/>
              <a:buChar char="§"/>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0" name="Inhaltsplatzhalter 3">
            <a:extLst>
              <a:ext uri="{FF2B5EF4-FFF2-40B4-BE49-F238E27FC236}">
                <a16:creationId xmlns:a16="http://schemas.microsoft.com/office/drawing/2014/main" id="{3C00A667-72D0-492C-8989-E344C517DF40}"/>
              </a:ext>
            </a:extLst>
          </p:cNvPr>
          <p:cNvSpPr>
            <a:spLocks noGrp="1"/>
          </p:cNvSpPr>
          <p:nvPr>
            <p:ph sz="half" idx="2"/>
          </p:nvPr>
        </p:nvSpPr>
        <p:spPr>
          <a:xfrm>
            <a:off x="6120000" y="954000"/>
            <a:ext cx="5760000" cy="5220000"/>
          </a:xfrm>
          <a:prstGeom prst="rect">
            <a:avLst/>
          </a:prstGeom>
        </p:spPr>
        <p:txBody>
          <a:bodyPr/>
          <a:lstStyle>
            <a:lvl1pPr marL="228600" indent="-228600">
              <a:buClr>
                <a:schemeClr val="tx2"/>
              </a:buClr>
              <a:buFont typeface="Wingdings" panose="05000000000000000000" pitchFamily="2" charset="2"/>
              <a:buChar char="§"/>
              <a:defRPr/>
            </a:lvl1pPr>
            <a:lvl2pPr marL="685800" indent="-228600">
              <a:buClr>
                <a:schemeClr val="tx2"/>
              </a:buClr>
              <a:buFont typeface="Wingdings" panose="05000000000000000000" pitchFamily="2" charset="2"/>
              <a:buChar char="§"/>
              <a:defRPr/>
            </a:lvl2pPr>
            <a:lvl3pPr marL="1143000" indent="-228600">
              <a:buClr>
                <a:schemeClr val="tx2"/>
              </a:buClr>
              <a:buFont typeface="Wingdings" panose="05000000000000000000" pitchFamily="2" charset="2"/>
              <a:buChar char="§"/>
              <a:defRPr/>
            </a:lvl3pPr>
            <a:lvl4pPr marL="1600200" indent="-228600">
              <a:buClr>
                <a:schemeClr val="tx2"/>
              </a:buClr>
              <a:buFont typeface="Wingdings" panose="05000000000000000000" pitchFamily="2" charset="2"/>
              <a:buChar char="§"/>
              <a:defRPr/>
            </a:lvl4pPr>
            <a:lvl5pPr marL="2057400" indent="-228600">
              <a:buClr>
                <a:schemeClr val="tx2"/>
              </a:buClr>
              <a:buFont typeface="Wingdings" panose="05000000000000000000" pitchFamily="2" charset="2"/>
              <a:buChar char="§"/>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2369517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D9D77E66-1CDD-4A8B-8B25-963D2F646588}"/>
              </a:ext>
            </a:extLst>
          </p:cNvPr>
          <p:cNvSpPr>
            <a:spLocks noGrp="1"/>
          </p:cNvSpPr>
          <p:nvPr>
            <p:ph type="dt" sz="half" idx="10"/>
          </p:nvPr>
        </p:nvSpPr>
        <p:spPr/>
        <p:txBody>
          <a:bodyPr/>
          <a:lstStyle/>
          <a:p>
            <a:fld id="{EF438776-DF4A-4D31-80AA-FC26686A563E}" type="datetime1">
              <a:rPr lang="de-DE" smtClean="0"/>
              <a:t>13.02.26</a:t>
            </a:fld>
            <a:endParaRPr lang="de-DE"/>
          </a:p>
        </p:txBody>
      </p:sp>
      <p:sp>
        <p:nvSpPr>
          <p:cNvPr id="3" name="Fußzeilenplatzhalter 2">
            <a:extLst>
              <a:ext uri="{FF2B5EF4-FFF2-40B4-BE49-F238E27FC236}">
                <a16:creationId xmlns:a16="http://schemas.microsoft.com/office/drawing/2014/main" id="{139689CD-B022-4234-9F71-489B7DC4ACA2}"/>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74A62EBB-2D93-4B68-BF04-C96B7FA76D03}"/>
              </a:ext>
            </a:extLst>
          </p:cNvPr>
          <p:cNvSpPr>
            <a:spLocks noGrp="1"/>
          </p:cNvSpPr>
          <p:nvPr>
            <p:ph type="sldNum" sz="quarter" idx="12"/>
          </p:nvPr>
        </p:nvSpPr>
        <p:spPr/>
        <p:txBody>
          <a:bodyPr/>
          <a:lstStyle/>
          <a:p>
            <a:fld id="{B4256C18-6D8C-4341-B569-3B1E941D5C64}" type="slidenum">
              <a:rPr lang="de-DE" smtClean="0"/>
              <a:t>‹#›</a:t>
            </a:fld>
            <a:endParaRPr lang="de-DE"/>
          </a:p>
        </p:txBody>
      </p:sp>
      <p:sp>
        <p:nvSpPr>
          <p:cNvPr id="5" name="Titel 1">
            <a:extLst>
              <a:ext uri="{FF2B5EF4-FFF2-40B4-BE49-F238E27FC236}">
                <a16:creationId xmlns:a16="http://schemas.microsoft.com/office/drawing/2014/main" id="{0F8AD029-9911-4F19-AF4A-F1ED7154D5C7}"/>
              </a:ext>
            </a:extLst>
          </p:cNvPr>
          <p:cNvSpPr>
            <a:spLocks noGrp="1"/>
          </p:cNvSpPr>
          <p:nvPr>
            <p:ph type="title"/>
          </p:nvPr>
        </p:nvSpPr>
        <p:spPr>
          <a:xfrm>
            <a:off x="278363" y="290481"/>
            <a:ext cx="10153261" cy="325340"/>
          </a:xfrm>
          <a:prstGeom prst="rect">
            <a:avLst/>
          </a:prstGeom>
        </p:spPr>
        <p:txBody>
          <a:bodyPr>
            <a:noAutofit/>
          </a:bodyPr>
          <a:lstStyle>
            <a:lvl1pPr>
              <a:defRPr sz="2000" b="1">
                <a:solidFill>
                  <a:schemeClr val="bg2">
                    <a:lumMod val="25000"/>
                  </a:schemeClr>
                </a:solidFill>
                <a:latin typeface="+mn-lt"/>
              </a:defRPr>
            </a:lvl1pPr>
          </a:lstStyle>
          <a:p>
            <a:r>
              <a:rPr lang="de-DE"/>
              <a:t>Mastertitelformat bearbeiten</a:t>
            </a:r>
          </a:p>
        </p:txBody>
      </p:sp>
    </p:spTree>
    <p:extLst>
      <p:ext uri="{BB962C8B-B14F-4D97-AF65-F5344CB8AC3E}">
        <p14:creationId xmlns:p14="http://schemas.microsoft.com/office/powerpoint/2010/main" val="12028022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Benutzerdefiniertes Layout">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8C225B9B-6937-C4F7-6010-570DE8CA68E2}"/>
              </a:ext>
            </a:extLst>
          </p:cNvPr>
          <p:cNvSpPr>
            <a:spLocks noGrp="1"/>
          </p:cNvSpPr>
          <p:nvPr>
            <p:ph type="dt" sz="half" idx="10"/>
          </p:nvPr>
        </p:nvSpPr>
        <p:spPr/>
        <p:txBody>
          <a:bodyPr/>
          <a:lstStyle/>
          <a:p>
            <a:fld id="{BECFD9F2-3134-49A2-9704-384BC47831E4}" type="datetime1">
              <a:rPr lang="de-DE" smtClean="0"/>
              <a:t>13.02.26</a:t>
            </a:fld>
            <a:endParaRPr lang="de-DE"/>
          </a:p>
        </p:txBody>
      </p:sp>
      <p:sp>
        <p:nvSpPr>
          <p:cNvPr id="4" name="Fußzeilenplatzhalter 3">
            <a:extLst>
              <a:ext uri="{FF2B5EF4-FFF2-40B4-BE49-F238E27FC236}">
                <a16:creationId xmlns:a16="http://schemas.microsoft.com/office/drawing/2014/main" id="{F4C1364A-8310-C216-609D-5EA807722BA6}"/>
              </a:ext>
            </a:extLst>
          </p:cNvPr>
          <p:cNvSpPr>
            <a:spLocks noGrp="1"/>
          </p:cNvSpPr>
          <p:nvPr>
            <p:ph type="ftr" sz="quarter" idx="11"/>
          </p:nvPr>
        </p:nvSpPr>
        <p:spPr/>
        <p:txBody>
          <a:bodyPr/>
          <a:lstStyle/>
          <a:p>
            <a:endParaRPr lang="de-DE"/>
          </a:p>
        </p:txBody>
      </p:sp>
      <p:sp>
        <p:nvSpPr>
          <p:cNvPr id="5" name="Foliennummernplatzhalter 4">
            <a:extLst>
              <a:ext uri="{FF2B5EF4-FFF2-40B4-BE49-F238E27FC236}">
                <a16:creationId xmlns:a16="http://schemas.microsoft.com/office/drawing/2014/main" id="{3C3EAFDE-3EE7-E30F-ABE9-6FE51D849D60}"/>
              </a:ext>
            </a:extLst>
          </p:cNvPr>
          <p:cNvSpPr>
            <a:spLocks noGrp="1"/>
          </p:cNvSpPr>
          <p:nvPr>
            <p:ph type="sldNum" sz="quarter" idx="12"/>
          </p:nvPr>
        </p:nvSpPr>
        <p:spPr/>
        <p:txBody>
          <a:bodyPr/>
          <a:lstStyle/>
          <a:p>
            <a:fld id="{B4256C18-6D8C-4341-B569-3B1E941D5C64}" type="slidenum">
              <a:rPr lang="de-DE" smtClean="0"/>
              <a:t>‹#›</a:t>
            </a:fld>
            <a:endParaRPr lang="de-DE"/>
          </a:p>
        </p:txBody>
      </p:sp>
      <p:sp>
        <p:nvSpPr>
          <p:cNvPr id="8" name="Titel 1">
            <a:extLst>
              <a:ext uri="{FF2B5EF4-FFF2-40B4-BE49-F238E27FC236}">
                <a16:creationId xmlns:a16="http://schemas.microsoft.com/office/drawing/2014/main" id="{AC86EB48-46C3-8DB5-82E7-34A3A8C5104E}"/>
              </a:ext>
            </a:extLst>
          </p:cNvPr>
          <p:cNvSpPr>
            <a:spLocks noGrp="1"/>
          </p:cNvSpPr>
          <p:nvPr>
            <p:ph type="title"/>
          </p:nvPr>
        </p:nvSpPr>
        <p:spPr>
          <a:xfrm>
            <a:off x="278363" y="290481"/>
            <a:ext cx="10153261" cy="325340"/>
          </a:xfrm>
          <a:prstGeom prst="rect">
            <a:avLst/>
          </a:prstGeom>
        </p:spPr>
        <p:txBody>
          <a:bodyPr anchor="ctr">
            <a:noAutofit/>
          </a:bodyPr>
          <a:lstStyle>
            <a:lvl1pPr algn="l">
              <a:defRPr sz="2000" b="1">
                <a:solidFill>
                  <a:schemeClr val="bg2">
                    <a:lumMod val="25000"/>
                  </a:schemeClr>
                </a:solidFill>
                <a:latin typeface="+mn-lt"/>
              </a:defRPr>
            </a:lvl1pPr>
          </a:lstStyle>
          <a:p>
            <a:r>
              <a:rPr lang="de-DE"/>
              <a:t>Mastertitelformat bearbeiten</a:t>
            </a:r>
          </a:p>
        </p:txBody>
      </p:sp>
    </p:spTree>
    <p:extLst>
      <p:ext uri="{BB962C8B-B14F-4D97-AF65-F5344CB8AC3E}">
        <p14:creationId xmlns:p14="http://schemas.microsoft.com/office/powerpoint/2010/main" val="22755844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9F3ED071-878E-6E95-212B-F771B7BAD762}"/>
              </a:ext>
            </a:extLst>
          </p:cNvPr>
          <p:cNvPicPr>
            <a:picLocks noChangeAspect="1"/>
          </p:cNvPicPr>
          <p:nvPr userDrawn="1"/>
        </p:nvPicPr>
        <p:blipFill rotWithShape="1">
          <a:blip r:embed="rId7" cstate="print">
            <a:extLst>
              <a:ext uri="{28A0092B-C50C-407E-A947-70E740481C1C}">
                <a14:useLocalDpi xmlns:a14="http://schemas.microsoft.com/office/drawing/2010/main" val="0"/>
              </a:ext>
            </a:extLst>
          </a:blip>
          <a:srcRect b="21723"/>
          <a:stretch/>
        </p:blipFill>
        <p:spPr bwMode="auto">
          <a:xfrm>
            <a:off x="10787150" y="202384"/>
            <a:ext cx="1189440" cy="429138"/>
          </a:xfrm>
          <a:prstGeom prst="rect">
            <a:avLst/>
          </a:prstGeom>
          <a:noFill/>
          <a:ln>
            <a:noFill/>
          </a:ln>
        </p:spPr>
      </p:pic>
      <p:sp>
        <p:nvSpPr>
          <p:cNvPr id="4" name="Datumsplatzhalter 3">
            <a:extLst>
              <a:ext uri="{FF2B5EF4-FFF2-40B4-BE49-F238E27FC236}">
                <a16:creationId xmlns:a16="http://schemas.microsoft.com/office/drawing/2014/main" id="{98C0926C-0DDA-40F0-A4DA-C88490C18E86}"/>
              </a:ext>
            </a:extLst>
          </p:cNvPr>
          <p:cNvSpPr>
            <a:spLocks noGrp="1"/>
          </p:cNvSpPr>
          <p:nvPr>
            <p:ph type="dt" sz="half" idx="2"/>
          </p:nvPr>
        </p:nvSpPr>
        <p:spPr>
          <a:xfrm>
            <a:off x="278363" y="6353844"/>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ECFD9F2-3134-49A2-9704-384BC47831E4}" type="datetime1">
              <a:rPr lang="de-DE" smtClean="0"/>
              <a:t>13.02.26</a:t>
            </a:fld>
            <a:endParaRPr lang="de-DE"/>
          </a:p>
        </p:txBody>
      </p:sp>
      <p:sp>
        <p:nvSpPr>
          <p:cNvPr id="5" name="Fußzeilenplatzhalter 4">
            <a:extLst>
              <a:ext uri="{FF2B5EF4-FFF2-40B4-BE49-F238E27FC236}">
                <a16:creationId xmlns:a16="http://schemas.microsoft.com/office/drawing/2014/main" id="{8507186D-C0F4-4C8E-85B7-8D152DCC61A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DE"/>
          </a:p>
        </p:txBody>
      </p:sp>
      <p:sp>
        <p:nvSpPr>
          <p:cNvPr id="6" name="Foliennummernplatzhalter 5">
            <a:extLst>
              <a:ext uri="{FF2B5EF4-FFF2-40B4-BE49-F238E27FC236}">
                <a16:creationId xmlns:a16="http://schemas.microsoft.com/office/drawing/2014/main" id="{5C90A48E-20C4-4E40-981D-AFC8A6860D31}"/>
              </a:ext>
            </a:extLst>
          </p:cNvPr>
          <p:cNvSpPr>
            <a:spLocks noGrp="1"/>
          </p:cNvSpPr>
          <p:nvPr>
            <p:ph type="sldNum" sz="quarter" idx="4"/>
          </p:nvPr>
        </p:nvSpPr>
        <p:spPr>
          <a:xfrm>
            <a:off x="9128492" y="6353844"/>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4256C18-6D8C-4341-B569-3B1E941D5C64}" type="slidenum">
              <a:rPr lang="de-DE" smtClean="0"/>
              <a:t>‹#›</a:t>
            </a:fld>
            <a:endParaRPr lang="de-DE"/>
          </a:p>
        </p:txBody>
      </p:sp>
      <p:pic>
        <p:nvPicPr>
          <p:cNvPr id="9" name="Grafik 8">
            <a:extLst>
              <a:ext uri="{FF2B5EF4-FFF2-40B4-BE49-F238E27FC236}">
                <a16:creationId xmlns:a16="http://schemas.microsoft.com/office/drawing/2014/main" id="{0156D8B9-3A9E-4647-B405-347E267F7C21}"/>
              </a:ext>
            </a:extLst>
          </p:cNvPr>
          <p:cNvPicPr>
            <a:picLocks/>
          </p:cNvPicPr>
          <p:nvPr userDrawn="1"/>
        </p:nvPicPr>
        <p:blipFill>
          <a:blip r:embed="rId8">
            <a:extLst>
              <a:ext uri="{28A0092B-C50C-407E-A947-70E740481C1C}">
                <a14:useLocalDpi xmlns:a14="http://schemas.microsoft.com/office/drawing/2010/main" val="0"/>
              </a:ext>
            </a:extLst>
          </a:blip>
          <a:stretch>
            <a:fillRect/>
          </a:stretch>
        </p:blipFill>
        <p:spPr>
          <a:xfrm flipV="1">
            <a:off x="204590" y="765797"/>
            <a:ext cx="11772000" cy="36000"/>
          </a:xfrm>
          <a:prstGeom prst="rect">
            <a:avLst/>
          </a:prstGeom>
        </p:spPr>
      </p:pic>
    </p:spTree>
    <p:extLst>
      <p:ext uri="{BB962C8B-B14F-4D97-AF65-F5344CB8AC3E}">
        <p14:creationId xmlns:p14="http://schemas.microsoft.com/office/powerpoint/2010/main" val="3472947182"/>
      </p:ext>
    </p:extLst>
  </p:cSld>
  <p:clrMap bg1="lt1" tx1="dk1" bg2="lt2" tx2="dk2" accent1="accent1" accent2="accent2" accent3="accent3" accent4="accent4" accent5="accent5" accent6="accent6" hlink="hlink" folHlink="folHlink"/>
  <p:sldLayoutIdLst>
    <p:sldLayoutId id="2147483674" r:id="rId1"/>
    <p:sldLayoutId id="2147483742" r:id="rId2"/>
    <p:sldLayoutId id="2147483676" r:id="rId3"/>
    <p:sldLayoutId id="2147483679" r:id="rId4"/>
    <p:sldLayoutId id="2147483743" r:id="rId5"/>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5.xml"/><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svg"/><Relationship Id="rId18" Type="http://schemas.openxmlformats.org/officeDocument/2006/relationships/image" Target="../media/image22.png"/><Relationship Id="rId3" Type="http://schemas.openxmlformats.org/officeDocument/2006/relationships/image" Target="../media/image7.png"/><Relationship Id="rId21" Type="http://schemas.openxmlformats.org/officeDocument/2006/relationships/image" Target="../media/image25.svg"/><Relationship Id="rId7" Type="http://schemas.openxmlformats.org/officeDocument/2006/relationships/image" Target="../media/image11.png"/><Relationship Id="rId12" Type="http://schemas.openxmlformats.org/officeDocument/2006/relationships/image" Target="../media/image16.png"/><Relationship Id="rId17" Type="http://schemas.openxmlformats.org/officeDocument/2006/relationships/image" Target="../media/image21.svg"/><Relationship Id="rId2" Type="http://schemas.openxmlformats.org/officeDocument/2006/relationships/notesSlide" Target="../notesSlides/notesSlide1.xml"/><Relationship Id="rId16" Type="http://schemas.openxmlformats.org/officeDocument/2006/relationships/image" Target="../media/image20.png"/><Relationship Id="rId20" Type="http://schemas.openxmlformats.org/officeDocument/2006/relationships/image" Target="../media/image24.png"/><Relationship Id="rId1" Type="http://schemas.openxmlformats.org/officeDocument/2006/relationships/slideLayout" Target="../slideLayouts/slideLayout5.xml"/><Relationship Id="rId6" Type="http://schemas.openxmlformats.org/officeDocument/2006/relationships/image" Target="../media/image10.svg"/><Relationship Id="rId11" Type="http://schemas.openxmlformats.org/officeDocument/2006/relationships/image" Target="../media/image15.svg"/><Relationship Id="rId5" Type="http://schemas.openxmlformats.org/officeDocument/2006/relationships/image" Target="../media/image9.png"/><Relationship Id="rId15" Type="http://schemas.openxmlformats.org/officeDocument/2006/relationships/image" Target="../media/image19.svg"/><Relationship Id="rId10" Type="http://schemas.openxmlformats.org/officeDocument/2006/relationships/image" Target="../media/image14.png"/><Relationship Id="rId19" Type="http://schemas.openxmlformats.org/officeDocument/2006/relationships/image" Target="../media/image23.svg"/><Relationship Id="rId4" Type="http://schemas.openxmlformats.org/officeDocument/2006/relationships/image" Target="../media/image8.svg"/><Relationship Id="rId9" Type="http://schemas.openxmlformats.org/officeDocument/2006/relationships/image" Target="../media/image13.svg"/><Relationship Id="rId14" Type="http://schemas.openxmlformats.org/officeDocument/2006/relationships/image" Target="../media/image18.png"/><Relationship Id="rId22" Type="http://schemas.openxmlformats.org/officeDocument/2006/relationships/image" Target="../media/image26.png"/></Relationships>
</file>

<file path=ppt/slides/_rels/slide3.xml.rels><?xml version="1.0" encoding="UTF-8" standalone="yes"?>
<Relationships xmlns="http://schemas.openxmlformats.org/package/2006/relationships"><Relationship Id="rId26" Type="http://schemas.openxmlformats.org/officeDocument/2006/relationships/image" Target="../media/image51.png"/><Relationship Id="rId21" Type="http://schemas.openxmlformats.org/officeDocument/2006/relationships/image" Target="../media/image46.svg"/><Relationship Id="rId42" Type="http://schemas.openxmlformats.org/officeDocument/2006/relationships/image" Target="../media/image62.svg"/><Relationship Id="rId47" Type="http://schemas.openxmlformats.org/officeDocument/2006/relationships/image" Target="../media/image67.png"/><Relationship Id="rId63" Type="http://schemas.openxmlformats.org/officeDocument/2006/relationships/image" Target="../media/image83.png"/><Relationship Id="rId68" Type="http://schemas.openxmlformats.org/officeDocument/2006/relationships/image" Target="../media/image87.png"/><Relationship Id="rId2" Type="http://schemas.openxmlformats.org/officeDocument/2006/relationships/image" Target="../media/image27.png"/><Relationship Id="rId16" Type="http://schemas.openxmlformats.org/officeDocument/2006/relationships/image" Target="../media/image41.png"/><Relationship Id="rId29" Type="http://schemas.openxmlformats.org/officeDocument/2006/relationships/image" Target="../media/image8.svg"/><Relationship Id="rId11" Type="http://schemas.openxmlformats.org/officeDocument/2006/relationships/image" Target="../media/image36.svg"/><Relationship Id="rId24" Type="http://schemas.openxmlformats.org/officeDocument/2006/relationships/image" Target="../media/image49.png"/><Relationship Id="rId32" Type="http://schemas.openxmlformats.org/officeDocument/2006/relationships/image" Target="../media/image53.png"/><Relationship Id="rId37" Type="http://schemas.openxmlformats.org/officeDocument/2006/relationships/image" Target="../media/image58.svg"/><Relationship Id="rId40" Type="http://schemas.openxmlformats.org/officeDocument/2006/relationships/image" Target="../media/image11.png"/><Relationship Id="rId45" Type="http://schemas.openxmlformats.org/officeDocument/2006/relationships/image" Target="../media/image65.png"/><Relationship Id="rId53" Type="http://schemas.openxmlformats.org/officeDocument/2006/relationships/image" Target="../media/image73.png"/><Relationship Id="rId58" Type="http://schemas.openxmlformats.org/officeDocument/2006/relationships/image" Target="../media/image78.svg"/><Relationship Id="rId66" Type="http://schemas.openxmlformats.org/officeDocument/2006/relationships/image" Target="../media/image85.png"/><Relationship Id="rId74" Type="http://schemas.openxmlformats.org/officeDocument/2006/relationships/image" Target="../media/image25.svg"/><Relationship Id="rId5" Type="http://schemas.openxmlformats.org/officeDocument/2006/relationships/image" Target="../media/image30.svg"/><Relationship Id="rId61" Type="http://schemas.openxmlformats.org/officeDocument/2006/relationships/image" Target="../media/image81.png"/><Relationship Id="rId19" Type="http://schemas.openxmlformats.org/officeDocument/2006/relationships/image" Target="../media/image44.svg"/><Relationship Id="rId14" Type="http://schemas.openxmlformats.org/officeDocument/2006/relationships/image" Target="../media/image39.png"/><Relationship Id="rId22" Type="http://schemas.openxmlformats.org/officeDocument/2006/relationships/image" Target="../media/image47.png"/><Relationship Id="rId27" Type="http://schemas.openxmlformats.org/officeDocument/2006/relationships/image" Target="../media/image52.svg"/><Relationship Id="rId30" Type="http://schemas.openxmlformats.org/officeDocument/2006/relationships/image" Target="../media/image9.png"/><Relationship Id="rId35" Type="http://schemas.openxmlformats.org/officeDocument/2006/relationships/image" Target="../media/image56.svg"/><Relationship Id="rId43" Type="http://schemas.openxmlformats.org/officeDocument/2006/relationships/image" Target="../media/image63.png"/><Relationship Id="rId48" Type="http://schemas.openxmlformats.org/officeDocument/2006/relationships/image" Target="../media/image68.svg"/><Relationship Id="rId56" Type="http://schemas.openxmlformats.org/officeDocument/2006/relationships/image" Target="../media/image76.svg"/><Relationship Id="rId64" Type="http://schemas.openxmlformats.org/officeDocument/2006/relationships/image" Target="../media/image14.png"/><Relationship Id="rId69" Type="http://schemas.openxmlformats.org/officeDocument/2006/relationships/image" Target="../media/image88.png"/><Relationship Id="rId8" Type="http://schemas.openxmlformats.org/officeDocument/2006/relationships/image" Target="../media/image33.png"/><Relationship Id="rId51" Type="http://schemas.openxmlformats.org/officeDocument/2006/relationships/image" Target="../media/image71.png"/><Relationship Id="rId72" Type="http://schemas.openxmlformats.org/officeDocument/2006/relationships/image" Target="../media/image91.svg"/><Relationship Id="rId3" Type="http://schemas.openxmlformats.org/officeDocument/2006/relationships/image" Target="../media/image28.svg"/><Relationship Id="rId12" Type="http://schemas.openxmlformats.org/officeDocument/2006/relationships/image" Target="../media/image37.png"/><Relationship Id="rId17" Type="http://schemas.openxmlformats.org/officeDocument/2006/relationships/image" Target="../media/image42.svg"/><Relationship Id="rId25" Type="http://schemas.openxmlformats.org/officeDocument/2006/relationships/image" Target="../media/image50.svg"/><Relationship Id="rId33" Type="http://schemas.openxmlformats.org/officeDocument/2006/relationships/image" Target="../media/image54.svg"/><Relationship Id="rId38" Type="http://schemas.openxmlformats.org/officeDocument/2006/relationships/image" Target="../media/image59.png"/><Relationship Id="rId46" Type="http://schemas.openxmlformats.org/officeDocument/2006/relationships/image" Target="../media/image66.svg"/><Relationship Id="rId59" Type="http://schemas.openxmlformats.org/officeDocument/2006/relationships/image" Target="../media/image79.png"/><Relationship Id="rId67" Type="http://schemas.openxmlformats.org/officeDocument/2006/relationships/image" Target="../media/image86.svg"/><Relationship Id="rId20" Type="http://schemas.openxmlformats.org/officeDocument/2006/relationships/image" Target="../media/image45.png"/><Relationship Id="rId41" Type="http://schemas.openxmlformats.org/officeDocument/2006/relationships/image" Target="../media/image61.png"/><Relationship Id="rId54" Type="http://schemas.openxmlformats.org/officeDocument/2006/relationships/image" Target="../media/image74.svg"/><Relationship Id="rId62" Type="http://schemas.openxmlformats.org/officeDocument/2006/relationships/image" Target="../media/image82.svg"/><Relationship Id="rId70" Type="http://schemas.openxmlformats.org/officeDocument/2006/relationships/image" Target="../media/image89.svg"/><Relationship Id="rId75" Type="http://schemas.openxmlformats.org/officeDocument/2006/relationships/image" Target="../media/image92.png"/><Relationship Id="rId1" Type="http://schemas.openxmlformats.org/officeDocument/2006/relationships/slideLayout" Target="../slideLayouts/slideLayout5.xml"/><Relationship Id="rId6" Type="http://schemas.openxmlformats.org/officeDocument/2006/relationships/image" Target="../media/image31.png"/><Relationship Id="rId15" Type="http://schemas.openxmlformats.org/officeDocument/2006/relationships/image" Target="../media/image40.svg"/><Relationship Id="rId23" Type="http://schemas.openxmlformats.org/officeDocument/2006/relationships/image" Target="../media/image48.svg"/><Relationship Id="rId28" Type="http://schemas.openxmlformats.org/officeDocument/2006/relationships/image" Target="../media/image7.png"/><Relationship Id="rId36" Type="http://schemas.openxmlformats.org/officeDocument/2006/relationships/image" Target="../media/image57.png"/><Relationship Id="rId49" Type="http://schemas.openxmlformats.org/officeDocument/2006/relationships/image" Target="../media/image69.png"/><Relationship Id="rId57" Type="http://schemas.openxmlformats.org/officeDocument/2006/relationships/image" Target="../media/image77.png"/><Relationship Id="rId10" Type="http://schemas.openxmlformats.org/officeDocument/2006/relationships/image" Target="../media/image35.png"/><Relationship Id="rId31" Type="http://schemas.openxmlformats.org/officeDocument/2006/relationships/image" Target="../media/image10.svg"/><Relationship Id="rId44" Type="http://schemas.openxmlformats.org/officeDocument/2006/relationships/image" Target="../media/image64.svg"/><Relationship Id="rId52" Type="http://schemas.openxmlformats.org/officeDocument/2006/relationships/image" Target="../media/image72.svg"/><Relationship Id="rId60" Type="http://schemas.openxmlformats.org/officeDocument/2006/relationships/image" Target="../media/image80.svg"/><Relationship Id="rId65" Type="http://schemas.openxmlformats.org/officeDocument/2006/relationships/image" Target="../media/image84.svg"/><Relationship Id="rId73" Type="http://schemas.openxmlformats.org/officeDocument/2006/relationships/image" Target="../media/image24.png"/><Relationship Id="rId4" Type="http://schemas.openxmlformats.org/officeDocument/2006/relationships/image" Target="../media/image29.png"/><Relationship Id="rId9" Type="http://schemas.openxmlformats.org/officeDocument/2006/relationships/image" Target="../media/image34.png"/><Relationship Id="rId13" Type="http://schemas.openxmlformats.org/officeDocument/2006/relationships/image" Target="../media/image38.svg"/><Relationship Id="rId18" Type="http://schemas.openxmlformats.org/officeDocument/2006/relationships/image" Target="../media/image43.png"/><Relationship Id="rId39" Type="http://schemas.openxmlformats.org/officeDocument/2006/relationships/image" Target="../media/image60.svg"/><Relationship Id="rId34" Type="http://schemas.openxmlformats.org/officeDocument/2006/relationships/image" Target="../media/image55.png"/><Relationship Id="rId50" Type="http://schemas.openxmlformats.org/officeDocument/2006/relationships/image" Target="../media/image70.svg"/><Relationship Id="rId55" Type="http://schemas.openxmlformats.org/officeDocument/2006/relationships/image" Target="../media/image75.png"/><Relationship Id="rId76" Type="http://schemas.openxmlformats.org/officeDocument/2006/relationships/image" Target="../media/image93.svg"/><Relationship Id="rId7" Type="http://schemas.openxmlformats.org/officeDocument/2006/relationships/image" Target="../media/image32.png"/><Relationship Id="rId71" Type="http://schemas.openxmlformats.org/officeDocument/2006/relationships/image" Target="../media/image90.png"/></Relationships>
</file>

<file path=ppt/slides/_rels/slide4.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95.svg"/><Relationship Id="rId5" Type="http://schemas.openxmlformats.org/officeDocument/2006/relationships/image" Target="../media/image94.png"/><Relationship Id="rId4" Type="http://schemas.openxmlformats.org/officeDocument/2006/relationships/image" Target="../media/image76.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tags" Target="../tags/tag18.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notesSlide" Target="../notesSlides/notesSlide3.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19" Type="http://schemas.openxmlformats.org/officeDocument/2006/relationships/slideLayout" Target="../slideLayouts/slideLayout4.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6.png"/><Relationship Id="rId7" Type="http://schemas.openxmlformats.org/officeDocument/2006/relationships/image" Target="../media/image100.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9.svg"/><Relationship Id="rId5" Type="http://schemas.openxmlformats.org/officeDocument/2006/relationships/image" Target="../media/image98.png"/><Relationship Id="rId4" Type="http://schemas.openxmlformats.org/officeDocument/2006/relationships/image" Target="../media/image97.sv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mindsquare.de/agb/"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hyperlink" Target="mailto:bestellungen@mindsquare.de"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01.jpe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hyperlink" Target="https://www.dsag.de/wp-content/uploads/2021/12/dsag_leitfaden_atc_2020_06.pdf" TargetMode="External"/></Relationships>
</file>

<file path=ppt/slides/_rels/slide20.xml.rels><?xml version="1.0" encoding="UTF-8" standalone="yes"?>
<Relationships xmlns="http://schemas.openxmlformats.org/package/2006/relationships"><Relationship Id="rId8" Type="http://schemas.openxmlformats.org/officeDocument/2006/relationships/image" Target="../media/image108.png"/><Relationship Id="rId3" Type="http://schemas.openxmlformats.org/officeDocument/2006/relationships/image" Target="../media/image103.svg"/><Relationship Id="rId7" Type="http://schemas.openxmlformats.org/officeDocument/2006/relationships/image" Target="../media/image107.svg"/><Relationship Id="rId2" Type="http://schemas.openxmlformats.org/officeDocument/2006/relationships/image" Target="../media/image102.png"/><Relationship Id="rId1" Type="http://schemas.openxmlformats.org/officeDocument/2006/relationships/slideLayout" Target="../slideLayouts/slideLayout2.xml"/><Relationship Id="rId6" Type="http://schemas.openxmlformats.org/officeDocument/2006/relationships/image" Target="../media/image106.png"/><Relationship Id="rId5" Type="http://schemas.openxmlformats.org/officeDocument/2006/relationships/image" Target="../media/image105.svg"/><Relationship Id="rId4" Type="http://schemas.openxmlformats.org/officeDocument/2006/relationships/image" Target="../media/image104.png"/><Relationship Id="rId9" Type="http://schemas.openxmlformats.org/officeDocument/2006/relationships/image" Target="../media/image109.sv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8" Type="http://schemas.openxmlformats.org/officeDocument/2006/relationships/image" Target="../media/image113.png"/><Relationship Id="rId13" Type="http://schemas.openxmlformats.org/officeDocument/2006/relationships/image" Target="../media/image118.svg"/><Relationship Id="rId18" Type="http://schemas.openxmlformats.org/officeDocument/2006/relationships/image" Target="../media/image123.png"/><Relationship Id="rId3" Type="http://schemas.openxmlformats.org/officeDocument/2006/relationships/notesSlide" Target="../notesSlides/notesSlide13.xml"/><Relationship Id="rId7" Type="http://schemas.openxmlformats.org/officeDocument/2006/relationships/image" Target="../media/image112.svg"/><Relationship Id="rId12" Type="http://schemas.openxmlformats.org/officeDocument/2006/relationships/image" Target="../media/image117.png"/><Relationship Id="rId17" Type="http://schemas.openxmlformats.org/officeDocument/2006/relationships/image" Target="../media/image122.svg"/><Relationship Id="rId2" Type="http://schemas.openxmlformats.org/officeDocument/2006/relationships/slideLayout" Target="../slideLayouts/slideLayout2.xml"/><Relationship Id="rId16" Type="http://schemas.openxmlformats.org/officeDocument/2006/relationships/image" Target="../media/image121.png"/><Relationship Id="rId1" Type="http://schemas.openxmlformats.org/officeDocument/2006/relationships/tags" Target="../tags/tag19.xml"/><Relationship Id="rId6" Type="http://schemas.openxmlformats.org/officeDocument/2006/relationships/image" Target="../media/image111.png"/><Relationship Id="rId11" Type="http://schemas.openxmlformats.org/officeDocument/2006/relationships/image" Target="../media/image116.svg"/><Relationship Id="rId5" Type="http://schemas.openxmlformats.org/officeDocument/2006/relationships/image" Target="../media/image110.emf"/><Relationship Id="rId15" Type="http://schemas.openxmlformats.org/officeDocument/2006/relationships/image" Target="../media/image120.svg"/><Relationship Id="rId10" Type="http://schemas.openxmlformats.org/officeDocument/2006/relationships/image" Target="../media/image115.png"/><Relationship Id="rId19" Type="http://schemas.openxmlformats.org/officeDocument/2006/relationships/image" Target="../media/image124.svg"/><Relationship Id="rId4" Type="http://schemas.openxmlformats.org/officeDocument/2006/relationships/oleObject" Target="../embeddings/oleObject1.bin"/><Relationship Id="rId9" Type="http://schemas.openxmlformats.org/officeDocument/2006/relationships/image" Target="../media/image114.svg"/><Relationship Id="rId14" Type="http://schemas.openxmlformats.org/officeDocument/2006/relationships/image" Target="../media/image1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D4EF7CD-BFD3-E6D6-D4C1-B9634BC5B105}"/>
              </a:ext>
            </a:extLst>
          </p:cNvPr>
          <p:cNvSpPr/>
          <p:nvPr/>
        </p:nvSpPr>
        <p:spPr>
          <a:xfrm>
            <a:off x="923925" y="1113928"/>
            <a:ext cx="3181350" cy="1495425"/>
          </a:xfrm>
          <a:prstGeom prst="rect">
            <a:avLst/>
          </a:prstGeom>
          <a:solidFill>
            <a:srgbClr val="EA5B0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a:ln>
                  <a:noFill/>
                </a:ln>
                <a:solidFill>
                  <a:prstClr val="white"/>
                </a:solidFill>
                <a:effectLst/>
                <a:uLnTx/>
                <a:uFillTx/>
                <a:latin typeface="Calibri"/>
                <a:ea typeface="+mn-ea"/>
                <a:cs typeface="+mn-cs"/>
              </a:rPr>
              <a:t>#ea5b0b</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a:ln>
                  <a:noFill/>
                </a:ln>
                <a:solidFill>
                  <a:prstClr val="white"/>
                </a:solidFill>
                <a:effectLst/>
                <a:uLnTx/>
                <a:uFillTx/>
                <a:latin typeface="Calibri"/>
                <a:ea typeface="+mn-ea"/>
                <a:cs typeface="+mn-cs"/>
              </a:rPr>
              <a:t>235 / 90 / #ea5b0b</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a:ln>
                  <a:noFill/>
                </a:ln>
                <a:solidFill>
                  <a:prstClr val="white"/>
                </a:solidFill>
                <a:effectLst/>
                <a:uLnTx/>
                <a:uFillTx/>
                <a:latin typeface="Calibri"/>
                <a:ea typeface="+mn-ea"/>
                <a:cs typeface="+mn-cs"/>
              </a:rPr>
              <a:t>10</a:t>
            </a:r>
          </a:p>
        </p:txBody>
      </p:sp>
      <p:sp>
        <p:nvSpPr>
          <p:cNvPr id="5" name="Rechteck 4">
            <a:extLst>
              <a:ext uri="{FF2B5EF4-FFF2-40B4-BE49-F238E27FC236}">
                <a16:creationId xmlns:a16="http://schemas.microsoft.com/office/drawing/2014/main" id="{37F4E55A-4D83-DB8C-E5B5-35EF3F08C98B}"/>
              </a:ext>
            </a:extLst>
          </p:cNvPr>
          <p:cNvSpPr/>
          <p:nvPr/>
        </p:nvSpPr>
        <p:spPr>
          <a:xfrm>
            <a:off x="4515765" y="1113928"/>
            <a:ext cx="3181350" cy="1495425"/>
          </a:xfrm>
          <a:prstGeom prst="rect">
            <a:avLst/>
          </a:prstGeom>
          <a:solidFill>
            <a:srgbClr val="FDC3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a:ln>
                  <a:noFill/>
                </a:ln>
                <a:solidFill>
                  <a:prstClr val="white"/>
                </a:solidFill>
                <a:effectLst/>
                <a:uLnTx/>
                <a:uFillTx/>
                <a:latin typeface="Calibri"/>
                <a:ea typeface="+mn-ea"/>
                <a:cs typeface="+mn-cs"/>
              </a:rPr>
              <a:t>#fdc300</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a:ln>
                  <a:noFill/>
                </a:ln>
                <a:solidFill>
                  <a:prstClr val="white"/>
                </a:solidFill>
                <a:effectLst/>
                <a:uLnTx/>
                <a:uFillTx/>
                <a:latin typeface="Calibri"/>
                <a:ea typeface="+mn-ea"/>
                <a:cs typeface="+mn-cs"/>
              </a:rPr>
              <a:t>255 / 195 / 0</a:t>
            </a:r>
          </a:p>
        </p:txBody>
      </p:sp>
      <p:sp>
        <p:nvSpPr>
          <p:cNvPr id="6" name="Rechteck 5">
            <a:extLst>
              <a:ext uri="{FF2B5EF4-FFF2-40B4-BE49-F238E27FC236}">
                <a16:creationId xmlns:a16="http://schemas.microsoft.com/office/drawing/2014/main" id="{387B6BA0-F873-7D3C-35B1-43010C5DEC8B}"/>
              </a:ext>
            </a:extLst>
          </p:cNvPr>
          <p:cNvSpPr/>
          <p:nvPr/>
        </p:nvSpPr>
        <p:spPr>
          <a:xfrm>
            <a:off x="923925" y="2918917"/>
            <a:ext cx="3181350" cy="1495425"/>
          </a:xfrm>
          <a:prstGeom prst="rect">
            <a:avLst/>
          </a:prstGeom>
          <a:solidFill>
            <a:srgbClr val="56565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a:ln>
                  <a:noFill/>
                </a:ln>
                <a:solidFill>
                  <a:prstClr val="white"/>
                </a:solidFill>
                <a:effectLst/>
                <a:uLnTx/>
                <a:uFillTx/>
                <a:latin typeface="Calibri"/>
                <a:ea typeface="+mn-ea"/>
                <a:cs typeface="+mn-cs"/>
              </a:rPr>
              <a:t>#565656</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a:ln>
                  <a:noFill/>
                </a:ln>
                <a:solidFill>
                  <a:prstClr val="white"/>
                </a:solidFill>
                <a:effectLst/>
                <a:uLnTx/>
                <a:uFillTx/>
                <a:latin typeface="Calibri"/>
                <a:ea typeface="+mn-ea"/>
                <a:cs typeface="+mn-cs"/>
              </a:rPr>
              <a:t>86 / 86 / 86</a:t>
            </a:r>
          </a:p>
        </p:txBody>
      </p:sp>
      <p:sp>
        <p:nvSpPr>
          <p:cNvPr id="7" name="Rechteck 6">
            <a:extLst>
              <a:ext uri="{FF2B5EF4-FFF2-40B4-BE49-F238E27FC236}">
                <a16:creationId xmlns:a16="http://schemas.microsoft.com/office/drawing/2014/main" id="{71D43CA0-8E81-F823-6623-4B6BF620CEFD}"/>
              </a:ext>
            </a:extLst>
          </p:cNvPr>
          <p:cNvSpPr/>
          <p:nvPr/>
        </p:nvSpPr>
        <p:spPr>
          <a:xfrm>
            <a:off x="4505325" y="2918916"/>
            <a:ext cx="3181350" cy="1495425"/>
          </a:xfrm>
          <a:prstGeom prst="rect">
            <a:avLst/>
          </a:prstGeom>
          <a:solidFill>
            <a:srgbClr val="CCCC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a:ln>
                  <a:noFill/>
                </a:ln>
                <a:solidFill>
                  <a:prstClr val="white"/>
                </a:solidFill>
                <a:effectLst/>
                <a:uLnTx/>
                <a:uFillTx/>
                <a:latin typeface="Calibri"/>
                <a:ea typeface="+mn-ea"/>
                <a:cs typeface="+mn-cs"/>
              </a:rPr>
              <a:t>#cccccc</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a:ln>
                  <a:noFill/>
                </a:ln>
                <a:solidFill>
                  <a:prstClr val="white"/>
                </a:solidFill>
                <a:effectLst/>
                <a:uLnTx/>
                <a:uFillTx/>
                <a:latin typeface="Calibri"/>
                <a:ea typeface="+mn-ea"/>
                <a:cs typeface="+mn-cs"/>
              </a:rPr>
              <a:t>204 / 204 / 204</a:t>
            </a:r>
          </a:p>
        </p:txBody>
      </p:sp>
      <p:sp>
        <p:nvSpPr>
          <p:cNvPr id="8" name="Titel 7">
            <a:extLst>
              <a:ext uri="{FF2B5EF4-FFF2-40B4-BE49-F238E27FC236}">
                <a16:creationId xmlns:a16="http://schemas.microsoft.com/office/drawing/2014/main" id="{83176902-4262-43E9-4ED5-CF1E55459531}"/>
              </a:ext>
            </a:extLst>
          </p:cNvPr>
          <p:cNvSpPr>
            <a:spLocks noGrp="1"/>
          </p:cNvSpPr>
          <p:nvPr>
            <p:ph type="title"/>
          </p:nvPr>
        </p:nvSpPr>
        <p:spPr/>
        <p:txBody>
          <a:bodyPr/>
          <a:lstStyle/>
          <a:p>
            <a:r>
              <a:rPr lang="de-DE"/>
              <a:t>Farben &amp; Logo</a:t>
            </a:r>
          </a:p>
        </p:txBody>
      </p:sp>
      <p:pic>
        <p:nvPicPr>
          <p:cNvPr id="3" name="Grafik 2" descr="Ein Bild, das Text, Schrift, Grafiken, Screenshot enthält.&#10;&#10;KI-generierte Inhalte können fehlerhaft sein.">
            <a:extLst>
              <a:ext uri="{FF2B5EF4-FFF2-40B4-BE49-F238E27FC236}">
                <a16:creationId xmlns:a16="http://schemas.microsoft.com/office/drawing/2014/main" id="{DC76FE1A-B85A-473A-E874-ACA45F55B8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97399" y="3011364"/>
            <a:ext cx="2761590" cy="1223014"/>
          </a:xfrm>
          <a:prstGeom prst="rect">
            <a:avLst/>
          </a:prstGeom>
        </p:spPr>
      </p:pic>
      <p:pic>
        <p:nvPicPr>
          <p:cNvPr id="10" name="Grafik 9" descr="Ein Bild, das Schrift, Grafiken, Grafikdesign, Text enthält.&#10;&#10;KI-generierte Inhalte können fehlerhaft sein.">
            <a:extLst>
              <a:ext uri="{FF2B5EF4-FFF2-40B4-BE49-F238E27FC236}">
                <a16:creationId xmlns:a16="http://schemas.microsoft.com/office/drawing/2014/main" id="{E26B9F46-B14A-45A6-F191-11595AEED80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41103" y="1331470"/>
            <a:ext cx="2832100" cy="964245"/>
          </a:xfrm>
          <a:prstGeom prst="rect">
            <a:avLst/>
          </a:prstGeom>
        </p:spPr>
      </p:pic>
      <p:sp>
        <p:nvSpPr>
          <p:cNvPr id="15" name="Rechteck 14">
            <a:extLst>
              <a:ext uri="{FF2B5EF4-FFF2-40B4-BE49-F238E27FC236}">
                <a16:creationId xmlns:a16="http://schemas.microsoft.com/office/drawing/2014/main" id="{54F3E3AE-C7A2-144A-37B2-77D6C62DB788}"/>
              </a:ext>
            </a:extLst>
          </p:cNvPr>
          <p:cNvSpPr/>
          <p:nvPr/>
        </p:nvSpPr>
        <p:spPr>
          <a:xfrm>
            <a:off x="923925" y="4729899"/>
            <a:ext cx="6773190" cy="1495425"/>
          </a:xfrm>
          <a:prstGeom prst="rect">
            <a:avLst/>
          </a:prstGeom>
          <a:solidFill>
            <a:srgbClr val="56565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a:ea typeface="+mn-ea"/>
              <a:cs typeface="+mn-cs"/>
            </a:endParaRPr>
          </a:p>
        </p:txBody>
      </p:sp>
      <p:pic>
        <p:nvPicPr>
          <p:cNvPr id="14" name="Grafik 13" descr="Ein Bild, das Text, Schrift, Grafiken, Screenshot enthält.&#10;&#10;KI-generierte Inhalte können fehlerhaft sein.">
            <a:extLst>
              <a:ext uri="{FF2B5EF4-FFF2-40B4-BE49-F238E27FC236}">
                <a16:creationId xmlns:a16="http://schemas.microsoft.com/office/drawing/2014/main" id="{8FA4B586-555C-8B59-8D22-FD731D6C494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18071" y="5034088"/>
            <a:ext cx="2061729" cy="914016"/>
          </a:xfrm>
          <a:prstGeom prst="rect">
            <a:avLst/>
          </a:prstGeom>
        </p:spPr>
      </p:pic>
      <p:pic>
        <p:nvPicPr>
          <p:cNvPr id="23" name="Grafik 22" descr="Ein Bild, das Schrift, Grafiken, Text, Grafikdesign enthält.&#10;&#10;KI-generierte Inhalte können fehlerhaft sein.">
            <a:extLst>
              <a:ext uri="{FF2B5EF4-FFF2-40B4-BE49-F238E27FC236}">
                <a16:creationId xmlns:a16="http://schemas.microsoft.com/office/drawing/2014/main" id="{38793224-294B-8892-7BDD-50E3896FF78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742747" y="5034088"/>
            <a:ext cx="2562831" cy="972595"/>
          </a:xfrm>
          <a:prstGeom prst="rect">
            <a:avLst/>
          </a:prstGeom>
        </p:spPr>
      </p:pic>
    </p:spTree>
    <p:extLst>
      <p:ext uri="{BB962C8B-B14F-4D97-AF65-F5344CB8AC3E}">
        <p14:creationId xmlns:p14="http://schemas.microsoft.com/office/powerpoint/2010/main" val="21350518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97A41AAD-1EC2-754E-AB07-9C198A3A3A4F}"/>
              </a:ext>
            </a:extLst>
          </p:cNvPr>
          <p:cNvSpPr>
            <a:spLocks noGrp="1"/>
          </p:cNvSpPr>
          <p:nvPr>
            <p:ph type="title"/>
          </p:nvPr>
        </p:nvSpPr>
        <p:spPr/>
        <p:txBody>
          <a:bodyPr/>
          <a:lstStyle/>
          <a:p>
            <a:r>
              <a:rPr lang="de-DE"/>
              <a:t>Piktogramme - Menschen</a:t>
            </a:r>
          </a:p>
        </p:txBody>
      </p:sp>
      <p:grpSp>
        <p:nvGrpSpPr>
          <p:cNvPr id="51" name="Gruppieren 50">
            <a:extLst>
              <a:ext uri="{FF2B5EF4-FFF2-40B4-BE49-F238E27FC236}">
                <a16:creationId xmlns:a16="http://schemas.microsoft.com/office/drawing/2014/main" id="{0E5E85DB-3821-86F0-CE5D-B897DF16C3EF}"/>
              </a:ext>
            </a:extLst>
          </p:cNvPr>
          <p:cNvGrpSpPr>
            <a:grpSpLocks noChangeAspect="1"/>
          </p:cNvGrpSpPr>
          <p:nvPr/>
        </p:nvGrpSpPr>
        <p:grpSpPr>
          <a:xfrm>
            <a:off x="1998959" y="1708019"/>
            <a:ext cx="516013" cy="650706"/>
            <a:chOff x="2670450" y="3733092"/>
            <a:chExt cx="710548" cy="896019"/>
          </a:xfrm>
        </p:grpSpPr>
        <p:sp>
          <p:nvSpPr>
            <p:cNvPr id="18" name="Freihandform: Form 17">
              <a:extLst>
                <a:ext uri="{FF2B5EF4-FFF2-40B4-BE49-F238E27FC236}">
                  <a16:creationId xmlns:a16="http://schemas.microsoft.com/office/drawing/2014/main" id="{BBB6FDA3-BC5A-1446-8168-A7FFE0AA795D}"/>
                </a:ext>
              </a:extLst>
            </p:cNvPr>
            <p:cNvSpPr/>
            <p:nvPr/>
          </p:nvSpPr>
          <p:spPr>
            <a:xfrm>
              <a:off x="2670450" y="3733092"/>
              <a:ext cx="710548" cy="833825"/>
            </a:xfrm>
            <a:custGeom>
              <a:avLst/>
              <a:gdLst>
                <a:gd name="connsiteX0" fmla="*/ 505489 w 710548"/>
                <a:gd name="connsiteY0" fmla="*/ 480688 h 833825"/>
                <a:gd name="connsiteX1" fmla="*/ 626715 w 710548"/>
                <a:gd name="connsiteY1" fmla="*/ 542882 h 833825"/>
                <a:gd name="connsiteX2" fmla="*/ 649906 w 710548"/>
                <a:gd name="connsiteY2" fmla="*/ 590319 h 833825"/>
                <a:gd name="connsiteX3" fmla="*/ 668881 w 710548"/>
                <a:gd name="connsiteY3" fmla="*/ 753711 h 833825"/>
                <a:gd name="connsiteX4" fmla="*/ 660448 w 710548"/>
                <a:gd name="connsiteY4" fmla="*/ 772685 h 833825"/>
                <a:gd name="connsiteX5" fmla="*/ 660448 w 710548"/>
                <a:gd name="connsiteY5" fmla="*/ 772685 h 833825"/>
                <a:gd name="connsiteX6" fmla="*/ 603524 w 710548"/>
                <a:gd name="connsiteY6" fmla="*/ 800093 h 833825"/>
                <a:gd name="connsiteX7" fmla="*/ 603524 w 710548"/>
                <a:gd name="connsiteY7" fmla="*/ 833825 h 833825"/>
                <a:gd name="connsiteX8" fmla="*/ 631986 w 710548"/>
                <a:gd name="connsiteY8" fmla="*/ 833825 h 833825"/>
                <a:gd name="connsiteX9" fmla="*/ 683639 w 710548"/>
                <a:gd name="connsiteY9" fmla="*/ 807472 h 833825"/>
                <a:gd name="connsiteX10" fmla="*/ 683639 w 710548"/>
                <a:gd name="connsiteY10" fmla="*/ 807472 h 833825"/>
                <a:gd name="connsiteX11" fmla="*/ 709992 w 710548"/>
                <a:gd name="connsiteY11" fmla="*/ 748440 h 833825"/>
                <a:gd name="connsiteX12" fmla="*/ 693126 w 710548"/>
                <a:gd name="connsiteY12" fmla="*/ 589265 h 833825"/>
                <a:gd name="connsiteX13" fmla="*/ 654123 w 710548"/>
                <a:gd name="connsiteY13" fmla="*/ 511258 h 833825"/>
                <a:gd name="connsiteX14" fmla="*/ 520247 w 710548"/>
                <a:gd name="connsiteY14" fmla="*/ 441685 h 833825"/>
                <a:gd name="connsiteX15" fmla="*/ 468594 w 710548"/>
                <a:gd name="connsiteY15" fmla="*/ 420602 h 833825"/>
                <a:gd name="connsiteX16" fmla="*/ 462269 w 710548"/>
                <a:gd name="connsiteY16" fmla="*/ 411115 h 833825"/>
                <a:gd name="connsiteX17" fmla="*/ 462269 w 710548"/>
                <a:gd name="connsiteY17" fmla="*/ 385815 h 833825"/>
                <a:gd name="connsiteX18" fmla="*/ 525518 w 710548"/>
                <a:gd name="connsiteY18" fmla="*/ 254048 h 833825"/>
                <a:gd name="connsiteX19" fmla="*/ 525518 w 710548"/>
                <a:gd name="connsiteY19" fmla="*/ 216099 h 833825"/>
                <a:gd name="connsiteX20" fmla="*/ 546601 w 710548"/>
                <a:gd name="connsiteY20" fmla="*/ 222424 h 833825"/>
                <a:gd name="connsiteX21" fmla="*/ 528680 w 710548"/>
                <a:gd name="connsiteY21" fmla="*/ 169717 h 833825"/>
                <a:gd name="connsiteX22" fmla="*/ 523410 w 710548"/>
                <a:gd name="connsiteY22" fmla="*/ 147580 h 833825"/>
                <a:gd name="connsiteX23" fmla="*/ 429591 w 710548"/>
                <a:gd name="connsiteY23" fmla="*/ 18975 h 833825"/>
                <a:gd name="connsiteX24" fmla="*/ 415887 w 710548"/>
                <a:gd name="connsiteY24" fmla="*/ 20029 h 833825"/>
                <a:gd name="connsiteX25" fmla="*/ 406400 w 710548"/>
                <a:gd name="connsiteY25" fmla="*/ 27408 h 833825"/>
                <a:gd name="connsiteX26" fmla="*/ 395858 w 710548"/>
                <a:gd name="connsiteY26" fmla="*/ 12650 h 833825"/>
                <a:gd name="connsiteX27" fmla="*/ 383209 w 710548"/>
                <a:gd name="connsiteY27" fmla="*/ 3162 h 833825"/>
                <a:gd name="connsiteX28" fmla="*/ 354747 w 710548"/>
                <a:gd name="connsiteY28" fmla="*/ 0 h 833825"/>
                <a:gd name="connsiteX29" fmla="*/ 187139 w 710548"/>
                <a:gd name="connsiteY29" fmla="*/ 150742 h 833825"/>
                <a:gd name="connsiteX30" fmla="*/ 187139 w 710548"/>
                <a:gd name="connsiteY30" fmla="*/ 158121 h 833825"/>
                <a:gd name="connsiteX31" fmla="*/ 187139 w 710548"/>
                <a:gd name="connsiteY31" fmla="*/ 158121 h 833825"/>
                <a:gd name="connsiteX32" fmla="*/ 187139 w 710548"/>
                <a:gd name="connsiteY32" fmla="*/ 176042 h 833825"/>
                <a:gd name="connsiteX33" fmla="*/ 173435 w 710548"/>
                <a:gd name="connsiteY33" fmla="*/ 242452 h 833825"/>
                <a:gd name="connsiteX34" fmla="*/ 155514 w 710548"/>
                <a:gd name="connsiteY34" fmla="*/ 284618 h 833825"/>
                <a:gd name="connsiteX35" fmla="*/ 189247 w 710548"/>
                <a:gd name="connsiteY35" fmla="*/ 275131 h 833825"/>
                <a:gd name="connsiteX36" fmla="*/ 250387 w 710548"/>
                <a:gd name="connsiteY36" fmla="*/ 383707 h 833825"/>
                <a:gd name="connsiteX37" fmla="*/ 250387 w 710548"/>
                <a:gd name="connsiteY37" fmla="*/ 410061 h 833825"/>
                <a:gd name="connsiteX38" fmla="*/ 244062 w 710548"/>
                <a:gd name="connsiteY38" fmla="*/ 419548 h 833825"/>
                <a:gd name="connsiteX39" fmla="*/ 192409 w 710548"/>
                <a:gd name="connsiteY39" fmla="*/ 440631 h 833825"/>
                <a:gd name="connsiteX40" fmla="*/ 58533 w 710548"/>
                <a:gd name="connsiteY40" fmla="*/ 510204 h 833825"/>
                <a:gd name="connsiteX41" fmla="*/ 18476 w 710548"/>
                <a:gd name="connsiteY41" fmla="*/ 588211 h 833825"/>
                <a:gd name="connsiteX42" fmla="*/ 556 w 710548"/>
                <a:gd name="connsiteY42" fmla="*/ 748440 h 833825"/>
                <a:gd name="connsiteX43" fmla="*/ 26909 w 710548"/>
                <a:gd name="connsiteY43" fmla="*/ 807472 h 833825"/>
                <a:gd name="connsiteX44" fmla="*/ 78562 w 710548"/>
                <a:gd name="connsiteY44" fmla="*/ 833825 h 833825"/>
                <a:gd name="connsiteX45" fmla="*/ 108078 w 710548"/>
                <a:gd name="connsiteY45" fmla="*/ 833825 h 833825"/>
                <a:gd name="connsiteX46" fmla="*/ 108078 w 710548"/>
                <a:gd name="connsiteY46" fmla="*/ 801147 h 833825"/>
                <a:gd name="connsiteX47" fmla="*/ 51154 w 710548"/>
                <a:gd name="connsiteY47" fmla="*/ 773739 h 833825"/>
                <a:gd name="connsiteX48" fmla="*/ 42721 w 710548"/>
                <a:gd name="connsiteY48" fmla="*/ 754765 h 833825"/>
                <a:gd name="connsiteX49" fmla="*/ 60642 w 710548"/>
                <a:gd name="connsiteY49" fmla="*/ 592427 h 833825"/>
                <a:gd name="connsiteX50" fmla="*/ 60642 w 710548"/>
                <a:gd name="connsiteY50" fmla="*/ 590319 h 833825"/>
                <a:gd name="connsiteX51" fmla="*/ 84887 w 710548"/>
                <a:gd name="connsiteY51" fmla="*/ 542882 h 833825"/>
                <a:gd name="connsiteX52" fmla="*/ 206113 w 710548"/>
                <a:gd name="connsiteY52" fmla="*/ 480688 h 833825"/>
                <a:gd name="connsiteX53" fmla="*/ 222979 w 710548"/>
                <a:gd name="connsiteY53" fmla="*/ 475417 h 833825"/>
                <a:gd name="connsiteX54" fmla="*/ 355801 w 710548"/>
                <a:gd name="connsiteY54" fmla="*/ 505988 h 833825"/>
                <a:gd name="connsiteX55" fmla="*/ 489677 w 710548"/>
                <a:gd name="connsiteY55" fmla="*/ 475417 h 833825"/>
                <a:gd name="connsiteX56" fmla="*/ 505489 w 710548"/>
                <a:gd name="connsiteY56" fmla="*/ 480688 h 833825"/>
                <a:gd name="connsiteX57" fmla="*/ 229304 w 710548"/>
                <a:gd name="connsiteY57" fmla="*/ 262481 h 833825"/>
                <a:gd name="connsiteX58" fmla="*/ 450674 w 710548"/>
                <a:gd name="connsiteY58" fmla="*/ 137038 h 833825"/>
                <a:gd name="connsiteX59" fmla="*/ 482298 w 710548"/>
                <a:gd name="connsiteY59" fmla="*/ 179204 h 833825"/>
                <a:gd name="connsiteX60" fmla="*/ 482298 w 710548"/>
                <a:gd name="connsiteY60" fmla="*/ 252994 h 833825"/>
                <a:gd name="connsiteX61" fmla="*/ 355801 w 710548"/>
                <a:gd name="connsiteY61" fmla="*/ 379491 h 833825"/>
                <a:gd name="connsiteX62" fmla="*/ 229304 w 710548"/>
                <a:gd name="connsiteY62" fmla="*/ 262481 h 833825"/>
                <a:gd name="connsiteX63" fmla="*/ 271470 w 710548"/>
                <a:gd name="connsiteY63" fmla="*/ 452226 h 833825"/>
                <a:gd name="connsiteX64" fmla="*/ 292553 w 710548"/>
                <a:gd name="connsiteY64" fmla="*/ 410061 h 833825"/>
                <a:gd name="connsiteX65" fmla="*/ 292553 w 710548"/>
                <a:gd name="connsiteY65" fmla="*/ 409007 h 833825"/>
                <a:gd name="connsiteX66" fmla="*/ 419050 w 710548"/>
                <a:gd name="connsiteY66" fmla="*/ 409007 h 833825"/>
                <a:gd name="connsiteX67" fmla="*/ 419050 w 710548"/>
                <a:gd name="connsiteY67" fmla="*/ 410061 h 833825"/>
                <a:gd name="connsiteX68" fmla="*/ 439078 w 710548"/>
                <a:gd name="connsiteY68" fmla="*/ 452226 h 833825"/>
                <a:gd name="connsiteX69" fmla="*/ 354747 w 710548"/>
                <a:gd name="connsiteY69" fmla="*/ 463822 h 833825"/>
                <a:gd name="connsiteX70" fmla="*/ 271470 w 710548"/>
                <a:gd name="connsiteY70" fmla="*/ 452226 h 83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710548" h="833825">
                  <a:moveTo>
                    <a:pt x="505489" y="480688"/>
                  </a:moveTo>
                  <a:cubicBezTo>
                    <a:pt x="549763" y="496500"/>
                    <a:pt x="591929" y="514421"/>
                    <a:pt x="626715" y="542882"/>
                  </a:cubicBezTo>
                  <a:cubicBezTo>
                    <a:pt x="641473" y="554478"/>
                    <a:pt x="649906" y="571344"/>
                    <a:pt x="649906" y="590319"/>
                  </a:cubicBezTo>
                  <a:lnTo>
                    <a:pt x="668881" y="753711"/>
                  </a:lnTo>
                  <a:cubicBezTo>
                    <a:pt x="669935" y="761090"/>
                    <a:pt x="666773" y="768469"/>
                    <a:pt x="660448" y="772685"/>
                  </a:cubicBezTo>
                  <a:lnTo>
                    <a:pt x="660448" y="772685"/>
                  </a:lnTo>
                  <a:cubicBezTo>
                    <a:pt x="642527" y="784281"/>
                    <a:pt x="623553" y="793768"/>
                    <a:pt x="603524" y="800093"/>
                  </a:cubicBezTo>
                  <a:lnTo>
                    <a:pt x="603524" y="833825"/>
                  </a:lnTo>
                  <a:lnTo>
                    <a:pt x="631986" y="833825"/>
                  </a:lnTo>
                  <a:cubicBezTo>
                    <a:pt x="649906" y="826446"/>
                    <a:pt x="667827" y="818013"/>
                    <a:pt x="683639" y="807472"/>
                  </a:cubicBezTo>
                  <a:lnTo>
                    <a:pt x="683639" y="807472"/>
                  </a:lnTo>
                  <a:cubicBezTo>
                    <a:pt x="702613" y="794822"/>
                    <a:pt x="713155" y="771631"/>
                    <a:pt x="709992" y="748440"/>
                  </a:cubicBezTo>
                  <a:lnTo>
                    <a:pt x="693126" y="589265"/>
                  </a:lnTo>
                  <a:cubicBezTo>
                    <a:pt x="692072" y="558695"/>
                    <a:pt x="678368" y="530233"/>
                    <a:pt x="654123" y="511258"/>
                  </a:cubicBezTo>
                  <a:cubicBezTo>
                    <a:pt x="615120" y="478580"/>
                    <a:pt x="568738" y="458551"/>
                    <a:pt x="520247" y="441685"/>
                  </a:cubicBezTo>
                  <a:lnTo>
                    <a:pt x="468594" y="420602"/>
                  </a:lnTo>
                  <a:cubicBezTo>
                    <a:pt x="464378" y="418494"/>
                    <a:pt x="462269" y="415331"/>
                    <a:pt x="462269" y="411115"/>
                  </a:cubicBezTo>
                  <a:lnTo>
                    <a:pt x="462269" y="385815"/>
                  </a:lnTo>
                  <a:cubicBezTo>
                    <a:pt x="502327" y="354191"/>
                    <a:pt x="525518" y="305701"/>
                    <a:pt x="525518" y="254048"/>
                  </a:cubicBezTo>
                  <a:lnTo>
                    <a:pt x="525518" y="216099"/>
                  </a:lnTo>
                  <a:cubicBezTo>
                    <a:pt x="531843" y="220315"/>
                    <a:pt x="539222" y="221370"/>
                    <a:pt x="546601" y="222424"/>
                  </a:cubicBezTo>
                  <a:lnTo>
                    <a:pt x="528680" y="169717"/>
                  </a:lnTo>
                  <a:cubicBezTo>
                    <a:pt x="526572" y="162338"/>
                    <a:pt x="524464" y="154959"/>
                    <a:pt x="523410" y="147580"/>
                  </a:cubicBezTo>
                  <a:cubicBezTo>
                    <a:pt x="514976" y="87494"/>
                    <a:pt x="479136" y="45328"/>
                    <a:pt x="429591" y="18975"/>
                  </a:cubicBezTo>
                  <a:cubicBezTo>
                    <a:pt x="425374" y="16866"/>
                    <a:pt x="420104" y="16866"/>
                    <a:pt x="415887" y="20029"/>
                  </a:cubicBezTo>
                  <a:lnTo>
                    <a:pt x="406400" y="27408"/>
                  </a:lnTo>
                  <a:lnTo>
                    <a:pt x="395858" y="12650"/>
                  </a:lnTo>
                  <a:cubicBezTo>
                    <a:pt x="392696" y="8433"/>
                    <a:pt x="388479" y="4217"/>
                    <a:pt x="383209" y="3162"/>
                  </a:cubicBezTo>
                  <a:cubicBezTo>
                    <a:pt x="373722" y="1054"/>
                    <a:pt x="364234" y="0"/>
                    <a:pt x="354747" y="0"/>
                  </a:cubicBezTo>
                  <a:cubicBezTo>
                    <a:pt x="271470" y="0"/>
                    <a:pt x="201897" y="65357"/>
                    <a:pt x="187139" y="150742"/>
                  </a:cubicBezTo>
                  <a:lnTo>
                    <a:pt x="187139" y="158121"/>
                  </a:lnTo>
                  <a:lnTo>
                    <a:pt x="187139" y="158121"/>
                  </a:lnTo>
                  <a:lnTo>
                    <a:pt x="187139" y="176042"/>
                  </a:lnTo>
                  <a:cubicBezTo>
                    <a:pt x="187139" y="199233"/>
                    <a:pt x="182922" y="221370"/>
                    <a:pt x="173435" y="242452"/>
                  </a:cubicBezTo>
                  <a:lnTo>
                    <a:pt x="155514" y="284618"/>
                  </a:lnTo>
                  <a:cubicBezTo>
                    <a:pt x="155514" y="284618"/>
                    <a:pt x="168164" y="281456"/>
                    <a:pt x="189247" y="275131"/>
                  </a:cubicBezTo>
                  <a:cubicBezTo>
                    <a:pt x="194518" y="318350"/>
                    <a:pt x="216655" y="357354"/>
                    <a:pt x="250387" y="383707"/>
                  </a:cubicBezTo>
                  <a:lnTo>
                    <a:pt x="250387" y="410061"/>
                  </a:lnTo>
                  <a:cubicBezTo>
                    <a:pt x="250387" y="414277"/>
                    <a:pt x="248279" y="418494"/>
                    <a:pt x="244062" y="419548"/>
                  </a:cubicBezTo>
                  <a:lnTo>
                    <a:pt x="192409" y="440631"/>
                  </a:lnTo>
                  <a:cubicBezTo>
                    <a:pt x="143919" y="457497"/>
                    <a:pt x="97537" y="477526"/>
                    <a:pt x="58533" y="510204"/>
                  </a:cubicBezTo>
                  <a:cubicBezTo>
                    <a:pt x="34288" y="529179"/>
                    <a:pt x="19530" y="557640"/>
                    <a:pt x="18476" y="588211"/>
                  </a:cubicBezTo>
                  <a:lnTo>
                    <a:pt x="556" y="748440"/>
                  </a:lnTo>
                  <a:cubicBezTo>
                    <a:pt x="-2607" y="771631"/>
                    <a:pt x="7935" y="794822"/>
                    <a:pt x="26909" y="807472"/>
                  </a:cubicBezTo>
                  <a:cubicBezTo>
                    <a:pt x="42721" y="818013"/>
                    <a:pt x="60642" y="826446"/>
                    <a:pt x="78562" y="833825"/>
                  </a:cubicBezTo>
                  <a:lnTo>
                    <a:pt x="108078" y="833825"/>
                  </a:lnTo>
                  <a:lnTo>
                    <a:pt x="108078" y="801147"/>
                  </a:lnTo>
                  <a:cubicBezTo>
                    <a:pt x="88049" y="793768"/>
                    <a:pt x="69075" y="785335"/>
                    <a:pt x="51154" y="773739"/>
                  </a:cubicBezTo>
                  <a:cubicBezTo>
                    <a:pt x="44830" y="769523"/>
                    <a:pt x="41667" y="762144"/>
                    <a:pt x="42721" y="754765"/>
                  </a:cubicBezTo>
                  <a:lnTo>
                    <a:pt x="60642" y="592427"/>
                  </a:lnTo>
                  <a:lnTo>
                    <a:pt x="60642" y="590319"/>
                  </a:lnTo>
                  <a:cubicBezTo>
                    <a:pt x="60642" y="571344"/>
                    <a:pt x="70129" y="554478"/>
                    <a:pt x="84887" y="542882"/>
                  </a:cubicBezTo>
                  <a:cubicBezTo>
                    <a:pt x="119674" y="514421"/>
                    <a:pt x="161839" y="496500"/>
                    <a:pt x="206113" y="480688"/>
                  </a:cubicBezTo>
                  <a:lnTo>
                    <a:pt x="222979" y="475417"/>
                  </a:lnTo>
                  <a:cubicBezTo>
                    <a:pt x="253549" y="494392"/>
                    <a:pt x="302040" y="505988"/>
                    <a:pt x="355801" y="505988"/>
                  </a:cubicBezTo>
                  <a:cubicBezTo>
                    <a:pt x="409562" y="505988"/>
                    <a:pt x="458053" y="494392"/>
                    <a:pt x="489677" y="475417"/>
                  </a:cubicBezTo>
                  <a:lnTo>
                    <a:pt x="505489" y="480688"/>
                  </a:lnTo>
                  <a:close/>
                  <a:moveTo>
                    <a:pt x="229304" y="262481"/>
                  </a:moveTo>
                  <a:cubicBezTo>
                    <a:pt x="300986" y="238236"/>
                    <a:pt x="404292" y="196070"/>
                    <a:pt x="450674" y="137038"/>
                  </a:cubicBezTo>
                  <a:cubicBezTo>
                    <a:pt x="460161" y="151796"/>
                    <a:pt x="470702" y="165500"/>
                    <a:pt x="482298" y="179204"/>
                  </a:cubicBezTo>
                  <a:lnTo>
                    <a:pt x="482298" y="252994"/>
                  </a:lnTo>
                  <a:cubicBezTo>
                    <a:pt x="482298" y="322567"/>
                    <a:pt x="425374" y="379491"/>
                    <a:pt x="355801" y="379491"/>
                  </a:cubicBezTo>
                  <a:cubicBezTo>
                    <a:pt x="289390" y="379491"/>
                    <a:pt x="234575" y="328892"/>
                    <a:pt x="229304" y="262481"/>
                  </a:cubicBezTo>
                  <a:close/>
                  <a:moveTo>
                    <a:pt x="271470" y="452226"/>
                  </a:moveTo>
                  <a:cubicBezTo>
                    <a:pt x="284120" y="442739"/>
                    <a:pt x="292553" y="426927"/>
                    <a:pt x="292553" y="410061"/>
                  </a:cubicBezTo>
                  <a:lnTo>
                    <a:pt x="292553" y="409007"/>
                  </a:lnTo>
                  <a:cubicBezTo>
                    <a:pt x="332610" y="425873"/>
                    <a:pt x="378992" y="425873"/>
                    <a:pt x="419050" y="409007"/>
                  </a:cubicBezTo>
                  <a:lnTo>
                    <a:pt x="419050" y="410061"/>
                  </a:lnTo>
                  <a:cubicBezTo>
                    <a:pt x="419050" y="425873"/>
                    <a:pt x="426429" y="441685"/>
                    <a:pt x="439078" y="452226"/>
                  </a:cubicBezTo>
                  <a:cubicBezTo>
                    <a:pt x="411671" y="460659"/>
                    <a:pt x="383209" y="464876"/>
                    <a:pt x="354747" y="463822"/>
                  </a:cubicBezTo>
                  <a:cubicBezTo>
                    <a:pt x="327339" y="463822"/>
                    <a:pt x="298878" y="459605"/>
                    <a:pt x="271470" y="452226"/>
                  </a:cubicBezTo>
                  <a:close/>
                </a:path>
              </a:pathLst>
            </a:custGeom>
            <a:solidFill>
              <a:schemeClr val="tx2"/>
            </a:solidFill>
            <a:ln w="105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9" name="Freihandform: Form 18">
              <a:extLst>
                <a:ext uri="{FF2B5EF4-FFF2-40B4-BE49-F238E27FC236}">
                  <a16:creationId xmlns:a16="http://schemas.microsoft.com/office/drawing/2014/main" id="{FF18778C-38D3-A728-DE0B-2EF8E2513B93}"/>
                </a:ext>
              </a:extLst>
            </p:cNvPr>
            <p:cNvSpPr/>
            <p:nvPr/>
          </p:nvSpPr>
          <p:spPr>
            <a:xfrm>
              <a:off x="2719496" y="4300220"/>
              <a:ext cx="614563" cy="328891"/>
            </a:xfrm>
            <a:custGeom>
              <a:avLst/>
              <a:gdLst>
                <a:gd name="connsiteX0" fmla="*/ 534449 w 614563"/>
                <a:gd name="connsiteY0" fmla="*/ 26354 h 328891"/>
                <a:gd name="connsiteX1" fmla="*/ 508096 w 614563"/>
                <a:gd name="connsiteY1" fmla="*/ 0 h 328891"/>
                <a:gd name="connsiteX2" fmla="*/ 508096 w 614563"/>
                <a:gd name="connsiteY2" fmla="*/ 0 h 328891"/>
                <a:gd name="connsiteX3" fmla="*/ 106468 w 614563"/>
                <a:gd name="connsiteY3" fmla="*/ 0 h 328891"/>
                <a:gd name="connsiteX4" fmla="*/ 80115 w 614563"/>
                <a:gd name="connsiteY4" fmla="*/ 26354 h 328891"/>
                <a:gd name="connsiteX5" fmla="*/ 80115 w 614563"/>
                <a:gd name="connsiteY5" fmla="*/ 26354 h 328891"/>
                <a:gd name="connsiteX6" fmla="*/ 80115 w 614563"/>
                <a:gd name="connsiteY6" fmla="*/ 288835 h 328891"/>
                <a:gd name="connsiteX7" fmla="*/ 0 w 614563"/>
                <a:gd name="connsiteY7" fmla="*/ 288835 h 328891"/>
                <a:gd name="connsiteX8" fmla="*/ 0 w 614563"/>
                <a:gd name="connsiteY8" fmla="*/ 302538 h 328891"/>
                <a:gd name="connsiteX9" fmla="*/ 26354 w 614563"/>
                <a:gd name="connsiteY9" fmla="*/ 328892 h 328891"/>
                <a:gd name="connsiteX10" fmla="*/ 588210 w 614563"/>
                <a:gd name="connsiteY10" fmla="*/ 328892 h 328891"/>
                <a:gd name="connsiteX11" fmla="*/ 614564 w 614563"/>
                <a:gd name="connsiteY11" fmla="*/ 302538 h 328891"/>
                <a:gd name="connsiteX12" fmla="*/ 614564 w 614563"/>
                <a:gd name="connsiteY12" fmla="*/ 288835 h 328891"/>
                <a:gd name="connsiteX13" fmla="*/ 534449 w 614563"/>
                <a:gd name="connsiteY13" fmla="*/ 288835 h 328891"/>
                <a:gd name="connsiteX14" fmla="*/ 534449 w 614563"/>
                <a:gd name="connsiteY14" fmla="*/ 26354 h 328891"/>
                <a:gd name="connsiteX15" fmla="*/ 251940 w 614563"/>
                <a:gd name="connsiteY15" fmla="*/ 200287 h 328891"/>
                <a:gd name="connsiteX16" fmla="*/ 237182 w 614563"/>
                <a:gd name="connsiteY16" fmla="*/ 215045 h 328891"/>
                <a:gd name="connsiteX17" fmla="*/ 178150 w 614563"/>
                <a:gd name="connsiteY17" fmla="*/ 156013 h 328891"/>
                <a:gd name="connsiteX18" fmla="*/ 237182 w 614563"/>
                <a:gd name="connsiteY18" fmla="*/ 96981 h 328891"/>
                <a:gd name="connsiteX19" fmla="*/ 251940 w 614563"/>
                <a:gd name="connsiteY19" fmla="*/ 111739 h 328891"/>
                <a:gd name="connsiteX20" fmla="*/ 207666 w 614563"/>
                <a:gd name="connsiteY20" fmla="*/ 156013 h 328891"/>
                <a:gd name="connsiteX21" fmla="*/ 251940 w 614563"/>
                <a:gd name="connsiteY21" fmla="*/ 200287 h 328891"/>
                <a:gd name="connsiteX22" fmla="*/ 291997 w 614563"/>
                <a:gd name="connsiteY22" fmla="*/ 222424 h 328891"/>
                <a:gd name="connsiteX23" fmla="*/ 273022 w 614563"/>
                <a:gd name="connsiteY23" fmla="*/ 213991 h 328891"/>
                <a:gd name="connsiteX24" fmla="*/ 322567 w 614563"/>
                <a:gd name="connsiteY24" fmla="*/ 94873 h 328891"/>
                <a:gd name="connsiteX25" fmla="*/ 341542 w 614563"/>
                <a:gd name="connsiteY25" fmla="*/ 103306 h 328891"/>
                <a:gd name="connsiteX26" fmla="*/ 291997 w 614563"/>
                <a:gd name="connsiteY26" fmla="*/ 222424 h 328891"/>
                <a:gd name="connsiteX27" fmla="*/ 376328 w 614563"/>
                <a:gd name="connsiteY27" fmla="*/ 216099 h 328891"/>
                <a:gd name="connsiteX28" fmla="*/ 361570 w 614563"/>
                <a:gd name="connsiteY28" fmla="*/ 201341 h 328891"/>
                <a:gd name="connsiteX29" fmla="*/ 405844 w 614563"/>
                <a:gd name="connsiteY29" fmla="*/ 157067 h 328891"/>
                <a:gd name="connsiteX30" fmla="*/ 361570 w 614563"/>
                <a:gd name="connsiteY30" fmla="*/ 112793 h 328891"/>
                <a:gd name="connsiteX31" fmla="*/ 376328 w 614563"/>
                <a:gd name="connsiteY31" fmla="*/ 98035 h 328891"/>
                <a:gd name="connsiteX32" fmla="*/ 435360 w 614563"/>
                <a:gd name="connsiteY32" fmla="*/ 157067 h 328891"/>
                <a:gd name="connsiteX33" fmla="*/ 376328 w 614563"/>
                <a:gd name="connsiteY33" fmla="*/ 216099 h 328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614563" h="328891">
                  <a:moveTo>
                    <a:pt x="534449" y="26354"/>
                  </a:moveTo>
                  <a:cubicBezTo>
                    <a:pt x="534449" y="11596"/>
                    <a:pt x="522854" y="0"/>
                    <a:pt x="508096" y="0"/>
                  </a:cubicBezTo>
                  <a:lnTo>
                    <a:pt x="508096" y="0"/>
                  </a:lnTo>
                  <a:lnTo>
                    <a:pt x="106468" y="0"/>
                  </a:lnTo>
                  <a:cubicBezTo>
                    <a:pt x="91710" y="0"/>
                    <a:pt x="80115" y="11596"/>
                    <a:pt x="80115" y="26354"/>
                  </a:cubicBezTo>
                  <a:lnTo>
                    <a:pt x="80115" y="26354"/>
                  </a:lnTo>
                  <a:lnTo>
                    <a:pt x="80115" y="288835"/>
                  </a:lnTo>
                  <a:lnTo>
                    <a:pt x="0" y="288835"/>
                  </a:lnTo>
                  <a:lnTo>
                    <a:pt x="0" y="302538"/>
                  </a:lnTo>
                  <a:cubicBezTo>
                    <a:pt x="0" y="317296"/>
                    <a:pt x="11596" y="328892"/>
                    <a:pt x="26354" y="328892"/>
                  </a:cubicBezTo>
                  <a:lnTo>
                    <a:pt x="588210" y="328892"/>
                  </a:lnTo>
                  <a:cubicBezTo>
                    <a:pt x="602968" y="328892"/>
                    <a:pt x="614564" y="317296"/>
                    <a:pt x="614564" y="302538"/>
                  </a:cubicBezTo>
                  <a:lnTo>
                    <a:pt x="614564" y="288835"/>
                  </a:lnTo>
                  <a:lnTo>
                    <a:pt x="534449" y="288835"/>
                  </a:lnTo>
                  <a:lnTo>
                    <a:pt x="534449" y="26354"/>
                  </a:lnTo>
                  <a:close/>
                  <a:moveTo>
                    <a:pt x="251940" y="200287"/>
                  </a:moveTo>
                  <a:lnTo>
                    <a:pt x="237182" y="215045"/>
                  </a:lnTo>
                  <a:lnTo>
                    <a:pt x="178150" y="156013"/>
                  </a:lnTo>
                  <a:lnTo>
                    <a:pt x="237182" y="96981"/>
                  </a:lnTo>
                  <a:lnTo>
                    <a:pt x="251940" y="111739"/>
                  </a:lnTo>
                  <a:lnTo>
                    <a:pt x="207666" y="156013"/>
                  </a:lnTo>
                  <a:lnTo>
                    <a:pt x="251940" y="200287"/>
                  </a:lnTo>
                  <a:close/>
                  <a:moveTo>
                    <a:pt x="291997" y="222424"/>
                  </a:moveTo>
                  <a:lnTo>
                    <a:pt x="273022" y="213991"/>
                  </a:lnTo>
                  <a:lnTo>
                    <a:pt x="322567" y="94873"/>
                  </a:lnTo>
                  <a:lnTo>
                    <a:pt x="341542" y="103306"/>
                  </a:lnTo>
                  <a:lnTo>
                    <a:pt x="291997" y="222424"/>
                  </a:lnTo>
                  <a:close/>
                  <a:moveTo>
                    <a:pt x="376328" y="216099"/>
                  </a:moveTo>
                  <a:lnTo>
                    <a:pt x="361570" y="201341"/>
                  </a:lnTo>
                  <a:lnTo>
                    <a:pt x="405844" y="157067"/>
                  </a:lnTo>
                  <a:lnTo>
                    <a:pt x="361570" y="112793"/>
                  </a:lnTo>
                  <a:lnTo>
                    <a:pt x="376328" y="98035"/>
                  </a:lnTo>
                  <a:lnTo>
                    <a:pt x="435360" y="157067"/>
                  </a:lnTo>
                  <a:lnTo>
                    <a:pt x="376328" y="216099"/>
                  </a:lnTo>
                  <a:close/>
                </a:path>
              </a:pathLst>
            </a:custGeom>
            <a:solidFill>
              <a:schemeClr val="accent2"/>
            </a:solidFill>
            <a:ln w="105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grpSp>
        <p:nvGrpSpPr>
          <p:cNvPr id="233" name="Gruppieren 232">
            <a:extLst>
              <a:ext uri="{FF2B5EF4-FFF2-40B4-BE49-F238E27FC236}">
                <a16:creationId xmlns:a16="http://schemas.microsoft.com/office/drawing/2014/main" id="{5684EE79-6145-6FAF-4875-19D7CCFCE4DD}"/>
              </a:ext>
            </a:extLst>
          </p:cNvPr>
          <p:cNvGrpSpPr>
            <a:grpSpLocks noChangeAspect="1"/>
          </p:cNvGrpSpPr>
          <p:nvPr/>
        </p:nvGrpSpPr>
        <p:grpSpPr>
          <a:xfrm>
            <a:off x="354126" y="1727683"/>
            <a:ext cx="527045" cy="631041"/>
            <a:chOff x="1131085" y="1417371"/>
            <a:chExt cx="609295" cy="729520"/>
          </a:xfrm>
        </p:grpSpPr>
        <p:sp>
          <p:nvSpPr>
            <p:cNvPr id="204" name="Freihandform: Form 203">
              <a:extLst>
                <a:ext uri="{FF2B5EF4-FFF2-40B4-BE49-F238E27FC236}">
                  <a16:creationId xmlns:a16="http://schemas.microsoft.com/office/drawing/2014/main" id="{E1ED4817-D968-F56A-348A-AAEEDC04FB1A}"/>
                </a:ext>
              </a:extLst>
            </p:cNvPr>
            <p:cNvSpPr/>
            <p:nvPr/>
          </p:nvSpPr>
          <p:spPr>
            <a:xfrm>
              <a:off x="1131085" y="1842177"/>
              <a:ext cx="609295" cy="304714"/>
            </a:xfrm>
            <a:custGeom>
              <a:avLst/>
              <a:gdLst>
                <a:gd name="connsiteX0" fmla="*/ 609295 w 609295"/>
                <a:gd name="connsiteY0" fmla="*/ 304714 h 304714"/>
                <a:gd name="connsiteX1" fmla="*/ 609295 w 609295"/>
                <a:gd name="connsiteY1" fmla="*/ 152400 h 304714"/>
                <a:gd name="connsiteX2" fmla="*/ 578815 w 609295"/>
                <a:gd name="connsiteY2" fmla="*/ 91440 h 304714"/>
                <a:gd name="connsiteX3" fmla="*/ 430311 w 609295"/>
                <a:gd name="connsiteY3" fmla="*/ 19050 h 304714"/>
                <a:gd name="connsiteX4" fmla="*/ 304648 w 609295"/>
                <a:gd name="connsiteY4" fmla="*/ 0 h 304714"/>
                <a:gd name="connsiteX5" fmla="*/ 178984 w 609295"/>
                <a:gd name="connsiteY5" fmla="*/ 19050 h 304714"/>
                <a:gd name="connsiteX6" fmla="*/ 30480 w 609295"/>
                <a:gd name="connsiteY6" fmla="*/ 91440 h 304714"/>
                <a:gd name="connsiteX7" fmla="*/ 0 w 609295"/>
                <a:gd name="connsiteY7" fmla="*/ 152400 h 304714"/>
                <a:gd name="connsiteX8" fmla="*/ 0 w 609295"/>
                <a:gd name="connsiteY8" fmla="*/ 304714 h 30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9295" h="304714">
                  <a:moveTo>
                    <a:pt x="609295" y="304714"/>
                  </a:moveTo>
                  <a:lnTo>
                    <a:pt x="609295" y="152400"/>
                  </a:lnTo>
                  <a:cubicBezTo>
                    <a:pt x="608805" y="128534"/>
                    <a:pt x="597614" y="106152"/>
                    <a:pt x="578815" y="91440"/>
                  </a:cubicBezTo>
                  <a:cubicBezTo>
                    <a:pt x="536905" y="57150"/>
                    <a:pt x="483622" y="34290"/>
                    <a:pt x="430311" y="19050"/>
                  </a:cubicBezTo>
                  <a:cubicBezTo>
                    <a:pt x="389583" y="6577"/>
                    <a:pt x="347242" y="158"/>
                    <a:pt x="304648" y="0"/>
                  </a:cubicBezTo>
                  <a:cubicBezTo>
                    <a:pt x="262099" y="734"/>
                    <a:pt x="219839" y="7141"/>
                    <a:pt x="178984" y="19050"/>
                  </a:cubicBezTo>
                  <a:cubicBezTo>
                    <a:pt x="125740" y="34594"/>
                    <a:pt x="75524" y="59072"/>
                    <a:pt x="30480" y="91440"/>
                  </a:cubicBezTo>
                  <a:cubicBezTo>
                    <a:pt x="11681" y="106151"/>
                    <a:pt x="490" y="128534"/>
                    <a:pt x="0" y="152400"/>
                  </a:cubicBezTo>
                  <a:lnTo>
                    <a:pt x="0" y="304714"/>
                  </a:lnTo>
                  <a:close/>
                </a:path>
              </a:pathLst>
            </a:custGeom>
            <a:solidFill>
              <a:schemeClr val="tx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205" name="Freihandform: Form 204">
              <a:extLst>
                <a:ext uri="{FF2B5EF4-FFF2-40B4-BE49-F238E27FC236}">
                  <a16:creationId xmlns:a16="http://schemas.microsoft.com/office/drawing/2014/main" id="{79AAFAEC-7423-9A14-FB4E-A4F018216F31}"/>
                </a:ext>
              </a:extLst>
            </p:cNvPr>
            <p:cNvSpPr/>
            <p:nvPr/>
          </p:nvSpPr>
          <p:spPr>
            <a:xfrm>
              <a:off x="1283388" y="1594861"/>
              <a:ext cx="304668" cy="209497"/>
            </a:xfrm>
            <a:custGeom>
              <a:avLst/>
              <a:gdLst>
                <a:gd name="connsiteX0" fmla="*/ 11166 w 304668"/>
                <a:gd name="connsiteY0" fmla="*/ 0 h 209497"/>
                <a:gd name="connsiteX1" fmla="*/ 95212 w 304668"/>
                <a:gd name="connsiteY1" fmla="*/ 198331 h 209497"/>
                <a:gd name="connsiteX2" fmla="*/ 293544 w 304668"/>
                <a:gd name="connsiteY2" fmla="*/ 114286 h 209497"/>
                <a:gd name="connsiteX3" fmla="*/ 293544 w 304668"/>
                <a:gd name="connsiteY3" fmla="*/ 0 h 209497"/>
              </a:gdLst>
              <a:ahLst/>
              <a:cxnLst>
                <a:cxn ang="0">
                  <a:pos x="connsiteX0" y="connsiteY0"/>
                </a:cxn>
                <a:cxn ang="0">
                  <a:pos x="connsiteX1" y="connsiteY1"/>
                </a:cxn>
                <a:cxn ang="0">
                  <a:pos x="connsiteX2" y="connsiteY2"/>
                </a:cxn>
                <a:cxn ang="0">
                  <a:pos x="connsiteX3" y="connsiteY3"/>
                </a:cxn>
              </a:cxnLst>
              <a:rect l="l" t="t" r="r" b="b"/>
              <a:pathLst>
                <a:path w="304668" h="209497">
                  <a:moveTo>
                    <a:pt x="11166" y="0"/>
                  </a:moveTo>
                  <a:cubicBezTo>
                    <a:pt x="-20394" y="77976"/>
                    <a:pt x="17236" y="166772"/>
                    <a:pt x="95212" y="198331"/>
                  </a:cubicBezTo>
                  <a:cubicBezTo>
                    <a:pt x="173189" y="229891"/>
                    <a:pt x="261984" y="192262"/>
                    <a:pt x="293544" y="114286"/>
                  </a:cubicBezTo>
                  <a:cubicBezTo>
                    <a:pt x="308377" y="77634"/>
                    <a:pt x="308377" y="36651"/>
                    <a:pt x="293544" y="0"/>
                  </a:cubicBezTo>
                  <a:close/>
                </a:path>
              </a:pathLst>
            </a:custGeom>
            <a:solidFill>
              <a:schemeClr val="tx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206" name="Freihandform: Form 205">
              <a:extLst>
                <a:ext uri="{FF2B5EF4-FFF2-40B4-BE49-F238E27FC236}">
                  <a16:creationId xmlns:a16="http://schemas.microsoft.com/office/drawing/2014/main" id="{A593DFEE-608F-9687-271E-289201C3170D}"/>
                </a:ext>
              </a:extLst>
            </p:cNvPr>
            <p:cNvSpPr/>
            <p:nvPr/>
          </p:nvSpPr>
          <p:spPr>
            <a:xfrm>
              <a:off x="1283388" y="1417371"/>
              <a:ext cx="304668" cy="180984"/>
            </a:xfrm>
            <a:custGeom>
              <a:avLst/>
              <a:gdLst>
                <a:gd name="connsiteX0" fmla="*/ 9030 w 334651"/>
                <a:gd name="connsiteY0" fmla="*/ 180985 h 180984"/>
                <a:gd name="connsiteX1" fmla="*/ 0 w 334651"/>
                <a:gd name="connsiteY1" fmla="*/ 0 h 180984"/>
                <a:gd name="connsiteX2" fmla="*/ 83658 w 334651"/>
                <a:gd name="connsiteY2" fmla="*/ 60846 h 180984"/>
                <a:gd name="connsiteX3" fmla="*/ 167326 w 334651"/>
                <a:gd name="connsiteY3" fmla="*/ 0 h 180984"/>
                <a:gd name="connsiteX4" fmla="*/ 250984 w 334651"/>
                <a:gd name="connsiteY4" fmla="*/ 60846 h 180984"/>
                <a:gd name="connsiteX5" fmla="*/ 334651 w 334651"/>
                <a:gd name="connsiteY5" fmla="*/ 0 h 180984"/>
                <a:gd name="connsiteX6" fmla="*/ 325622 w 334651"/>
                <a:gd name="connsiteY6" fmla="*/ 180985 h 180984"/>
                <a:gd name="connsiteX7" fmla="*/ 9030 w 334651"/>
                <a:gd name="connsiteY7" fmla="*/ 180985 h 180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4651" h="180984">
                  <a:moveTo>
                    <a:pt x="9030" y="180985"/>
                  </a:moveTo>
                  <a:lnTo>
                    <a:pt x="0" y="0"/>
                  </a:lnTo>
                  <a:lnTo>
                    <a:pt x="83658" y="60846"/>
                  </a:lnTo>
                  <a:lnTo>
                    <a:pt x="167326" y="0"/>
                  </a:lnTo>
                  <a:lnTo>
                    <a:pt x="250984" y="60846"/>
                  </a:lnTo>
                  <a:lnTo>
                    <a:pt x="334651" y="0"/>
                  </a:lnTo>
                  <a:lnTo>
                    <a:pt x="325622" y="180985"/>
                  </a:lnTo>
                  <a:lnTo>
                    <a:pt x="9030" y="180985"/>
                  </a:ln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grpSp>
        <p:nvGrpSpPr>
          <p:cNvPr id="199" name="Gruppieren 198">
            <a:extLst>
              <a:ext uri="{FF2B5EF4-FFF2-40B4-BE49-F238E27FC236}">
                <a16:creationId xmlns:a16="http://schemas.microsoft.com/office/drawing/2014/main" id="{DD467F85-1B83-16D6-C512-3DE9317E0405}"/>
              </a:ext>
            </a:extLst>
          </p:cNvPr>
          <p:cNvGrpSpPr>
            <a:grpSpLocks noChangeAspect="1"/>
          </p:cNvGrpSpPr>
          <p:nvPr/>
        </p:nvGrpSpPr>
        <p:grpSpPr>
          <a:xfrm>
            <a:off x="2993054" y="2839836"/>
            <a:ext cx="611128" cy="624888"/>
            <a:chOff x="4437248" y="1292442"/>
            <a:chExt cx="693515" cy="761999"/>
          </a:xfrm>
        </p:grpSpPr>
        <p:sp>
          <p:nvSpPr>
            <p:cNvPr id="212" name="Freihandform: Form 211">
              <a:extLst>
                <a:ext uri="{FF2B5EF4-FFF2-40B4-BE49-F238E27FC236}">
                  <a16:creationId xmlns:a16="http://schemas.microsoft.com/office/drawing/2014/main" id="{BCE62206-C7F9-C6CA-70EE-DEEC3530ABF2}"/>
                </a:ext>
              </a:extLst>
            </p:cNvPr>
            <p:cNvSpPr>
              <a:spLocks noChangeAspect="1"/>
            </p:cNvSpPr>
            <p:nvPr/>
          </p:nvSpPr>
          <p:spPr>
            <a:xfrm>
              <a:off x="4906640" y="1680585"/>
              <a:ext cx="148209" cy="148209"/>
            </a:xfrm>
            <a:custGeom>
              <a:avLst/>
              <a:gdLst>
                <a:gd name="connsiteX0" fmla="*/ 148209 w 148209"/>
                <a:gd name="connsiteY0" fmla="*/ 74104 h 148209"/>
                <a:gd name="connsiteX1" fmla="*/ 74105 w 148209"/>
                <a:gd name="connsiteY1" fmla="*/ 148209 h 148209"/>
                <a:gd name="connsiteX2" fmla="*/ 0 w 148209"/>
                <a:gd name="connsiteY2" fmla="*/ 74104 h 148209"/>
                <a:gd name="connsiteX3" fmla="*/ 74105 w 148209"/>
                <a:gd name="connsiteY3" fmla="*/ 0 h 148209"/>
                <a:gd name="connsiteX4" fmla="*/ 148209 w 148209"/>
                <a:gd name="connsiteY4" fmla="*/ 74104 h 1482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209" h="148209">
                  <a:moveTo>
                    <a:pt x="148209" y="74104"/>
                  </a:moveTo>
                  <a:cubicBezTo>
                    <a:pt x="148209" y="115031"/>
                    <a:pt x="115031" y="148209"/>
                    <a:pt x="74105" y="148209"/>
                  </a:cubicBezTo>
                  <a:cubicBezTo>
                    <a:pt x="33178" y="148209"/>
                    <a:pt x="0" y="115031"/>
                    <a:pt x="0" y="74104"/>
                  </a:cubicBezTo>
                  <a:cubicBezTo>
                    <a:pt x="0" y="33178"/>
                    <a:pt x="33178" y="0"/>
                    <a:pt x="74105" y="0"/>
                  </a:cubicBezTo>
                  <a:cubicBezTo>
                    <a:pt x="115031" y="0"/>
                    <a:pt x="148209" y="33178"/>
                    <a:pt x="148209" y="74104"/>
                  </a:cubicBez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213" name="Freihandform: Form 212">
              <a:extLst>
                <a:ext uri="{FF2B5EF4-FFF2-40B4-BE49-F238E27FC236}">
                  <a16:creationId xmlns:a16="http://schemas.microsoft.com/office/drawing/2014/main" id="{A9589847-B9B7-E51E-71C8-E15BB60E7926}"/>
                </a:ext>
              </a:extLst>
            </p:cNvPr>
            <p:cNvSpPr>
              <a:spLocks noChangeAspect="1"/>
            </p:cNvSpPr>
            <p:nvPr/>
          </p:nvSpPr>
          <p:spPr>
            <a:xfrm>
              <a:off x="4511448" y="1680585"/>
              <a:ext cx="148209" cy="148209"/>
            </a:xfrm>
            <a:custGeom>
              <a:avLst/>
              <a:gdLst>
                <a:gd name="connsiteX0" fmla="*/ 148209 w 148209"/>
                <a:gd name="connsiteY0" fmla="*/ 74104 h 148209"/>
                <a:gd name="connsiteX1" fmla="*/ 74105 w 148209"/>
                <a:gd name="connsiteY1" fmla="*/ 148209 h 148209"/>
                <a:gd name="connsiteX2" fmla="*/ 0 w 148209"/>
                <a:gd name="connsiteY2" fmla="*/ 74104 h 148209"/>
                <a:gd name="connsiteX3" fmla="*/ 74105 w 148209"/>
                <a:gd name="connsiteY3" fmla="*/ 0 h 148209"/>
                <a:gd name="connsiteX4" fmla="*/ 148209 w 148209"/>
                <a:gd name="connsiteY4" fmla="*/ 74104 h 1482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209" h="148209">
                  <a:moveTo>
                    <a:pt x="148209" y="74104"/>
                  </a:moveTo>
                  <a:cubicBezTo>
                    <a:pt x="148209" y="115031"/>
                    <a:pt x="115031" y="148209"/>
                    <a:pt x="74105" y="148209"/>
                  </a:cubicBezTo>
                  <a:cubicBezTo>
                    <a:pt x="33178" y="148209"/>
                    <a:pt x="0" y="115031"/>
                    <a:pt x="0" y="74104"/>
                  </a:cubicBezTo>
                  <a:cubicBezTo>
                    <a:pt x="0" y="33178"/>
                    <a:pt x="33178" y="0"/>
                    <a:pt x="74105" y="0"/>
                  </a:cubicBezTo>
                  <a:cubicBezTo>
                    <a:pt x="115031" y="0"/>
                    <a:pt x="148209" y="33178"/>
                    <a:pt x="148209" y="74104"/>
                  </a:cubicBez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214" name="Freihandform: Form 213">
              <a:extLst>
                <a:ext uri="{FF2B5EF4-FFF2-40B4-BE49-F238E27FC236}">
                  <a16:creationId xmlns:a16="http://schemas.microsoft.com/office/drawing/2014/main" id="{38DF8EC1-DF6F-D470-2EEA-5E09BC753BD5}"/>
                </a:ext>
              </a:extLst>
            </p:cNvPr>
            <p:cNvSpPr>
              <a:spLocks noChangeAspect="1"/>
            </p:cNvSpPr>
            <p:nvPr/>
          </p:nvSpPr>
          <p:spPr>
            <a:xfrm>
              <a:off x="4860634" y="1848891"/>
              <a:ext cx="268332" cy="148400"/>
            </a:xfrm>
            <a:custGeom>
              <a:avLst/>
              <a:gdLst>
                <a:gd name="connsiteX0" fmla="*/ 253556 w 268332"/>
                <a:gd name="connsiteY0" fmla="*/ 44101 h 148400"/>
                <a:gd name="connsiteX1" fmla="*/ 181070 w 268332"/>
                <a:gd name="connsiteY1" fmla="*/ 9526 h 148400"/>
                <a:gd name="connsiteX2" fmla="*/ 120110 w 268332"/>
                <a:gd name="connsiteY2" fmla="*/ 1 h 148400"/>
                <a:gd name="connsiteX3" fmla="*/ 59246 w 268332"/>
                <a:gd name="connsiteY3" fmla="*/ 9526 h 148400"/>
                <a:gd name="connsiteX4" fmla="*/ 3429 w 268332"/>
                <a:gd name="connsiteY4" fmla="*/ 33529 h 148400"/>
                <a:gd name="connsiteX5" fmla="*/ 0 w 268332"/>
                <a:gd name="connsiteY5" fmla="*/ 37434 h 148400"/>
                <a:gd name="connsiteX6" fmla="*/ 76200 w 268332"/>
                <a:gd name="connsiteY6" fmla="*/ 75534 h 148400"/>
                <a:gd name="connsiteX7" fmla="*/ 104013 w 268332"/>
                <a:gd name="connsiteY7" fmla="*/ 131446 h 148400"/>
                <a:gd name="connsiteX8" fmla="*/ 104013 w 268332"/>
                <a:gd name="connsiteY8" fmla="*/ 148400 h 148400"/>
                <a:gd name="connsiteX9" fmla="*/ 268319 w 268332"/>
                <a:gd name="connsiteY9" fmla="*/ 148400 h 148400"/>
                <a:gd name="connsiteX10" fmla="*/ 268319 w 268332"/>
                <a:gd name="connsiteY10" fmla="*/ 73819 h 148400"/>
                <a:gd name="connsiteX11" fmla="*/ 253556 w 268332"/>
                <a:gd name="connsiteY11" fmla="*/ 44101 h 148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8332" h="148400">
                  <a:moveTo>
                    <a:pt x="253556" y="44101"/>
                  </a:moveTo>
                  <a:cubicBezTo>
                    <a:pt x="232176" y="27474"/>
                    <a:pt x="207446" y="15679"/>
                    <a:pt x="181070" y="9526"/>
                  </a:cubicBezTo>
                  <a:cubicBezTo>
                    <a:pt x="161246" y="3734"/>
                    <a:pt x="140756" y="532"/>
                    <a:pt x="120110" y="1"/>
                  </a:cubicBezTo>
                  <a:cubicBezTo>
                    <a:pt x="99448" y="-46"/>
                    <a:pt x="78906" y="3169"/>
                    <a:pt x="59246" y="9526"/>
                  </a:cubicBezTo>
                  <a:cubicBezTo>
                    <a:pt x="39570" y="14764"/>
                    <a:pt x="20765" y="22851"/>
                    <a:pt x="3429" y="33529"/>
                  </a:cubicBezTo>
                  <a:lnTo>
                    <a:pt x="0" y="37434"/>
                  </a:lnTo>
                  <a:cubicBezTo>
                    <a:pt x="27693" y="44909"/>
                    <a:pt x="53604" y="57865"/>
                    <a:pt x="76200" y="75534"/>
                  </a:cubicBezTo>
                  <a:cubicBezTo>
                    <a:pt x="93960" y="88582"/>
                    <a:pt x="104321" y="109409"/>
                    <a:pt x="104013" y="131446"/>
                  </a:cubicBezTo>
                  <a:lnTo>
                    <a:pt x="104013" y="148400"/>
                  </a:lnTo>
                  <a:lnTo>
                    <a:pt x="268319" y="148400"/>
                  </a:lnTo>
                  <a:lnTo>
                    <a:pt x="268319" y="73819"/>
                  </a:lnTo>
                  <a:cubicBezTo>
                    <a:pt x="268644" y="62075"/>
                    <a:pt x="263111" y="50937"/>
                    <a:pt x="253556" y="44101"/>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215" name="Freihandform: Form 214">
              <a:extLst>
                <a:ext uri="{FF2B5EF4-FFF2-40B4-BE49-F238E27FC236}">
                  <a16:creationId xmlns:a16="http://schemas.microsoft.com/office/drawing/2014/main" id="{AD278BEE-7113-0FB1-C545-CB7143740C49}"/>
                </a:ext>
              </a:extLst>
            </p:cNvPr>
            <p:cNvSpPr>
              <a:spLocks noChangeAspect="1"/>
            </p:cNvSpPr>
            <p:nvPr/>
          </p:nvSpPr>
          <p:spPr>
            <a:xfrm>
              <a:off x="4437248" y="1848891"/>
              <a:ext cx="268700" cy="148400"/>
            </a:xfrm>
            <a:custGeom>
              <a:avLst/>
              <a:gdLst>
                <a:gd name="connsiteX0" fmla="*/ 164687 w 268700"/>
                <a:gd name="connsiteY0" fmla="*/ 131446 h 148400"/>
                <a:gd name="connsiteX1" fmla="*/ 191453 w 268700"/>
                <a:gd name="connsiteY1" fmla="*/ 76486 h 148400"/>
                <a:gd name="connsiteX2" fmla="*/ 192500 w 268700"/>
                <a:gd name="connsiteY2" fmla="*/ 75534 h 148400"/>
                <a:gd name="connsiteX3" fmla="*/ 193739 w 268700"/>
                <a:gd name="connsiteY3" fmla="*/ 74677 h 148400"/>
                <a:gd name="connsiteX4" fmla="*/ 268700 w 268700"/>
                <a:gd name="connsiteY4" fmla="*/ 37529 h 148400"/>
                <a:gd name="connsiteX5" fmla="*/ 263271 w 268700"/>
                <a:gd name="connsiteY5" fmla="*/ 31338 h 148400"/>
                <a:gd name="connsiteX6" fmla="*/ 209169 w 268700"/>
                <a:gd name="connsiteY6" fmla="*/ 9526 h 148400"/>
                <a:gd name="connsiteX7" fmla="*/ 148304 w 268700"/>
                <a:gd name="connsiteY7" fmla="*/ 1 h 148400"/>
                <a:gd name="connsiteX8" fmla="*/ 87344 w 268700"/>
                <a:gd name="connsiteY8" fmla="*/ 9526 h 148400"/>
                <a:gd name="connsiteX9" fmla="*/ 14859 w 268700"/>
                <a:gd name="connsiteY9" fmla="*/ 44101 h 148400"/>
                <a:gd name="connsiteX10" fmla="*/ 0 w 268700"/>
                <a:gd name="connsiteY10" fmla="*/ 73819 h 148400"/>
                <a:gd name="connsiteX11" fmla="*/ 0 w 268700"/>
                <a:gd name="connsiteY11" fmla="*/ 148400 h 148400"/>
                <a:gd name="connsiteX12" fmla="*/ 164687 w 268700"/>
                <a:gd name="connsiteY12" fmla="*/ 148400 h 148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8700" h="148400">
                  <a:moveTo>
                    <a:pt x="164687" y="131446"/>
                  </a:moveTo>
                  <a:cubicBezTo>
                    <a:pt x="164702" y="109990"/>
                    <a:pt x="174570" y="89728"/>
                    <a:pt x="191453" y="76486"/>
                  </a:cubicBezTo>
                  <a:lnTo>
                    <a:pt x="192500" y="75534"/>
                  </a:lnTo>
                  <a:lnTo>
                    <a:pt x="193739" y="74677"/>
                  </a:lnTo>
                  <a:cubicBezTo>
                    <a:pt x="216602" y="58406"/>
                    <a:pt x="241905" y="45867"/>
                    <a:pt x="268700" y="37529"/>
                  </a:cubicBezTo>
                  <a:cubicBezTo>
                    <a:pt x="266795" y="35529"/>
                    <a:pt x="264986" y="33433"/>
                    <a:pt x="263271" y="31338"/>
                  </a:cubicBezTo>
                  <a:cubicBezTo>
                    <a:pt x="246372" y="21520"/>
                    <a:pt x="228152" y="14175"/>
                    <a:pt x="209169" y="9526"/>
                  </a:cubicBezTo>
                  <a:cubicBezTo>
                    <a:pt x="189376" y="3742"/>
                    <a:pt x="168918" y="541"/>
                    <a:pt x="148304" y="1"/>
                  </a:cubicBezTo>
                  <a:cubicBezTo>
                    <a:pt x="127609" y="-53"/>
                    <a:pt x="107036" y="3162"/>
                    <a:pt x="87344" y="9526"/>
                  </a:cubicBezTo>
                  <a:cubicBezTo>
                    <a:pt x="61338" y="16700"/>
                    <a:pt x="36801" y="28404"/>
                    <a:pt x="14859" y="44101"/>
                  </a:cubicBezTo>
                  <a:cubicBezTo>
                    <a:pt x="5620" y="51212"/>
                    <a:pt x="146" y="62162"/>
                    <a:pt x="0" y="73819"/>
                  </a:cubicBezTo>
                  <a:lnTo>
                    <a:pt x="0" y="148400"/>
                  </a:lnTo>
                  <a:lnTo>
                    <a:pt x="164687" y="148400"/>
                  </a:ln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216" name="Freihandform: Form 215">
              <a:extLst>
                <a:ext uri="{FF2B5EF4-FFF2-40B4-BE49-F238E27FC236}">
                  <a16:creationId xmlns:a16="http://schemas.microsoft.com/office/drawing/2014/main" id="{206A3729-40C5-8F93-B164-CF2760C6F28D}"/>
                </a:ext>
              </a:extLst>
            </p:cNvPr>
            <p:cNvSpPr>
              <a:spLocks noChangeAspect="1"/>
            </p:cNvSpPr>
            <p:nvPr/>
          </p:nvSpPr>
          <p:spPr>
            <a:xfrm>
              <a:off x="4634892" y="1906612"/>
              <a:ext cx="296525" cy="147829"/>
            </a:xfrm>
            <a:custGeom>
              <a:avLst/>
              <a:gdLst>
                <a:gd name="connsiteX0" fmla="*/ 0 w 296525"/>
                <a:gd name="connsiteY0" fmla="*/ 147830 h 147829"/>
                <a:gd name="connsiteX1" fmla="*/ 0 w 296525"/>
                <a:gd name="connsiteY1" fmla="*/ 73725 h 147829"/>
                <a:gd name="connsiteX2" fmla="*/ 14859 w 296525"/>
                <a:gd name="connsiteY2" fmla="*/ 44103 h 147829"/>
                <a:gd name="connsiteX3" fmla="*/ 87344 w 296525"/>
                <a:gd name="connsiteY3" fmla="*/ 9527 h 147829"/>
                <a:gd name="connsiteX4" fmla="*/ 148209 w 296525"/>
                <a:gd name="connsiteY4" fmla="*/ 2 h 147829"/>
                <a:gd name="connsiteX5" fmla="*/ 209169 w 296525"/>
                <a:gd name="connsiteY5" fmla="*/ 9527 h 147829"/>
                <a:gd name="connsiteX6" fmla="*/ 281654 w 296525"/>
                <a:gd name="connsiteY6" fmla="*/ 44103 h 147829"/>
                <a:gd name="connsiteX7" fmla="*/ 296513 w 296525"/>
                <a:gd name="connsiteY7" fmla="*/ 73725 h 147829"/>
                <a:gd name="connsiteX8" fmla="*/ 296513 w 296525"/>
                <a:gd name="connsiteY8" fmla="*/ 147830 h 147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6525" h="147829">
                  <a:moveTo>
                    <a:pt x="0" y="147830"/>
                  </a:moveTo>
                  <a:lnTo>
                    <a:pt x="0" y="73725"/>
                  </a:lnTo>
                  <a:cubicBezTo>
                    <a:pt x="45" y="62070"/>
                    <a:pt x="5544" y="51107"/>
                    <a:pt x="14859" y="44103"/>
                  </a:cubicBezTo>
                  <a:cubicBezTo>
                    <a:pt x="36757" y="28332"/>
                    <a:pt x="61308" y="16621"/>
                    <a:pt x="87344" y="9527"/>
                  </a:cubicBezTo>
                  <a:cubicBezTo>
                    <a:pt x="106995" y="3128"/>
                    <a:pt x="127543" y="-88"/>
                    <a:pt x="148209" y="2"/>
                  </a:cubicBezTo>
                  <a:cubicBezTo>
                    <a:pt x="168859" y="487"/>
                    <a:pt x="189355" y="3690"/>
                    <a:pt x="209169" y="9527"/>
                  </a:cubicBezTo>
                  <a:cubicBezTo>
                    <a:pt x="235573" y="15599"/>
                    <a:pt x="260319" y="27402"/>
                    <a:pt x="281654" y="44103"/>
                  </a:cubicBezTo>
                  <a:cubicBezTo>
                    <a:pt x="291244" y="50876"/>
                    <a:pt x="296819" y="61990"/>
                    <a:pt x="296513" y="73725"/>
                  </a:cubicBezTo>
                  <a:lnTo>
                    <a:pt x="296513" y="147830"/>
                  </a:ln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217" name="Freihandform: Form 216">
              <a:extLst>
                <a:ext uri="{FF2B5EF4-FFF2-40B4-BE49-F238E27FC236}">
                  <a16:creationId xmlns:a16="http://schemas.microsoft.com/office/drawing/2014/main" id="{D769002B-4DAA-9D8B-A48D-D0DB282686D2}"/>
                </a:ext>
              </a:extLst>
            </p:cNvPr>
            <p:cNvSpPr>
              <a:spLocks noChangeAspect="1"/>
            </p:cNvSpPr>
            <p:nvPr/>
          </p:nvSpPr>
          <p:spPr>
            <a:xfrm>
              <a:off x="4708997" y="1738212"/>
              <a:ext cx="148209" cy="148209"/>
            </a:xfrm>
            <a:custGeom>
              <a:avLst/>
              <a:gdLst>
                <a:gd name="connsiteX0" fmla="*/ 148209 w 148209"/>
                <a:gd name="connsiteY0" fmla="*/ 74105 h 148209"/>
                <a:gd name="connsiteX1" fmla="*/ 74105 w 148209"/>
                <a:gd name="connsiteY1" fmla="*/ 148209 h 148209"/>
                <a:gd name="connsiteX2" fmla="*/ 0 w 148209"/>
                <a:gd name="connsiteY2" fmla="*/ 74105 h 148209"/>
                <a:gd name="connsiteX3" fmla="*/ 74105 w 148209"/>
                <a:gd name="connsiteY3" fmla="*/ 0 h 148209"/>
                <a:gd name="connsiteX4" fmla="*/ 148209 w 148209"/>
                <a:gd name="connsiteY4" fmla="*/ 74105 h 1482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209" h="148209">
                  <a:moveTo>
                    <a:pt x="148209" y="74105"/>
                  </a:moveTo>
                  <a:cubicBezTo>
                    <a:pt x="148209" y="115031"/>
                    <a:pt x="115031" y="148209"/>
                    <a:pt x="74105" y="148209"/>
                  </a:cubicBezTo>
                  <a:cubicBezTo>
                    <a:pt x="33178" y="148209"/>
                    <a:pt x="0" y="115031"/>
                    <a:pt x="0" y="74105"/>
                  </a:cubicBezTo>
                  <a:cubicBezTo>
                    <a:pt x="0" y="33178"/>
                    <a:pt x="33178" y="0"/>
                    <a:pt x="74105" y="0"/>
                  </a:cubicBezTo>
                  <a:cubicBezTo>
                    <a:pt x="115031" y="0"/>
                    <a:pt x="148209" y="33178"/>
                    <a:pt x="148209" y="74105"/>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218" name="Freihandform: Form 217">
              <a:extLst>
                <a:ext uri="{FF2B5EF4-FFF2-40B4-BE49-F238E27FC236}">
                  <a16:creationId xmlns:a16="http://schemas.microsoft.com/office/drawing/2014/main" id="{D89C4825-6302-9467-33DB-37CB121EFD2C}"/>
                </a:ext>
              </a:extLst>
            </p:cNvPr>
            <p:cNvSpPr>
              <a:spLocks noChangeAspect="1"/>
            </p:cNvSpPr>
            <p:nvPr/>
          </p:nvSpPr>
          <p:spPr>
            <a:xfrm>
              <a:off x="4437820" y="1292442"/>
              <a:ext cx="692943" cy="342900"/>
            </a:xfrm>
            <a:custGeom>
              <a:avLst/>
              <a:gdLst>
                <a:gd name="connsiteX0" fmla="*/ 654844 w 692943"/>
                <a:gd name="connsiteY0" fmla="*/ 0 h 342900"/>
                <a:gd name="connsiteX1" fmla="*/ 38100 w 692943"/>
                <a:gd name="connsiteY1" fmla="*/ 0 h 342900"/>
                <a:gd name="connsiteX2" fmla="*/ 0 w 692943"/>
                <a:gd name="connsiteY2" fmla="*/ 38100 h 342900"/>
                <a:gd name="connsiteX3" fmla="*/ 0 w 692943"/>
                <a:gd name="connsiteY3" fmla="*/ 247650 h 342900"/>
                <a:gd name="connsiteX4" fmla="*/ 38100 w 692943"/>
                <a:gd name="connsiteY4" fmla="*/ 285750 h 342900"/>
                <a:gd name="connsiteX5" fmla="*/ 178594 w 692943"/>
                <a:gd name="connsiteY5" fmla="*/ 285750 h 342900"/>
                <a:gd name="connsiteX6" fmla="*/ 178594 w 692943"/>
                <a:gd name="connsiteY6" fmla="*/ 342900 h 342900"/>
                <a:gd name="connsiteX7" fmla="*/ 238601 w 692943"/>
                <a:gd name="connsiteY7" fmla="*/ 285750 h 342900"/>
                <a:gd name="connsiteX8" fmla="*/ 303371 w 692943"/>
                <a:gd name="connsiteY8" fmla="*/ 285750 h 342900"/>
                <a:gd name="connsiteX9" fmla="*/ 340519 w 692943"/>
                <a:gd name="connsiteY9" fmla="*/ 342900 h 342900"/>
                <a:gd name="connsiteX10" fmla="*/ 374809 w 692943"/>
                <a:gd name="connsiteY10" fmla="*/ 285750 h 342900"/>
                <a:gd name="connsiteX11" fmla="*/ 442436 w 692943"/>
                <a:gd name="connsiteY11" fmla="*/ 285750 h 342900"/>
                <a:gd name="connsiteX12" fmla="*/ 502444 w 692943"/>
                <a:gd name="connsiteY12" fmla="*/ 342900 h 342900"/>
                <a:gd name="connsiteX13" fmla="*/ 502444 w 692943"/>
                <a:gd name="connsiteY13" fmla="*/ 285750 h 342900"/>
                <a:gd name="connsiteX14" fmla="*/ 654844 w 692943"/>
                <a:gd name="connsiteY14" fmla="*/ 285750 h 342900"/>
                <a:gd name="connsiteX15" fmla="*/ 692944 w 692943"/>
                <a:gd name="connsiteY15" fmla="*/ 247650 h 342900"/>
                <a:gd name="connsiteX16" fmla="*/ 692944 w 692943"/>
                <a:gd name="connsiteY16" fmla="*/ 38100 h 342900"/>
                <a:gd name="connsiteX17" fmla="*/ 654844 w 692943"/>
                <a:gd name="connsiteY17" fmla="*/ 0 h 342900"/>
                <a:gd name="connsiteX18" fmla="*/ 95250 w 692943"/>
                <a:gd name="connsiteY18" fmla="*/ 85725 h 342900"/>
                <a:gd name="connsiteX19" fmla="*/ 540544 w 692943"/>
                <a:gd name="connsiteY19" fmla="*/ 85725 h 342900"/>
                <a:gd name="connsiteX20" fmla="*/ 540544 w 692943"/>
                <a:gd name="connsiteY20" fmla="*/ 104775 h 342900"/>
                <a:gd name="connsiteX21" fmla="*/ 95250 w 692943"/>
                <a:gd name="connsiteY21" fmla="*/ 104775 h 342900"/>
                <a:gd name="connsiteX22" fmla="*/ 445294 w 692943"/>
                <a:gd name="connsiteY22" fmla="*/ 200025 h 342900"/>
                <a:gd name="connsiteX23" fmla="*/ 95250 w 692943"/>
                <a:gd name="connsiteY23" fmla="*/ 200025 h 342900"/>
                <a:gd name="connsiteX24" fmla="*/ 95250 w 692943"/>
                <a:gd name="connsiteY24" fmla="*/ 180975 h 342900"/>
                <a:gd name="connsiteX25" fmla="*/ 445294 w 692943"/>
                <a:gd name="connsiteY25" fmla="*/ 180975 h 342900"/>
                <a:gd name="connsiteX26" fmla="*/ 597694 w 692943"/>
                <a:gd name="connsiteY26" fmla="*/ 152400 h 342900"/>
                <a:gd name="connsiteX27" fmla="*/ 95250 w 692943"/>
                <a:gd name="connsiteY27" fmla="*/ 152400 h 342900"/>
                <a:gd name="connsiteX28" fmla="*/ 95250 w 692943"/>
                <a:gd name="connsiteY28" fmla="*/ 133350 h 342900"/>
                <a:gd name="connsiteX29" fmla="*/ 597694 w 692943"/>
                <a:gd name="connsiteY29" fmla="*/ 133350 h 342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692943" h="342900">
                  <a:moveTo>
                    <a:pt x="654844" y="0"/>
                  </a:moveTo>
                  <a:lnTo>
                    <a:pt x="38100" y="0"/>
                  </a:lnTo>
                  <a:cubicBezTo>
                    <a:pt x="17058" y="0"/>
                    <a:pt x="0" y="17058"/>
                    <a:pt x="0" y="38100"/>
                  </a:cubicBezTo>
                  <a:lnTo>
                    <a:pt x="0" y="247650"/>
                  </a:lnTo>
                  <a:cubicBezTo>
                    <a:pt x="0" y="268692"/>
                    <a:pt x="17058" y="285750"/>
                    <a:pt x="38100" y="285750"/>
                  </a:cubicBezTo>
                  <a:lnTo>
                    <a:pt x="178594" y="285750"/>
                  </a:lnTo>
                  <a:lnTo>
                    <a:pt x="178594" y="342900"/>
                  </a:lnTo>
                  <a:lnTo>
                    <a:pt x="238601" y="285750"/>
                  </a:lnTo>
                  <a:lnTo>
                    <a:pt x="303371" y="285750"/>
                  </a:lnTo>
                  <a:lnTo>
                    <a:pt x="340519" y="342900"/>
                  </a:lnTo>
                  <a:lnTo>
                    <a:pt x="374809" y="285750"/>
                  </a:lnTo>
                  <a:lnTo>
                    <a:pt x="442436" y="285750"/>
                  </a:lnTo>
                  <a:lnTo>
                    <a:pt x="502444" y="342900"/>
                  </a:lnTo>
                  <a:lnTo>
                    <a:pt x="502444" y="285750"/>
                  </a:lnTo>
                  <a:lnTo>
                    <a:pt x="654844" y="285750"/>
                  </a:lnTo>
                  <a:cubicBezTo>
                    <a:pt x="675885" y="285750"/>
                    <a:pt x="692944" y="268692"/>
                    <a:pt x="692944" y="247650"/>
                  </a:cubicBezTo>
                  <a:lnTo>
                    <a:pt x="692944" y="38100"/>
                  </a:lnTo>
                  <a:cubicBezTo>
                    <a:pt x="692944" y="17058"/>
                    <a:pt x="675885" y="0"/>
                    <a:pt x="654844" y="0"/>
                  </a:cubicBezTo>
                  <a:close/>
                  <a:moveTo>
                    <a:pt x="95250" y="85725"/>
                  </a:moveTo>
                  <a:lnTo>
                    <a:pt x="540544" y="85725"/>
                  </a:lnTo>
                  <a:lnTo>
                    <a:pt x="540544" y="104775"/>
                  </a:lnTo>
                  <a:lnTo>
                    <a:pt x="95250" y="104775"/>
                  </a:lnTo>
                  <a:close/>
                  <a:moveTo>
                    <a:pt x="445294" y="200025"/>
                  </a:moveTo>
                  <a:lnTo>
                    <a:pt x="95250" y="200025"/>
                  </a:lnTo>
                  <a:lnTo>
                    <a:pt x="95250" y="180975"/>
                  </a:lnTo>
                  <a:lnTo>
                    <a:pt x="445294" y="180975"/>
                  </a:lnTo>
                  <a:close/>
                  <a:moveTo>
                    <a:pt x="597694" y="152400"/>
                  </a:moveTo>
                  <a:lnTo>
                    <a:pt x="95250" y="152400"/>
                  </a:lnTo>
                  <a:lnTo>
                    <a:pt x="95250" y="133350"/>
                  </a:lnTo>
                  <a:lnTo>
                    <a:pt x="597694" y="133350"/>
                  </a:lnTo>
                  <a:close/>
                </a:path>
              </a:pathLst>
            </a:custGeom>
            <a:solidFill>
              <a:schemeClr val="tx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grpSp>
        <p:nvGrpSpPr>
          <p:cNvPr id="78" name="Gruppieren 77">
            <a:extLst>
              <a:ext uri="{FF2B5EF4-FFF2-40B4-BE49-F238E27FC236}">
                <a16:creationId xmlns:a16="http://schemas.microsoft.com/office/drawing/2014/main" id="{03D15DFF-A196-299B-83BC-9A3622EFFEFC}"/>
              </a:ext>
            </a:extLst>
          </p:cNvPr>
          <p:cNvGrpSpPr>
            <a:grpSpLocks noChangeAspect="1"/>
          </p:cNvGrpSpPr>
          <p:nvPr/>
        </p:nvGrpSpPr>
        <p:grpSpPr>
          <a:xfrm>
            <a:off x="2009232" y="993778"/>
            <a:ext cx="498220" cy="628268"/>
            <a:chOff x="3776362" y="1568478"/>
            <a:chExt cx="642036" cy="809624"/>
          </a:xfrm>
        </p:grpSpPr>
        <p:sp>
          <p:nvSpPr>
            <p:cNvPr id="81" name="Freihandform: Form 80">
              <a:extLst>
                <a:ext uri="{FF2B5EF4-FFF2-40B4-BE49-F238E27FC236}">
                  <a16:creationId xmlns:a16="http://schemas.microsoft.com/office/drawing/2014/main" id="{D559DA70-B77D-1C5D-B865-D41FA76AD406}"/>
                </a:ext>
              </a:extLst>
            </p:cNvPr>
            <p:cNvSpPr/>
            <p:nvPr/>
          </p:nvSpPr>
          <p:spPr>
            <a:xfrm>
              <a:off x="3776362" y="1568478"/>
              <a:ext cx="642036" cy="753427"/>
            </a:xfrm>
            <a:custGeom>
              <a:avLst/>
              <a:gdLst>
                <a:gd name="connsiteX0" fmla="*/ 456750 w 642036"/>
                <a:gd name="connsiteY0" fmla="*/ 434340 h 753427"/>
                <a:gd name="connsiteX1" fmla="*/ 566287 w 642036"/>
                <a:gd name="connsiteY1" fmla="*/ 490538 h 753427"/>
                <a:gd name="connsiteX2" fmla="*/ 587242 w 642036"/>
                <a:gd name="connsiteY2" fmla="*/ 533400 h 753427"/>
                <a:gd name="connsiteX3" fmla="*/ 604387 w 642036"/>
                <a:gd name="connsiteY3" fmla="*/ 681038 h 753427"/>
                <a:gd name="connsiteX4" fmla="*/ 596767 w 642036"/>
                <a:gd name="connsiteY4" fmla="*/ 698183 h 753427"/>
                <a:gd name="connsiteX5" fmla="*/ 596767 w 642036"/>
                <a:gd name="connsiteY5" fmla="*/ 698183 h 753427"/>
                <a:gd name="connsiteX6" fmla="*/ 545332 w 642036"/>
                <a:gd name="connsiteY6" fmla="*/ 722948 h 753427"/>
                <a:gd name="connsiteX7" fmla="*/ 545332 w 642036"/>
                <a:gd name="connsiteY7" fmla="*/ 753428 h 753427"/>
                <a:gd name="connsiteX8" fmla="*/ 571050 w 642036"/>
                <a:gd name="connsiteY8" fmla="*/ 753428 h 753427"/>
                <a:gd name="connsiteX9" fmla="*/ 617722 w 642036"/>
                <a:gd name="connsiteY9" fmla="*/ 729615 h 753427"/>
                <a:gd name="connsiteX10" fmla="*/ 617722 w 642036"/>
                <a:gd name="connsiteY10" fmla="*/ 729615 h 753427"/>
                <a:gd name="connsiteX11" fmla="*/ 641535 w 642036"/>
                <a:gd name="connsiteY11" fmla="*/ 676275 h 753427"/>
                <a:gd name="connsiteX12" fmla="*/ 626295 w 642036"/>
                <a:gd name="connsiteY12" fmla="*/ 532448 h 753427"/>
                <a:gd name="connsiteX13" fmla="*/ 591052 w 642036"/>
                <a:gd name="connsiteY13" fmla="*/ 461963 h 753427"/>
                <a:gd name="connsiteX14" fmla="*/ 470085 w 642036"/>
                <a:gd name="connsiteY14" fmla="*/ 399098 h 753427"/>
                <a:gd name="connsiteX15" fmla="*/ 423412 w 642036"/>
                <a:gd name="connsiteY15" fmla="*/ 380048 h 753427"/>
                <a:gd name="connsiteX16" fmla="*/ 417697 w 642036"/>
                <a:gd name="connsiteY16" fmla="*/ 371475 h 753427"/>
                <a:gd name="connsiteX17" fmla="*/ 417697 w 642036"/>
                <a:gd name="connsiteY17" fmla="*/ 348615 h 753427"/>
                <a:gd name="connsiteX18" fmla="*/ 474847 w 642036"/>
                <a:gd name="connsiteY18" fmla="*/ 229552 h 753427"/>
                <a:gd name="connsiteX19" fmla="*/ 474847 w 642036"/>
                <a:gd name="connsiteY19" fmla="*/ 195263 h 753427"/>
                <a:gd name="connsiteX20" fmla="*/ 493897 w 642036"/>
                <a:gd name="connsiteY20" fmla="*/ 200978 h 753427"/>
                <a:gd name="connsiteX21" fmla="*/ 477705 w 642036"/>
                <a:gd name="connsiteY21" fmla="*/ 153353 h 753427"/>
                <a:gd name="connsiteX22" fmla="*/ 472942 w 642036"/>
                <a:gd name="connsiteY22" fmla="*/ 133350 h 753427"/>
                <a:gd name="connsiteX23" fmla="*/ 388170 w 642036"/>
                <a:gd name="connsiteY23" fmla="*/ 17145 h 753427"/>
                <a:gd name="connsiteX24" fmla="*/ 375787 w 642036"/>
                <a:gd name="connsiteY24" fmla="*/ 18097 h 753427"/>
                <a:gd name="connsiteX25" fmla="*/ 367215 w 642036"/>
                <a:gd name="connsiteY25" fmla="*/ 24765 h 753427"/>
                <a:gd name="connsiteX26" fmla="*/ 357690 w 642036"/>
                <a:gd name="connsiteY26" fmla="*/ 11430 h 753427"/>
                <a:gd name="connsiteX27" fmla="*/ 346260 w 642036"/>
                <a:gd name="connsiteY27" fmla="*/ 2858 h 753427"/>
                <a:gd name="connsiteX28" fmla="*/ 320542 w 642036"/>
                <a:gd name="connsiteY28" fmla="*/ 0 h 753427"/>
                <a:gd name="connsiteX29" fmla="*/ 169095 w 642036"/>
                <a:gd name="connsiteY29" fmla="*/ 136208 h 753427"/>
                <a:gd name="connsiteX30" fmla="*/ 169095 w 642036"/>
                <a:gd name="connsiteY30" fmla="*/ 142875 h 753427"/>
                <a:gd name="connsiteX31" fmla="*/ 169095 w 642036"/>
                <a:gd name="connsiteY31" fmla="*/ 142875 h 753427"/>
                <a:gd name="connsiteX32" fmla="*/ 169095 w 642036"/>
                <a:gd name="connsiteY32" fmla="*/ 159068 h 753427"/>
                <a:gd name="connsiteX33" fmla="*/ 156712 w 642036"/>
                <a:gd name="connsiteY33" fmla="*/ 219075 h 753427"/>
                <a:gd name="connsiteX34" fmla="*/ 140520 w 642036"/>
                <a:gd name="connsiteY34" fmla="*/ 257175 h 753427"/>
                <a:gd name="connsiteX35" fmla="*/ 171000 w 642036"/>
                <a:gd name="connsiteY35" fmla="*/ 248602 h 753427"/>
                <a:gd name="connsiteX36" fmla="*/ 226245 w 642036"/>
                <a:gd name="connsiteY36" fmla="*/ 346710 h 753427"/>
                <a:gd name="connsiteX37" fmla="*/ 226245 w 642036"/>
                <a:gd name="connsiteY37" fmla="*/ 370523 h 753427"/>
                <a:gd name="connsiteX38" fmla="*/ 220530 w 642036"/>
                <a:gd name="connsiteY38" fmla="*/ 379095 h 753427"/>
                <a:gd name="connsiteX39" fmla="*/ 173857 w 642036"/>
                <a:gd name="connsiteY39" fmla="*/ 398145 h 753427"/>
                <a:gd name="connsiteX40" fmla="*/ 52890 w 642036"/>
                <a:gd name="connsiteY40" fmla="*/ 461010 h 753427"/>
                <a:gd name="connsiteX41" fmla="*/ 16695 w 642036"/>
                <a:gd name="connsiteY41" fmla="*/ 531495 h 753427"/>
                <a:gd name="connsiteX42" fmla="*/ 502 w 642036"/>
                <a:gd name="connsiteY42" fmla="*/ 676275 h 753427"/>
                <a:gd name="connsiteX43" fmla="*/ 24315 w 642036"/>
                <a:gd name="connsiteY43" fmla="*/ 729615 h 753427"/>
                <a:gd name="connsiteX44" fmla="*/ 70987 w 642036"/>
                <a:gd name="connsiteY44" fmla="*/ 753428 h 753427"/>
                <a:gd name="connsiteX45" fmla="*/ 97657 w 642036"/>
                <a:gd name="connsiteY45" fmla="*/ 753428 h 753427"/>
                <a:gd name="connsiteX46" fmla="*/ 97657 w 642036"/>
                <a:gd name="connsiteY46" fmla="*/ 723900 h 753427"/>
                <a:gd name="connsiteX47" fmla="*/ 46222 w 642036"/>
                <a:gd name="connsiteY47" fmla="*/ 699135 h 753427"/>
                <a:gd name="connsiteX48" fmla="*/ 38602 w 642036"/>
                <a:gd name="connsiteY48" fmla="*/ 681990 h 753427"/>
                <a:gd name="connsiteX49" fmla="*/ 54795 w 642036"/>
                <a:gd name="connsiteY49" fmla="*/ 535305 h 753427"/>
                <a:gd name="connsiteX50" fmla="*/ 54795 w 642036"/>
                <a:gd name="connsiteY50" fmla="*/ 533400 h 753427"/>
                <a:gd name="connsiteX51" fmla="*/ 76702 w 642036"/>
                <a:gd name="connsiteY51" fmla="*/ 490538 h 753427"/>
                <a:gd name="connsiteX52" fmla="*/ 186240 w 642036"/>
                <a:gd name="connsiteY52" fmla="*/ 434340 h 753427"/>
                <a:gd name="connsiteX53" fmla="*/ 201480 w 642036"/>
                <a:gd name="connsiteY53" fmla="*/ 429578 h 753427"/>
                <a:gd name="connsiteX54" fmla="*/ 321495 w 642036"/>
                <a:gd name="connsiteY54" fmla="*/ 457200 h 753427"/>
                <a:gd name="connsiteX55" fmla="*/ 442462 w 642036"/>
                <a:gd name="connsiteY55" fmla="*/ 429578 h 753427"/>
                <a:gd name="connsiteX56" fmla="*/ 456750 w 642036"/>
                <a:gd name="connsiteY56" fmla="*/ 434340 h 753427"/>
                <a:gd name="connsiteX57" fmla="*/ 207195 w 642036"/>
                <a:gd name="connsiteY57" fmla="*/ 237173 h 753427"/>
                <a:gd name="connsiteX58" fmla="*/ 407220 w 642036"/>
                <a:gd name="connsiteY58" fmla="*/ 123825 h 753427"/>
                <a:gd name="connsiteX59" fmla="*/ 435795 w 642036"/>
                <a:gd name="connsiteY59" fmla="*/ 161925 h 753427"/>
                <a:gd name="connsiteX60" fmla="*/ 435795 w 642036"/>
                <a:gd name="connsiteY60" fmla="*/ 228600 h 753427"/>
                <a:gd name="connsiteX61" fmla="*/ 321495 w 642036"/>
                <a:gd name="connsiteY61" fmla="*/ 342900 h 753427"/>
                <a:gd name="connsiteX62" fmla="*/ 207195 w 642036"/>
                <a:gd name="connsiteY62" fmla="*/ 237173 h 753427"/>
                <a:gd name="connsiteX63" fmla="*/ 245295 w 642036"/>
                <a:gd name="connsiteY63" fmla="*/ 408623 h 753427"/>
                <a:gd name="connsiteX64" fmla="*/ 264345 w 642036"/>
                <a:gd name="connsiteY64" fmla="*/ 370523 h 753427"/>
                <a:gd name="connsiteX65" fmla="*/ 264345 w 642036"/>
                <a:gd name="connsiteY65" fmla="*/ 369570 h 753427"/>
                <a:gd name="connsiteX66" fmla="*/ 378645 w 642036"/>
                <a:gd name="connsiteY66" fmla="*/ 369570 h 753427"/>
                <a:gd name="connsiteX67" fmla="*/ 378645 w 642036"/>
                <a:gd name="connsiteY67" fmla="*/ 370523 h 753427"/>
                <a:gd name="connsiteX68" fmla="*/ 396742 w 642036"/>
                <a:gd name="connsiteY68" fmla="*/ 408623 h 753427"/>
                <a:gd name="connsiteX69" fmla="*/ 320542 w 642036"/>
                <a:gd name="connsiteY69" fmla="*/ 419100 h 753427"/>
                <a:gd name="connsiteX70" fmla="*/ 245295 w 642036"/>
                <a:gd name="connsiteY70" fmla="*/ 408623 h 753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42036" h="753427">
                  <a:moveTo>
                    <a:pt x="456750" y="434340"/>
                  </a:moveTo>
                  <a:cubicBezTo>
                    <a:pt x="496755" y="448628"/>
                    <a:pt x="534855" y="464820"/>
                    <a:pt x="566287" y="490538"/>
                  </a:cubicBezTo>
                  <a:cubicBezTo>
                    <a:pt x="579622" y="501015"/>
                    <a:pt x="587242" y="516255"/>
                    <a:pt x="587242" y="533400"/>
                  </a:cubicBezTo>
                  <a:lnTo>
                    <a:pt x="604387" y="681038"/>
                  </a:lnTo>
                  <a:cubicBezTo>
                    <a:pt x="605340" y="687705"/>
                    <a:pt x="602482" y="694373"/>
                    <a:pt x="596767" y="698183"/>
                  </a:cubicBezTo>
                  <a:lnTo>
                    <a:pt x="596767" y="698183"/>
                  </a:lnTo>
                  <a:cubicBezTo>
                    <a:pt x="580575" y="708660"/>
                    <a:pt x="563430" y="717233"/>
                    <a:pt x="545332" y="722948"/>
                  </a:cubicBezTo>
                  <a:lnTo>
                    <a:pt x="545332" y="753428"/>
                  </a:lnTo>
                  <a:lnTo>
                    <a:pt x="571050" y="753428"/>
                  </a:lnTo>
                  <a:cubicBezTo>
                    <a:pt x="587242" y="746760"/>
                    <a:pt x="603435" y="739140"/>
                    <a:pt x="617722" y="729615"/>
                  </a:cubicBezTo>
                  <a:lnTo>
                    <a:pt x="617722" y="729615"/>
                  </a:lnTo>
                  <a:cubicBezTo>
                    <a:pt x="634867" y="718185"/>
                    <a:pt x="644392" y="697230"/>
                    <a:pt x="641535" y="676275"/>
                  </a:cubicBezTo>
                  <a:lnTo>
                    <a:pt x="626295" y="532448"/>
                  </a:lnTo>
                  <a:cubicBezTo>
                    <a:pt x="625342" y="504825"/>
                    <a:pt x="612960" y="479108"/>
                    <a:pt x="591052" y="461963"/>
                  </a:cubicBezTo>
                  <a:cubicBezTo>
                    <a:pt x="555810" y="432435"/>
                    <a:pt x="513900" y="414338"/>
                    <a:pt x="470085" y="399098"/>
                  </a:cubicBezTo>
                  <a:lnTo>
                    <a:pt x="423412" y="380048"/>
                  </a:lnTo>
                  <a:cubicBezTo>
                    <a:pt x="419602" y="378143"/>
                    <a:pt x="417697" y="375285"/>
                    <a:pt x="417697" y="371475"/>
                  </a:cubicBezTo>
                  <a:lnTo>
                    <a:pt x="417697" y="348615"/>
                  </a:lnTo>
                  <a:cubicBezTo>
                    <a:pt x="453892" y="320040"/>
                    <a:pt x="474847" y="276225"/>
                    <a:pt x="474847" y="229552"/>
                  </a:cubicBezTo>
                  <a:lnTo>
                    <a:pt x="474847" y="195263"/>
                  </a:lnTo>
                  <a:cubicBezTo>
                    <a:pt x="480562" y="199073"/>
                    <a:pt x="487230" y="200025"/>
                    <a:pt x="493897" y="200978"/>
                  </a:cubicBezTo>
                  <a:lnTo>
                    <a:pt x="477705" y="153353"/>
                  </a:lnTo>
                  <a:cubicBezTo>
                    <a:pt x="475800" y="146685"/>
                    <a:pt x="473895" y="140018"/>
                    <a:pt x="472942" y="133350"/>
                  </a:cubicBezTo>
                  <a:cubicBezTo>
                    <a:pt x="465322" y="79057"/>
                    <a:pt x="432937" y="40958"/>
                    <a:pt x="388170" y="17145"/>
                  </a:cubicBezTo>
                  <a:cubicBezTo>
                    <a:pt x="384360" y="15240"/>
                    <a:pt x="379597" y="15240"/>
                    <a:pt x="375787" y="18097"/>
                  </a:cubicBezTo>
                  <a:lnTo>
                    <a:pt x="367215" y="24765"/>
                  </a:lnTo>
                  <a:lnTo>
                    <a:pt x="357690" y="11430"/>
                  </a:lnTo>
                  <a:cubicBezTo>
                    <a:pt x="354832" y="7620"/>
                    <a:pt x="351022" y="3810"/>
                    <a:pt x="346260" y="2858"/>
                  </a:cubicBezTo>
                  <a:cubicBezTo>
                    <a:pt x="337687" y="953"/>
                    <a:pt x="329115" y="0"/>
                    <a:pt x="320542" y="0"/>
                  </a:cubicBezTo>
                  <a:cubicBezTo>
                    <a:pt x="245295" y="0"/>
                    <a:pt x="182430" y="59055"/>
                    <a:pt x="169095" y="136208"/>
                  </a:cubicBezTo>
                  <a:lnTo>
                    <a:pt x="169095" y="142875"/>
                  </a:lnTo>
                  <a:lnTo>
                    <a:pt x="169095" y="142875"/>
                  </a:lnTo>
                  <a:lnTo>
                    <a:pt x="169095" y="159068"/>
                  </a:lnTo>
                  <a:cubicBezTo>
                    <a:pt x="169095" y="180023"/>
                    <a:pt x="165285" y="200025"/>
                    <a:pt x="156712" y="219075"/>
                  </a:cubicBezTo>
                  <a:lnTo>
                    <a:pt x="140520" y="257175"/>
                  </a:lnTo>
                  <a:cubicBezTo>
                    <a:pt x="140520" y="257175"/>
                    <a:pt x="151950" y="254318"/>
                    <a:pt x="171000" y="248602"/>
                  </a:cubicBezTo>
                  <a:cubicBezTo>
                    <a:pt x="175762" y="287655"/>
                    <a:pt x="195765" y="322898"/>
                    <a:pt x="226245" y="346710"/>
                  </a:cubicBezTo>
                  <a:lnTo>
                    <a:pt x="226245" y="370523"/>
                  </a:lnTo>
                  <a:cubicBezTo>
                    <a:pt x="226245" y="374333"/>
                    <a:pt x="224340" y="378143"/>
                    <a:pt x="220530" y="379095"/>
                  </a:cubicBezTo>
                  <a:lnTo>
                    <a:pt x="173857" y="398145"/>
                  </a:lnTo>
                  <a:cubicBezTo>
                    <a:pt x="130042" y="413385"/>
                    <a:pt x="88132" y="431483"/>
                    <a:pt x="52890" y="461010"/>
                  </a:cubicBezTo>
                  <a:cubicBezTo>
                    <a:pt x="30982" y="478155"/>
                    <a:pt x="17647" y="503873"/>
                    <a:pt x="16695" y="531495"/>
                  </a:cubicBezTo>
                  <a:lnTo>
                    <a:pt x="502" y="676275"/>
                  </a:lnTo>
                  <a:cubicBezTo>
                    <a:pt x="-2355" y="697230"/>
                    <a:pt x="7170" y="718185"/>
                    <a:pt x="24315" y="729615"/>
                  </a:cubicBezTo>
                  <a:cubicBezTo>
                    <a:pt x="38602" y="739140"/>
                    <a:pt x="54795" y="746760"/>
                    <a:pt x="70987" y="753428"/>
                  </a:cubicBezTo>
                  <a:lnTo>
                    <a:pt x="97657" y="753428"/>
                  </a:lnTo>
                  <a:lnTo>
                    <a:pt x="97657" y="723900"/>
                  </a:lnTo>
                  <a:cubicBezTo>
                    <a:pt x="79560" y="717233"/>
                    <a:pt x="62415" y="709613"/>
                    <a:pt x="46222" y="699135"/>
                  </a:cubicBezTo>
                  <a:cubicBezTo>
                    <a:pt x="40507" y="695325"/>
                    <a:pt x="37650" y="688658"/>
                    <a:pt x="38602" y="681990"/>
                  </a:cubicBezTo>
                  <a:lnTo>
                    <a:pt x="54795" y="535305"/>
                  </a:lnTo>
                  <a:lnTo>
                    <a:pt x="54795" y="533400"/>
                  </a:lnTo>
                  <a:cubicBezTo>
                    <a:pt x="54795" y="516255"/>
                    <a:pt x="63367" y="501015"/>
                    <a:pt x="76702" y="490538"/>
                  </a:cubicBezTo>
                  <a:cubicBezTo>
                    <a:pt x="108135" y="464820"/>
                    <a:pt x="146235" y="448628"/>
                    <a:pt x="186240" y="434340"/>
                  </a:cubicBezTo>
                  <a:lnTo>
                    <a:pt x="201480" y="429578"/>
                  </a:lnTo>
                  <a:cubicBezTo>
                    <a:pt x="229102" y="446723"/>
                    <a:pt x="272917" y="457200"/>
                    <a:pt x="321495" y="457200"/>
                  </a:cubicBezTo>
                  <a:cubicBezTo>
                    <a:pt x="370072" y="457200"/>
                    <a:pt x="413887" y="446723"/>
                    <a:pt x="442462" y="429578"/>
                  </a:cubicBezTo>
                  <a:lnTo>
                    <a:pt x="456750" y="434340"/>
                  </a:lnTo>
                  <a:close/>
                  <a:moveTo>
                    <a:pt x="207195" y="237173"/>
                  </a:moveTo>
                  <a:cubicBezTo>
                    <a:pt x="271965" y="215265"/>
                    <a:pt x="365310" y="177165"/>
                    <a:pt x="407220" y="123825"/>
                  </a:cubicBezTo>
                  <a:cubicBezTo>
                    <a:pt x="415792" y="137160"/>
                    <a:pt x="425317" y="149543"/>
                    <a:pt x="435795" y="161925"/>
                  </a:cubicBezTo>
                  <a:lnTo>
                    <a:pt x="435795" y="228600"/>
                  </a:lnTo>
                  <a:cubicBezTo>
                    <a:pt x="435795" y="291465"/>
                    <a:pt x="384360" y="342900"/>
                    <a:pt x="321495" y="342900"/>
                  </a:cubicBezTo>
                  <a:cubicBezTo>
                    <a:pt x="261487" y="342900"/>
                    <a:pt x="211957" y="297180"/>
                    <a:pt x="207195" y="237173"/>
                  </a:cubicBezTo>
                  <a:close/>
                  <a:moveTo>
                    <a:pt x="245295" y="408623"/>
                  </a:moveTo>
                  <a:cubicBezTo>
                    <a:pt x="256725" y="400050"/>
                    <a:pt x="264345" y="385763"/>
                    <a:pt x="264345" y="370523"/>
                  </a:cubicBezTo>
                  <a:lnTo>
                    <a:pt x="264345" y="369570"/>
                  </a:lnTo>
                  <a:cubicBezTo>
                    <a:pt x="300540" y="384810"/>
                    <a:pt x="342450" y="384810"/>
                    <a:pt x="378645" y="369570"/>
                  </a:cubicBezTo>
                  <a:lnTo>
                    <a:pt x="378645" y="370523"/>
                  </a:lnTo>
                  <a:cubicBezTo>
                    <a:pt x="378645" y="384810"/>
                    <a:pt x="385312" y="399098"/>
                    <a:pt x="396742" y="408623"/>
                  </a:cubicBezTo>
                  <a:cubicBezTo>
                    <a:pt x="371977" y="416243"/>
                    <a:pt x="346260" y="420053"/>
                    <a:pt x="320542" y="419100"/>
                  </a:cubicBezTo>
                  <a:cubicBezTo>
                    <a:pt x="295777" y="419100"/>
                    <a:pt x="270060" y="415290"/>
                    <a:pt x="245295" y="408623"/>
                  </a:cubicBez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83" name="Freihandform: Form 82">
              <a:extLst>
                <a:ext uri="{FF2B5EF4-FFF2-40B4-BE49-F238E27FC236}">
                  <a16:creationId xmlns:a16="http://schemas.microsoft.com/office/drawing/2014/main" id="{B75A2566-135C-EF74-79C3-3E4B1AB1C5ED}"/>
                </a:ext>
              </a:extLst>
            </p:cNvPr>
            <p:cNvSpPr/>
            <p:nvPr/>
          </p:nvSpPr>
          <p:spPr>
            <a:xfrm>
              <a:off x="3820679" y="2080922"/>
              <a:ext cx="555307" cy="297180"/>
            </a:xfrm>
            <a:custGeom>
              <a:avLst/>
              <a:gdLst>
                <a:gd name="connsiteX0" fmla="*/ 482918 w 555307"/>
                <a:gd name="connsiteY0" fmla="*/ 23813 h 297180"/>
                <a:gd name="connsiteX1" fmla="*/ 459105 w 555307"/>
                <a:gd name="connsiteY1" fmla="*/ 0 h 297180"/>
                <a:gd name="connsiteX2" fmla="*/ 459105 w 555307"/>
                <a:gd name="connsiteY2" fmla="*/ 0 h 297180"/>
                <a:gd name="connsiteX3" fmla="*/ 96203 w 555307"/>
                <a:gd name="connsiteY3" fmla="*/ 0 h 297180"/>
                <a:gd name="connsiteX4" fmla="*/ 72390 w 555307"/>
                <a:gd name="connsiteY4" fmla="*/ 23813 h 297180"/>
                <a:gd name="connsiteX5" fmla="*/ 72390 w 555307"/>
                <a:gd name="connsiteY5" fmla="*/ 23813 h 297180"/>
                <a:gd name="connsiteX6" fmla="*/ 72390 w 555307"/>
                <a:gd name="connsiteY6" fmla="*/ 260985 h 297180"/>
                <a:gd name="connsiteX7" fmla="*/ 0 w 555307"/>
                <a:gd name="connsiteY7" fmla="*/ 260985 h 297180"/>
                <a:gd name="connsiteX8" fmla="*/ 0 w 555307"/>
                <a:gd name="connsiteY8" fmla="*/ 273368 h 297180"/>
                <a:gd name="connsiteX9" fmla="*/ 23813 w 555307"/>
                <a:gd name="connsiteY9" fmla="*/ 297180 h 297180"/>
                <a:gd name="connsiteX10" fmla="*/ 531495 w 555307"/>
                <a:gd name="connsiteY10" fmla="*/ 297180 h 297180"/>
                <a:gd name="connsiteX11" fmla="*/ 555308 w 555307"/>
                <a:gd name="connsiteY11" fmla="*/ 273368 h 297180"/>
                <a:gd name="connsiteX12" fmla="*/ 555308 w 555307"/>
                <a:gd name="connsiteY12" fmla="*/ 260985 h 297180"/>
                <a:gd name="connsiteX13" fmla="*/ 482918 w 555307"/>
                <a:gd name="connsiteY13" fmla="*/ 260985 h 297180"/>
                <a:gd name="connsiteX14" fmla="*/ 482918 w 555307"/>
                <a:gd name="connsiteY14" fmla="*/ 23813 h 297180"/>
                <a:gd name="connsiteX15" fmla="*/ 227648 w 555307"/>
                <a:gd name="connsiteY15" fmla="*/ 180975 h 297180"/>
                <a:gd name="connsiteX16" fmla="*/ 214313 w 555307"/>
                <a:gd name="connsiteY16" fmla="*/ 194310 h 297180"/>
                <a:gd name="connsiteX17" fmla="*/ 160973 w 555307"/>
                <a:gd name="connsiteY17" fmla="*/ 140970 h 297180"/>
                <a:gd name="connsiteX18" fmla="*/ 214313 w 555307"/>
                <a:gd name="connsiteY18" fmla="*/ 87630 h 297180"/>
                <a:gd name="connsiteX19" fmla="*/ 227648 w 555307"/>
                <a:gd name="connsiteY19" fmla="*/ 100965 h 297180"/>
                <a:gd name="connsiteX20" fmla="*/ 187642 w 555307"/>
                <a:gd name="connsiteY20" fmla="*/ 140970 h 297180"/>
                <a:gd name="connsiteX21" fmla="*/ 227648 w 555307"/>
                <a:gd name="connsiteY21" fmla="*/ 180975 h 297180"/>
                <a:gd name="connsiteX22" fmla="*/ 263843 w 555307"/>
                <a:gd name="connsiteY22" fmla="*/ 200978 h 297180"/>
                <a:gd name="connsiteX23" fmla="*/ 246698 w 555307"/>
                <a:gd name="connsiteY23" fmla="*/ 193358 h 297180"/>
                <a:gd name="connsiteX24" fmla="*/ 291465 w 555307"/>
                <a:gd name="connsiteY24" fmla="*/ 85725 h 297180"/>
                <a:gd name="connsiteX25" fmla="*/ 308610 w 555307"/>
                <a:gd name="connsiteY25" fmla="*/ 93345 h 297180"/>
                <a:gd name="connsiteX26" fmla="*/ 263843 w 555307"/>
                <a:gd name="connsiteY26" fmla="*/ 200978 h 297180"/>
                <a:gd name="connsiteX27" fmla="*/ 340043 w 555307"/>
                <a:gd name="connsiteY27" fmla="*/ 195263 h 297180"/>
                <a:gd name="connsiteX28" fmla="*/ 326708 w 555307"/>
                <a:gd name="connsiteY28" fmla="*/ 181928 h 297180"/>
                <a:gd name="connsiteX29" fmla="*/ 366713 w 555307"/>
                <a:gd name="connsiteY29" fmla="*/ 141922 h 297180"/>
                <a:gd name="connsiteX30" fmla="*/ 326708 w 555307"/>
                <a:gd name="connsiteY30" fmla="*/ 101918 h 297180"/>
                <a:gd name="connsiteX31" fmla="*/ 340043 w 555307"/>
                <a:gd name="connsiteY31" fmla="*/ 88582 h 297180"/>
                <a:gd name="connsiteX32" fmla="*/ 393383 w 555307"/>
                <a:gd name="connsiteY32" fmla="*/ 141922 h 297180"/>
                <a:gd name="connsiteX33" fmla="*/ 340043 w 555307"/>
                <a:gd name="connsiteY33" fmla="*/ 195263 h 297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555307" h="297180">
                  <a:moveTo>
                    <a:pt x="482918" y="23813"/>
                  </a:moveTo>
                  <a:cubicBezTo>
                    <a:pt x="482918" y="10478"/>
                    <a:pt x="472440" y="0"/>
                    <a:pt x="459105" y="0"/>
                  </a:cubicBezTo>
                  <a:lnTo>
                    <a:pt x="459105" y="0"/>
                  </a:lnTo>
                  <a:lnTo>
                    <a:pt x="96203" y="0"/>
                  </a:lnTo>
                  <a:cubicBezTo>
                    <a:pt x="82868" y="0"/>
                    <a:pt x="72390" y="10478"/>
                    <a:pt x="72390" y="23813"/>
                  </a:cubicBezTo>
                  <a:lnTo>
                    <a:pt x="72390" y="23813"/>
                  </a:lnTo>
                  <a:lnTo>
                    <a:pt x="72390" y="260985"/>
                  </a:lnTo>
                  <a:lnTo>
                    <a:pt x="0" y="260985"/>
                  </a:lnTo>
                  <a:lnTo>
                    <a:pt x="0" y="273368"/>
                  </a:lnTo>
                  <a:cubicBezTo>
                    <a:pt x="0" y="286703"/>
                    <a:pt x="10478" y="297180"/>
                    <a:pt x="23813" y="297180"/>
                  </a:cubicBezTo>
                  <a:lnTo>
                    <a:pt x="531495" y="297180"/>
                  </a:lnTo>
                  <a:cubicBezTo>
                    <a:pt x="544830" y="297180"/>
                    <a:pt x="555308" y="286703"/>
                    <a:pt x="555308" y="273368"/>
                  </a:cubicBezTo>
                  <a:lnTo>
                    <a:pt x="555308" y="260985"/>
                  </a:lnTo>
                  <a:lnTo>
                    <a:pt x="482918" y="260985"/>
                  </a:lnTo>
                  <a:lnTo>
                    <a:pt x="482918" y="23813"/>
                  </a:lnTo>
                  <a:close/>
                  <a:moveTo>
                    <a:pt x="227648" y="180975"/>
                  </a:moveTo>
                  <a:lnTo>
                    <a:pt x="214313" y="194310"/>
                  </a:lnTo>
                  <a:lnTo>
                    <a:pt x="160973" y="140970"/>
                  </a:lnTo>
                  <a:lnTo>
                    <a:pt x="214313" y="87630"/>
                  </a:lnTo>
                  <a:lnTo>
                    <a:pt x="227648" y="100965"/>
                  </a:lnTo>
                  <a:lnTo>
                    <a:pt x="187642" y="140970"/>
                  </a:lnTo>
                  <a:lnTo>
                    <a:pt x="227648" y="180975"/>
                  </a:lnTo>
                  <a:close/>
                  <a:moveTo>
                    <a:pt x="263843" y="200978"/>
                  </a:moveTo>
                  <a:lnTo>
                    <a:pt x="246698" y="193358"/>
                  </a:lnTo>
                  <a:lnTo>
                    <a:pt x="291465" y="85725"/>
                  </a:lnTo>
                  <a:lnTo>
                    <a:pt x="308610" y="93345"/>
                  </a:lnTo>
                  <a:lnTo>
                    <a:pt x="263843" y="200978"/>
                  </a:lnTo>
                  <a:close/>
                  <a:moveTo>
                    <a:pt x="340043" y="195263"/>
                  </a:moveTo>
                  <a:lnTo>
                    <a:pt x="326708" y="181928"/>
                  </a:lnTo>
                  <a:lnTo>
                    <a:pt x="366713" y="141922"/>
                  </a:lnTo>
                  <a:lnTo>
                    <a:pt x="326708" y="101918"/>
                  </a:lnTo>
                  <a:lnTo>
                    <a:pt x="340043" y="88582"/>
                  </a:lnTo>
                  <a:lnTo>
                    <a:pt x="393383" y="141922"/>
                  </a:lnTo>
                  <a:lnTo>
                    <a:pt x="340043" y="195263"/>
                  </a:lnTo>
                  <a:close/>
                </a:path>
              </a:pathLst>
            </a:custGeom>
            <a:solidFill>
              <a:schemeClr val="tx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grpSp>
        <p:nvGrpSpPr>
          <p:cNvPr id="145" name="Gruppieren 144">
            <a:extLst>
              <a:ext uri="{FF2B5EF4-FFF2-40B4-BE49-F238E27FC236}">
                <a16:creationId xmlns:a16="http://schemas.microsoft.com/office/drawing/2014/main" id="{287981A4-D329-9F3D-0A92-29E13A1A80F9}"/>
              </a:ext>
            </a:extLst>
          </p:cNvPr>
          <p:cNvGrpSpPr>
            <a:grpSpLocks noChangeAspect="1"/>
          </p:cNvGrpSpPr>
          <p:nvPr/>
        </p:nvGrpSpPr>
        <p:grpSpPr>
          <a:xfrm>
            <a:off x="5373452" y="1052449"/>
            <a:ext cx="1510293" cy="1370564"/>
            <a:chOff x="9607027" y="1507031"/>
            <a:chExt cx="1510293" cy="1370564"/>
          </a:xfrm>
        </p:grpSpPr>
        <p:grpSp>
          <p:nvGrpSpPr>
            <p:cNvPr id="146" name="Gruppieren 145">
              <a:extLst>
                <a:ext uri="{FF2B5EF4-FFF2-40B4-BE49-F238E27FC236}">
                  <a16:creationId xmlns:a16="http://schemas.microsoft.com/office/drawing/2014/main" id="{D98A65B9-05AE-2F1C-CD5C-9DE6E13B2806}"/>
                </a:ext>
              </a:extLst>
            </p:cNvPr>
            <p:cNvGrpSpPr>
              <a:grpSpLocks noChangeAspect="1"/>
            </p:cNvGrpSpPr>
            <p:nvPr/>
          </p:nvGrpSpPr>
          <p:grpSpPr>
            <a:xfrm>
              <a:off x="9607027" y="1507031"/>
              <a:ext cx="1510293" cy="1370564"/>
              <a:chOff x="6950216" y="4433108"/>
              <a:chExt cx="808197" cy="733424"/>
            </a:xfrm>
          </p:grpSpPr>
          <p:sp>
            <p:nvSpPr>
              <p:cNvPr id="187" name="Freihandform: Form 186">
                <a:extLst>
                  <a:ext uri="{FF2B5EF4-FFF2-40B4-BE49-F238E27FC236}">
                    <a16:creationId xmlns:a16="http://schemas.microsoft.com/office/drawing/2014/main" id="{DADA276D-E86D-6FD3-1B24-8C913287B99B}"/>
                  </a:ext>
                </a:extLst>
              </p:cNvPr>
              <p:cNvSpPr/>
              <p:nvPr/>
            </p:nvSpPr>
            <p:spPr>
              <a:xfrm>
                <a:off x="7249111" y="4943648"/>
                <a:ext cx="86486" cy="86487"/>
              </a:xfrm>
              <a:custGeom>
                <a:avLst/>
                <a:gdLst>
                  <a:gd name="connsiteX0" fmla="*/ 86487 w 86486"/>
                  <a:gd name="connsiteY0" fmla="*/ 43243 h 86487"/>
                  <a:gd name="connsiteX1" fmla="*/ 43243 w 86486"/>
                  <a:gd name="connsiteY1" fmla="*/ 86487 h 86487"/>
                  <a:gd name="connsiteX2" fmla="*/ 0 w 86486"/>
                  <a:gd name="connsiteY2" fmla="*/ 43243 h 86487"/>
                  <a:gd name="connsiteX3" fmla="*/ 43243 w 86486"/>
                  <a:gd name="connsiteY3" fmla="*/ 0 h 86487"/>
                  <a:gd name="connsiteX4" fmla="*/ 86487 w 86486"/>
                  <a:gd name="connsiteY4" fmla="*/ 43243 h 864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86" h="86487">
                    <a:moveTo>
                      <a:pt x="86487" y="43243"/>
                    </a:moveTo>
                    <a:cubicBezTo>
                      <a:pt x="86487" y="67126"/>
                      <a:pt x="67126" y="86487"/>
                      <a:pt x="43243" y="86487"/>
                    </a:cubicBezTo>
                    <a:cubicBezTo>
                      <a:pt x="19361" y="86487"/>
                      <a:pt x="0" y="67126"/>
                      <a:pt x="0" y="43243"/>
                    </a:cubicBezTo>
                    <a:cubicBezTo>
                      <a:pt x="0" y="19361"/>
                      <a:pt x="19361" y="0"/>
                      <a:pt x="43243" y="0"/>
                    </a:cubicBezTo>
                    <a:cubicBezTo>
                      <a:pt x="67126" y="0"/>
                      <a:pt x="86487" y="19361"/>
                      <a:pt x="86487" y="43243"/>
                    </a:cubicBez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88" name="Freihandform: Form 187">
                <a:extLst>
                  <a:ext uri="{FF2B5EF4-FFF2-40B4-BE49-F238E27FC236}">
                    <a16:creationId xmlns:a16="http://schemas.microsoft.com/office/drawing/2014/main" id="{ECB1AF1F-3394-EDD9-CD71-EB83DD799BE9}"/>
                  </a:ext>
                </a:extLst>
              </p:cNvPr>
              <p:cNvSpPr/>
              <p:nvPr/>
            </p:nvSpPr>
            <p:spPr>
              <a:xfrm>
                <a:off x="7205963" y="5042041"/>
                <a:ext cx="171450" cy="86391"/>
              </a:xfrm>
              <a:custGeom>
                <a:avLst/>
                <a:gdLst>
                  <a:gd name="connsiteX0" fmla="*/ 171450 w 171450"/>
                  <a:gd name="connsiteY0" fmla="*/ 86392 h 86391"/>
                  <a:gd name="connsiteX1" fmla="*/ 171450 w 171450"/>
                  <a:gd name="connsiteY1" fmla="*/ 43148 h 86391"/>
                  <a:gd name="connsiteX2" fmla="*/ 162877 w 171450"/>
                  <a:gd name="connsiteY2" fmla="*/ 25908 h 86391"/>
                  <a:gd name="connsiteX3" fmla="*/ 121063 w 171450"/>
                  <a:gd name="connsiteY3" fmla="*/ 5334 h 86391"/>
                  <a:gd name="connsiteX4" fmla="*/ 85725 w 171450"/>
                  <a:gd name="connsiteY4" fmla="*/ 0 h 86391"/>
                  <a:gd name="connsiteX5" fmla="*/ 50387 w 171450"/>
                  <a:gd name="connsiteY5" fmla="*/ 5334 h 86391"/>
                  <a:gd name="connsiteX6" fmla="*/ 8573 w 171450"/>
                  <a:gd name="connsiteY6" fmla="*/ 25908 h 86391"/>
                  <a:gd name="connsiteX7" fmla="*/ 0 w 171450"/>
                  <a:gd name="connsiteY7" fmla="*/ 43148 h 86391"/>
                  <a:gd name="connsiteX8" fmla="*/ 0 w 171450"/>
                  <a:gd name="connsiteY8" fmla="*/ 86392 h 86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1450" h="86391">
                    <a:moveTo>
                      <a:pt x="171450" y="86392"/>
                    </a:moveTo>
                    <a:lnTo>
                      <a:pt x="171450" y="43148"/>
                    </a:lnTo>
                    <a:cubicBezTo>
                      <a:pt x="171309" y="36410"/>
                      <a:pt x="168166" y="30087"/>
                      <a:pt x="162877" y="25908"/>
                    </a:cubicBezTo>
                    <a:cubicBezTo>
                      <a:pt x="150451" y="16330"/>
                      <a:pt x="136233" y="9335"/>
                      <a:pt x="121063" y="5334"/>
                    </a:cubicBezTo>
                    <a:cubicBezTo>
                      <a:pt x="109612" y="1819"/>
                      <a:pt x="97703" y="21"/>
                      <a:pt x="85725" y="0"/>
                    </a:cubicBezTo>
                    <a:cubicBezTo>
                      <a:pt x="73760" y="185"/>
                      <a:pt x="61873" y="1978"/>
                      <a:pt x="50387" y="5334"/>
                    </a:cubicBezTo>
                    <a:cubicBezTo>
                      <a:pt x="35385" y="9775"/>
                      <a:pt x="21246" y="16733"/>
                      <a:pt x="8573" y="25908"/>
                    </a:cubicBezTo>
                    <a:cubicBezTo>
                      <a:pt x="3284" y="30087"/>
                      <a:pt x="141" y="36410"/>
                      <a:pt x="0" y="43148"/>
                    </a:cubicBezTo>
                    <a:lnTo>
                      <a:pt x="0" y="86392"/>
                    </a:ln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89" name="Freihandform: Form 188">
                <a:extLst>
                  <a:ext uri="{FF2B5EF4-FFF2-40B4-BE49-F238E27FC236}">
                    <a16:creationId xmlns:a16="http://schemas.microsoft.com/office/drawing/2014/main" id="{5CE39D68-7FD0-6DB1-CC8B-95AF7C3EFEC9}"/>
                  </a:ext>
                </a:extLst>
              </p:cNvPr>
              <p:cNvSpPr/>
              <p:nvPr/>
            </p:nvSpPr>
            <p:spPr>
              <a:xfrm>
                <a:off x="7438277" y="4943648"/>
                <a:ext cx="86486" cy="86487"/>
              </a:xfrm>
              <a:custGeom>
                <a:avLst/>
                <a:gdLst>
                  <a:gd name="connsiteX0" fmla="*/ 86487 w 86486"/>
                  <a:gd name="connsiteY0" fmla="*/ 43243 h 86487"/>
                  <a:gd name="connsiteX1" fmla="*/ 43244 w 86486"/>
                  <a:gd name="connsiteY1" fmla="*/ 86487 h 86487"/>
                  <a:gd name="connsiteX2" fmla="*/ 0 w 86486"/>
                  <a:gd name="connsiteY2" fmla="*/ 43243 h 86487"/>
                  <a:gd name="connsiteX3" fmla="*/ 43244 w 86486"/>
                  <a:gd name="connsiteY3" fmla="*/ 0 h 86487"/>
                  <a:gd name="connsiteX4" fmla="*/ 86487 w 86486"/>
                  <a:gd name="connsiteY4" fmla="*/ 43243 h 864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86" h="86487">
                    <a:moveTo>
                      <a:pt x="86487" y="43243"/>
                    </a:moveTo>
                    <a:cubicBezTo>
                      <a:pt x="86487" y="67126"/>
                      <a:pt x="67126" y="86487"/>
                      <a:pt x="43244" y="86487"/>
                    </a:cubicBezTo>
                    <a:cubicBezTo>
                      <a:pt x="19361" y="86487"/>
                      <a:pt x="0" y="67126"/>
                      <a:pt x="0" y="43243"/>
                    </a:cubicBezTo>
                    <a:cubicBezTo>
                      <a:pt x="0" y="19361"/>
                      <a:pt x="19361" y="0"/>
                      <a:pt x="43244" y="0"/>
                    </a:cubicBezTo>
                    <a:cubicBezTo>
                      <a:pt x="67126" y="0"/>
                      <a:pt x="86487" y="19361"/>
                      <a:pt x="86487" y="43243"/>
                    </a:cubicBez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90" name="Freihandform: Form 189">
                <a:extLst>
                  <a:ext uri="{FF2B5EF4-FFF2-40B4-BE49-F238E27FC236}">
                    <a16:creationId xmlns:a16="http://schemas.microsoft.com/office/drawing/2014/main" id="{F59840CB-F704-54D2-5961-5F749FEF9D0F}"/>
                  </a:ext>
                </a:extLst>
              </p:cNvPr>
              <p:cNvSpPr/>
              <p:nvPr/>
            </p:nvSpPr>
            <p:spPr>
              <a:xfrm>
                <a:off x="7396463" y="5042041"/>
                <a:ext cx="171450" cy="86391"/>
              </a:xfrm>
              <a:custGeom>
                <a:avLst/>
                <a:gdLst>
                  <a:gd name="connsiteX0" fmla="*/ 171450 w 171450"/>
                  <a:gd name="connsiteY0" fmla="*/ 86392 h 86391"/>
                  <a:gd name="connsiteX1" fmla="*/ 171450 w 171450"/>
                  <a:gd name="connsiteY1" fmla="*/ 43148 h 86391"/>
                  <a:gd name="connsiteX2" fmla="*/ 162877 w 171450"/>
                  <a:gd name="connsiteY2" fmla="*/ 25908 h 86391"/>
                  <a:gd name="connsiteX3" fmla="*/ 121063 w 171450"/>
                  <a:gd name="connsiteY3" fmla="*/ 5334 h 86391"/>
                  <a:gd name="connsiteX4" fmla="*/ 85725 w 171450"/>
                  <a:gd name="connsiteY4" fmla="*/ 0 h 86391"/>
                  <a:gd name="connsiteX5" fmla="*/ 50387 w 171450"/>
                  <a:gd name="connsiteY5" fmla="*/ 5334 h 86391"/>
                  <a:gd name="connsiteX6" fmla="*/ 8573 w 171450"/>
                  <a:gd name="connsiteY6" fmla="*/ 25908 h 86391"/>
                  <a:gd name="connsiteX7" fmla="*/ 0 w 171450"/>
                  <a:gd name="connsiteY7" fmla="*/ 43148 h 86391"/>
                  <a:gd name="connsiteX8" fmla="*/ 0 w 171450"/>
                  <a:gd name="connsiteY8" fmla="*/ 86392 h 86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1450" h="86391">
                    <a:moveTo>
                      <a:pt x="171450" y="86392"/>
                    </a:moveTo>
                    <a:lnTo>
                      <a:pt x="171450" y="43148"/>
                    </a:lnTo>
                    <a:cubicBezTo>
                      <a:pt x="171309" y="36410"/>
                      <a:pt x="168166" y="30087"/>
                      <a:pt x="162877" y="25908"/>
                    </a:cubicBezTo>
                    <a:cubicBezTo>
                      <a:pt x="150451" y="16330"/>
                      <a:pt x="136233" y="9335"/>
                      <a:pt x="121063" y="5334"/>
                    </a:cubicBezTo>
                    <a:cubicBezTo>
                      <a:pt x="109612" y="1819"/>
                      <a:pt x="97703" y="21"/>
                      <a:pt x="85725" y="0"/>
                    </a:cubicBezTo>
                    <a:cubicBezTo>
                      <a:pt x="73760" y="185"/>
                      <a:pt x="61873" y="1978"/>
                      <a:pt x="50387" y="5334"/>
                    </a:cubicBezTo>
                    <a:cubicBezTo>
                      <a:pt x="35385" y="9775"/>
                      <a:pt x="21246" y="16733"/>
                      <a:pt x="8573" y="25908"/>
                    </a:cubicBezTo>
                    <a:cubicBezTo>
                      <a:pt x="3284" y="30087"/>
                      <a:pt x="141" y="36410"/>
                      <a:pt x="0" y="43148"/>
                    </a:cubicBezTo>
                    <a:lnTo>
                      <a:pt x="0" y="86392"/>
                    </a:ln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91" name="Freihandform: Form 190">
                <a:extLst>
                  <a:ext uri="{FF2B5EF4-FFF2-40B4-BE49-F238E27FC236}">
                    <a16:creationId xmlns:a16="http://schemas.microsoft.com/office/drawing/2014/main" id="{5D847597-BBC4-26BB-F0C9-90F40D089603}"/>
                  </a:ext>
                </a:extLst>
              </p:cNvPr>
              <p:cNvSpPr/>
              <p:nvPr/>
            </p:nvSpPr>
            <p:spPr>
              <a:xfrm>
                <a:off x="7628777" y="4943648"/>
                <a:ext cx="86487" cy="86487"/>
              </a:xfrm>
              <a:custGeom>
                <a:avLst/>
                <a:gdLst>
                  <a:gd name="connsiteX0" fmla="*/ 86487 w 86487"/>
                  <a:gd name="connsiteY0" fmla="*/ 43243 h 86487"/>
                  <a:gd name="connsiteX1" fmla="*/ 43244 w 86487"/>
                  <a:gd name="connsiteY1" fmla="*/ 86487 h 86487"/>
                  <a:gd name="connsiteX2" fmla="*/ 0 w 86487"/>
                  <a:gd name="connsiteY2" fmla="*/ 43243 h 86487"/>
                  <a:gd name="connsiteX3" fmla="*/ 43244 w 86487"/>
                  <a:gd name="connsiteY3" fmla="*/ 0 h 86487"/>
                  <a:gd name="connsiteX4" fmla="*/ 86487 w 86487"/>
                  <a:gd name="connsiteY4" fmla="*/ 43243 h 864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87" h="86487">
                    <a:moveTo>
                      <a:pt x="86487" y="43243"/>
                    </a:moveTo>
                    <a:cubicBezTo>
                      <a:pt x="86487" y="67126"/>
                      <a:pt x="67126" y="86487"/>
                      <a:pt x="43244" y="86487"/>
                    </a:cubicBezTo>
                    <a:cubicBezTo>
                      <a:pt x="19361" y="86487"/>
                      <a:pt x="0" y="67126"/>
                      <a:pt x="0" y="43243"/>
                    </a:cubicBezTo>
                    <a:cubicBezTo>
                      <a:pt x="0" y="19361"/>
                      <a:pt x="19361" y="0"/>
                      <a:pt x="43244" y="0"/>
                    </a:cubicBezTo>
                    <a:cubicBezTo>
                      <a:pt x="67126" y="0"/>
                      <a:pt x="86487" y="19361"/>
                      <a:pt x="86487" y="43243"/>
                    </a:cubicBez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92" name="Freihandform: Form 191">
                <a:extLst>
                  <a:ext uri="{FF2B5EF4-FFF2-40B4-BE49-F238E27FC236}">
                    <a16:creationId xmlns:a16="http://schemas.microsoft.com/office/drawing/2014/main" id="{043EFE3B-B976-DE50-CEEA-3CBB09EBAD7D}"/>
                  </a:ext>
                </a:extLst>
              </p:cNvPr>
              <p:cNvSpPr/>
              <p:nvPr/>
            </p:nvSpPr>
            <p:spPr>
              <a:xfrm>
                <a:off x="7586963" y="5042041"/>
                <a:ext cx="171450" cy="86391"/>
              </a:xfrm>
              <a:custGeom>
                <a:avLst/>
                <a:gdLst>
                  <a:gd name="connsiteX0" fmla="*/ 171450 w 171450"/>
                  <a:gd name="connsiteY0" fmla="*/ 86392 h 86391"/>
                  <a:gd name="connsiteX1" fmla="*/ 171450 w 171450"/>
                  <a:gd name="connsiteY1" fmla="*/ 43148 h 86391"/>
                  <a:gd name="connsiteX2" fmla="*/ 162877 w 171450"/>
                  <a:gd name="connsiteY2" fmla="*/ 25908 h 86391"/>
                  <a:gd name="connsiteX3" fmla="*/ 121063 w 171450"/>
                  <a:gd name="connsiteY3" fmla="*/ 5334 h 86391"/>
                  <a:gd name="connsiteX4" fmla="*/ 85725 w 171450"/>
                  <a:gd name="connsiteY4" fmla="*/ 0 h 86391"/>
                  <a:gd name="connsiteX5" fmla="*/ 50387 w 171450"/>
                  <a:gd name="connsiteY5" fmla="*/ 5334 h 86391"/>
                  <a:gd name="connsiteX6" fmla="*/ 8573 w 171450"/>
                  <a:gd name="connsiteY6" fmla="*/ 25908 h 86391"/>
                  <a:gd name="connsiteX7" fmla="*/ 0 w 171450"/>
                  <a:gd name="connsiteY7" fmla="*/ 43148 h 86391"/>
                  <a:gd name="connsiteX8" fmla="*/ 0 w 171450"/>
                  <a:gd name="connsiteY8" fmla="*/ 86392 h 86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1450" h="86391">
                    <a:moveTo>
                      <a:pt x="171450" y="86392"/>
                    </a:moveTo>
                    <a:lnTo>
                      <a:pt x="171450" y="43148"/>
                    </a:lnTo>
                    <a:cubicBezTo>
                      <a:pt x="171309" y="36410"/>
                      <a:pt x="168166" y="30087"/>
                      <a:pt x="162877" y="25908"/>
                    </a:cubicBezTo>
                    <a:cubicBezTo>
                      <a:pt x="150451" y="16330"/>
                      <a:pt x="136233" y="9335"/>
                      <a:pt x="121063" y="5334"/>
                    </a:cubicBezTo>
                    <a:cubicBezTo>
                      <a:pt x="109612" y="1819"/>
                      <a:pt x="97703" y="21"/>
                      <a:pt x="85725" y="0"/>
                    </a:cubicBezTo>
                    <a:cubicBezTo>
                      <a:pt x="73760" y="185"/>
                      <a:pt x="61873" y="1978"/>
                      <a:pt x="50387" y="5334"/>
                    </a:cubicBezTo>
                    <a:cubicBezTo>
                      <a:pt x="35385" y="9775"/>
                      <a:pt x="21246" y="16733"/>
                      <a:pt x="8573" y="25908"/>
                    </a:cubicBezTo>
                    <a:cubicBezTo>
                      <a:pt x="3284" y="30087"/>
                      <a:pt x="141" y="36410"/>
                      <a:pt x="0" y="43148"/>
                    </a:cubicBezTo>
                    <a:lnTo>
                      <a:pt x="0" y="86392"/>
                    </a:ln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93" name="Freihandform: Form 192">
                <a:extLst>
                  <a:ext uri="{FF2B5EF4-FFF2-40B4-BE49-F238E27FC236}">
                    <a16:creationId xmlns:a16="http://schemas.microsoft.com/office/drawing/2014/main" id="{522D431B-50A6-4E94-3A53-F58F6271A904}"/>
                  </a:ext>
                </a:extLst>
              </p:cNvPr>
              <p:cNvSpPr/>
              <p:nvPr/>
            </p:nvSpPr>
            <p:spPr>
              <a:xfrm>
                <a:off x="7049181" y="4530453"/>
                <a:ext cx="113157" cy="113157"/>
              </a:xfrm>
              <a:custGeom>
                <a:avLst/>
                <a:gdLst>
                  <a:gd name="connsiteX0" fmla="*/ 113157 w 113157"/>
                  <a:gd name="connsiteY0" fmla="*/ 56579 h 113157"/>
                  <a:gd name="connsiteX1" fmla="*/ 56578 w 113157"/>
                  <a:gd name="connsiteY1" fmla="*/ 113157 h 113157"/>
                  <a:gd name="connsiteX2" fmla="*/ 0 w 113157"/>
                  <a:gd name="connsiteY2" fmla="*/ 56578 h 113157"/>
                  <a:gd name="connsiteX3" fmla="*/ 56578 w 113157"/>
                  <a:gd name="connsiteY3" fmla="*/ 0 h 113157"/>
                  <a:gd name="connsiteX4" fmla="*/ 113157 w 113157"/>
                  <a:gd name="connsiteY4" fmla="*/ 56579 h 113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157" h="113157">
                    <a:moveTo>
                      <a:pt x="113157" y="56579"/>
                    </a:moveTo>
                    <a:cubicBezTo>
                      <a:pt x="113157" y="87826"/>
                      <a:pt x="87826" y="113157"/>
                      <a:pt x="56578" y="113157"/>
                    </a:cubicBezTo>
                    <a:cubicBezTo>
                      <a:pt x="25331" y="113157"/>
                      <a:pt x="0" y="87826"/>
                      <a:pt x="0" y="56578"/>
                    </a:cubicBezTo>
                    <a:cubicBezTo>
                      <a:pt x="0" y="25331"/>
                      <a:pt x="25331" y="0"/>
                      <a:pt x="56578" y="0"/>
                    </a:cubicBezTo>
                    <a:cubicBezTo>
                      <a:pt x="87826" y="0"/>
                      <a:pt x="113157" y="25331"/>
                      <a:pt x="113157" y="56579"/>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FDC200"/>
                  </a:solidFill>
                  <a:effectLst/>
                  <a:uLnTx/>
                  <a:uFillTx/>
                  <a:latin typeface="Calibri"/>
                  <a:ea typeface="+mn-ea"/>
                  <a:cs typeface="+mn-cs"/>
                </a:endParaRPr>
              </a:p>
            </p:txBody>
          </p:sp>
          <p:sp>
            <p:nvSpPr>
              <p:cNvPr id="194" name="Freihandform: Form 193">
                <a:extLst>
                  <a:ext uri="{FF2B5EF4-FFF2-40B4-BE49-F238E27FC236}">
                    <a16:creationId xmlns:a16="http://schemas.microsoft.com/office/drawing/2014/main" id="{E7C35796-3DE9-A692-E0F0-C808E73EC1C0}"/>
                  </a:ext>
                </a:extLst>
              </p:cNvPr>
              <p:cNvSpPr/>
              <p:nvPr/>
            </p:nvSpPr>
            <p:spPr>
              <a:xfrm>
                <a:off x="6950216" y="4561079"/>
                <a:ext cx="493343" cy="605453"/>
              </a:xfrm>
              <a:custGeom>
                <a:avLst/>
                <a:gdLst>
                  <a:gd name="connsiteX0" fmla="*/ 489204 w 493343"/>
                  <a:gd name="connsiteY0" fmla="*/ 4140 h 605453"/>
                  <a:gd name="connsiteX1" fmla="*/ 469011 w 493343"/>
                  <a:gd name="connsiteY1" fmla="*/ 4140 h 605453"/>
                  <a:gd name="connsiteX2" fmla="*/ 345948 w 493343"/>
                  <a:gd name="connsiteY2" fmla="*/ 127203 h 605453"/>
                  <a:gd name="connsiteX3" fmla="*/ 318230 w 493343"/>
                  <a:gd name="connsiteY3" fmla="*/ 134251 h 605453"/>
                  <a:gd name="connsiteX4" fmla="*/ 280702 w 493343"/>
                  <a:gd name="connsiteY4" fmla="*/ 194354 h 605453"/>
                  <a:gd name="connsiteX5" fmla="*/ 270034 w 493343"/>
                  <a:gd name="connsiteY5" fmla="*/ 148920 h 605453"/>
                  <a:gd name="connsiteX6" fmla="*/ 261557 w 493343"/>
                  <a:gd name="connsiteY6" fmla="*/ 133299 h 605453"/>
                  <a:gd name="connsiteX7" fmla="*/ 202121 w 493343"/>
                  <a:gd name="connsiteY7" fmla="*/ 102247 h 605453"/>
                  <a:gd name="connsiteX8" fmla="*/ 155543 w 493343"/>
                  <a:gd name="connsiteY8" fmla="*/ 96628 h 605453"/>
                  <a:gd name="connsiteX9" fmla="*/ 108871 w 493343"/>
                  <a:gd name="connsiteY9" fmla="*/ 103676 h 605453"/>
                  <a:gd name="connsiteX10" fmla="*/ 49530 w 493343"/>
                  <a:gd name="connsiteY10" fmla="*/ 134728 h 605453"/>
                  <a:gd name="connsiteX11" fmla="*/ 41053 w 493343"/>
                  <a:gd name="connsiteY11" fmla="*/ 150349 h 605453"/>
                  <a:gd name="connsiteX12" fmla="*/ 0 w 493343"/>
                  <a:gd name="connsiteY12" fmla="*/ 325609 h 605453"/>
                  <a:gd name="connsiteX13" fmla="*/ 28575 w 493343"/>
                  <a:gd name="connsiteY13" fmla="*/ 354184 h 605453"/>
                  <a:gd name="connsiteX14" fmla="*/ 55436 w 493343"/>
                  <a:gd name="connsiteY14" fmla="*/ 333038 h 605453"/>
                  <a:gd name="connsiteX15" fmla="*/ 85154 w 493343"/>
                  <a:gd name="connsiteY15" fmla="*/ 210070 h 605453"/>
                  <a:gd name="connsiteX16" fmla="*/ 85154 w 493343"/>
                  <a:gd name="connsiteY16" fmla="*/ 605453 h 605453"/>
                  <a:gd name="connsiteX17" fmla="*/ 141446 w 493343"/>
                  <a:gd name="connsiteY17" fmla="*/ 605453 h 605453"/>
                  <a:gd name="connsiteX18" fmla="*/ 141446 w 493343"/>
                  <a:gd name="connsiteY18" fmla="*/ 351040 h 605453"/>
                  <a:gd name="connsiteX19" fmla="*/ 170021 w 493343"/>
                  <a:gd name="connsiteY19" fmla="*/ 351040 h 605453"/>
                  <a:gd name="connsiteX20" fmla="*/ 170021 w 493343"/>
                  <a:gd name="connsiteY20" fmla="*/ 605453 h 605453"/>
                  <a:gd name="connsiteX21" fmla="*/ 226219 w 493343"/>
                  <a:gd name="connsiteY21" fmla="*/ 605453 h 605453"/>
                  <a:gd name="connsiteX22" fmla="*/ 226219 w 493343"/>
                  <a:gd name="connsiteY22" fmla="*/ 208261 h 605453"/>
                  <a:gd name="connsiteX23" fmla="*/ 236696 w 493343"/>
                  <a:gd name="connsiteY23" fmla="*/ 253028 h 605453"/>
                  <a:gd name="connsiteX24" fmla="*/ 242316 w 493343"/>
                  <a:gd name="connsiteY24" fmla="*/ 260172 h 605453"/>
                  <a:gd name="connsiteX25" fmla="*/ 280416 w 493343"/>
                  <a:gd name="connsiteY25" fmla="*/ 273602 h 605453"/>
                  <a:gd name="connsiteX26" fmla="*/ 303276 w 493343"/>
                  <a:gd name="connsiteY26" fmla="*/ 263220 h 605453"/>
                  <a:gd name="connsiteX27" fmla="*/ 361379 w 493343"/>
                  <a:gd name="connsiteY27" fmla="*/ 167970 h 605453"/>
                  <a:gd name="connsiteX28" fmla="*/ 365284 w 493343"/>
                  <a:gd name="connsiteY28" fmla="*/ 148253 h 605453"/>
                  <a:gd name="connsiteX29" fmla="*/ 489109 w 493343"/>
                  <a:gd name="connsiteY29" fmla="*/ 24428 h 605453"/>
                  <a:gd name="connsiteX30" fmla="*/ 489204 w 493343"/>
                  <a:gd name="connsiteY30" fmla="*/ 4140 h 605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93343" h="605453">
                    <a:moveTo>
                      <a:pt x="489204" y="4140"/>
                    </a:moveTo>
                    <a:cubicBezTo>
                      <a:pt x="483604" y="-1380"/>
                      <a:pt x="474611" y="-1380"/>
                      <a:pt x="469011" y="4140"/>
                    </a:cubicBezTo>
                    <a:lnTo>
                      <a:pt x="345948" y="127203"/>
                    </a:lnTo>
                    <a:cubicBezTo>
                      <a:pt x="336113" y="124427"/>
                      <a:pt x="325545" y="127114"/>
                      <a:pt x="318230" y="134251"/>
                    </a:cubicBezTo>
                    <a:cubicBezTo>
                      <a:pt x="316230" y="136252"/>
                      <a:pt x="280702" y="194354"/>
                      <a:pt x="280702" y="194354"/>
                    </a:cubicBezTo>
                    <a:lnTo>
                      <a:pt x="270034" y="148920"/>
                    </a:lnTo>
                    <a:cubicBezTo>
                      <a:pt x="268621" y="143062"/>
                      <a:pt x="265699" y="137676"/>
                      <a:pt x="261557" y="133299"/>
                    </a:cubicBezTo>
                    <a:cubicBezTo>
                      <a:pt x="244001" y="119108"/>
                      <a:pt x="223797" y="108552"/>
                      <a:pt x="202121" y="102247"/>
                    </a:cubicBezTo>
                    <a:cubicBezTo>
                      <a:pt x="186797" y="98970"/>
                      <a:pt x="171207" y="97089"/>
                      <a:pt x="155543" y="96628"/>
                    </a:cubicBezTo>
                    <a:cubicBezTo>
                      <a:pt x="139740" y="96871"/>
                      <a:pt x="124041" y="99242"/>
                      <a:pt x="108871" y="103676"/>
                    </a:cubicBezTo>
                    <a:cubicBezTo>
                      <a:pt x="86998" y="109410"/>
                      <a:pt x="66710" y="120027"/>
                      <a:pt x="49530" y="134728"/>
                    </a:cubicBezTo>
                    <a:cubicBezTo>
                      <a:pt x="45351" y="139078"/>
                      <a:pt x="42422" y="144474"/>
                      <a:pt x="41053" y="150349"/>
                    </a:cubicBezTo>
                    <a:cubicBezTo>
                      <a:pt x="41053" y="150349"/>
                      <a:pt x="0" y="322751"/>
                      <a:pt x="0" y="325609"/>
                    </a:cubicBezTo>
                    <a:cubicBezTo>
                      <a:pt x="0" y="341391"/>
                      <a:pt x="12794" y="354184"/>
                      <a:pt x="28575" y="354184"/>
                    </a:cubicBezTo>
                    <a:cubicBezTo>
                      <a:pt x="41222" y="353859"/>
                      <a:pt x="52150" y="345256"/>
                      <a:pt x="55436" y="333038"/>
                    </a:cubicBezTo>
                    <a:lnTo>
                      <a:pt x="85154" y="210070"/>
                    </a:lnTo>
                    <a:lnTo>
                      <a:pt x="85154" y="605453"/>
                    </a:lnTo>
                    <a:lnTo>
                      <a:pt x="141446" y="605453"/>
                    </a:lnTo>
                    <a:lnTo>
                      <a:pt x="141446" y="351040"/>
                    </a:lnTo>
                    <a:lnTo>
                      <a:pt x="170021" y="351040"/>
                    </a:lnTo>
                    <a:lnTo>
                      <a:pt x="170021" y="605453"/>
                    </a:lnTo>
                    <a:lnTo>
                      <a:pt x="226219" y="605453"/>
                    </a:lnTo>
                    <a:lnTo>
                      <a:pt x="226219" y="208261"/>
                    </a:lnTo>
                    <a:lnTo>
                      <a:pt x="236696" y="253028"/>
                    </a:lnTo>
                    <a:cubicBezTo>
                      <a:pt x="237423" y="256123"/>
                      <a:pt x="239479" y="258737"/>
                      <a:pt x="242316" y="260172"/>
                    </a:cubicBezTo>
                    <a:cubicBezTo>
                      <a:pt x="253269" y="268579"/>
                      <a:pt x="266612" y="273282"/>
                      <a:pt x="280416" y="273602"/>
                    </a:cubicBezTo>
                    <a:cubicBezTo>
                      <a:pt x="289404" y="274860"/>
                      <a:pt x="298310" y="270815"/>
                      <a:pt x="303276" y="263220"/>
                    </a:cubicBezTo>
                    <a:lnTo>
                      <a:pt x="361379" y="167970"/>
                    </a:lnTo>
                    <a:cubicBezTo>
                      <a:pt x="365092" y="162114"/>
                      <a:pt x="366486" y="155082"/>
                      <a:pt x="365284" y="148253"/>
                    </a:cubicBezTo>
                    <a:lnTo>
                      <a:pt x="489109" y="24428"/>
                    </a:lnTo>
                    <a:cubicBezTo>
                      <a:pt x="494717" y="18844"/>
                      <a:pt x="494760" y="9777"/>
                      <a:pt x="489204" y="4140"/>
                    </a:cubicBez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95" name="Freihandform: Form 194">
                <a:extLst>
                  <a:ext uri="{FF2B5EF4-FFF2-40B4-BE49-F238E27FC236}">
                    <a16:creationId xmlns:a16="http://schemas.microsoft.com/office/drawing/2014/main" id="{F67E778C-57D9-B21E-A67A-2CF3DA4746A0}"/>
                  </a:ext>
                </a:extLst>
              </p:cNvPr>
              <p:cNvSpPr/>
              <p:nvPr/>
            </p:nvSpPr>
            <p:spPr>
              <a:xfrm>
                <a:off x="7129763" y="4433108"/>
                <a:ext cx="542925" cy="390525"/>
              </a:xfrm>
              <a:custGeom>
                <a:avLst/>
                <a:gdLst>
                  <a:gd name="connsiteX0" fmla="*/ 504825 w 542925"/>
                  <a:gd name="connsiteY0" fmla="*/ 0 h 390525"/>
                  <a:gd name="connsiteX1" fmla="*/ 38100 w 542925"/>
                  <a:gd name="connsiteY1" fmla="*/ 0 h 390525"/>
                  <a:gd name="connsiteX2" fmla="*/ 0 w 542925"/>
                  <a:gd name="connsiteY2" fmla="*/ 38100 h 390525"/>
                  <a:gd name="connsiteX3" fmla="*/ 0 w 542925"/>
                  <a:gd name="connsiteY3" fmla="*/ 72390 h 390525"/>
                  <a:gd name="connsiteX4" fmla="*/ 38100 w 542925"/>
                  <a:gd name="connsiteY4" fmla="*/ 95250 h 390525"/>
                  <a:gd name="connsiteX5" fmla="*/ 38100 w 542925"/>
                  <a:gd name="connsiteY5" fmla="*/ 38100 h 390525"/>
                  <a:gd name="connsiteX6" fmla="*/ 504825 w 542925"/>
                  <a:gd name="connsiteY6" fmla="*/ 38100 h 390525"/>
                  <a:gd name="connsiteX7" fmla="*/ 504825 w 542925"/>
                  <a:gd name="connsiteY7" fmla="*/ 352425 h 390525"/>
                  <a:gd name="connsiteX8" fmla="*/ 179737 w 542925"/>
                  <a:gd name="connsiteY8" fmla="*/ 352425 h 390525"/>
                  <a:gd name="connsiteX9" fmla="*/ 156496 w 542925"/>
                  <a:gd name="connsiteY9" fmla="*/ 390525 h 390525"/>
                  <a:gd name="connsiteX10" fmla="*/ 504825 w 542925"/>
                  <a:gd name="connsiteY10" fmla="*/ 390525 h 390525"/>
                  <a:gd name="connsiteX11" fmla="*/ 542925 w 542925"/>
                  <a:gd name="connsiteY11" fmla="*/ 352425 h 390525"/>
                  <a:gd name="connsiteX12" fmla="*/ 542925 w 542925"/>
                  <a:gd name="connsiteY12" fmla="*/ 38100 h 390525"/>
                  <a:gd name="connsiteX13" fmla="*/ 504825 w 542925"/>
                  <a:gd name="connsiteY13"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42925" h="390525">
                    <a:moveTo>
                      <a:pt x="504825" y="0"/>
                    </a:moveTo>
                    <a:lnTo>
                      <a:pt x="38100" y="0"/>
                    </a:lnTo>
                    <a:cubicBezTo>
                      <a:pt x="17058" y="0"/>
                      <a:pt x="0" y="17058"/>
                      <a:pt x="0" y="38100"/>
                    </a:cubicBezTo>
                    <a:lnTo>
                      <a:pt x="0" y="72390"/>
                    </a:lnTo>
                    <a:cubicBezTo>
                      <a:pt x="14564" y="76354"/>
                      <a:pt x="27748" y="84266"/>
                      <a:pt x="38100" y="95250"/>
                    </a:cubicBezTo>
                    <a:lnTo>
                      <a:pt x="38100" y="38100"/>
                    </a:lnTo>
                    <a:lnTo>
                      <a:pt x="504825" y="38100"/>
                    </a:lnTo>
                    <a:lnTo>
                      <a:pt x="504825" y="352425"/>
                    </a:lnTo>
                    <a:lnTo>
                      <a:pt x="179737" y="352425"/>
                    </a:lnTo>
                    <a:lnTo>
                      <a:pt x="156496" y="390525"/>
                    </a:lnTo>
                    <a:lnTo>
                      <a:pt x="504825" y="390525"/>
                    </a:lnTo>
                    <a:cubicBezTo>
                      <a:pt x="525867" y="390525"/>
                      <a:pt x="542925" y="373467"/>
                      <a:pt x="542925" y="352425"/>
                    </a:cubicBezTo>
                    <a:lnTo>
                      <a:pt x="542925" y="38100"/>
                    </a:lnTo>
                    <a:cubicBezTo>
                      <a:pt x="542925" y="17058"/>
                      <a:pt x="525867" y="0"/>
                      <a:pt x="504825" y="0"/>
                    </a:cubicBez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96" name="Freihandform: Form 195">
                <a:extLst>
                  <a:ext uri="{FF2B5EF4-FFF2-40B4-BE49-F238E27FC236}">
                    <a16:creationId xmlns:a16="http://schemas.microsoft.com/office/drawing/2014/main" id="{7D2B2EC0-EE37-04C8-38D3-C5B6CD22F204}"/>
                  </a:ext>
                </a:extLst>
              </p:cNvPr>
              <p:cNvSpPr>
                <a:spLocks noChangeAspect="1"/>
              </p:cNvSpPr>
              <p:nvPr/>
            </p:nvSpPr>
            <p:spPr>
              <a:xfrm>
                <a:off x="7481520" y="4482331"/>
                <a:ext cx="125595" cy="149736"/>
              </a:xfrm>
              <a:custGeom>
                <a:avLst/>
                <a:gdLst>
                  <a:gd name="connsiteX0" fmla="*/ 614164 w 647101"/>
                  <a:gd name="connsiteY0" fmla="*/ 141361 h 771482"/>
                  <a:gd name="connsiteX1" fmla="*/ 350588 w 647101"/>
                  <a:gd name="connsiteY1" fmla="*/ 12383 h 771482"/>
                  <a:gd name="connsiteX2" fmla="*/ 300223 w 647101"/>
                  <a:gd name="connsiteY2" fmla="*/ 8673 h 771482"/>
                  <a:gd name="connsiteX3" fmla="*/ 296514 w 647101"/>
                  <a:gd name="connsiteY3" fmla="*/ 12383 h 771482"/>
                  <a:gd name="connsiteX4" fmla="*/ 32938 w 647101"/>
                  <a:gd name="connsiteY4" fmla="*/ 141361 h 771482"/>
                  <a:gd name="connsiteX5" fmla="*/ 1 w 647101"/>
                  <a:gd name="connsiteY5" fmla="*/ 177803 h 771482"/>
                  <a:gd name="connsiteX6" fmla="*/ 1 w 647101"/>
                  <a:gd name="connsiteY6" fmla="*/ 269748 h 771482"/>
                  <a:gd name="connsiteX7" fmla="*/ 303649 w 647101"/>
                  <a:gd name="connsiteY7" fmla="*/ 765639 h 771482"/>
                  <a:gd name="connsiteX8" fmla="*/ 343454 w 647101"/>
                  <a:gd name="connsiteY8" fmla="*/ 765639 h 771482"/>
                  <a:gd name="connsiteX9" fmla="*/ 647101 w 647101"/>
                  <a:gd name="connsiteY9" fmla="*/ 269748 h 771482"/>
                  <a:gd name="connsiteX10" fmla="*/ 647101 w 647101"/>
                  <a:gd name="connsiteY10" fmla="*/ 177803 h 771482"/>
                  <a:gd name="connsiteX11" fmla="*/ 614164 w 647101"/>
                  <a:gd name="connsiteY11" fmla="*/ 141361 h 771482"/>
                  <a:gd name="connsiteX12" fmla="*/ 585188 w 647101"/>
                  <a:gd name="connsiteY12" fmla="*/ 269748 h 771482"/>
                  <a:gd name="connsiteX13" fmla="*/ 331690 w 647101"/>
                  <a:gd name="connsiteY13" fmla="*/ 699097 h 771482"/>
                  <a:gd name="connsiteX14" fmla="*/ 323556 w 647101"/>
                  <a:gd name="connsiteY14" fmla="*/ 704726 h 771482"/>
                  <a:gd name="connsiteX15" fmla="*/ 315431 w 647101"/>
                  <a:gd name="connsiteY15" fmla="*/ 699097 h 771482"/>
                  <a:gd name="connsiteX16" fmla="*/ 61904 w 647101"/>
                  <a:gd name="connsiteY16" fmla="*/ 269748 h 771482"/>
                  <a:gd name="connsiteX17" fmla="*/ 61904 w 647101"/>
                  <a:gd name="connsiteY17" fmla="*/ 200682 h 771482"/>
                  <a:gd name="connsiteX18" fmla="*/ 73944 w 647101"/>
                  <a:gd name="connsiteY18" fmla="*/ 198777 h 771482"/>
                  <a:gd name="connsiteX19" fmla="*/ 313869 w 647101"/>
                  <a:gd name="connsiteY19" fmla="*/ 82572 h 771482"/>
                  <a:gd name="connsiteX20" fmla="*/ 323546 w 647101"/>
                  <a:gd name="connsiteY20" fmla="*/ 73657 h 771482"/>
                  <a:gd name="connsiteX21" fmla="*/ 333233 w 647101"/>
                  <a:gd name="connsiteY21" fmla="*/ 82572 h 771482"/>
                  <a:gd name="connsiteX22" fmla="*/ 573149 w 647101"/>
                  <a:gd name="connsiteY22" fmla="*/ 198777 h 771482"/>
                  <a:gd name="connsiteX23" fmla="*/ 585188 w 647101"/>
                  <a:gd name="connsiteY23" fmla="*/ 200682 h 77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47101" h="771482">
                    <a:moveTo>
                      <a:pt x="614164" y="141361"/>
                    </a:moveTo>
                    <a:cubicBezTo>
                      <a:pt x="513138" y="133313"/>
                      <a:pt x="418933" y="87216"/>
                      <a:pt x="350588" y="12383"/>
                    </a:cubicBezTo>
                    <a:cubicBezTo>
                      <a:pt x="337704" y="-2549"/>
                      <a:pt x="315156" y="-4210"/>
                      <a:pt x="300223" y="8673"/>
                    </a:cubicBezTo>
                    <a:cubicBezTo>
                      <a:pt x="298897" y="9817"/>
                      <a:pt x="297658" y="11057"/>
                      <a:pt x="296514" y="12383"/>
                    </a:cubicBezTo>
                    <a:cubicBezTo>
                      <a:pt x="228169" y="87216"/>
                      <a:pt x="133964" y="133313"/>
                      <a:pt x="32938" y="141361"/>
                    </a:cubicBezTo>
                    <a:cubicBezTo>
                      <a:pt x="14166" y="143120"/>
                      <a:pt x="-141" y="158948"/>
                      <a:pt x="1" y="177803"/>
                    </a:cubicBezTo>
                    <a:lnTo>
                      <a:pt x="1" y="269748"/>
                    </a:lnTo>
                    <a:cubicBezTo>
                      <a:pt x="1" y="469640"/>
                      <a:pt x="127131" y="652491"/>
                      <a:pt x="303649" y="765639"/>
                    </a:cubicBezTo>
                    <a:cubicBezTo>
                      <a:pt x="315773" y="773430"/>
                      <a:pt x="331329" y="773430"/>
                      <a:pt x="343454" y="765639"/>
                    </a:cubicBezTo>
                    <a:cubicBezTo>
                      <a:pt x="519971" y="652463"/>
                      <a:pt x="647101" y="469640"/>
                      <a:pt x="647101" y="269748"/>
                    </a:cubicBezTo>
                    <a:lnTo>
                      <a:pt x="647101" y="177803"/>
                    </a:lnTo>
                    <a:cubicBezTo>
                      <a:pt x="647243" y="158948"/>
                      <a:pt x="632936" y="143120"/>
                      <a:pt x="614164" y="141361"/>
                    </a:cubicBezTo>
                    <a:close/>
                    <a:moveTo>
                      <a:pt x="585188" y="269748"/>
                    </a:moveTo>
                    <a:cubicBezTo>
                      <a:pt x="585188" y="428816"/>
                      <a:pt x="490424" y="589283"/>
                      <a:pt x="331690" y="699097"/>
                    </a:cubicBezTo>
                    <a:lnTo>
                      <a:pt x="323556" y="704726"/>
                    </a:lnTo>
                    <a:lnTo>
                      <a:pt x="315431" y="699097"/>
                    </a:lnTo>
                    <a:cubicBezTo>
                      <a:pt x="156687" y="589274"/>
                      <a:pt x="61904" y="428768"/>
                      <a:pt x="61904" y="269748"/>
                    </a:cubicBezTo>
                    <a:lnTo>
                      <a:pt x="61904" y="200682"/>
                    </a:lnTo>
                    <a:lnTo>
                      <a:pt x="73944" y="198777"/>
                    </a:lnTo>
                    <a:cubicBezTo>
                      <a:pt x="163642" y="184594"/>
                      <a:pt x="247129" y="144157"/>
                      <a:pt x="313869" y="82572"/>
                    </a:cubicBezTo>
                    <a:lnTo>
                      <a:pt x="323546" y="73657"/>
                    </a:lnTo>
                    <a:lnTo>
                      <a:pt x="333233" y="82572"/>
                    </a:lnTo>
                    <a:cubicBezTo>
                      <a:pt x="399970" y="144157"/>
                      <a:pt x="483454" y="184594"/>
                      <a:pt x="573149" y="198777"/>
                    </a:cubicBezTo>
                    <a:lnTo>
                      <a:pt x="585188" y="200682"/>
                    </a:ln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97" name="Freihandform: Form 196">
                <a:extLst>
                  <a:ext uri="{FF2B5EF4-FFF2-40B4-BE49-F238E27FC236}">
                    <a16:creationId xmlns:a16="http://schemas.microsoft.com/office/drawing/2014/main" id="{4594BF9C-7B0D-C383-D8A0-2E9B5CCA9429}"/>
                  </a:ext>
                </a:extLst>
              </p:cNvPr>
              <p:cNvSpPr>
                <a:spLocks noChangeAspect="1"/>
              </p:cNvSpPr>
              <p:nvPr/>
            </p:nvSpPr>
            <p:spPr>
              <a:xfrm>
                <a:off x="7500913" y="4503086"/>
                <a:ext cx="90471" cy="108226"/>
              </a:xfrm>
              <a:custGeom>
                <a:avLst/>
                <a:gdLst>
                  <a:gd name="connsiteX0" fmla="*/ 233067 w 466134"/>
                  <a:gd name="connsiteY0" fmla="*/ 0 h 557612"/>
                  <a:gd name="connsiteX1" fmla="*/ 0 w 466134"/>
                  <a:gd name="connsiteY1" fmla="*/ 112624 h 557612"/>
                  <a:gd name="connsiteX2" fmla="*/ 0 w 466134"/>
                  <a:gd name="connsiteY2" fmla="*/ 157467 h 557612"/>
                  <a:gd name="connsiteX3" fmla="*/ 233077 w 466134"/>
                  <a:gd name="connsiteY3" fmla="*/ 557613 h 557612"/>
                  <a:gd name="connsiteX4" fmla="*/ 466134 w 466134"/>
                  <a:gd name="connsiteY4" fmla="*/ 157467 h 557612"/>
                  <a:gd name="connsiteX5" fmla="*/ 466134 w 466134"/>
                  <a:gd name="connsiteY5" fmla="*/ 112624 h 557612"/>
                  <a:gd name="connsiteX6" fmla="*/ 233067 w 466134"/>
                  <a:gd name="connsiteY6" fmla="*/ 0 h 557612"/>
                  <a:gd name="connsiteX7" fmla="*/ 208607 w 466134"/>
                  <a:gd name="connsiteY7" fmla="*/ 371904 h 557612"/>
                  <a:gd name="connsiteX8" fmla="*/ 112290 w 466134"/>
                  <a:gd name="connsiteY8" fmla="*/ 275577 h 557612"/>
                  <a:gd name="connsiteX9" fmla="*/ 145018 w 466134"/>
                  <a:gd name="connsiteY9" fmla="*/ 242849 h 557612"/>
                  <a:gd name="connsiteX10" fmla="*/ 208607 w 466134"/>
                  <a:gd name="connsiteY10" fmla="*/ 306438 h 557612"/>
                  <a:gd name="connsiteX11" fmla="*/ 338833 w 466134"/>
                  <a:gd name="connsiteY11" fmla="*/ 176212 h 557612"/>
                  <a:gd name="connsiteX12" fmla="*/ 371561 w 466134"/>
                  <a:gd name="connsiteY12" fmla="*/ 208950 h 557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66134" h="557612">
                    <a:moveTo>
                      <a:pt x="233067" y="0"/>
                    </a:moveTo>
                    <a:cubicBezTo>
                      <a:pt x="166934" y="57839"/>
                      <a:pt x="86412" y="96749"/>
                      <a:pt x="0" y="112624"/>
                    </a:cubicBezTo>
                    <a:lnTo>
                      <a:pt x="0" y="157467"/>
                    </a:lnTo>
                    <a:cubicBezTo>
                      <a:pt x="0" y="304410"/>
                      <a:pt x="86935" y="453342"/>
                      <a:pt x="233077" y="557613"/>
                    </a:cubicBezTo>
                    <a:cubicBezTo>
                      <a:pt x="379200" y="453361"/>
                      <a:pt x="466134" y="304419"/>
                      <a:pt x="466134" y="157467"/>
                    </a:cubicBezTo>
                    <a:lnTo>
                      <a:pt x="466134" y="112624"/>
                    </a:lnTo>
                    <a:cubicBezTo>
                      <a:pt x="379723" y="96749"/>
                      <a:pt x="299200" y="57839"/>
                      <a:pt x="233067" y="0"/>
                    </a:cubicBezTo>
                    <a:close/>
                    <a:moveTo>
                      <a:pt x="208607" y="371904"/>
                    </a:moveTo>
                    <a:lnTo>
                      <a:pt x="112290" y="275577"/>
                    </a:lnTo>
                    <a:lnTo>
                      <a:pt x="145018" y="242849"/>
                    </a:lnTo>
                    <a:lnTo>
                      <a:pt x="208607" y="306438"/>
                    </a:lnTo>
                    <a:lnTo>
                      <a:pt x="338833" y="176212"/>
                    </a:lnTo>
                    <a:lnTo>
                      <a:pt x="371561" y="208950"/>
                    </a:ln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grpSp>
          <p:nvGrpSpPr>
            <p:cNvPr id="147" name="Gruppieren 146">
              <a:extLst>
                <a:ext uri="{FF2B5EF4-FFF2-40B4-BE49-F238E27FC236}">
                  <a16:creationId xmlns:a16="http://schemas.microsoft.com/office/drawing/2014/main" id="{F41C1A20-9732-1627-4FAB-0761DC7A6A91}"/>
                </a:ext>
              </a:extLst>
            </p:cNvPr>
            <p:cNvGrpSpPr>
              <a:grpSpLocks noChangeAspect="1"/>
            </p:cNvGrpSpPr>
            <p:nvPr/>
          </p:nvGrpSpPr>
          <p:grpSpPr>
            <a:xfrm>
              <a:off x="10082558" y="1598523"/>
              <a:ext cx="269909" cy="284476"/>
              <a:chOff x="4828930" y="3381465"/>
              <a:chExt cx="704907" cy="742950"/>
            </a:xfrm>
          </p:grpSpPr>
          <p:sp>
            <p:nvSpPr>
              <p:cNvPr id="173" name="Freihandform: Form 172">
                <a:extLst>
                  <a:ext uri="{FF2B5EF4-FFF2-40B4-BE49-F238E27FC236}">
                    <a16:creationId xmlns:a16="http://schemas.microsoft.com/office/drawing/2014/main" id="{5BE0017E-9CC6-116E-B85F-69FD75CBC10E}"/>
                  </a:ext>
                </a:extLst>
              </p:cNvPr>
              <p:cNvSpPr/>
              <p:nvPr/>
            </p:nvSpPr>
            <p:spPr>
              <a:xfrm>
                <a:off x="5338949" y="3381465"/>
                <a:ext cx="194888" cy="318525"/>
              </a:xfrm>
              <a:custGeom>
                <a:avLst/>
                <a:gdLst>
                  <a:gd name="connsiteX0" fmla="*/ 97921 w 194888"/>
                  <a:gd name="connsiteY0" fmla="*/ 140970 h 318525"/>
                  <a:gd name="connsiteX1" fmla="*/ 56011 w 194888"/>
                  <a:gd name="connsiteY1" fmla="*/ 99060 h 318525"/>
                  <a:gd name="connsiteX2" fmla="*/ 97921 w 194888"/>
                  <a:gd name="connsiteY2" fmla="*/ 57150 h 318525"/>
                  <a:gd name="connsiteX3" fmla="*/ 139830 w 194888"/>
                  <a:gd name="connsiteY3" fmla="*/ 99060 h 318525"/>
                  <a:gd name="connsiteX4" fmla="*/ 139830 w 194888"/>
                  <a:gd name="connsiteY4" fmla="*/ 99060 h 318525"/>
                  <a:gd name="connsiteX5" fmla="*/ 97921 w 194888"/>
                  <a:gd name="connsiteY5" fmla="*/ 140970 h 318525"/>
                  <a:gd name="connsiteX6" fmla="*/ 97921 w 194888"/>
                  <a:gd name="connsiteY6" fmla="*/ 140970 h 318525"/>
                  <a:gd name="connsiteX7" fmla="*/ 97921 w 194888"/>
                  <a:gd name="connsiteY7" fmla="*/ 0 h 318525"/>
                  <a:gd name="connsiteX8" fmla="*/ 16958 w 194888"/>
                  <a:gd name="connsiteY8" fmla="*/ 42863 h 318525"/>
                  <a:gd name="connsiteX9" fmla="*/ 6480 w 194888"/>
                  <a:gd name="connsiteY9" fmla="*/ 134303 h 318525"/>
                  <a:gd name="connsiteX10" fmla="*/ 51248 w 194888"/>
                  <a:gd name="connsiteY10" fmla="*/ 232410 h 318525"/>
                  <a:gd name="connsiteX11" fmla="*/ 89348 w 194888"/>
                  <a:gd name="connsiteY11" fmla="*/ 313373 h 318525"/>
                  <a:gd name="connsiteX12" fmla="*/ 101730 w 194888"/>
                  <a:gd name="connsiteY12" fmla="*/ 317183 h 318525"/>
                  <a:gd name="connsiteX13" fmla="*/ 105540 w 194888"/>
                  <a:gd name="connsiteY13" fmla="*/ 313373 h 318525"/>
                  <a:gd name="connsiteX14" fmla="*/ 143641 w 194888"/>
                  <a:gd name="connsiteY14" fmla="*/ 232410 h 318525"/>
                  <a:gd name="connsiteX15" fmla="*/ 188408 w 194888"/>
                  <a:gd name="connsiteY15" fmla="*/ 134303 h 318525"/>
                  <a:gd name="connsiteX16" fmla="*/ 177930 w 194888"/>
                  <a:gd name="connsiteY16" fmla="*/ 42863 h 318525"/>
                  <a:gd name="connsiteX17" fmla="*/ 97921 w 194888"/>
                  <a:gd name="connsiteY17" fmla="*/ 0 h 318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4888" h="318525">
                    <a:moveTo>
                      <a:pt x="97921" y="140970"/>
                    </a:moveTo>
                    <a:cubicBezTo>
                      <a:pt x="75061" y="140970"/>
                      <a:pt x="56011" y="121920"/>
                      <a:pt x="56011" y="99060"/>
                    </a:cubicBezTo>
                    <a:cubicBezTo>
                      <a:pt x="56011" y="76200"/>
                      <a:pt x="75061" y="57150"/>
                      <a:pt x="97921" y="57150"/>
                    </a:cubicBezTo>
                    <a:cubicBezTo>
                      <a:pt x="120780" y="57150"/>
                      <a:pt x="139830" y="76200"/>
                      <a:pt x="139830" y="99060"/>
                    </a:cubicBezTo>
                    <a:lnTo>
                      <a:pt x="139830" y="99060"/>
                    </a:lnTo>
                    <a:cubicBezTo>
                      <a:pt x="139830" y="121920"/>
                      <a:pt x="120780" y="140970"/>
                      <a:pt x="97921" y="140970"/>
                    </a:cubicBezTo>
                    <a:cubicBezTo>
                      <a:pt x="97921" y="140970"/>
                      <a:pt x="97921" y="140970"/>
                      <a:pt x="97921" y="140970"/>
                    </a:cubicBezTo>
                    <a:close/>
                    <a:moveTo>
                      <a:pt x="97921" y="0"/>
                    </a:moveTo>
                    <a:cubicBezTo>
                      <a:pt x="65536" y="0"/>
                      <a:pt x="35055" y="16192"/>
                      <a:pt x="16958" y="42863"/>
                    </a:cubicBezTo>
                    <a:cubicBezTo>
                      <a:pt x="-1139" y="69533"/>
                      <a:pt x="-4949" y="103823"/>
                      <a:pt x="6480" y="134303"/>
                    </a:cubicBezTo>
                    <a:lnTo>
                      <a:pt x="51248" y="232410"/>
                    </a:lnTo>
                    <a:lnTo>
                      <a:pt x="89348" y="313373"/>
                    </a:lnTo>
                    <a:cubicBezTo>
                      <a:pt x="92205" y="318135"/>
                      <a:pt x="97921" y="320040"/>
                      <a:pt x="101730" y="317183"/>
                    </a:cubicBezTo>
                    <a:cubicBezTo>
                      <a:pt x="103636" y="316230"/>
                      <a:pt x="104588" y="315278"/>
                      <a:pt x="105540" y="313373"/>
                    </a:cubicBezTo>
                    <a:lnTo>
                      <a:pt x="143641" y="232410"/>
                    </a:lnTo>
                    <a:lnTo>
                      <a:pt x="188408" y="134303"/>
                    </a:lnTo>
                    <a:cubicBezTo>
                      <a:pt x="199838" y="103823"/>
                      <a:pt x="196028" y="69533"/>
                      <a:pt x="177930" y="42863"/>
                    </a:cubicBezTo>
                    <a:cubicBezTo>
                      <a:pt x="160786" y="16192"/>
                      <a:pt x="130305" y="0"/>
                      <a:pt x="97921" y="0"/>
                    </a:cubicBez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74" name="Freihandform: Form 173">
                <a:extLst>
                  <a:ext uri="{FF2B5EF4-FFF2-40B4-BE49-F238E27FC236}">
                    <a16:creationId xmlns:a16="http://schemas.microsoft.com/office/drawing/2014/main" id="{A032CE66-2452-0B0D-E96D-0BA359C03ABE}"/>
                  </a:ext>
                </a:extLst>
              </p:cNvPr>
              <p:cNvSpPr/>
              <p:nvPr/>
            </p:nvSpPr>
            <p:spPr>
              <a:xfrm>
                <a:off x="4828930" y="3729127"/>
                <a:ext cx="243651" cy="394695"/>
              </a:xfrm>
              <a:custGeom>
                <a:avLst/>
                <a:gdLst>
                  <a:gd name="connsiteX0" fmla="*/ 122164 w 243651"/>
                  <a:gd name="connsiteY0" fmla="*/ 174308 h 394695"/>
                  <a:gd name="connsiteX1" fmla="*/ 69777 w 243651"/>
                  <a:gd name="connsiteY1" fmla="*/ 121920 h 394695"/>
                  <a:gd name="connsiteX2" fmla="*/ 122164 w 243651"/>
                  <a:gd name="connsiteY2" fmla="*/ 69532 h 394695"/>
                  <a:gd name="connsiteX3" fmla="*/ 174552 w 243651"/>
                  <a:gd name="connsiteY3" fmla="*/ 121920 h 394695"/>
                  <a:gd name="connsiteX4" fmla="*/ 174552 w 243651"/>
                  <a:gd name="connsiteY4" fmla="*/ 121920 h 394695"/>
                  <a:gd name="connsiteX5" fmla="*/ 122164 w 243651"/>
                  <a:gd name="connsiteY5" fmla="*/ 174308 h 394695"/>
                  <a:gd name="connsiteX6" fmla="*/ 122164 w 243651"/>
                  <a:gd name="connsiteY6" fmla="*/ 174308 h 394695"/>
                  <a:gd name="connsiteX7" fmla="*/ 122164 w 243651"/>
                  <a:gd name="connsiteY7" fmla="*/ 174308 h 394695"/>
                  <a:gd name="connsiteX8" fmla="*/ 122164 w 243651"/>
                  <a:gd name="connsiteY8" fmla="*/ 0 h 394695"/>
                  <a:gd name="connsiteX9" fmla="*/ 21199 w 243651"/>
                  <a:gd name="connsiteY9" fmla="*/ 53340 h 394695"/>
                  <a:gd name="connsiteX10" fmla="*/ 8817 w 243651"/>
                  <a:gd name="connsiteY10" fmla="*/ 166688 h 394695"/>
                  <a:gd name="connsiteX11" fmla="*/ 64062 w 243651"/>
                  <a:gd name="connsiteY11" fmla="*/ 288608 h 394695"/>
                  <a:gd name="connsiteX12" fmla="*/ 111687 w 243651"/>
                  <a:gd name="connsiteY12" fmla="*/ 388620 h 394695"/>
                  <a:gd name="connsiteX13" fmla="*/ 127879 w 243651"/>
                  <a:gd name="connsiteY13" fmla="*/ 393383 h 394695"/>
                  <a:gd name="connsiteX14" fmla="*/ 132642 w 243651"/>
                  <a:gd name="connsiteY14" fmla="*/ 388620 h 394695"/>
                  <a:gd name="connsiteX15" fmla="*/ 180267 w 243651"/>
                  <a:gd name="connsiteY15" fmla="*/ 288608 h 394695"/>
                  <a:gd name="connsiteX16" fmla="*/ 235512 w 243651"/>
                  <a:gd name="connsiteY16" fmla="*/ 166688 h 394695"/>
                  <a:gd name="connsiteX17" fmla="*/ 223129 w 243651"/>
                  <a:gd name="connsiteY17" fmla="*/ 53340 h 394695"/>
                  <a:gd name="connsiteX18" fmla="*/ 122164 w 243651"/>
                  <a:gd name="connsiteY18" fmla="*/ 0 h 394695"/>
                  <a:gd name="connsiteX19" fmla="*/ 122164 w 243651"/>
                  <a:gd name="connsiteY19" fmla="*/ 0 h 394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43651" h="394695">
                    <a:moveTo>
                      <a:pt x="122164" y="174308"/>
                    </a:moveTo>
                    <a:cubicBezTo>
                      <a:pt x="93589" y="174308"/>
                      <a:pt x="69777" y="150495"/>
                      <a:pt x="69777" y="121920"/>
                    </a:cubicBezTo>
                    <a:cubicBezTo>
                      <a:pt x="69777" y="93345"/>
                      <a:pt x="93589" y="69532"/>
                      <a:pt x="122164" y="69532"/>
                    </a:cubicBezTo>
                    <a:cubicBezTo>
                      <a:pt x="150739" y="69532"/>
                      <a:pt x="174552" y="93345"/>
                      <a:pt x="174552" y="121920"/>
                    </a:cubicBezTo>
                    <a:cubicBezTo>
                      <a:pt x="174552" y="121920"/>
                      <a:pt x="174552" y="121920"/>
                      <a:pt x="174552" y="121920"/>
                    </a:cubicBezTo>
                    <a:cubicBezTo>
                      <a:pt x="174552" y="150495"/>
                      <a:pt x="150739" y="174308"/>
                      <a:pt x="122164" y="174308"/>
                    </a:cubicBezTo>
                    <a:cubicBezTo>
                      <a:pt x="122164" y="174308"/>
                      <a:pt x="122164" y="174308"/>
                      <a:pt x="122164" y="174308"/>
                    </a:cubicBezTo>
                    <a:lnTo>
                      <a:pt x="122164" y="174308"/>
                    </a:lnTo>
                    <a:close/>
                    <a:moveTo>
                      <a:pt x="122164" y="0"/>
                    </a:moveTo>
                    <a:cubicBezTo>
                      <a:pt x="82159" y="0"/>
                      <a:pt x="44059" y="20002"/>
                      <a:pt x="21199" y="53340"/>
                    </a:cubicBezTo>
                    <a:cubicBezTo>
                      <a:pt x="-1661" y="86677"/>
                      <a:pt x="-6423" y="129540"/>
                      <a:pt x="8817" y="166688"/>
                    </a:cubicBezTo>
                    <a:lnTo>
                      <a:pt x="64062" y="288608"/>
                    </a:lnTo>
                    <a:lnTo>
                      <a:pt x="111687" y="388620"/>
                    </a:lnTo>
                    <a:cubicBezTo>
                      <a:pt x="114544" y="394335"/>
                      <a:pt x="122164" y="396240"/>
                      <a:pt x="127879" y="393383"/>
                    </a:cubicBezTo>
                    <a:cubicBezTo>
                      <a:pt x="129784" y="392430"/>
                      <a:pt x="131689" y="390525"/>
                      <a:pt x="132642" y="388620"/>
                    </a:cubicBezTo>
                    <a:lnTo>
                      <a:pt x="180267" y="288608"/>
                    </a:lnTo>
                    <a:lnTo>
                      <a:pt x="235512" y="166688"/>
                    </a:lnTo>
                    <a:cubicBezTo>
                      <a:pt x="249799" y="129540"/>
                      <a:pt x="245037" y="86677"/>
                      <a:pt x="223129" y="53340"/>
                    </a:cubicBezTo>
                    <a:cubicBezTo>
                      <a:pt x="200269" y="20002"/>
                      <a:pt x="162169" y="0"/>
                      <a:pt x="122164" y="0"/>
                    </a:cubicBezTo>
                    <a:lnTo>
                      <a:pt x="122164" y="0"/>
                    </a:ln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75" name="Freihandform: Form 174">
                <a:extLst>
                  <a:ext uri="{FF2B5EF4-FFF2-40B4-BE49-F238E27FC236}">
                    <a16:creationId xmlns:a16="http://schemas.microsoft.com/office/drawing/2014/main" id="{A063AF14-5375-84AE-2B18-A1F21A96268E}"/>
                  </a:ext>
                </a:extLst>
              </p:cNvPr>
              <p:cNvSpPr/>
              <p:nvPr/>
            </p:nvSpPr>
            <p:spPr>
              <a:xfrm>
                <a:off x="5027294" y="4067265"/>
                <a:ext cx="57150" cy="57150"/>
              </a:xfrm>
              <a:custGeom>
                <a:avLst/>
                <a:gdLst>
                  <a:gd name="connsiteX0" fmla="*/ 57150 w 57150"/>
                  <a:gd name="connsiteY0" fmla="*/ 57150 h 57150"/>
                  <a:gd name="connsiteX1" fmla="*/ 32385 w 57150"/>
                  <a:gd name="connsiteY1" fmla="*/ 57150 h 57150"/>
                  <a:gd name="connsiteX2" fmla="*/ 0 w 57150"/>
                  <a:gd name="connsiteY2" fmla="*/ 57150 h 57150"/>
                  <a:gd name="connsiteX3" fmla="*/ 0 w 57150"/>
                  <a:gd name="connsiteY3" fmla="*/ 0 h 57150"/>
                  <a:gd name="connsiteX4" fmla="*/ 32385 w 57150"/>
                  <a:gd name="connsiteY4" fmla="*/ 0 h 57150"/>
                  <a:gd name="connsiteX5" fmla="*/ 57150 w 57150"/>
                  <a:gd name="connsiteY5" fmla="*/ 0 h 57150"/>
                  <a:gd name="connsiteX6" fmla="*/ 57150 w 57150"/>
                  <a:gd name="connsiteY6" fmla="*/ 57150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150" h="57150">
                    <a:moveTo>
                      <a:pt x="57150" y="57150"/>
                    </a:moveTo>
                    <a:lnTo>
                      <a:pt x="32385" y="57150"/>
                    </a:lnTo>
                    <a:cubicBezTo>
                      <a:pt x="20955" y="57150"/>
                      <a:pt x="10478" y="57150"/>
                      <a:pt x="0" y="57150"/>
                    </a:cubicBezTo>
                    <a:lnTo>
                      <a:pt x="0" y="0"/>
                    </a:lnTo>
                    <a:cubicBezTo>
                      <a:pt x="9525" y="0"/>
                      <a:pt x="20955" y="0"/>
                      <a:pt x="32385" y="0"/>
                    </a:cubicBezTo>
                    <a:lnTo>
                      <a:pt x="57150" y="0"/>
                    </a:lnTo>
                    <a:lnTo>
                      <a:pt x="57150" y="57150"/>
                    </a:ln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76" name="Freihandform: Form 175">
                <a:extLst>
                  <a:ext uri="{FF2B5EF4-FFF2-40B4-BE49-F238E27FC236}">
                    <a16:creationId xmlns:a16="http://schemas.microsoft.com/office/drawing/2014/main" id="{F6459D29-847C-7317-C43E-A5B2A86C5936}"/>
                  </a:ext>
                </a:extLst>
              </p:cNvPr>
              <p:cNvSpPr/>
              <p:nvPr/>
            </p:nvSpPr>
            <p:spPr>
              <a:xfrm>
                <a:off x="5123497" y="4066312"/>
                <a:ext cx="58102" cy="58102"/>
              </a:xfrm>
              <a:custGeom>
                <a:avLst/>
                <a:gdLst>
                  <a:gd name="connsiteX0" fmla="*/ 0 w 58102"/>
                  <a:gd name="connsiteY0" fmla="*/ 58102 h 58102"/>
                  <a:gd name="connsiteX1" fmla="*/ 0 w 58102"/>
                  <a:gd name="connsiteY1" fmla="*/ 952 h 58102"/>
                  <a:gd name="connsiteX2" fmla="*/ 56197 w 58102"/>
                  <a:gd name="connsiteY2" fmla="*/ 0 h 58102"/>
                  <a:gd name="connsiteX3" fmla="*/ 58102 w 58102"/>
                  <a:gd name="connsiteY3" fmla="*/ 57150 h 58102"/>
                  <a:gd name="connsiteX4" fmla="*/ 0 w 58102"/>
                  <a:gd name="connsiteY4" fmla="*/ 58102 h 581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102" h="58102">
                    <a:moveTo>
                      <a:pt x="0" y="58102"/>
                    </a:moveTo>
                    <a:lnTo>
                      <a:pt x="0" y="952"/>
                    </a:lnTo>
                    <a:cubicBezTo>
                      <a:pt x="20955" y="952"/>
                      <a:pt x="39052" y="952"/>
                      <a:pt x="56197" y="0"/>
                    </a:cubicBezTo>
                    <a:lnTo>
                      <a:pt x="58102" y="57150"/>
                    </a:lnTo>
                    <a:cubicBezTo>
                      <a:pt x="40005" y="58102"/>
                      <a:pt x="20955" y="58102"/>
                      <a:pt x="0" y="58102"/>
                    </a:cubicBez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77" name="Freihandform: Form 176">
                <a:extLst>
                  <a:ext uri="{FF2B5EF4-FFF2-40B4-BE49-F238E27FC236}">
                    <a16:creationId xmlns:a16="http://schemas.microsoft.com/office/drawing/2014/main" id="{9AE95F1C-0D41-2C94-508A-EEC59772E378}"/>
                  </a:ext>
                </a:extLst>
              </p:cNvPr>
              <p:cNvSpPr/>
              <p:nvPr/>
            </p:nvSpPr>
            <p:spPr>
              <a:xfrm>
                <a:off x="5216842" y="4060597"/>
                <a:ext cx="60959" cy="60959"/>
              </a:xfrm>
              <a:custGeom>
                <a:avLst/>
                <a:gdLst>
                  <a:gd name="connsiteX0" fmla="*/ 2857 w 60959"/>
                  <a:gd name="connsiteY0" fmla="*/ 60960 h 60959"/>
                  <a:gd name="connsiteX1" fmla="*/ 0 w 60959"/>
                  <a:gd name="connsiteY1" fmla="*/ 3810 h 60959"/>
                  <a:gd name="connsiteX2" fmla="*/ 55245 w 60959"/>
                  <a:gd name="connsiteY2" fmla="*/ 0 h 60959"/>
                  <a:gd name="connsiteX3" fmla="*/ 60960 w 60959"/>
                  <a:gd name="connsiteY3" fmla="*/ 57150 h 60959"/>
                  <a:gd name="connsiteX4" fmla="*/ 2857 w 60959"/>
                  <a:gd name="connsiteY4" fmla="*/ 60960 h 60959"/>
                  <a:gd name="connsiteX5" fmla="*/ 2857 w 60959"/>
                  <a:gd name="connsiteY5" fmla="*/ 60960 h 60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959" h="60959">
                    <a:moveTo>
                      <a:pt x="2857" y="60960"/>
                    </a:moveTo>
                    <a:lnTo>
                      <a:pt x="0" y="3810"/>
                    </a:lnTo>
                    <a:cubicBezTo>
                      <a:pt x="20002" y="2857"/>
                      <a:pt x="39052" y="1905"/>
                      <a:pt x="55245" y="0"/>
                    </a:cubicBezTo>
                    <a:lnTo>
                      <a:pt x="60960" y="57150"/>
                    </a:lnTo>
                    <a:cubicBezTo>
                      <a:pt x="43815" y="59055"/>
                      <a:pt x="23813" y="60007"/>
                      <a:pt x="2857" y="60960"/>
                    </a:cubicBezTo>
                    <a:lnTo>
                      <a:pt x="2857" y="60960"/>
                    </a:ln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78" name="Freihandform: Form 177">
                <a:extLst>
                  <a:ext uri="{FF2B5EF4-FFF2-40B4-BE49-F238E27FC236}">
                    <a16:creationId xmlns:a16="http://schemas.microsoft.com/office/drawing/2014/main" id="{2ACAD9CD-8BF1-BB22-2377-260DC7242D68}"/>
                  </a:ext>
                </a:extLst>
              </p:cNvPr>
              <p:cNvSpPr/>
              <p:nvPr/>
            </p:nvSpPr>
            <p:spPr>
              <a:xfrm>
                <a:off x="5309235" y="4046310"/>
                <a:ext cx="67627" cy="66675"/>
              </a:xfrm>
              <a:custGeom>
                <a:avLst/>
                <a:gdLst>
                  <a:gd name="connsiteX0" fmla="*/ 8572 w 67627"/>
                  <a:gd name="connsiteY0" fmla="*/ 66675 h 66675"/>
                  <a:gd name="connsiteX1" fmla="*/ 0 w 67627"/>
                  <a:gd name="connsiteY1" fmla="*/ 10477 h 66675"/>
                  <a:gd name="connsiteX2" fmla="*/ 52388 w 67627"/>
                  <a:gd name="connsiteY2" fmla="*/ 0 h 66675"/>
                  <a:gd name="connsiteX3" fmla="*/ 67627 w 67627"/>
                  <a:gd name="connsiteY3" fmla="*/ 55245 h 66675"/>
                  <a:gd name="connsiteX4" fmla="*/ 8572 w 67627"/>
                  <a:gd name="connsiteY4" fmla="*/ 66675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627" h="66675">
                    <a:moveTo>
                      <a:pt x="8572" y="66675"/>
                    </a:moveTo>
                    <a:lnTo>
                      <a:pt x="0" y="10477"/>
                    </a:lnTo>
                    <a:cubicBezTo>
                      <a:pt x="18097" y="7620"/>
                      <a:pt x="35242" y="4763"/>
                      <a:pt x="52388" y="0"/>
                    </a:cubicBezTo>
                    <a:lnTo>
                      <a:pt x="67627" y="55245"/>
                    </a:lnTo>
                    <a:cubicBezTo>
                      <a:pt x="47625" y="60007"/>
                      <a:pt x="28575" y="63817"/>
                      <a:pt x="8572" y="66675"/>
                    </a:cubicBez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79" name="Freihandform: Form 178">
                <a:extLst>
                  <a:ext uri="{FF2B5EF4-FFF2-40B4-BE49-F238E27FC236}">
                    <a16:creationId xmlns:a16="http://schemas.microsoft.com/office/drawing/2014/main" id="{CD210352-8C19-57D7-E05A-5062B73FDDF9}"/>
                  </a:ext>
                </a:extLst>
              </p:cNvPr>
              <p:cNvSpPr/>
              <p:nvPr/>
            </p:nvSpPr>
            <p:spPr>
              <a:xfrm>
                <a:off x="5394007" y="4012019"/>
                <a:ext cx="80962" cy="75247"/>
              </a:xfrm>
              <a:custGeom>
                <a:avLst/>
                <a:gdLst>
                  <a:gd name="connsiteX0" fmla="*/ 22860 w 80962"/>
                  <a:gd name="connsiteY0" fmla="*/ 75248 h 75247"/>
                  <a:gd name="connsiteX1" fmla="*/ 0 w 80962"/>
                  <a:gd name="connsiteY1" fmla="*/ 22860 h 75247"/>
                  <a:gd name="connsiteX2" fmla="*/ 30480 w 80962"/>
                  <a:gd name="connsiteY2" fmla="*/ 0 h 75247"/>
                  <a:gd name="connsiteX3" fmla="*/ 80963 w 80962"/>
                  <a:gd name="connsiteY3" fmla="*/ 27623 h 75247"/>
                  <a:gd name="connsiteX4" fmla="*/ 22860 w 80962"/>
                  <a:gd name="connsiteY4" fmla="*/ 75248 h 75247"/>
                  <a:gd name="connsiteX5" fmla="*/ 22860 w 80962"/>
                  <a:gd name="connsiteY5" fmla="*/ 75248 h 75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0962" h="75247">
                    <a:moveTo>
                      <a:pt x="22860" y="75248"/>
                    </a:moveTo>
                    <a:lnTo>
                      <a:pt x="0" y="22860"/>
                    </a:lnTo>
                    <a:cubicBezTo>
                      <a:pt x="12382" y="19050"/>
                      <a:pt x="22860" y="10478"/>
                      <a:pt x="30480" y="0"/>
                    </a:cubicBezTo>
                    <a:lnTo>
                      <a:pt x="80963" y="27623"/>
                    </a:lnTo>
                    <a:cubicBezTo>
                      <a:pt x="66675" y="49530"/>
                      <a:pt x="46672" y="65723"/>
                      <a:pt x="22860" y="75248"/>
                    </a:cubicBezTo>
                    <a:lnTo>
                      <a:pt x="22860" y="75248"/>
                    </a:ln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80" name="Freihandform: Form 179">
                <a:extLst>
                  <a:ext uri="{FF2B5EF4-FFF2-40B4-BE49-F238E27FC236}">
                    <a16:creationId xmlns:a16="http://schemas.microsoft.com/office/drawing/2014/main" id="{31717BD9-6497-C3B3-B774-F35BF46F1901}"/>
                  </a:ext>
                </a:extLst>
              </p:cNvPr>
              <p:cNvSpPr/>
              <p:nvPr/>
            </p:nvSpPr>
            <p:spPr>
              <a:xfrm>
                <a:off x="5409247" y="3919627"/>
                <a:ext cx="72389" cy="73342"/>
              </a:xfrm>
              <a:custGeom>
                <a:avLst/>
                <a:gdLst>
                  <a:gd name="connsiteX0" fmla="*/ 16192 w 72389"/>
                  <a:gd name="connsiteY0" fmla="*/ 73342 h 73342"/>
                  <a:gd name="connsiteX1" fmla="*/ 0 w 72389"/>
                  <a:gd name="connsiteY1" fmla="*/ 40005 h 73342"/>
                  <a:gd name="connsiteX2" fmla="*/ 40005 w 72389"/>
                  <a:gd name="connsiteY2" fmla="*/ 0 h 73342"/>
                  <a:gd name="connsiteX3" fmla="*/ 72390 w 72389"/>
                  <a:gd name="connsiteY3" fmla="*/ 66675 h 73342"/>
                  <a:gd name="connsiteX4" fmla="*/ 16192 w 72389"/>
                  <a:gd name="connsiteY4" fmla="*/ 73342 h 733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389" h="73342">
                    <a:moveTo>
                      <a:pt x="16192" y="73342"/>
                    </a:moveTo>
                    <a:cubicBezTo>
                      <a:pt x="14288" y="60960"/>
                      <a:pt x="8573" y="48577"/>
                      <a:pt x="0" y="40005"/>
                    </a:cubicBezTo>
                    <a:lnTo>
                      <a:pt x="40005" y="0"/>
                    </a:lnTo>
                    <a:cubicBezTo>
                      <a:pt x="58102" y="18098"/>
                      <a:pt x="69532" y="40958"/>
                      <a:pt x="72390" y="66675"/>
                    </a:cubicBezTo>
                    <a:lnTo>
                      <a:pt x="16192" y="73342"/>
                    </a:ln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81" name="Freihandform: Form 180">
                <a:extLst>
                  <a:ext uri="{FF2B5EF4-FFF2-40B4-BE49-F238E27FC236}">
                    <a16:creationId xmlns:a16="http://schemas.microsoft.com/office/drawing/2014/main" id="{C1BE6617-D940-5F97-E4BB-A04724FD7F3F}"/>
                  </a:ext>
                </a:extLst>
              </p:cNvPr>
              <p:cNvSpPr/>
              <p:nvPr/>
            </p:nvSpPr>
            <p:spPr>
              <a:xfrm>
                <a:off x="5337810" y="3869145"/>
                <a:ext cx="74294" cy="73342"/>
              </a:xfrm>
              <a:custGeom>
                <a:avLst/>
                <a:gdLst>
                  <a:gd name="connsiteX0" fmla="*/ 47625 w 74294"/>
                  <a:gd name="connsiteY0" fmla="*/ 73343 h 73342"/>
                  <a:gd name="connsiteX1" fmla="*/ 0 w 74294"/>
                  <a:gd name="connsiteY1" fmla="*/ 54293 h 73342"/>
                  <a:gd name="connsiteX2" fmla="*/ 16192 w 74294"/>
                  <a:gd name="connsiteY2" fmla="*/ 0 h 73342"/>
                  <a:gd name="connsiteX3" fmla="*/ 74295 w 74294"/>
                  <a:gd name="connsiteY3" fmla="*/ 22860 h 73342"/>
                  <a:gd name="connsiteX4" fmla="*/ 47625 w 74294"/>
                  <a:gd name="connsiteY4" fmla="*/ 73343 h 733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294" h="73342">
                    <a:moveTo>
                      <a:pt x="47625" y="73343"/>
                    </a:moveTo>
                    <a:cubicBezTo>
                      <a:pt x="32385" y="65722"/>
                      <a:pt x="16192" y="59055"/>
                      <a:pt x="0" y="54293"/>
                    </a:cubicBezTo>
                    <a:lnTo>
                      <a:pt x="16192" y="0"/>
                    </a:lnTo>
                    <a:cubicBezTo>
                      <a:pt x="36195" y="5715"/>
                      <a:pt x="56198" y="13335"/>
                      <a:pt x="74295" y="22860"/>
                    </a:cubicBezTo>
                    <a:lnTo>
                      <a:pt x="47625" y="73343"/>
                    </a:ln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82" name="Freihandform: Form 181">
                <a:extLst>
                  <a:ext uri="{FF2B5EF4-FFF2-40B4-BE49-F238E27FC236}">
                    <a16:creationId xmlns:a16="http://schemas.microsoft.com/office/drawing/2014/main" id="{CE5A2ED8-D921-230E-8209-37A6C2FE7B71}"/>
                  </a:ext>
                </a:extLst>
              </p:cNvPr>
              <p:cNvSpPr/>
              <p:nvPr/>
            </p:nvSpPr>
            <p:spPr>
              <a:xfrm>
                <a:off x="5245417" y="3844379"/>
                <a:ext cx="69532" cy="69532"/>
              </a:xfrm>
              <a:custGeom>
                <a:avLst/>
                <a:gdLst>
                  <a:gd name="connsiteX0" fmla="*/ 56197 w 69532"/>
                  <a:gd name="connsiteY0" fmla="*/ 69533 h 69532"/>
                  <a:gd name="connsiteX1" fmla="*/ 40957 w 69532"/>
                  <a:gd name="connsiteY1" fmla="*/ 65723 h 69532"/>
                  <a:gd name="connsiteX2" fmla="*/ 0 w 69532"/>
                  <a:gd name="connsiteY2" fmla="*/ 55245 h 69532"/>
                  <a:gd name="connsiteX3" fmla="*/ 15240 w 69532"/>
                  <a:gd name="connsiteY3" fmla="*/ 0 h 69532"/>
                  <a:gd name="connsiteX4" fmla="*/ 54293 w 69532"/>
                  <a:gd name="connsiteY4" fmla="*/ 10478 h 69532"/>
                  <a:gd name="connsiteX5" fmla="*/ 69532 w 69532"/>
                  <a:gd name="connsiteY5" fmla="*/ 14288 h 69532"/>
                  <a:gd name="connsiteX6" fmla="*/ 56197 w 69532"/>
                  <a:gd name="connsiteY6" fmla="*/ 69533 h 69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532" h="69532">
                    <a:moveTo>
                      <a:pt x="56197" y="69533"/>
                    </a:moveTo>
                    <a:lnTo>
                      <a:pt x="40957" y="65723"/>
                    </a:lnTo>
                    <a:cubicBezTo>
                      <a:pt x="27622" y="61913"/>
                      <a:pt x="13335" y="59055"/>
                      <a:pt x="0" y="55245"/>
                    </a:cubicBezTo>
                    <a:lnTo>
                      <a:pt x="15240" y="0"/>
                    </a:lnTo>
                    <a:cubicBezTo>
                      <a:pt x="27622" y="3810"/>
                      <a:pt x="40957" y="6668"/>
                      <a:pt x="54293" y="10478"/>
                    </a:cubicBezTo>
                    <a:lnTo>
                      <a:pt x="69532" y="14288"/>
                    </a:lnTo>
                    <a:lnTo>
                      <a:pt x="56197" y="69533"/>
                    </a:ln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83" name="Freihandform: Form 182">
                <a:extLst>
                  <a:ext uri="{FF2B5EF4-FFF2-40B4-BE49-F238E27FC236}">
                    <a16:creationId xmlns:a16="http://schemas.microsoft.com/office/drawing/2014/main" id="{076BF48E-7959-304A-E1F5-3533994E7792}"/>
                  </a:ext>
                </a:extLst>
              </p:cNvPr>
              <p:cNvSpPr/>
              <p:nvPr/>
            </p:nvSpPr>
            <p:spPr>
              <a:xfrm>
                <a:off x="5147310" y="3811995"/>
                <a:ext cx="80009" cy="74294"/>
              </a:xfrm>
              <a:custGeom>
                <a:avLst/>
                <a:gdLst>
                  <a:gd name="connsiteX0" fmla="*/ 59055 w 80009"/>
                  <a:gd name="connsiteY0" fmla="*/ 74295 h 74294"/>
                  <a:gd name="connsiteX1" fmla="*/ 0 w 80009"/>
                  <a:gd name="connsiteY1" fmla="*/ 32385 h 74294"/>
                  <a:gd name="connsiteX2" fmla="*/ 46672 w 80009"/>
                  <a:gd name="connsiteY2" fmla="*/ 0 h 74294"/>
                  <a:gd name="connsiteX3" fmla="*/ 80010 w 80009"/>
                  <a:gd name="connsiteY3" fmla="*/ 21907 h 74294"/>
                  <a:gd name="connsiteX4" fmla="*/ 59055 w 80009"/>
                  <a:gd name="connsiteY4" fmla="*/ 74295 h 74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74294">
                    <a:moveTo>
                      <a:pt x="59055" y="74295"/>
                    </a:moveTo>
                    <a:cubicBezTo>
                      <a:pt x="36195" y="65722"/>
                      <a:pt x="15240" y="51435"/>
                      <a:pt x="0" y="32385"/>
                    </a:cubicBezTo>
                    <a:lnTo>
                      <a:pt x="46672" y="0"/>
                    </a:lnTo>
                    <a:cubicBezTo>
                      <a:pt x="55245" y="10477"/>
                      <a:pt x="67627" y="18097"/>
                      <a:pt x="80010" y="21907"/>
                    </a:cubicBezTo>
                    <a:lnTo>
                      <a:pt x="59055" y="74295"/>
                    </a:ln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84" name="Freihandform: Form 183">
                <a:extLst>
                  <a:ext uri="{FF2B5EF4-FFF2-40B4-BE49-F238E27FC236}">
                    <a16:creationId xmlns:a16="http://schemas.microsoft.com/office/drawing/2014/main" id="{D1D865CE-5E8B-D650-FE00-22CB7EEBD679}"/>
                  </a:ext>
                </a:extLst>
              </p:cNvPr>
              <p:cNvSpPr/>
              <p:nvPr/>
            </p:nvSpPr>
            <p:spPr>
              <a:xfrm>
                <a:off x="5133022" y="3720554"/>
                <a:ext cx="74294" cy="72390"/>
              </a:xfrm>
              <a:custGeom>
                <a:avLst/>
                <a:gdLst>
                  <a:gd name="connsiteX0" fmla="*/ 57150 w 74294"/>
                  <a:gd name="connsiteY0" fmla="*/ 72390 h 72390"/>
                  <a:gd name="connsiteX1" fmla="*/ 0 w 74294"/>
                  <a:gd name="connsiteY1" fmla="*/ 68580 h 72390"/>
                  <a:gd name="connsiteX2" fmla="*/ 39052 w 74294"/>
                  <a:gd name="connsiteY2" fmla="*/ 0 h 72390"/>
                  <a:gd name="connsiteX3" fmla="*/ 74295 w 74294"/>
                  <a:gd name="connsiteY3" fmla="*/ 44768 h 72390"/>
                  <a:gd name="connsiteX4" fmla="*/ 57150 w 74294"/>
                  <a:gd name="connsiteY4" fmla="*/ 72390 h 72390"/>
                  <a:gd name="connsiteX5" fmla="*/ 57150 w 74294"/>
                  <a:gd name="connsiteY5" fmla="*/ 72390 h 7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294" h="72390">
                    <a:moveTo>
                      <a:pt x="57150" y="72390"/>
                    </a:moveTo>
                    <a:lnTo>
                      <a:pt x="0" y="68580"/>
                    </a:lnTo>
                    <a:cubicBezTo>
                      <a:pt x="1905" y="40958"/>
                      <a:pt x="17145" y="16193"/>
                      <a:pt x="39052" y="0"/>
                    </a:cubicBezTo>
                    <a:lnTo>
                      <a:pt x="74295" y="44768"/>
                    </a:lnTo>
                    <a:cubicBezTo>
                      <a:pt x="57150" y="59055"/>
                      <a:pt x="57150" y="69533"/>
                      <a:pt x="57150" y="72390"/>
                    </a:cubicBezTo>
                    <a:lnTo>
                      <a:pt x="57150" y="72390"/>
                    </a:ln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85" name="Freihandform: Form 184">
                <a:extLst>
                  <a:ext uri="{FF2B5EF4-FFF2-40B4-BE49-F238E27FC236}">
                    <a16:creationId xmlns:a16="http://schemas.microsoft.com/office/drawing/2014/main" id="{FE635075-39A3-9FE3-6701-6B907001BFEF}"/>
                  </a:ext>
                </a:extLst>
              </p:cNvPr>
              <p:cNvSpPr/>
              <p:nvPr/>
            </p:nvSpPr>
            <p:spPr>
              <a:xfrm>
                <a:off x="5211127" y="3678645"/>
                <a:ext cx="72390" cy="72389"/>
              </a:xfrm>
              <a:custGeom>
                <a:avLst/>
                <a:gdLst>
                  <a:gd name="connsiteX0" fmla="*/ 22860 w 72390"/>
                  <a:gd name="connsiteY0" fmla="*/ 72390 h 72389"/>
                  <a:gd name="connsiteX1" fmla="*/ 0 w 72390"/>
                  <a:gd name="connsiteY1" fmla="*/ 20002 h 72389"/>
                  <a:gd name="connsiteX2" fmla="*/ 59055 w 72390"/>
                  <a:gd name="connsiteY2" fmla="*/ 0 h 72389"/>
                  <a:gd name="connsiteX3" fmla="*/ 72390 w 72390"/>
                  <a:gd name="connsiteY3" fmla="*/ 55245 h 72389"/>
                  <a:gd name="connsiteX4" fmla="*/ 22860 w 72390"/>
                  <a:gd name="connsiteY4" fmla="*/ 72390 h 72389"/>
                  <a:gd name="connsiteX5" fmla="*/ 22860 w 72390"/>
                  <a:gd name="connsiteY5" fmla="*/ 72390 h 72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2390" h="72389">
                    <a:moveTo>
                      <a:pt x="22860" y="72390"/>
                    </a:moveTo>
                    <a:lnTo>
                      <a:pt x="0" y="20002"/>
                    </a:lnTo>
                    <a:cubicBezTo>
                      <a:pt x="19050" y="11430"/>
                      <a:pt x="39053" y="4763"/>
                      <a:pt x="59055" y="0"/>
                    </a:cubicBezTo>
                    <a:lnTo>
                      <a:pt x="72390" y="55245"/>
                    </a:lnTo>
                    <a:cubicBezTo>
                      <a:pt x="55245" y="60007"/>
                      <a:pt x="39053" y="65722"/>
                      <a:pt x="22860" y="72390"/>
                    </a:cubicBezTo>
                    <a:lnTo>
                      <a:pt x="22860" y="72390"/>
                    </a:ln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86" name="Freihandform: Form 185">
                <a:extLst>
                  <a:ext uri="{FF2B5EF4-FFF2-40B4-BE49-F238E27FC236}">
                    <a16:creationId xmlns:a16="http://schemas.microsoft.com/office/drawing/2014/main" id="{50498AF8-ED09-7E97-783E-A1E68C847118}"/>
                  </a:ext>
                </a:extLst>
              </p:cNvPr>
              <p:cNvSpPr/>
              <p:nvPr/>
            </p:nvSpPr>
            <p:spPr>
              <a:xfrm>
                <a:off x="5309235" y="3663404"/>
                <a:ext cx="63817" cy="63817"/>
              </a:xfrm>
              <a:custGeom>
                <a:avLst/>
                <a:gdLst>
                  <a:gd name="connsiteX0" fmla="*/ 9525 w 63817"/>
                  <a:gd name="connsiteY0" fmla="*/ 63818 h 63817"/>
                  <a:gd name="connsiteX1" fmla="*/ 0 w 63817"/>
                  <a:gd name="connsiteY1" fmla="*/ 7620 h 63817"/>
                  <a:gd name="connsiteX2" fmla="*/ 59055 w 63817"/>
                  <a:gd name="connsiteY2" fmla="*/ 0 h 63817"/>
                  <a:gd name="connsiteX3" fmla="*/ 63817 w 63817"/>
                  <a:gd name="connsiteY3" fmla="*/ 57150 h 63817"/>
                  <a:gd name="connsiteX4" fmla="*/ 9525 w 63817"/>
                  <a:gd name="connsiteY4" fmla="*/ 63818 h 63817"/>
                  <a:gd name="connsiteX5" fmla="*/ 9525 w 63817"/>
                  <a:gd name="connsiteY5" fmla="*/ 63818 h 63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817" h="63817">
                    <a:moveTo>
                      <a:pt x="9525" y="63818"/>
                    </a:moveTo>
                    <a:lnTo>
                      <a:pt x="0" y="7620"/>
                    </a:lnTo>
                    <a:cubicBezTo>
                      <a:pt x="24765" y="3810"/>
                      <a:pt x="45720" y="953"/>
                      <a:pt x="59055" y="0"/>
                    </a:cubicBezTo>
                    <a:lnTo>
                      <a:pt x="63817" y="57150"/>
                    </a:lnTo>
                    <a:cubicBezTo>
                      <a:pt x="54292" y="58103"/>
                      <a:pt x="33338" y="60008"/>
                      <a:pt x="9525" y="63818"/>
                    </a:cubicBezTo>
                    <a:lnTo>
                      <a:pt x="9525" y="63818"/>
                    </a:ln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grpSp>
          <p:nvGrpSpPr>
            <p:cNvPr id="148" name="Gruppieren 147">
              <a:extLst>
                <a:ext uri="{FF2B5EF4-FFF2-40B4-BE49-F238E27FC236}">
                  <a16:creationId xmlns:a16="http://schemas.microsoft.com/office/drawing/2014/main" id="{F5132902-A49F-E0A5-B3CC-E75DA8C23350}"/>
                </a:ext>
              </a:extLst>
            </p:cNvPr>
            <p:cNvGrpSpPr>
              <a:grpSpLocks noChangeAspect="1"/>
            </p:cNvGrpSpPr>
            <p:nvPr/>
          </p:nvGrpSpPr>
          <p:grpSpPr>
            <a:xfrm>
              <a:off x="10626981" y="1916279"/>
              <a:ext cx="202152" cy="200563"/>
              <a:chOff x="4075498" y="3427210"/>
              <a:chExt cx="647700" cy="642608"/>
            </a:xfrm>
          </p:grpSpPr>
          <p:sp>
            <p:nvSpPr>
              <p:cNvPr id="159" name="Freihandform: Form 158">
                <a:extLst>
                  <a:ext uri="{FF2B5EF4-FFF2-40B4-BE49-F238E27FC236}">
                    <a16:creationId xmlns:a16="http://schemas.microsoft.com/office/drawing/2014/main" id="{C82AE662-3EB4-AE3A-2616-4B13D81BD9FD}"/>
                  </a:ext>
                </a:extLst>
              </p:cNvPr>
              <p:cNvSpPr/>
              <p:nvPr/>
            </p:nvSpPr>
            <p:spPr>
              <a:xfrm>
                <a:off x="4304098" y="3574498"/>
                <a:ext cx="190500" cy="95250"/>
              </a:xfrm>
              <a:custGeom>
                <a:avLst/>
                <a:gdLst>
                  <a:gd name="connsiteX0" fmla="*/ 0 w 190500"/>
                  <a:gd name="connsiteY0" fmla="*/ 0 h 95250"/>
                  <a:gd name="connsiteX1" fmla="*/ 190500 w 190500"/>
                  <a:gd name="connsiteY1" fmla="*/ 0 h 95250"/>
                  <a:gd name="connsiteX2" fmla="*/ 190500 w 190500"/>
                  <a:gd name="connsiteY2" fmla="*/ 95250 h 95250"/>
                  <a:gd name="connsiteX3" fmla="*/ 0 w 190500"/>
                  <a:gd name="connsiteY3" fmla="*/ 95250 h 95250"/>
                </a:gdLst>
                <a:ahLst/>
                <a:cxnLst>
                  <a:cxn ang="0">
                    <a:pos x="connsiteX0" y="connsiteY0"/>
                  </a:cxn>
                  <a:cxn ang="0">
                    <a:pos x="connsiteX1" y="connsiteY1"/>
                  </a:cxn>
                  <a:cxn ang="0">
                    <a:pos x="connsiteX2" y="connsiteY2"/>
                  </a:cxn>
                  <a:cxn ang="0">
                    <a:pos x="connsiteX3" y="connsiteY3"/>
                  </a:cxn>
                </a:cxnLst>
                <a:rect l="l" t="t" r="r" b="b"/>
                <a:pathLst>
                  <a:path w="190500" h="95250">
                    <a:moveTo>
                      <a:pt x="0" y="0"/>
                    </a:moveTo>
                    <a:lnTo>
                      <a:pt x="190500" y="0"/>
                    </a:lnTo>
                    <a:lnTo>
                      <a:pt x="190500" y="95250"/>
                    </a:lnTo>
                    <a:lnTo>
                      <a:pt x="0" y="95250"/>
                    </a:ln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60" name="Freihandform: Form 159">
                <a:extLst>
                  <a:ext uri="{FF2B5EF4-FFF2-40B4-BE49-F238E27FC236}">
                    <a16:creationId xmlns:a16="http://schemas.microsoft.com/office/drawing/2014/main" id="{E8A6EC8C-1550-F199-1BB8-7AF76EF851C9}"/>
                  </a:ext>
                </a:extLst>
              </p:cNvPr>
              <p:cNvSpPr/>
              <p:nvPr/>
            </p:nvSpPr>
            <p:spPr>
              <a:xfrm>
                <a:off x="4075498" y="3574498"/>
                <a:ext cx="190500" cy="95250"/>
              </a:xfrm>
              <a:custGeom>
                <a:avLst/>
                <a:gdLst>
                  <a:gd name="connsiteX0" fmla="*/ 0 w 190500"/>
                  <a:gd name="connsiteY0" fmla="*/ 0 h 95250"/>
                  <a:gd name="connsiteX1" fmla="*/ 190500 w 190500"/>
                  <a:gd name="connsiteY1" fmla="*/ 0 h 95250"/>
                  <a:gd name="connsiteX2" fmla="*/ 190500 w 190500"/>
                  <a:gd name="connsiteY2" fmla="*/ 95250 h 95250"/>
                  <a:gd name="connsiteX3" fmla="*/ 0 w 190500"/>
                  <a:gd name="connsiteY3" fmla="*/ 95250 h 95250"/>
                </a:gdLst>
                <a:ahLst/>
                <a:cxnLst>
                  <a:cxn ang="0">
                    <a:pos x="connsiteX0" y="connsiteY0"/>
                  </a:cxn>
                  <a:cxn ang="0">
                    <a:pos x="connsiteX1" y="connsiteY1"/>
                  </a:cxn>
                  <a:cxn ang="0">
                    <a:pos x="connsiteX2" y="connsiteY2"/>
                  </a:cxn>
                  <a:cxn ang="0">
                    <a:pos x="connsiteX3" y="connsiteY3"/>
                  </a:cxn>
                </a:cxnLst>
                <a:rect l="l" t="t" r="r" b="b"/>
                <a:pathLst>
                  <a:path w="190500" h="95250">
                    <a:moveTo>
                      <a:pt x="0" y="0"/>
                    </a:moveTo>
                    <a:lnTo>
                      <a:pt x="190500" y="0"/>
                    </a:lnTo>
                    <a:lnTo>
                      <a:pt x="190500" y="95250"/>
                    </a:lnTo>
                    <a:lnTo>
                      <a:pt x="0" y="95250"/>
                    </a:ln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61" name="Freihandform: Form 160">
                <a:extLst>
                  <a:ext uri="{FF2B5EF4-FFF2-40B4-BE49-F238E27FC236}">
                    <a16:creationId xmlns:a16="http://schemas.microsoft.com/office/drawing/2014/main" id="{0C796054-4C2C-CA8C-7052-E3487DD97079}"/>
                  </a:ext>
                </a:extLst>
              </p:cNvPr>
              <p:cNvSpPr/>
              <p:nvPr/>
            </p:nvSpPr>
            <p:spPr>
              <a:xfrm>
                <a:off x="4075498" y="3707848"/>
                <a:ext cx="76200" cy="95250"/>
              </a:xfrm>
              <a:custGeom>
                <a:avLst/>
                <a:gdLst>
                  <a:gd name="connsiteX0" fmla="*/ 0 w 76200"/>
                  <a:gd name="connsiteY0" fmla="*/ 0 h 95250"/>
                  <a:gd name="connsiteX1" fmla="*/ 76200 w 76200"/>
                  <a:gd name="connsiteY1" fmla="*/ 0 h 95250"/>
                  <a:gd name="connsiteX2" fmla="*/ 76200 w 76200"/>
                  <a:gd name="connsiteY2" fmla="*/ 95250 h 95250"/>
                  <a:gd name="connsiteX3" fmla="*/ 0 w 76200"/>
                  <a:gd name="connsiteY3" fmla="*/ 95250 h 95250"/>
                </a:gdLst>
                <a:ahLst/>
                <a:cxnLst>
                  <a:cxn ang="0">
                    <a:pos x="connsiteX0" y="connsiteY0"/>
                  </a:cxn>
                  <a:cxn ang="0">
                    <a:pos x="connsiteX1" y="connsiteY1"/>
                  </a:cxn>
                  <a:cxn ang="0">
                    <a:pos x="connsiteX2" y="connsiteY2"/>
                  </a:cxn>
                  <a:cxn ang="0">
                    <a:pos x="connsiteX3" y="connsiteY3"/>
                  </a:cxn>
                </a:cxnLst>
                <a:rect l="l" t="t" r="r" b="b"/>
                <a:pathLst>
                  <a:path w="76200" h="95250">
                    <a:moveTo>
                      <a:pt x="0" y="0"/>
                    </a:moveTo>
                    <a:lnTo>
                      <a:pt x="76200" y="0"/>
                    </a:lnTo>
                    <a:lnTo>
                      <a:pt x="76200" y="95250"/>
                    </a:lnTo>
                    <a:lnTo>
                      <a:pt x="0" y="95250"/>
                    </a:ln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62" name="Freihandform: Form 161">
                <a:extLst>
                  <a:ext uri="{FF2B5EF4-FFF2-40B4-BE49-F238E27FC236}">
                    <a16:creationId xmlns:a16="http://schemas.microsoft.com/office/drawing/2014/main" id="{2E93D8DA-1181-A606-6079-C31FFB0A5797}"/>
                  </a:ext>
                </a:extLst>
              </p:cNvPr>
              <p:cNvSpPr/>
              <p:nvPr/>
            </p:nvSpPr>
            <p:spPr>
              <a:xfrm>
                <a:off x="4646998" y="3707868"/>
                <a:ext cx="76200" cy="95250"/>
              </a:xfrm>
              <a:custGeom>
                <a:avLst/>
                <a:gdLst>
                  <a:gd name="connsiteX0" fmla="*/ 0 w 76200"/>
                  <a:gd name="connsiteY0" fmla="*/ 0 h 95250"/>
                  <a:gd name="connsiteX1" fmla="*/ 76200 w 76200"/>
                  <a:gd name="connsiteY1" fmla="*/ 0 h 95250"/>
                  <a:gd name="connsiteX2" fmla="*/ 76200 w 76200"/>
                  <a:gd name="connsiteY2" fmla="*/ 95250 h 95250"/>
                  <a:gd name="connsiteX3" fmla="*/ 0 w 76200"/>
                  <a:gd name="connsiteY3" fmla="*/ 95250 h 95250"/>
                </a:gdLst>
                <a:ahLst/>
                <a:cxnLst>
                  <a:cxn ang="0">
                    <a:pos x="connsiteX0" y="connsiteY0"/>
                  </a:cxn>
                  <a:cxn ang="0">
                    <a:pos x="connsiteX1" y="connsiteY1"/>
                  </a:cxn>
                  <a:cxn ang="0">
                    <a:pos x="connsiteX2" y="connsiteY2"/>
                  </a:cxn>
                  <a:cxn ang="0">
                    <a:pos x="connsiteX3" y="connsiteY3"/>
                  </a:cxn>
                </a:cxnLst>
                <a:rect l="l" t="t" r="r" b="b"/>
                <a:pathLst>
                  <a:path w="76200" h="95250">
                    <a:moveTo>
                      <a:pt x="0" y="0"/>
                    </a:moveTo>
                    <a:lnTo>
                      <a:pt x="76200" y="0"/>
                    </a:lnTo>
                    <a:lnTo>
                      <a:pt x="76200" y="95250"/>
                    </a:lnTo>
                    <a:lnTo>
                      <a:pt x="0" y="95250"/>
                    </a:ln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63" name="Freihandform: Form 162">
                <a:extLst>
                  <a:ext uri="{FF2B5EF4-FFF2-40B4-BE49-F238E27FC236}">
                    <a16:creationId xmlns:a16="http://schemas.microsoft.com/office/drawing/2014/main" id="{49AE3A5E-347E-95F1-9975-F27834DE0560}"/>
                  </a:ext>
                </a:extLst>
              </p:cNvPr>
              <p:cNvSpPr/>
              <p:nvPr/>
            </p:nvSpPr>
            <p:spPr>
              <a:xfrm>
                <a:off x="4189798" y="3707868"/>
                <a:ext cx="190500" cy="95250"/>
              </a:xfrm>
              <a:custGeom>
                <a:avLst/>
                <a:gdLst>
                  <a:gd name="connsiteX0" fmla="*/ 0 w 190500"/>
                  <a:gd name="connsiteY0" fmla="*/ 0 h 95250"/>
                  <a:gd name="connsiteX1" fmla="*/ 190500 w 190500"/>
                  <a:gd name="connsiteY1" fmla="*/ 0 h 95250"/>
                  <a:gd name="connsiteX2" fmla="*/ 190500 w 190500"/>
                  <a:gd name="connsiteY2" fmla="*/ 95250 h 95250"/>
                  <a:gd name="connsiteX3" fmla="*/ 0 w 190500"/>
                  <a:gd name="connsiteY3" fmla="*/ 95250 h 95250"/>
                </a:gdLst>
                <a:ahLst/>
                <a:cxnLst>
                  <a:cxn ang="0">
                    <a:pos x="connsiteX0" y="connsiteY0"/>
                  </a:cxn>
                  <a:cxn ang="0">
                    <a:pos x="connsiteX1" y="connsiteY1"/>
                  </a:cxn>
                  <a:cxn ang="0">
                    <a:pos x="connsiteX2" y="connsiteY2"/>
                  </a:cxn>
                  <a:cxn ang="0">
                    <a:pos x="connsiteX3" y="connsiteY3"/>
                  </a:cxn>
                </a:cxnLst>
                <a:rect l="l" t="t" r="r" b="b"/>
                <a:pathLst>
                  <a:path w="190500" h="95250">
                    <a:moveTo>
                      <a:pt x="0" y="0"/>
                    </a:moveTo>
                    <a:lnTo>
                      <a:pt x="190500" y="0"/>
                    </a:lnTo>
                    <a:lnTo>
                      <a:pt x="190500" y="95250"/>
                    </a:lnTo>
                    <a:lnTo>
                      <a:pt x="0" y="95250"/>
                    </a:ln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64" name="Freihandform: Form 163">
                <a:extLst>
                  <a:ext uri="{FF2B5EF4-FFF2-40B4-BE49-F238E27FC236}">
                    <a16:creationId xmlns:a16="http://schemas.microsoft.com/office/drawing/2014/main" id="{C2F15092-4196-03F6-6309-B6B2544ECBC5}"/>
                  </a:ext>
                </a:extLst>
              </p:cNvPr>
              <p:cNvSpPr/>
              <p:nvPr/>
            </p:nvSpPr>
            <p:spPr>
              <a:xfrm>
                <a:off x="4418398" y="3707868"/>
                <a:ext cx="190500" cy="95250"/>
              </a:xfrm>
              <a:custGeom>
                <a:avLst/>
                <a:gdLst>
                  <a:gd name="connsiteX0" fmla="*/ 0 w 190500"/>
                  <a:gd name="connsiteY0" fmla="*/ 0 h 95250"/>
                  <a:gd name="connsiteX1" fmla="*/ 190500 w 190500"/>
                  <a:gd name="connsiteY1" fmla="*/ 0 h 95250"/>
                  <a:gd name="connsiteX2" fmla="*/ 190500 w 190500"/>
                  <a:gd name="connsiteY2" fmla="*/ 95250 h 95250"/>
                  <a:gd name="connsiteX3" fmla="*/ 0 w 190500"/>
                  <a:gd name="connsiteY3" fmla="*/ 95250 h 95250"/>
                </a:gdLst>
                <a:ahLst/>
                <a:cxnLst>
                  <a:cxn ang="0">
                    <a:pos x="connsiteX0" y="connsiteY0"/>
                  </a:cxn>
                  <a:cxn ang="0">
                    <a:pos x="connsiteX1" y="connsiteY1"/>
                  </a:cxn>
                  <a:cxn ang="0">
                    <a:pos x="connsiteX2" y="connsiteY2"/>
                  </a:cxn>
                  <a:cxn ang="0">
                    <a:pos x="connsiteX3" y="connsiteY3"/>
                  </a:cxn>
                </a:cxnLst>
                <a:rect l="l" t="t" r="r" b="b"/>
                <a:pathLst>
                  <a:path w="190500" h="95250">
                    <a:moveTo>
                      <a:pt x="0" y="0"/>
                    </a:moveTo>
                    <a:lnTo>
                      <a:pt x="190500" y="0"/>
                    </a:lnTo>
                    <a:lnTo>
                      <a:pt x="190500" y="95250"/>
                    </a:lnTo>
                    <a:lnTo>
                      <a:pt x="0" y="95250"/>
                    </a:ln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65" name="Freihandform: Form 164">
                <a:extLst>
                  <a:ext uri="{FF2B5EF4-FFF2-40B4-BE49-F238E27FC236}">
                    <a16:creationId xmlns:a16="http://schemas.microsoft.com/office/drawing/2014/main" id="{6A879436-7153-8F2A-E9B9-6E6B43292572}"/>
                  </a:ext>
                </a:extLst>
              </p:cNvPr>
              <p:cNvSpPr/>
              <p:nvPr/>
            </p:nvSpPr>
            <p:spPr>
              <a:xfrm>
                <a:off x="4304098" y="3841218"/>
                <a:ext cx="190500" cy="95250"/>
              </a:xfrm>
              <a:custGeom>
                <a:avLst/>
                <a:gdLst>
                  <a:gd name="connsiteX0" fmla="*/ 0 w 190500"/>
                  <a:gd name="connsiteY0" fmla="*/ 0 h 95250"/>
                  <a:gd name="connsiteX1" fmla="*/ 190500 w 190500"/>
                  <a:gd name="connsiteY1" fmla="*/ 0 h 95250"/>
                  <a:gd name="connsiteX2" fmla="*/ 190500 w 190500"/>
                  <a:gd name="connsiteY2" fmla="*/ 95250 h 95250"/>
                  <a:gd name="connsiteX3" fmla="*/ 0 w 190500"/>
                  <a:gd name="connsiteY3" fmla="*/ 95250 h 95250"/>
                </a:gdLst>
                <a:ahLst/>
                <a:cxnLst>
                  <a:cxn ang="0">
                    <a:pos x="connsiteX0" y="connsiteY0"/>
                  </a:cxn>
                  <a:cxn ang="0">
                    <a:pos x="connsiteX1" y="connsiteY1"/>
                  </a:cxn>
                  <a:cxn ang="0">
                    <a:pos x="connsiteX2" y="connsiteY2"/>
                  </a:cxn>
                  <a:cxn ang="0">
                    <a:pos x="connsiteX3" y="connsiteY3"/>
                  </a:cxn>
                </a:cxnLst>
                <a:rect l="l" t="t" r="r" b="b"/>
                <a:pathLst>
                  <a:path w="190500" h="95250">
                    <a:moveTo>
                      <a:pt x="0" y="0"/>
                    </a:moveTo>
                    <a:lnTo>
                      <a:pt x="190500" y="0"/>
                    </a:lnTo>
                    <a:lnTo>
                      <a:pt x="190500" y="95250"/>
                    </a:lnTo>
                    <a:lnTo>
                      <a:pt x="0" y="95250"/>
                    </a:ln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66" name="Freihandform: Form 165">
                <a:extLst>
                  <a:ext uri="{FF2B5EF4-FFF2-40B4-BE49-F238E27FC236}">
                    <a16:creationId xmlns:a16="http://schemas.microsoft.com/office/drawing/2014/main" id="{A527B6B2-0A9D-440A-58B5-9286F56C3ECD}"/>
                  </a:ext>
                </a:extLst>
              </p:cNvPr>
              <p:cNvSpPr/>
              <p:nvPr/>
            </p:nvSpPr>
            <p:spPr>
              <a:xfrm>
                <a:off x="4075498" y="3841218"/>
                <a:ext cx="190500" cy="95250"/>
              </a:xfrm>
              <a:custGeom>
                <a:avLst/>
                <a:gdLst>
                  <a:gd name="connsiteX0" fmla="*/ 0 w 190500"/>
                  <a:gd name="connsiteY0" fmla="*/ 0 h 95250"/>
                  <a:gd name="connsiteX1" fmla="*/ 190500 w 190500"/>
                  <a:gd name="connsiteY1" fmla="*/ 0 h 95250"/>
                  <a:gd name="connsiteX2" fmla="*/ 190500 w 190500"/>
                  <a:gd name="connsiteY2" fmla="*/ 95250 h 95250"/>
                  <a:gd name="connsiteX3" fmla="*/ 0 w 190500"/>
                  <a:gd name="connsiteY3" fmla="*/ 95250 h 95250"/>
                </a:gdLst>
                <a:ahLst/>
                <a:cxnLst>
                  <a:cxn ang="0">
                    <a:pos x="connsiteX0" y="connsiteY0"/>
                  </a:cxn>
                  <a:cxn ang="0">
                    <a:pos x="connsiteX1" y="connsiteY1"/>
                  </a:cxn>
                  <a:cxn ang="0">
                    <a:pos x="connsiteX2" y="connsiteY2"/>
                  </a:cxn>
                  <a:cxn ang="0">
                    <a:pos x="connsiteX3" y="connsiteY3"/>
                  </a:cxn>
                </a:cxnLst>
                <a:rect l="l" t="t" r="r" b="b"/>
                <a:pathLst>
                  <a:path w="190500" h="95250">
                    <a:moveTo>
                      <a:pt x="0" y="0"/>
                    </a:moveTo>
                    <a:lnTo>
                      <a:pt x="190500" y="0"/>
                    </a:lnTo>
                    <a:lnTo>
                      <a:pt x="190500" y="95250"/>
                    </a:lnTo>
                    <a:lnTo>
                      <a:pt x="0" y="95250"/>
                    </a:ln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67" name="Freihandform: Form 166">
                <a:extLst>
                  <a:ext uri="{FF2B5EF4-FFF2-40B4-BE49-F238E27FC236}">
                    <a16:creationId xmlns:a16="http://schemas.microsoft.com/office/drawing/2014/main" id="{890B8054-CB83-2468-6BA1-C2169E7EF4D7}"/>
                  </a:ext>
                </a:extLst>
              </p:cNvPr>
              <p:cNvSpPr/>
              <p:nvPr/>
            </p:nvSpPr>
            <p:spPr>
              <a:xfrm>
                <a:off x="4075498" y="3974568"/>
                <a:ext cx="76200" cy="95250"/>
              </a:xfrm>
              <a:custGeom>
                <a:avLst/>
                <a:gdLst>
                  <a:gd name="connsiteX0" fmla="*/ 0 w 76200"/>
                  <a:gd name="connsiteY0" fmla="*/ 0 h 95250"/>
                  <a:gd name="connsiteX1" fmla="*/ 76200 w 76200"/>
                  <a:gd name="connsiteY1" fmla="*/ 0 h 95250"/>
                  <a:gd name="connsiteX2" fmla="*/ 76200 w 76200"/>
                  <a:gd name="connsiteY2" fmla="*/ 95250 h 95250"/>
                  <a:gd name="connsiteX3" fmla="*/ 0 w 76200"/>
                  <a:gd name="connsiteY3" fmla="*/ 95250 h 95250"/>
                </a:gdLst>
                <a:ahLst/>
                <a:cxnLst>
                  <a:cxn ang="0">
                    <a:pos x="connsiteX0" y="connsiteY0"/>
                  </a:cxn>
                  <a:cxn ang="0">
                    <a:pos x="connsiteX1" y="connsiteY1"/>
                  </a:cxn>
                  <a:cxn ang="0">
                    <a:pos x="connsiteX2" y="connsiteY2"/>
                  </a:cxn>
                  <a:cxn ang="0">
                    <a:pos x="connsiteX3" y="connsiteY3"/>
                  </a:cxn>
                </a:cxnLst>
                <a:rect l="l" t="t" r="r" b="b"/>
                <a:pathLst>
                  <a:path w="76200" h="95250">
                    <a:moveTo>
                      <a:pt x="0" y="0"/>
                    </a:moveTo>
                    <a:lnTo>
                      <a:pt x="76200" y="0"/>
                    </a:lnTo>
                    <a:lnTo>
                      <a:pt x="76200" y="95250"/>
                    </a:lnTo>
                    <a:lnTo>
                      <a:pt x="0" y="95250"/>
                    </a:ln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68" name="Freihandform: Form 167">
                <a:extLst>
                  <a:ext uri="{FF2B5EF4-FFF2-40B4-BE49-F238E27FC236}">
                    <a16:creationId xmlns:a16="http://schemas.microsoft.com/office/drawing/2014/main" id="{C8326187-C653-F1D9-EF17-E220EE2EE8F7}"/>
                  </a:ext>
                </a:extLst>
              </p:cNvPr>
              <p:cNvSpPr/>
              <p:nvPr/>
            </p:nvSpPr>
            <p:spPr>
              <a:xfrm>
                <a:off x="4646998" y="3974568"/>
                <a:ext cx="76200" cy="95250"/>
              </a:xfrm>
              <a:custGeom>
                <a:avLst/>
                <a:gdLst>
                  <a:gd name="connsiteX0" fmla="*/ 0 w 76200"/>
                  <a:gd name="connsiteY0" fmla="*/ 0 h 95250"/>
                  <a:gd name="connsiteX1" fmla="*/ 76200 w 76200"/>
                  <a:gd name="connsiteY1" fmla="*/ 0 h 95250"/>
                  <a:gd name="connsiteX2" fmla="*/ 76200 w 76200"/>
                  <a:gd name="connsiteY2" fmla="*/ 95250 h 95250"/>
                  <a:gd name="connsiteX3" fmla="*/ 0 w 76200"/>
                  <a:gd name="connsiteY3" fmla="*/ 95250 h 95250"/>
                </a:gdLst>
                <a:ahLst/>
                <a:cxnLst>
                  <a:cxn ang="0">
                    <a:pos x="connsiteX0" y="connsiteY0"/>
                  </a:cxn>
                  <a:cxn ang="0">
                    <a:pos x="connsiteX1" y="connsiteY1"/>
                  </a:cxn>
                  <a:cxn ang="0">
                    <a:pos x="connsiteX2" y="connsiteY2"/>
                  </a:cxn>
                  <a:cxn ang="0">
                    <a:pos x="connsiteX3" y="connsiteY3"/>
                  </a:cxn>
                </a:cxnLst>
                <a:rect l="l" t="t" r="r" b="b"/>
                <a:pathLst>
                  <a:path w="76200" h="95250">
                    <a:moveTo>
                      <a:pt x="0" y="0"/>
                    </a:moveTo>
                    <a:lnTo>
                      <a:pt x="76200" y="0"/>
                    </a:lnTo>
                    <a:lnTo>
                      <a:pt x="76200" y="95250"/>
                    </a:lnTo>
                    <a:lnTo>
                      <a:pt x="0" y="95250"/>
                    </a:ln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69" name="Freihandform: Form 168">
                <a:extLst>
                  <a:ext uri="{FF2B5EF4-FFF2-40B4-BE49-F238E27FC236}">
                    <a16:creationId xmlns:a16="http://schemas.microsoft.com/office/drawing/2014/main" id="{6AF44C56-4EBA-FB41-5C8D-313D4293F8F6}"/>
                  </a:ext>
                </a:extLst>
              </p:cNvPr>
              <p:cNvSpPr/>
              <p:nvPr/>
            </p:nvSpPr>
            <p:spPr>
              <a:xfrm>
                <a:off x="4532698" y="3841218"/>
                <a:ext cx="190500" cy="95250"/>
              </a:xfrm>
              <a:custGeom>
                <a:avLst/>
                <a:gdLst>
                  <a:gd name="connsiteX0" fmla="*/ 0 w 190500"/>
                  <a:gd name="connsiteY0" fmla="*/ 0 h 95250"/>
                  <a:gd name="connsiteX1" fmla="*/ 190500 w 190500"/>
                  <a:gd name="connsiteY1" fmla="*/ 0 h 95250"/>
                  <a:gd name="connsiteX2" fmla="*/ 190500 w 190500"/>
                  <a:gd name="connsiteY2" fmla="*/ 95250 h 95250"/>
                  <a:gd name="connsiteX3" fmla="*/ 0 w 190500"/>
                  <a:gd name="connsiteY3" fmla="*/ 95250 h 95250"/>
                </a:gdLst>
                <a:ahLst/>
                <a:cxnLst>
                  <a:cxn ang="0">
                    <a:pos x="connsiteX0" y="connsiteY0"/>
                  </a:cxn>
                  <a:cxn ang="0">
                    <a:pos x="connsiteX1" y="connsiteY1"/>
                  </a:cxn>
                  <a:cxn ang="0">
                    <a:pos x="connsiteX2" y="connsiteY2"/>
                  </a:cxn>
                  <a:cxn ang="0">
                    <a:pos x="connsiteX3" y="connsiteY3"/>
                  </a:cxn>
                </a:cxnLst>
                <a:rect l="l" t="t" r="r" b="b"/>
                <a:pathLst>
                  <a:path w="190500" h="95250">
                    <a:moveTo>
                      <a:pt x="0" y="0"/>
                    </a:moveTo>
                    <a:lnTo>
                      <a:pt x="190500" y="0"/>
                    </a:lnTo>
                    <a:lnTo>
                      <a:pt x="190500" y="95250"/>
                    </a:lnTo>
                    <a:lnTo>
                      <a:pt x="0" y="95250"/>
                    </a:ln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70" name="Freihandform: Form 169">
                <a:extLst>
                  <a:ext uri="{FF2B5EF4-FFF2-40B4-BE49-F238E27FC236}">
                    <a16:creationId xmlns:a16="http://schemas.microsoft.com/office/drawing/2014/main" id="{AA8D1758-8B86-4A35-DA4D-FE9D3030CE4A}"/>
                  </a:ext>
                </a:extLst>
              </p:cNvPr>
              <p:cNvSpPr/>
              <p:nvPr/>
            </p:nvSpPr>
            <p:spPr>
              <a:xfrm>
                <a:off x="4189798" y="3974568"/>
                <a:ext cx="190500" cy="95250"/>
              </a:xfrm>
              <a:custGeom>
                <a:avLst/>
                <a:gdLst>
                  <a:gd name="connsiteX0" fmla="*/ 0 w 190500"/>
                  <a:gd name="connsiteY0" fmla="*/ 0 h 95250"/>
                  <a:gd name="connsiteX1" fmla="*/ 190500 w 190500"/>
                  <a:gd name="connsiteY1" fmla="*/ 0 h 95250"/>
                  <a:gd name="connsiteX2" fmla="*/ 190500 w 190500"/>
                  <a:gd name="connsiteY2" fmla="*/ 95250 h 95250"/>
                  <a:gd name="connsiteX3" fmla="*/ 0 w 190500"/>
                  <a:gd name="connsiteY3" fmla="*/ 95250 h 95250"/>
                </a:gdLst>
                <a:ahLst/>
                <a:cxnLst>
                  <a:cxn ang="0">
                    <a:pos x="connsiteX0" y="connsiteY0"/>
                  </a:cxn>
                  <a:cxn ang="0">
                    <a:pos x="connsiteX1" y="connsiteY1"/>
                  </a:cxn>
                  <a:cxn ang="0">
                    <a:pos x="connsiteX2" y="connsiteY2"/>
                  </a:cxn>
                  <a:cxn ang="0">
                    <a:pos x="connsiteX3" y="connsiteY3"/>
                  </a:cxn>
                </a:cxnLst>
                <a:rect l="l" t="t" r="r" b="b"/>
                <a:pathLst>
                  <a:path w="190500" h="95250">
                    <a:moveTo>
                      <a:pt x="0" y="0"/>
                    </a:moveTo>
                    <a:lnTo>
                      <a:pt x="190500" y="0"/>
                    </a:lnTo>
                    <a:lnTo>
                      <a:pt x="190500" y="95250"/>
                    </a:lnTo>
                    <a:lnTo>
                      <a:pt x="0" y="95250"/>
                    </a:ln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71" name="Freihandform: Form 170">
                <a:extLst>
                  <a:ext uri="{FF2B5EF4-FFF2-40B4-BE49-F238E27FC236}">
                    <a16:creationId xmlns:a16="http://schemas.microsoft.com/office/drawing/2014/main" id="{C93BCE4F-EDD9-ABEE-BBDE-41C7D2DB1031}"/>
                  </a:ext>
                </a:extLst>
              </p:cNvPr>
              <p:cNvSpPr/>
              <p:nvPr/>
            </p:nvSpPr>
            <p:spPr>
              <a:xfrm>
                <a:off x="4418398" y="3974568"/>
                <a:ext cx="190500" cy="95250"/>
              </a:xfrm>
              <a:custGeom>
                <a:avLst/>
                <a:gdLst>
                  <a:gd name="connsiteX0" fmla="*/ 0 w 190500"/>
                  <a:gd name="connsiteY0" fmla="*/ 0 h 95250"/>
                  <a:gd name="connsiteX1" fmla="*/ 190500 w 190500"/>
                  <a:gd name="connsiteY1" fmla="*/ 0 h 95250"/>
                  <a:gd name="connsiteX2" fmla="*/ 190500 w 190500"/>
                  <a:gd name="connsiteY2" fmla="*/ 95250 h 95250"/>
                  <a:gd name="connsiteX3" fmla="*/ 0 w 190500"/>
                  <a:gd name="connsiteY3" fmla="*/ 95250 h 95250"/>
                </a:gdLst>
                <a:ahLst/>
                <a:cxnLst>
                  <a:cxn ang="0">
                    <a:pos x="connsiteX0" y="connsiteY0"/>
                  </a:cxn>
                  <a:cxn ang="0">
                    <a:pos x="connsiteX1" y="connsiteY1"/>
                  </a:cxn>
                  <a:cxn ang="0">
                    <a:pos x="connsiteX2" y="connsiteY2"/>
                  </a:cxn>
                  <a:cxn ang="0">
                    <a:pos x="connsiteX3" y="connsiteY3"/>
                  </a:cxn>
                </a:cxnLst>
                <a:rect l="l" t="t" r="r" b="b"/>
                <a:pathLst>
                  <a:path w="190500" h="95250">
                    <a:moveTo>
                      <a:pt x="0" y="0"/>
                    </a:moveTo>
                    <a:lnTo>
                      <a:pt x="190500" y="0"/>
                    </a:lnTo>
                    <a:lnTo>
                      <a:pt x="190500" y="95250"/>
                    </a:lnTo>
                    <a:lnTo>
                      <a:pt x="0" y="95250"/>
                    </a:ln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72" name="Freihandform: Form 171">
                <a:extLst>
                  <a:ext uri="{FF2B5EF4-FFF2-40B4-BE49-F238E27FC236}">
                    <a16:creationId xmlns:a16="http://schemas.microsoft.com/office/drawing/2014/main" id="{8742A2F7-84D8-58C1-31AD-265807A61B60}"/>
                  </a:ext>
                </a:extLst>
              </p:cNvPr>
              <p:cNvSpPr/>
              <p:nvPr/>
            </p:nvSpPr>
            <p:spPr>
              <a:xfrm rot="20208299">
                <a:off x="4524575" y="3427210"/>
                <a:ext cx="190500" cy="94564"/>
              </a:xfrm>
              <a:custGeom>
                <a:avLst/>
                <a:gdLst>
                  <a:gd name="connsiteX0" fmla="*/ 0 w 190500"/>
                  <a:gd name="connsiteY0" fmla="*/ 0 h 94564"/>
                  <a:gd name="connsiteX1" fmla="*/ 190500 w 190500"/>
                  <a:gd name="connsiteY1" fmla="*/ 0 h 94564"/>
                  <a:gd name="connsiteX2" fmla="*/ 190500 w 190500"/>
                  <a:gd name="connsiteY2" fmla="*/ 94564 h 94564"/>
                  <a:gd name="connsiteX3" fmla="*/ 0 w 190500"/>
                  <a:gd name="connsiteY3" fmla="*/ 94564 h 94564"/>
                </a:gdLst>
                <a:ahLst/>
                <a:cxnLst>
                  <a:cxn ang="0">
                    <a:pos x="connsiteX0" y="connsiteY0"/>
                  </a:cxn>
                  <a:cxn ang="0">
                    <a:pos x="connsiteX1" y="connsiteY1"/>
                  </a:cxn>
                  <a:cxn ang="0">
                    <a:pos x="connsiteX2" y="connsiteY2"/>
                  </a:cxn>
                  <a:cxn ang="0">
                    <a:pos x="connsiteX3" y="connsiteY3"/>
                  </a:cxn>
                </a:cxnLst>
                <a:rect l="l" t="t" r="r" b="b"/>
                <a:pathLst>
                  <a:path w="190500" h="94564">
                    <a:moveTo>
                      <a:pt x="0" y="0"/>
                    </a:moveTo>
                    <a:lnTo>
                      <a:pt x="190500" y="0"/>
                    </a:lnTo>
                    <a:lnTo>
                      <a:pt x="190500" y="94564"/>
                    </a:lnTo>
                    <a:lnTo>
                      <a:pt x="0" y="94564"/>
                    </a:ln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grpSp>
          <p:nvGrpSpPr>
            <p:cNvPr id="149" name="Gruppieren 148">
              <a:extLst>
                <a:ext uri="{FF2B5EF4-FFF2-40B4-BE49-F238E27FC236}">
                  <a16:creationId xmlns:a16="http://schemas.microsoft.com/office/drawing/2014/main" id="{D6C10FF7-A45D-636D-6C58-8CFB2D14C792}"/>
                </a:ext>
              </a:extLst>
            </p:cNvPr>
            <p:cNvGrpSpPr>
              <a:grpSpLocks noChangeAspect="1"/>
            </p:cNvGrpSpPr>
            <p:nvPr/>
          </p:nvGrpSpPr>
          <p:grpSpPr>
            <a:xfrm>
              <a:off x="10400044" y="1931825"/>
              <a:ext cx="153839" cy="198502"/>
              <a:chOff x="917293" y="1361719"/>
              <a:chExt cx="590550" cy="762000"/>
            </a:xfrm>
          </p:grpSpPr>
          <p:sp>
            <p:nvSpPr>
              <p:cNvPr id="150" name="Freihandform: Form 149">
                <a:extLst>
                  <a:ext uri="{FF2B5EF4-FFF2-40B4-BE49-F238E27FC236}">
                    <a16:creationId xmlns:a16="http://schemas.microsoft.com/office/drawing/2014/main" id="{F2E90331-CC82-DE01-D292-AEAF72385D62}"/>
                  </a:ext>
                </a:extLst>
              </p:cNvPr>
              <p:cNvSpPr/>
              <p:nvPr/>
            </p:nvSpPr>
            <p:spPr>
              <a:xfrm>
                <a:off x="1049481" y="1808813"/>
                <a:ext cx="96412" cy="96412"/>
              </a:xfrm>
              <a:custGeom>
                <a:avLst/>
                <a:gdLst>
                  <a:gd name="connsiteX0" fmla="*/ 76200 w 96412"/>
                  <a:gd name="connsiteY0" fmla="*/ 0 h 96412"/>
                  <a:gd name="connsiteX1" fmla="*/ 48206 w 96412"/>
                  <a:gd name="connsiteY1" fmla="*/ 28004 h 96412"/>
                  <a:gd name="connsiteX2" fmla="*/ 20212 w 96412"/>
                  <a:gd name="connsiteY2" fmla="*/ 0 h 96412"/>
                  <a:gd name="connsiteX3" fmla="*/ 0 w 96412"/>
                  <a:gd name="connsiteY3" fmla="*/ 20212 h 96412"/>
                  <a:gd name="connsiteX4" fmla="*/ 28004 w 96412"/>
                  <a:gd name="connsiteY4" fmla="*/ 48206 h 96412"/>
                  <a:gd name="connsiteX5" fmla="*/ 0 w 96412"/>
                  <a:gd name="connsiteY5" fmla="*/ 76200 h 96412"/>
                  <a:gd name="connsiteX6" fmla="*/ 20212 w 96412"/>
                  <a:gd name="connsiteY6" fmla="*/ 96412 h 96412"/>
                  <a:gd name="connsiteX7" fmla="*/ 48206 w 96412"/>
                  <a:gd name="connsiteY7" fmla="*/ 68409 h 96412"/>
                  <a:gd name="connsiteX8" fmla="*/ 76200 w 96412"/>
                  <a:gd name="connsiteY8" fmla="*/ 96412 h 96412"/>
                  <a:gd name="connsiteX9" fmla="*/ 96412 w 96412"/>
                  <a:gd name="connsiteY9" fmla="*/ 76200 h 96412"/>
                  <a:gd name="connsiteX10" fmla="*/ 68409 w 96412"/>
                  <a:gd name="connsiteY10" fmla="*/ 48206 h 96412"/>
                  <a:gd name="connsiteX11" fmla="*/ 96412 w 96412"/>
                  <a:gd name="connsiteY11" fmla="*/ 20212 h 96412"/>
                  <a:gd name="connsiteX12" fmla="*/ 76200 w 96412"/>
                  <a:gd name="connsiteY12" fmla="*/ 0 h 96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6412" h="96412">
                    <a:moveTo>
                      <a:pt x="76200" y="0"/>
                    </a:moveTo>
                    <a:lnTo>
                      <a:pt x="48206" y="28004"/>
                    </a:lnTo>
                    <a:lnTo>
                      <a:pt x="20212" y="0"/>
                    </a:lnTo>
                    <a:lnTo>
                      <a:pt x="0" y="20212"/>
                    </a:lnTo>
                    <a:lnTo>
                      <a:pt x="28004" y="48206"/>
                    </a:lnTo>
                    <a:lnTo>
                      <a:pt x="0" y="76200"/>
                    </a:lnTo>
                    <a:lnTo>
                      <a:pt x="20212" y="96412"/>
                    </a:lnTo>
                    <a:lnTo>
                      <a:pt x="48206" y="68409"/>
                    </a:lnTo>
                    <a:lnTo>
                      <a:pt x="76200" y="96412"/>
                    </a:lnTo>
                    <a:lnTo>
                      <a:pt x="96412" y="76200"/>
                    </a:lnTo>
                    <a:lnTo>
                      <a:pt x="68409" y="48206"/>
                    </a:lnTo>
                    <a:lnTo>
                      <a:pt x="96412" y="20212"/>
                    </a:lnTo>
                    <a:lnTo>
                      <a:pt x="76200" y="0"/>
                    </a:ln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51" name="Freihandform: Form 150">
                <a:extLst>
                  <a:ext uri="{FF2B5EF4-FFF2-40B4-BE49-F238E27FC236}">
                    <a16:creationId xmlns:a16="http://schemas.microsoft.com/office/drawing/2014/main" id="{58F37EC5-44CC-41B2-A615-98DB79CBF1E1}"/>
                  </a:ext>
                </a:extLst>
              </p:cNvPr>
              <p:cNvSpPr/>
              <p:nvPr/>
            </p:nvSpPr>
            <p:spPr>
              <a:xfrm>
                <a:off x="917293" y="1361719"/>
                <a:ext cx="590550" cy="762000"/>
              </a:xfrm>
              <a:custGeom>
                <a:avLst/>
                <a:gdLst>
                  <a:gd name="connsiteX0" fmla="*/ 533400 w 590550"/>
                  <a:gd name="connsiteY0" fmla="*/ 704850 h 762000"/>
                  <a:gd name="connsiteX1" fmla="*/ 57150 w 590550"/>
                  <a:gd name="connsiteY1" fmla="*/ 704850 h 762000"/>
                  <a:gd name="connsiteX2" fmla="*/ 57150 w 590550"/>
                  <a:gd name="connsiteY2" fmla="*/ 114300 h 762000"/>
                  <a:gd name="connsiteX3" fmla="*/ 161925 w 590550"/>
                  <a:gd name="connsiteY3" fmla="*/ 114300 h 762000"/>
                  <a:gd name="connsiteX4" fmla="*/ 161925 w 590550"/>
                  <a:gd name="connsiteY4" fmla="*/ 171450 h 762000"/>
                  <a:gd name="connsiteX5" fmla="*/ 428625 w 590550"/>
                  <a:gd name="connsiteY5" fmla="*/ 171450 h 762000"/>
                  <a:gd name="connsiteX6" fmla="*/ 428625 w 590550"/>
                  <a:gd name="connsiteY6" fmla="*/ 114300 h 762000"/>
                  <a:gd name="connsiteX7" fmla="*/ 533400 w 590550"/>
                  <a:gd name="connsiteY7" fmla="*/ 114300 h 762000"/>
                  <a:gd name="connsiteX8" fmla="*/ 295275 w 590550"/>
                  <a:gd name="connsiteY8" fmla="*/ 38100 h 762000"/>
                  <a:gd name="connsiteX9" fmla="*/ 323850 w 590550"/>
                  <a:gd name="connsiteY9" fmla="*/ 66675 h 762000"/>
                  <a:gd name="connsiteX10" fmla="*/ 295275 w 590550"/>
                  <a:gd name="connsiteY10" fmla="*/ 95250 h 762000"/>
                  <a:gd name="connsiteX11" fmla="*/ 266700 w 590550"/>
                  <a:gd name="connsiteY11" fmla="*/ 66675 h 762000"/>
                  <a:gd name="connsiteX12" fmla="*/ 294334 w 590550"/>
                  <a:gd name="connsiteY12" fmla="*/ 38100 h 762000"/>
                  <a:gd name="connsiteX13" fmla="*/ 295275 w 590550"/>
                  <a:gd name="connsiteY13" fmla="*/ 38100 h 762000"/>
                  <a:gd name="connsiteX14" fmla="*/ 552450 w 590550"/>
                  <a:gd name="connsiteY14" fmla="*/ 57150 h 762000"/>
                  <a:gd name="connsiteX15" fmla="*/ 390525 w 590550"/>
                  <a:gd name="connsiteY15" fmla="*/ 57150 h 762000"/>
                  <a:gd name="connsiteX16" fmla="*/ 390525 w 590550"/>
                  <a:gd name="connsiteY16" fmla="*/ 38100 h 762000"/>
                  <a:gd name="connsiteX17" fmla="*/ 352425 w 590550"/>
                  <a:gd name="connsiteY17" fmla="*/ 0 h 762000"/>
                  <a:gd name="connsiteX18" fmla="*/ 238125 w 590550"/>
                  <a:gd name="connsiteY18" fmla="*/ 0 h 762000"/>
                  <a:gd name="connsiteX19" fmla="*/ 200025 w 590550"/>
                  <a:gd name="connsiteY19" fmla="*/ 38100 h 762000"/>
                  <a:gd name="connsiteX20" fmla="*/ 200025 w 590550"/>
                  <a:gd name="connsiteY20" fmla="*/ 57150 h 762000"/>
                  <a:gd name="connsiteX21" fmla="*/ 38100 w 590550"/>
                  <a:gd name="connsiteY21" fmla="*/ 57150 h 762000"/>
                  <a:gd name="connsiteX22" fmla="*/ 0 w 590550"/>
                  <a:gd name="connsiteY22" fmla="*/ 95250 h 762000"/>
                  <a:gd name="connsiteX23" fmla="*/ 0 w 590550"/>
                  <a:gd name="connsiteY23" fmla="*/ 723900 h 762000"/>
                  <a:gd name="connsiteX24" fmla="*/ 38100 w 590550"/>
                  <a:gd name="connsiteY24" fmla="*/ 762000 h 762000"/>
                  <a:gd name="connsiteX25" fmla="*/ 552450 w 590550"/>
                  <a:gd name="connsiteY25" fmla="*/ 762000 h 762000"/>
                  <a:gd name="connsiteX26" fmla="*/ 590550 w 590550"/>
                  <a:gd name="connsiteY26" fmla="*/ 723900 h 762000"/>
                  <a:gd name="connsiteX27" fmla="*/ 590550 w 590550"/>
                  <a:gd name="connsiteY27" fmla="*/ 95250 h 762000"/>
                  <a:gd name="connsiteX28" fmla="*/ 552450 w 590550"/>
                  <a:gd name="connsiteY28" fmla="*/ 57150 h 76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90550" h="762000">
                    <a:moveTo>
                      <a:pt x="533400" y="704850"/>
                    </a:moveTo>
                    <a:lnTo>
                      <a:pt x="57150" y="704850"/>
                    </a:lnTo>
                    <a:lnTo>
                      <a:pt x="57150" y="114300"/>
                    </a:lnTo>
                    <a:lnTo>
                      <a:pt x="161925" y="114300"/>
                    </a:lnTo>
                    <a:lnTo>
                      <a:pt x="161925" y="171450"/>
                    </a:lnTo>
                    <a:lnTo>
                      <a:pt x="428625" y="171450"/>
                    </a:lnTo>
                    <a:lnTo>
                      <a:pt x="428625" y="114300"/>
                    </a:lnTo>
                    <a:lnTo>
                      <a:pt x="533400" y="114300"/>
                    </a:lnTo>
                    <a:close/>
                    <a:moveTo>
                      <a:pt x="295275" y="38100"/>
                    </a:moveTo>
                    <a:cubicBezTo>
                      <a:pt x="311057" y="38100"/>
                      <a:pt x="323850" y="50893"/>
                      <a:pt x="323850" y="66675"/>
                    </a:cubicBezTo>
                    <a:cubicBezTo>
                      <a:pt x="323850" y="82457"/>
                      <a:pt x="311057" y="95250"/>
                      <a:pt x="295275" y="95250"/>
                    </a:cubicBezTo>
                    <a:cubicBezTo>
                      <a:pt x="279493" y="95250"/>
                      <a:pt x="266700" y="82457"/>
                      <a:pt x="266700" y="66675"/>
                    </a:cubicBezTo>
                    <a:cubicBezTo>
                      <a:pt x="266440" y="51153"/>
                      <a:pt x="278812" y="38360"/>
                      <a:pt x="294334" y="38100"/>
                    </a:cubicBezTo>
                    <a:cubicBezTo>
                      <a:pt x="294647" y="38094"/>
                      <a:pt x="294962" y="38094"/>
                      <a:pt x="295275" y="38100"/>
                    </a:cubicBezTo>
                    <a:close/>
                    <a:moveTo>
                      <a:pt x="552450" y="57150"/>
                    </a:moveTo>
                    <a:lnTo>
                      <a:pt x="390525" y="57150"/>
                    </a:lnTo>
                    <a:lnTo>
                      <a:pt x="390525" y="38100"/>
                    </a:lnTo>
                    <a:cubicBezTo>
                      <a:pt x="390525" y="17058"/>
                      <a:pt x="373467" y="0"/>
                      <a:pt x="352425" y="0"/>
                    </a:cubicBezTo>
                    <a:lnTo>
                      <a:pt x="238125" y="0"/>
                    </a:lnTo>
                    <a:cubicBezTo>
                      <a:pt x="217083" y="0"/>
                      <a:pt x="200025" y="17058"/>
                      <a:pt x="200025" y="38100"/>
                    </a:cubicBezTo>
                    <a:lnTo>
                      <a:pt x="200025" y="57150"/>
                    </a:lnTo>
                    <a:lnTo>
                      <a:pt x="38100" y="57150"/>
                    </a:lnTo>
                    <a:cubicBezTo>
                      <a:pt x="17058" y="57150"/>
                      <a:pt x="0" y="74208"/>
                      <a:pt x="0" y="95250"/>
                    </a:cubicBezTo>
                    <a:lnTo>
                      <a:pt x="0" y="723900"/>
                    </a:lnTo>
                    <a:cubicBezTo>
                      <a:pt x="0" y="744942"/>
                      <a:pt x="17058" y="762000"/>
                      <a:pt x="38100" y="762000"/>
                    </a:cubicBezTo>
                    <a:lnTo>
                      <a:pt x="552450" y="762000"/>
                    </a:lnTo>
                    <a:cubicBezTo>
                      <a:pt x="573492" y="762000"/>
                      <a:pt x="590550" y="744942"/>
                      <a:pt x="590550" y="723900"/>
                    </a:cubicBezTo>
                    <a:lnTo>
                      <a:pt x="590550" y="95250"/>
                    </a:lnTo>
                    <a:cubicBezTo>
                      <a:pt x="590550" y="74208"/>
                      <a:pt x="573492" y="57150"/>
                      <a:pt x="552450" y="57150"/>
                    </a:cubicBezTo>
                    <a:close/>
                  </a:path>
                </a:pathLst>
              </a:custGeom>
              <a:solidFill>
                <a:schemeClr val="tx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52" name="Freihandform: Form 151">
                <a:extLst>
                  <a:ext uri="{FF2B5EF4-FFF2-40B4-BE49-F238E27FC236}">
                    <a16:creationId xmlns:a16="http://schemas.microsoft.com/office/drawing/2014/main" id="{E988409C-BB0D-E4C7-4E07-74833490C225}"/>
                  </a:ext>
                </a:extLst>
              </p:cNvPr>
              <p:cNvSpPr/>
              <p:nvPr/>
            </p:nvSpPr>
            <p:spPr>
              <a:xfrm>
                <a:off x="1231618" y="1609369"/>
                <a:ext cx="161925" cy="38100"/>
              </a:xfrm>
              <a:custGeom>
                <a:avLst/>
                <a:gdLst>
                  <a:gd name="connsiteX0" fmla="*/ 0 w 161925"/>
                  <a:gd name="connsiteY0" fmla="*/ 0 h 38100"/>
                  <a:gd name="connsiteX1" fmla="*/ 161925 w 161925"/>
                  <a:gd name="connsiteY1" fmla="*/ 0 h 38100"/>
                  <a:gd name="connsiteX2" fmla="*/ 161925 w 161925"/>
                  <a:gd name="connsiteY2" fmla="*/ 38100 h 38100"/>
                  <a:gd name="connsiteX3" fmla="*/ 0 w 161925"/>
                  <a:gd name="connsiteY3" fmla="*/ 38100 h 38100"/>
                </a:gdLst>
                <a:ahLst/>
                <a:cxnLst>
                  <a:cxn ang="0">
                    <a:pos x="connsiteX0" y="connsiteY0"/>
                  </a:cxn>
                  <a:cxn ang="0">
                    <a:pos x="connsiteX1" y="connsiteY1"/>
                  </a:cxn>
                  <a:cxn ang="0">
                    <a:pos x="connsiteX2" y="connsiteY2"/>
                  </a:cxn>
                  <a:cxn ang="0">
                    <a:pos x="connsiteX3" y="connsiteY3"/>
                  </a:cxn>
                </a:cxnLst>
                <a:rect l="l" t="t" r="r" b="b"/>
                <a:pathLst>
                  <a:path w="161925" h="38100">
                    <a:moveTo>
                      <a:pt x="0" y="0"/>
                    </a:moveTo>
                    <a:lnTo>
                      <a:pt x="161925" y="0"/>
                    </a:lnTo>
                    <a:lnTo>
                      <a:pt x="161925" y="38100"/>
                    </a:lnTo>
                    <a:lnTo>
                      <a:pt x="0" y="38100"/>
                    </a:ln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53" name="Freihandform: Form 152">
                <a:extLst>
                  <a:ext uri="{FF2B5EF4-FFF2-40B4-BE49-F238E27FC236}">
                    <a16:creationId xmlns:a16="http://schemas.microsoft.com/office/drawing/2014/main" id="{DE07193C-A546-D1D3-9C1E-DFCF8251E89B}"/>
                  </a:ext>
                </a:extLst>
              </p:cNvPr>
              <p:cNvSpPr/>
              <p:nvPr/>
            </p:nvSpPr>
            <p:spPr>
              <a:xfrm>
                <a:off x="1231618" y="1723669"/>
                <a:ext cx="161925" cy="38100"/>
              </a:xfrm>
              <a:custGeom>
                <a:avLst/>
                <a:gdLst>
                  <a:gd name="connsiteX0" fmla="*/ 0 w 161925"/>
                  <a:gd name="connsiteY0" fmla="*/ 0 h 38100"/>
                  <a:gd name="connsiteX1" fmla="*/ 161925 w 161925"/>
                  <a:gd name="connsiteY1" fmla="*/ 0 h 38100"/>
                  <a:gd name="connsiteX2" fmla="*/ 161925 w 161925"/>
                  <a:gd name="connsiteY2" fmla="*/ 38100 h 38100"/>
                  <a:gd name="connsiteX3" fmla="*/ 0 w 161925"/>
                  <a:gd name="connsiteY3" fmla="*/ 38100 h 38100"/>
                </a:gdLst>
                <a:ahLst/>
                <a:cxnLst>
                  <a:cxn ang="0">
                    <a:pos x="connsiteX0" y="connsiteY0"/>
                  </a:cxn>
                  <a:cxn ang="0">
                    <a:pos x="connsiteX1" y="connsiteY1"/>
                  </a:cxn>
                  <a:cxn ang="0">
                    <a:pos x="connsiteX2" y="connsiteY2"/>
                  </a:cxn>
                  <a:cxn ang="0">
                    <a:pos x="connsiteX3" y="connsiteY3"/>
                  </a:cxn>
                </a:cxnLst>
                <a:rect l="l" t="t" r="r" b="b"/>
                <a:pathLst>
                  <a:path w="161925" h="38100">
                    <a:moveTo>
                      <a:pt x="0" y="0"/>
                    </a:moveTo>
                    <a:lnTo>
                      <a:pt x="161925" y="0"/>
                    </a:lnTo>
                    <a:lnTo>
                      <a:pt x="161925" y="38100"/>
                    </a:lnTo>
                    <a:lnTo>
                      <a:pt x="0" y="38100"/>
                    </a:ln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54" name="Freihandform: Form 153">
                <a:extLst>
                  <a:ext uri="{FF2B5EF4-FFF2-40B4-BE49-F238E27FC236}">
                    <a16:creationId xmlns:a16="http://schemas.microsoft.com/office/drawing/2014/main" id="{95EA8D8C-AC6B-7189-7AFD-B6A7D00488E8}"/>
                  </a:ext>
                </a:extLst>
              </p:cNvPr>
              <p:cNvSpPr/>
              <p:nvPr/>
            </p:nvSpPr>
            <p:spPr>
              <a:xfrm>
                <a:off x="1231618" y="1837969"/>
                <a:ext cx="161925" cy="38100"/>
              </a:xfrm>
              <a:custGeom>
                <a:avLst/>
                <a:gdLst>
                  <a:gd name="connsiteX0" fmla="*/ 0 w 161925"/>
                  <a:gd name="connsiteY0" fmla="*/ 0 h 38100"/>
                  <a:gd name="connsiteX1" fmla="*/ 161925 w 161925"/>
                  <a:gd name="connsiteY1" fmla="*/ 0 h 38100"/>
                  <a:gd name="connsiteX2" fmla="*/ 161925 w 161925"/>
                  <a:gd name="connsiteY2" fmla="*/ 38100 h 38100"/>
                  <a:gd name="connsiteX3" fmla="*/ 0 w 161925"/>
                  <a:gd name="connsiteY3" fmla="*/ 38100 h 38100"/>
                </a:gdLst>
                <a:ahLst/>
                <a:cxnLst>
                  <a:cxn ang="0">
                    <a:pos x="connsiteX0" y="connsiteY0"/>
                  </a:cxn>
                  <a:cxn ang="0">
                    <a:pos x="connsiteX1" y="connsiteY1"/>
                  </a:cxn>
                  <a:cxn ang="0">
                    <a:pos x="connsiteX2" y="connsiteY2"/>
                  </a:cxn>
                  <a:cxn ang="0">
                    <a:pos x="connsiteX3" y="connsiteY3"/>
                  </a:cxn>
                </a:cxnLst>
                <a:rect l="l" t="t" r="r" b="b"/>
                <a:pathLst>
                  <a:path w="161925" h="38100">
                    <a:moveTo>
                      <a:pt x="0" y="0"/>
                    </a:moveTo>
                    <a:lnTo>
                      <a:pt x="161925" y="0"/>
                    </a:lnTo>
                    <a:lnTo>
                      <a:pt x="161925" y="38100"/>
                    </a:lnTo>
                    <a:lnTo>
                      <a:pt x="0" y="38100"/>
                    </a:lnTo>
                    <a:close/>
                  </a:path>
                </a:pathLst>
              </a:custGeom>
              <a:solidFill>
                <a:schemeClr val="tx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55" name="Freihandform: Form 154">
                <a:extLst>
                  <a:ext uri="{FF2B5EF4-FFF2-40B4-BE49-F238E27FC236}">
                    <a16:creationId xmlns:a16="http://schemas.microsoft.com/office/drawing/2014/main" id="{59545FA9-FC67-E1AC-7309-2C79F0AF1DB1}"/>
                  </a:ext>
                </a:extLst>
              </p:cNvPr>
              <p:cNvSpPr/>
              <p:nvPr/>
            </p:nvSpPr>
            <p:spPr>
              <a:xfrm>
                <a:off x="1231618" y="1952269"/>
                <a:ext cx="161925" cy="38100"/>
              </a:xfrm>
              <a:custGeom>
                <a:avLst/>
                <a:gdLst>
                  <a:gd name="connsiteX0" fmla="*/ 0 w 161925"/>
                  <a:gd name="connsiteY0" fmla="*/ 0 h 38100"/>
                  <a:gd name="connsiteX1" fmla="*/ 161925 w 161925"/>
                  <a:gd name="connsiteY1" fmla="*/ 0 h 38100"/>
                  <a:gd name="connsiteX2" fmla="*/ 161925 w 161925"/>
                  <a:gd name="connsiteY2" fmla="*/ 38100 h 38100"/>
                  <a:gd name="connsiteX3" fmla="*/ 0 w 161925"/>
                  <a:gd name="connsiteY3" fmla="*/ 38100 h 38100"/>
                </a:gdLst>
                <a:ahLst/>
                <a:cxnLst>
                  <a:cxn ang="0">
                    <a:pos x="connsiteX0" y="connsiteY0"/>
                  </a:cxn>
                  <a:cxn ang="0">
                    <a:pos x="connsiteX1" y="connsiteY1"/>
                  </a:cxn>
                  <a:cxn ang="0">
                    <a:pos x="connsiteX2" y="connsiteY2"/>
                  </a:cxn>
                  <a:cxn ang="0">
                    <a:pos x="connsiteX3" y="connsiteY3"/>
                  </a:cxn>
                </a:cxnLst>
                <a:rect l="l" t="t" r="r" b="b"/>
                <a:pathLst>
                  <a:path w="161925" h="38100">
                    <a:moveTo>
                      <a:pt x="0" y="0"/>
                    </a:moveTo>
                    <a:lnTo>
                      <a:pt x="161925" y="0"/>
                    </a:lnTo>
                    <a:lnTo>
                      <a:pt x="161925" y="38100"/>
                    </a:lnTo>
                    <a:lnTo>
                      <a:pt x="0" y="38100"/>
                    </a:ln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56" name="Freihandform: Form 155">
                <a:extLst>
                  <a:ext uri="{FF2B5EF4-FFF2-40B4-BE49-F238E27FC236}">
                    <a16:creationId xmlns:a16="http://schemas.microsoft.com/office/drawing/2014/main" id="{89857336-15F8-0FB4-7F05-710C363A89DF}"/>
                  </a:ext>
                </a:extLst>
              </p:cNvPr>
              <p:cNvSpPr/>
              <p:nvPr/>
            </p:nvSpPr>
            <p:spPr>
              <a:xfrm>
                <a:off x="1038327" y="1568478"/>
                <a:ext cx="127501" cy="102736"/>
              </a:xfrm>
              <a:custGeom>
                <a:avLst/>
                <a:gdLst>
                  <a:gd name="connsiteX0" fmla="*/ 0 w 127501"/>
                  <a:gd name="connsiteY0" fmla="*/ 58036 h 102736"/>
                  <a:gd name="connsiteX1" fmla="*/ 19936 w 127501"/>
                  <a:gd name="connsiteY1" fmla="*/ 38100 h 102736"/>
                  <a:gd name="connsiteX2" fmla="*/ 44701 w 127501"/>
                  <a:gd name="connsiteY2" fmla="*/ 62865 h 102736"/>
                  <a:gd name="connsiteX3" fmla="*/ 107566 w 127501"/>
                  <a:gd name="connsiteY3" fmla="*/ 0 h 102736"/>
                  <a:gd name="connsiteX4" fmla="*/ 127502 w 127501"/>
                  <a:gd name="connsiteY4" fmla="*/ 19936 h 102736"/>
                  <a:gd name="connsiteX5" fmla="*/ 44701 w 127501"/>
                  <a:gd name="connsiteY5" fmla="*/ 102737 h 102736"/>
                  <a:gd name="connsiteX6" fmla="*/ 0 w 127501"/>
                  <a:gd name="connsiteY6" fmla="*/ 58036 h 102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7501" h="102736">
                    <a:moveTo>
                      <a:pt x="0" y="58036"/>
                    </a:moveTo>
                    <a:lnTo>
                      <a:pt x="19936" y="38100"/>
                    </a:lnTo>
                    <a:lnTo>
                      <a:pt x="44701" y="62865"/>
                    </a:lnTo>
                    <a:lnTo>
                      <a:pt x="107566" y="0"/>
                    </a:lnTo>
                    <a:lnTo>
                      <a:pt x="127502" y="19936"/>
                    </a:lnTo>
                    <a:lnTo>
                      <a:pt x="44701" y="102737"/>
                    </a:lnTo>
                    <a:lnTo>
                      <a:pt x="0" y="58036"/>
                    </a:ln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57" name="Freihandform: Form 156">
                <a:extLst>
                  <a:ext uri="{FF2B5EF4-FFF2-40B4-BE49-F238E27FC236}">
                    <a16:creationId xmlns:a16="http://schemas.microsoft.com/office/drawing/2014/main" id="{468DBB13-1879-8930-B8A9-FD9613D95BC7}"/>
                  </a:ext>
                </a:extLst>
              </p:cNvPr>
              <p:cNvSpPr/>
              <p:nvPr/>
            </p:nvSpPr>
            <p:spPr>
              <a:xfrm>
                <a:off x="1038327" y="1682778"/>
                <a:ext cx="127501" cy="102736"/>
              </a:xfrm>
              <a:custGeom>
                <a:avLst/>
                <a:gdLst>
                  <a:gd name="connsiteX0" fmla="*/ 0 w 127501"/>
                  <a:gd name="connsiteY0" fmla="*/ 58036 h 102736"/>
                  <a:gd name="connsiteX1" fmla="*/ 19936 w 127501"/>
                  <a:gd name="connsiteY1" fmla="*/ 38100 h 102736"/>
                  <a:gd name="connsiteX2" fmla="*/ 44701 w 127501"/>
                  <a:gd name="connsiteY2" fmla="*/ 62865 h 102736"/>
                  <a:gd name="connsiteX3" fmla="*/ 107566 w 127501"/>
                  <a:gd name="connsiteY3" fmla="*/ 0 h 102736"/>
                  <a:gd name="connsiteX4" fmla="*/ 127502 w 127501"/>
                  <a:gd name="connsiteY4" fmla="*/ 19936 h 102736"/>
                  <a:gd name="connsiteX5" fmla="*/ 44701 w 127501"/>
                  <a:gd name="connsiteY5" fmla="*/ 102737 h 102736"/>
                  <a:gd name="connsiteX6" fmla="*/ 0 w 127501"/>
                  <a:gd name="connsiteY6" fmla="*/ 58036 h 102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7501" h="102736">
                    <a:moveTo>
                      <a:pt x="0" y="58036"/>
                    </a:moveTo>
                    <a:lnTo>
                      <a:pt x="19936" y="38100"/>
                    </a:lnTo>
                    <a:lnTo>
                      <a:pt x="44701" y="62865"/>
                    </a:lnTo>
                    <a:lnTo>
                      <a:pt x="107566" y="0"/>
                    </a:lnTo>
                    <a:lnTo>
                      <a:pt x="127502" y="19936"/>
                    </a:lnTo>
                    <a:lnTo>
                      <a:pt x="44701" y="102737"/>
                    </a:lnTo>
                    <a:lnTo>
                      <a:pt x="0" y="58036"/>
                    </a:lnTo>
                    <a:close/>
                  </a:path>
                </a:pathLst>
              </a:custGeom>
              <a:solidFill>
                <a:schemeClr val="tx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58" name="Freihandform: Form 157">
                <a:extLst>
                  <a:ext uri="{FF2B5EF4-FFF2-40B4-BE49-F238E27FC236}">
                    <a16:creationId xmlns:a16="http://schemas.microsoft.com/office/drawing/2014/main" id="{8C737867-9DE1-B3EA-FD73-128A38A5FC31}"/>
                  </a:ext>
                </a:extLst>
              </p:cNvPr>
              <p:cNvSpPr/>
              <p:nvPr/>
            </p:nvSpPr>
            <p:spPr>
              <a:xfrm>
                <a:off x="1038327" y="1911378"/>
                <a:ext cx="127501" cy="102736"/>
              </a:xfrm>
              <a:custGeom>
                <a:avLst/>
                <a:gdLst>
                  <a:gd name="connsiteX0" fmla="*/ 0 w 127501"/>
                  <a:gd name="connsiteY0" fmla="*/ 58036 h 102736"/>
                  <a:gd name="connsiteX1" fmla="*/ 19936 w 127501"/>
                  <a:gd name="connsiteY1" fmla="*/ 38100 h 102736"/>
                  <a:gd name="connsiteX2" fmla="*/ 44701 w 127501"/>
                  <a:gd name="connsiteY2" fmla="*/ 62865 h 102736"/>
                  <a:gd name="connsiteX3" fmla="*/ 107566 w 127501"/>
                  <a:gd name="connsiteY3" fmla="*/ 0 h 102736"/>
                  <a:gd name="connsiteX4" fmla="*/ 127502 w 127501"/>
                  <a:gd name="connsiteY4" fmla="*/ 19936 h 102736"/>
                  <a:gd name="connsiteX5" fmla="*/ 44701 w 127501"/>
                  <a:gd name="connsiteY5" fmla="*/ 102737 h 102736"/>
                  <a:gd name="connsiteX6" fmla="*/ 0 w 127501"/>
                  <a:gd name="connsiteY6" fmla="*/ 58036 h 102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7501" h="102736">
                    <a:moveTo>
                      <a:pt x="0" y="58036"/>
                    </a:moveTo>
                    <a:lnTo>
                      <a:pt x="19936" y="38100"/>
                    </a:lnTo>
                    <a:lnTo>
                      <a:pt x="44701" y="62865"/>
                    </a:lnTo>
                    <a:lnTo>
                      <a:pt x="107566" y="0"/>
                    </a:lnTo>
                    <a:lnTo>
                      <a:pt x="127502" y="19936"/>
                    </a:lnTo>
                    <a:lnTo>
                      <a:pt x="44701" y="102737"/>
                    </a:lnTo>
                    <a:lnTo>
                      <a:pt x="0" y="58036"/>
                    </a:lnTo>
                    <a:close/>
                  </a:path>
                </a:pathLst>
              </a:custGeom>
              <a:solidFill>
                <a:schemeClr val="tx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grpSp>
      <p:grpSp>
        <p:nvGrpSpPr>
          <p:cNvPr id="239" name="Gruppieren 238">
            <a:extLst>
              <a:ext uri="{FF2B5EF4-FFF2-40B4-BE49-F238E27FC236}">
                <a16:creationId xmlns:a16="http://schemas.microsoft.com/office/drawing/2014/main" id="{30289AA7-816B-F847-A056-67C047851DA3}"/>
              </a:ext>
            </a:extLst>
          </p:cNvPr>
          <p:cNvGrpSpPr>
            <a:grpSpLocks noChangeAspect="1"/>
          </p:cNvGrpSpPr>
          <p:nvPr/>
        </p:nvGrpSpPr>
        <p:grpSpPr>
          <a:xfrm>
            <a:off x="3541637" y="1729288"/>
            <a:ext cx="582714" cy="397243"/>
            <a:chOff x="6337109" y="966991"/>
            <a:chExt cx="723900" cy="493491"/>
          </a:xfrm>
        </p:grpSpPr>
        <p:sp>
          <p:nvSpPr>
            <p:cNvPr id="221" name="Freihandform: Form 220">
              <a:extLst>
                <a:ext uri="{FF2B5EF4-FFF2-40B4-BE49-F238E27FC236}">
                  <a16:creationId xmlns:a16="http://schemas.microsoft.com/office/drawing/2014/main" id="{B4C89735-6FF6-556A-3204-5D90BE06A2B9}"/>
                </a:ext>
              </a:extLst>
            </p:cNvPr>
            <p:cNvSpPr/>
            <p:nvPr/>
          </p:nvSpPr>
          <p:spPr>
            <a:xfrm>
              <a:off x="6394259" y="966991"/>
              <a:ext cx="95250" cy="95249"/>
            </a:xfrm>
            <a:custGeom>
              <a:avLst/>
              <a:gdLst>
                <a:gd name="connsiteX0" fmla="*/ 47625 w 95250"/>
                <a:gd name="connsiteY0" fmla="*/ 95250 h 95249"/>
                <a:gd name="connsiteX1" fmla="*/ 95250 w 95250"/>
                <a:gd name="connsiteY1" fmla="*/ 47625 h 95249"/>
                <a:gd name="connsiteX2" fmla="*/ 47625 w 95250"/>
                <a:gd name="connsiteY2" fmla="*/ 0 h 95249"/>
                <a:gd name="connsiteX3" fmla="*/ 0 w 95250"/>
                <a:gd name="connsiteY3" fmla="*/ 47625 h 95249"/>
                <a:gd name="connsiteX4" fmla="*/ 47625 w 95250"/>
                <a:gd name="connsiteY4" fmla="*/ 95250 h 952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49">
                  <a:moveTo>
                    <a:pt x="47625" y="95250"/>
                  </a:moveTo>
                  <a:cubicBezTo>
                    <a:pt x="73927" y="95250"/>
                    <a:pt x="95250" y="73927"/>
                    <a:pt x="95250" y="47625"/>
                  </a:cubicBezTo>
                  <a:cubicBezTo>
                    <a:pt x="95250" y="21323"/>
                    <a:pt x="73927" y="0"/>
                    <a:pt x="47625" y="0"/>
                  </a:cubicBezTo>
                  <a:cubicBezTo>
                    <a:pt x="21323" y="0"/>
                    <a:pt x="0" y="21323"/>
                    <a:pt x="0" y="47625"/>
                  </a:cubicBezTo>
                  <a:cubicBezTo>
                    <a:pt x="0" y="73927"/>
                    <a:pt x="21323" y="95250"/>
                    <a:pt x="47625" y="95250"/>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222" name="Freihandform: Form 221">
              <a:extLst>
                <a:ext uri="{FF2B5EF4-FFF2-40B4-BE49-F238E27FC236}">
                  <a16:creationId xmlns:a16="http://schemas.microsoft.com/office/drawing/2014/main" id="{2DF43508-D301-B262-87DE-4466E2EFE3A3}"/>
                </a:ext>
              </a:extLst>
            </p:cNvPr>
            <p:cNvSpPr/>
            <p:nvPr/>
          </p:nvSpPr>
          <p:spPr>
            <a:xfrm>
              <a:off x="6394918" y="1074537"/>
              <a:ext cx="213653" cy="378514"/>
            </a:xfrm>
            <a:custGeom>
              <a:avLst/>
              <a:gdLst>
                <a:gd name="connsiteX0" fmla="*/ 109069 w 213653"/>
                <a:gd name="connsiteY0" fmla="*/ 95622 h 378514"/>
                <a:gd name="connsiteX1" fmla="*/ 123166 w 213653"/>
                <a:gd name="connsiteY1" fmla="*/ 100194 h 378514"/>
                <a:gd name="connsiteX2" fmla="*/ 189841 w 213653"/>
                <a:gd name="connsiteY2" fmla="*/ 100194 h 378514"/>
                <a:gd name="connsiteX3" fmla="*/ 213653 w 213653"/>
                <a:gd name="connsiteY3" fmla="*/ 76382 h 378514"/>
                <a:gd name="connsiteX4" fmla="*/ 189841 w 213653"/>
                <a:gd name="connsiteY4" fmla="*/ 52569 h 378514"/>
                <a:gd name="connsiteX5" fmla="*/ 130976 w 213653"/>
                <a:gd name="connsiteY5" fmla="*/ 52569 h 378514"/>
                <a:gd name="connsiteX6" fmla="*/ 85637 w 213653"/>
                <a:gd name="connsiteY6" fmla="*/ 19327 h 378514"/>
                <a:gd name="connsiteX7" fmla="*/ 42584 w 213653"/>
                <a:gd name="connsiteY7" fmla="*/ 277 h 378514"/>
                <a:gd name="connsiteX8" fmla="*/ 8 w 213653"/>
                <a:gd name="connsiteY8" fmla="*/ 49331 h 378514"/>
                <a:gd name="connsiteX9" fmla="*/ 8 w 213653"/>
                <a:gd name="connsiteY9" fmla="*/ 185919 h 378514"/>
                <a:gd name="connsiteX10" fmla="*/ 47633 w 213653"/>
                <a:gd name="connsiteY10" fmla="*/ 233544 h 378514"/>
                <a:gd name="connsiteX11" fmla="*/ 94591 w 213653"/>
                <a:gd name="connsiteY11" fmla="*/ 233544 h 378514"/>
                <a:gd name="connsiteX12" fmla="*/ 94591 w 213653"/>
                <a:gd name="connsiteY12" fmla="*/ 233544 h 378514"/>
                <a:gd name="connsiteX13" fmla="*/ 151741 w 213653"/>
                <a:gd name="connsiteY13" fmla="*/ 233544 h 378514"/>
                <a:gd name="connsiteX14" fmla="*/ 151741 w 213653"/>
                <a:gd name="connsiteY14" fmla="*/ 354702 h 378514"/>
                <a:gd name="connsiteX15" fmla="*/ 175553 w 213653"/>
                <a:gd name="connsiteY15" fmla="*/ 378515 h 378514"/>
                <a:gd name="connsiteX16" fmla="*/ 199366 w 213653"/>
                <a:gd name="connsiteY16" fmla="*/ 354702 h 378514"/>
                <a:gd name="connsiteX17" fmla="*/ 199366 w 213653"/>
                <a:gd name="connsiteY17" fmla="*/ 209446 h 378514"/>
                <a:gd name="connsiteX18" fmla="*/ 175553 w 213653"/>
                <a:gd name="connsiteY18" fmla="*/ 185633 h 378514"/>
                <a:gd name="connsiteX19" fmla="*/ 94591 w 213653"/>
                <a:gd name="connsiteY19" fmla="*/ 185633 h 378514"/>
                <a:gd name="connsiteX20" fmla="*/ 94591 w 213653"/>
                <a:gd name="connsiteY20" fmla="*/ 84859 h 378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13653" h="378514">
                  <a:moveTo>
                    <a:pt x="109069" y="95622"/>
                  </a:moveTo>
                  <a:cubicBezTo>
                    <a:pt x="113174" y="98583"/>
                    <a:pt x="118104" y="100183"/>
                    <a:pt x="123166" y="100194"/>
                  </a:cubicBezTo>
                  <a:lnTo>
                    <a:pt x="189841" y="100194"/>
                  </a:lnTo>
                  <a:cubicBezTo>
                    <a:pt x="202992" y="100194"/>
                    <a:pt x="213653" y="89533"/>
                    <a:pt x="213653" y="76382"/>
                  </a:cubicBezTo>
                  <a:cubicBezTo>
                    <a:pt x="213653" y="63230"/>
                    <a:pt x="202992" y="52569"/>
                    <a:pt x="189841" y="52569"/>
                  </a:cubicBezTo>
                  <a:lnTo>
                    <a:pt x="130976" y="52569"/>
                  </a:lnTo>
                  <a:lnTo>
                    <a:pt x="85637" y="19327"/>
                  </a:lnTo>
                  <a:cubicBezTo>
                    <a:pt x="75736" y="5722"/>
                    <a:pt x="59312" y="-1545"/>
                    <a:pt x="42584" y="277"/>
                  </a:cubicBezTo>
                  <a:cubicBezTo>
                    <a:pt x="17939" y="3341"/>
                    <a:pt x="-426" y="24500"/>
                    <a:pt x="8" y="49331"/>
                  </a:cubicBezTo>
                  <a:lnTo>
                    <a:pt x="8" y="185919"/>
                  </a:lnTo>
                  <a:cubicBezTo>
                    <a:pt x="8" y="212221"/>
                    <a:pt x="21330" y="233544"/>
                    <a:pt x="47633" y="233544"/>
                  </a:cubicBezTo>
                  <a:lnTo>
                    <a:pt x="94591" y="233544"/>
                  </a:lnTo>
                  <a:lnTo>
                    <a:pt x="94591" y="233544"/>
                  </a:lnTo>
                  <a:lnTo>
                    <a:pt x="151741" y="233544"/>
                  </a:lnTo>
                  <a:lnTo>
                    <a:pt x="151741" y="354702"/>
                  </a:lnTo>
                  <a:cubicBezTo>
                    <a:pt x="151741" y="367853"/>
                    <a:pt x="162402" y="378515"/>
                    <a:pt x="175553" y="378515"/>
                  </a:cubicBezTo>
                  <a:cubicBezTo>
                    <a:pt x="188704" y="378515"/>
                    <a:pt x="199366" y="367853"/>
                    <a:pt x="199366" y="354702"/>
                  </a:cubicBezTo>
                  <a:lnTo>
                    <a:pt x="199366" y="209446"/>
                  </a:lnTo>
                  <a:cubicBezTo>
                    <a:pt x="199366" y="196295"/>
                    <a:pt x="188704" y="185633"/>
                    <a:pt x="175553" y="185633"/>
                  </a:cubicBezTo>
                  <a:lnTo>
                    <a:pt x="94591" y="185633"/>
                  </a:lnTo>
                  <a:lnTo>
                    <a:pt x="94591" y="84859"/>
                  </a:ln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223" name="Freihandform: Form 222">
              <a:extLst>
                <a:ext uri="{FF2B5EF4-FFF2-40B4-BE49-F238E27FC236}">
                  <a16:creationId xmlns:a16="http://schemas.microsoft.com/office/drawing/2014/main" id="{99518866-E1AC-CDC4-6080-D348BB2356AD}"/>
                </a:ext>
              </a:extLst>
            </p:cNvPr>
            <p:cNvSpPr/>
            <p:nvPr/>
          </p:nvSpPr>
          <p:spPr>
            <a:xfrm>
              <a:off x="6908609" y="966991"/>
              <a:ext cx="95250" cy="95249"/>
            </a:xfrm>
            <a:custGeom>
              <a:avLst/>
              <a:gdLst>
                <a:gd name="connsiteX0" fmla="*/ 47625 w 95250"/>
                <a:gd name="connsiteY0" fmla="*/ 95250 h 95249"/>
                <a:gd name="connsiteX1" fmla="*/ 95250 w 95250"/>
                <a:gd name="connsiteY1" fmla="*/ 47625 h 95249"/>
                <a:gd name="connsiteX2" fmla="*/ 47625 w 95250"/>
                <a:gd name="connsiteY2" fmla="*/ 0 h 95249"/>
                <a:gd name="connsiteX3" fmla="*/ 0 w 95250"/>
                <a:gd name="connsiteY3" fmla="*/ 47625 h 95249"/>
                <a:gd name="connsiteX4" fmla="*/ 47625 w 95250"/>
                <a:gd name="connsiteY4" fmla="*/ 95250 h 952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49">
                  <a:moveTo>
                    <a:pt x="47625" y="95250"/>
                  </a:moveTo>
                  <a:cubicBezTo>
                    <a:pt x="73927" y="95250"/>
                    <a:pt x="95250" y="73927"/>
                    <a:pt x="95250" y="47625"/>
                  </a:cubicBezTo>
                  <a:cubicBezTo>
                    <a:pt x="95250" y="21323"/>
                    <a:pt x="73927" y="0"/>
                    <a:pt x="47625" y="0"/>
                  </a:cubicBezTo>
                  <a:cubicBezTo>
                    <a:pt x="21323" y="0"/>
                    <a:pt x="0" y="21323"/>
                    <a:pt x="0" y="47625"/>
                  </a:cubicBezTo>
                  <a:cubicBezTo>
                    <a:pt x="0" y="73927"/>
                    <a:pt x="21323" y="95250"/>
                    <a:pt x="47625" y="95250"/>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224" name="Freihandform: Form 223">
              <a:extLst>
                <a:ext uri="{FF2B5EF4-FFF2-40B4-BE49-F238E27FC236}">
                  <a16:creationId xmlns:a16="http://schemas.microsoft.com/office/drawing/2014/main" id="{FC929E0B-89CD-69F6-D1CA-78E8DBCD47EE}"/>
                </a:ext>
              </a:extLst>
            </p:cNvPr>
            <p:cNvSpPr/>
            <p:nvPr/>
          </p:nvSpPr>
          <p:spPr>
            <a:xfrm>
              <a:off x="6789546" y="1074061"/>
              <a:ext cx="213463" cy="378990"/>
            </a:xfrm>
            <a:custGeom>
              <a:avLst/>
              <a:gdLst>
                <a:gd name="connsiteX0" fmla="*/ 171069 w 213463"/>
                <a:gd name="connsiteY0" fmla="*/ 277 h 378990"/>
                <a:gd name="connsiteX1" fmla="*/ 128016 w 213463"/>
                <a:gd name="connsiteY1" fmla="*/ 19327 h 378990"/>
                <a:gd name="connsiteX2" fmla="*/ 82677 w 213463"/>
                <a:gd name="connsiteY2" fmla="*/ 53045 h 378990"/>
                <a:gd name="connsiteX3" fmla="*/ 23813 w 213463"/>
                <a:gd name="connsiteY3" fmla="*/ 53045 h 378990"/>
                <a:gd name="connsiteX4" fmla="*/ 0 w 213463"/>
                <a:gd name="connsiteY4" fmla="*/ 76858 h 378990"/>
                <a:gd name="connsiteX5" fmla="*/ 23813 w 213463"/>
                <a:gd name="connsiteY5" fmla="*/ 100670 h 378990"/>
                <a:gd name="connsiteX6" fmla="*/ 90488 w 213463"/>
                <a:gd name="connsiteY6" fmla="*/ 100670 h 378990"/>
                <a:gd name="connsiteX7" fmla="*/ 104585 w 213463"/>
                <a:gd name="connsiteY7" fmla="*/ 96098 h 378990"/>
                <a:gd name="connsiteX8" fmla="*/ 119063 w 213463"/>
                <a:gd name="connsiteY8" fmla="*/ 85335 h 378990"/>
                <a:gd name="connsiteX9" fmla="*/ 119063 w 213463"/>
                <a:gd name="connsiteY9" fmla="*/ 186395 h 378990"/>
                <a:gd name="connsiteX10" fmla="*/ 38386 w 213463"/>
                <a:gd name="connsiteY10" fmla="*/ 186395 h 378990"/>
                <a:gd name="connsiteX11" fmla="*/ 14573 w 213463"/>
                <a:gd name="connsiteY11" fmla="*/ 210208 h 378990"/>
                <a:gd name="connsiteX12" fmla="*/ 14573 w 213463"/>
                <a:gd name="connsiteY12" fmla="*/ 355178 h 378990"/>
                <a:gd name="connsiteX13" fmla="*/ 38386 w 213463"/>
                <a:gd name="connsiteY13" fmla="*/ 378991 h 378990"/>
                <a:gd name="connsiteX14" fmla="*/ 62198 w 213463"/>
                <a:gd name="connsiteY14" fmla="*/ 355178 h 378990"/>
                <a:gd name="connsiteX15" fmla="*/ 62198 w 213463"/>
                <a:gd name="connsiteY15" fmla="*/ 234020 h 378990"/>
                <a:gd name="connsiteX16" fmla="*/ 119348 w 213463"/>
                <a:gd name="connsiteY16" fmla="*/ 234020 h 378990"/>
                <a:gd name="connsiteX17" fmla="*/ 119348 w 213463"/>
                <a:gd name="connsiteY17" fmla="*/ 234020 h 378990"/>
                <a:gd name="connsiteX18" fmla="*/ 165830 w 213463"/>
                <a:gd name="connsiteY18" fmla="*/ 234020 h 378990"/>
                <a:gd name="connsiteX19" fmla="*/ 213455 w 213463"/>
                <a:gd name="connsiteY19" fmla="*/ 186395 h 378990"/>
                <a:gd name="connsiteX20" fmla="*/ 213455 w 213463"/>
                <a:gd name="connsiteY20" fmla="*/ 49331 h 378990"/>
                <a:gd name="connsiteX21" fmla="*/ 171069 w 213463"/>
                <a:gd name="connsiteY21" fmla="*/ 277 h 378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13463" h="378990">
                  <a:moveTo>
                    <a:pt x="171069" y="277"/>
                  </a:moveTo>
                  <a:cubicBezTo>
                    <a:pt x="154341" y="-1545"/>
                    <a:pt x="137917" y="5722"/>
                    <a:pt x="128016" y="19327"/>
                  </a:cubicBezTo>
                  <a:lnTo>
                    <a:pt x="82677" y="53045"/>
                  </a:lnTo>
                  <a:lnTo>
                    <a:pt x="23813" y="53045"/>
                  </a:lnTo>
                  <a:cubicBezTo>
                    <a:pt x="10661" y="53045"/>
                    <a:pt x="0" y="63707"/>
                    <a:pt x="0" y="76858"/>
                  </a:cubicBezTo>
                  <a:cubicBezTo>
                    <a:pt x="0" y="90009"/>
                    <a:pt x="10661" y="100670"/>
                    <a:pt x="23813" y="100670"/>
                  </a:cubicBezTo>
                  <a:lnTo>
                    <a:pt x="90488" y="100670"/>
                  </a:lnTo>
                  <a:cubicBezTo>
                    <a:pt x="95549" y="100659"/>
                    <a:pt x="100479" y="99060"/>
                    <a:pt x="104585" y="96098"/>
                  </a:cubicBezTo>
                  <a:lnTo>
                    <a:pt x="119063" y="85335"/>
                  </a:lnTo>
                  <a:lnTo>
                    <a:pt x="119063" y="186395"/>
                  </a:lnTo>
                  <a:lnTo>
                    <a:pt x="38386" y="186395"/>
                  </a:lnTo>
                  <a:cubicBezTo>
                    <a:pt x="25235" y="186395"/>
                    <a:pt x="14573" y="197057"/>
                    <a:pt x="14573" y="210208"/>
                  </a:cubicBezTo>
                  <a:lnTo>
                    <a:pt x="14573" y="355178"/>
                  </a:lnTo>
                  <a:cubicBezTo>
                    <a:pt x="14573" y="368329"/>
                    <a:pt x="25235" y="378991"/>
                    <a:pt x="38386" y="378991"/>
                  </a:cubicBezTo>
                  <a:cubicBezTo>
                    <a:pt x="51537" y="378991"/>
                    <a:pt x="62198" y="368329"/>
                    <a:pt x="62198" y="355178"/>
                  </a:cubicBezTo>
                  <a:lnTo>
                    <a:pt x="62198" y="234020"/>
                  </a:lnTo>
                  <a:lnTo>
                    <a:pt x="119348" y="234020"/>
                  </a:lnTo>
                  <a:lnTo>
                    <a:pt x="119348" y="234020"/>
                  </a:lnTo>
                  <a:lnTo>
                    <a:pt x="165830" y="234020"/>
                  </a:lnTo>
                  <a:cubicBezTo>
                    <a:pt x="192133" y="234020"/>
                    <a:pt x="213455" y="212698"/>
                    <a:pt x="213455" y="186395"/>
                  </a:cubicBezTo>
                  <a:lnTo>
                    <a:pt x="213455" y="49331"/>
                  </a:lnTo>
                  <a:cubicBezTo>
                    <a:pt x="213900" y="24564"/>
                    <a:pt x="195638" y="3430"/>
                    <a:pt x="171069" y="277"/>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225" name="Freihandform: Form 224">
              <a:extLst>
                <a:ext uri="{FF2B5EF4-FFF2-40B4-BE49-F238E27FC236}">
                  <a16:creationId xmlns:a16="http://schemas.microsoft.com/office/drawing/2014/main" id="{58A47C7B-B6EC-F04D-35B1-1CB4C607AAF9}"/>
                </a:ext>
              </a:extLst>
            </p:cNvPr>
            <p:cNvSpPr/>
            <p:nvPr/>
          </p:nvSpPr>
          <p:spPr>
            <a:xfrm>
              <a:off x="6518084" y="1193782"/>
              <a:ext cx="361950" cy="266700"/>
            </a:xfrm>
            <a:custGeom>
              <a:avLst/>
              <a:gdLst>
                <a:gd name="connsiteX0" fmla="*/ 342900 w 361950"/>
                <a:gd name="connsiteY0" fmla="*/ 0 h 266700"/>
                <a:gd name="connsiteX1" fmla="*/ 19050 w 361950"/>
                <a:gd name="connsiteY1" fmla="*/ 0 h 266700"/>
                <a:gd name="connsiteX2" fmla="*/ 0 w 361950"/>
                <a:gd name="connsiteY2" fmla="*/ 19050 h 266700"/>
                <a:gd name="connsiteX3" fmla="*/ 19050 w 361950"/>
                <a:gd name="connsiteY3" fmla="*/ 38100 h 266700"/>
                <a:gd name="connsiteX4" fmla="*/ 161925 w 361950"/>
                <a:gd name="connsiteY4" fmla="*/ 38100 h 266700"/>
                <a:gd name="connsiteX5" fmla="*/ 161925 w 361950"/>
                <a:gd name="connsiteY5" fmla="*/ 228600 h 266700"/>
                <a:gd name="connsiteX6" fmla="*/ 104775 w 361950"/>
                <a:gd name="connsiteY6" fmla="*/ 228600 h 266700"/>
                <a:gd name="connsiteX7" fmla="*/ 104775 w 361950"/>
                <a:gd name="connsiteY7" fmla="*/ 266700 h 266700"/>
                <a:gd name="connsiteX8" fmla="*/ 257175 w 361950"/>
                <a:gd name="connsiteY8" fmla="*/ 266700 h 266700"/>
                <a:gd name="connsiteX9" fmla="*/ 257175 w 361950"/>
                <a:gd name="connsiteY9" fmla="*/ 228600 h 266700"/>
                <a:gd name="connsiteX10" fmla="*/ 200025 w 361950"/>
                <a:gd name="connsiteY10" fmla="*/ 228600 h 266700"/>
                <a:gd name="connsiteX11" fmla="*/ 200025 w 361950"/>
                <a:gd name="connsiteY11" fmla="*/ 38100 h 266700"/>
                <a:gd name="connsiteX12" fmla="*/ 342900 w 361950"/>
                <a:gd name="connsiteY12" fmla="*/ 38100 h 266700"/>
                <a:gd name="connsiteX13" fmla="*/ 361950 w 361950"/>
                <a:gd name="connsiteY13" fmla="*/ 19050 h 266700"/>
                <a:gd name="connsiteX14" fmla="*/ 342900 w 361950"/>
                <a:gd name="connsiteY14" fmla="*/ 0 h 266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1950" h="266700">
                  <a:moveTo>
                    <a:pt x="342900" y="0"/>
                  </a:moveTo>
                  <a:lnTo>
                    <a:pt x="19050" y="0"/>
                  </a:lnTo>
                  <a:cubicBezTo>
                    <a:pt x="8529" y="0"/>
                    <a:pt x="0" y="8529"/>
                    <a:pt x="0" y="19050"/>
                  </a:cubicBezTo>
                  <a:cubicBezTo>
                    <a:pt x="0" y="29571"/>
                    <a:pt x="8529" y="38100"/>
                    <a:pt x="19050" y="38100"/>
                  </a:cubicBezTo>
                  <a:lnTo>
                    <a:pt x="161925" y="38100"/>
                  </a:lnTo>
                  <a:lnTo>
                    <a:pt x="161925" y="228600"/>
                  </a:lnTo>
                  <a:lnTo>
                    <a:pt x="104775" y="228600"/>
                  </a:lnTo>
                  <a:lnTo>
                    <a:pt x="104775" y="266700"/>
                  </a:lnTo>
                  <a:lnTo>
                    <a:pt x="257175" y="266700"/>
                  </a:lnTo>
                  <a:lnTo>
                    <a:pt x="257175" y="228600"/>
                  </a:lnTo>
                  <a:lnTo>
                    <a:pt x="200025" y="228600"/>
                  </a:lnTo>
                  <a:lnTo>
                    <a:pt x="200025" y="38100"/>
                  </a:lnTo>
                  <a:lnTo>
                    <a:pt x="342900" y="38100"/>
                  </a:lnTo>
                  <a:cubicBezTo>
                    <a:pt x="353421" y="38100"/>
                    <a:pt x="361950" y="29571"/>
                    <a:pt x="361950" y="19050"/>
                  </a:cubicBezTo>
                  <a:cubicBezTo>
                    <a:pt x="361950" y="8529"/>
                    <a:pt x="353421" y="0"/>
                    <a:pt x="342900" y="0"/>
                  </a:cubicBezTo>
                  <a:close/>
                </a:path>
              </a:pathLst>
            </a:custGeom>
            <a:solidFill>
              <a:schemeClr val="tx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226" name="Freihandform: Form 225">
              <a:extLst>
                <a:ext uri="{FF2B5EF4-FFF2-40B4-BE49-F238E27FC236}">
                  <a16:creationId xmlns:a16="http://schemas.microsoft.com/office/drawing/2014/main" id="{F487C17C-1DAB-6915-8717-2F8F7F1D34B1}"/>
                </a:ext>
              </a:extLst>
            </p:cNvPr>
            <p:cNvSpPr/>
            <p:nvPr/>
          </p:nvSpPr>
          <p:spPr>
            <a:xfrm>
              <a:off x="6337109" y="1117582"/>
              <a:ext cx="190500" cy="342900"/>
            </a:xfrm>
            <a:custGeom>
              <a:avLst/>
              <a:gdLst>
                <a:gd name="connsiteX0" fmla="*/ 171450 w 190500"/>
                <a:gd name="connsiteY0" fmla="*/ 209550 h 342900"/>
                <a:gd name="connsiteX1" fmla="*/ 38100 w 190500"/>
                <a:gd name="connsiteY1" fmla="*/ 209550 h 342900"/>
                <a:gd name="connsiteX2" fmla="*/ 38100 w 190500"/>
                <a:gd name="connsiteY2" fmla="*/ 19050 h 342900"/>
                <a:gd name="connsiteX3" fmla="*/ 19050 w 190500"/>
                <a:gd name="connsiteY3" fmla="*/ 0 h 342900"/>
                <a:gd name="connsiteX4" fmla="*/ 0 w 190500"/>
                <a:gd name="connsiteY4" fmla="*/ 19050 h 342900"/>
                <a:gd name="connsiteX5" fmla="*/ 0 w 190500"/>
                <a:gd name="connsiteY5" fmla="*/ 228600 h 342900"/>
                <a:gd name="connsiteX6" fmla="*/ 19050 w 190500"/>
                <a:gd name="connsiteY6" fmla="*/ 247650 h 342900"/>
                <a:gd name="connsiteX7" fmla="*/ 76200 w 190500"/>
                <a:gd name="connsiteY7" fmla="*/ 247650 h 342900"/>
                <a:gd name="connsiteX8" fmla="*/ 76200 w 190500"/>
                <a:gd name="connsiteY8" fmla="*/ 304800 h 342900"/>
                <a:gd name="connsiteX9" fmla="*/ 38100 w 190500"/>
                <a:gd name="connsiteY9" fmla="*/ 304800 h 342900"/>
                <a:gd name="connsiteX10" fmla="*/ 38100 w 190500"/>
                <a:gd name="connsiteY10" fmla="*/ 342900 h 342900"/>
                <a:gd name="connsiteX11" fmla="*/ 152400 w 190500"/>
                <a:gd name="connsiteY11" fmla="*/ 342900 h 342900"/>
                <a:gd name="connsiteX12" fmla="*/ 152400 w 190500"/>
                <a:gd name="connsiteY12" fmla="*/ 304800 h 342900"/>
                <a:gd name="connsiteX13" fmla="*/ 114300 w 190500"/>
                <a:gd name="connsiteY13" fmla="*/ 304800 h 342900"/>
                <a:gd name="connsiteX14" fmla="*/ 114300 w 190500"/>
                <a:gd name="connsiteY14" fmla="*/ 247650 h 342900"/>
                <a:gd name="connsiteX15" fmla="*/ 171450 w 190500"/>
                <a:gd name="connsiteY15" fmla="*/ 247650 h 342900"/>
                <a:gd name="connsiteX16" fmla="*/ 190500 w 190500"/>
                <a:gd name="connsiteY16" fmla="*/ 228600 h 342900"/>
                <a:gd name="connsiteX17" fmla="*/ 171450 w 190500"/>
                <a:gd name="connsiteY17" fmla="*/ 209550 h 342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0500" h="342900">
                  <a:moveTo>
                    <a:pt x="171450" y="209550"/>
                  </a:moveTo>
                  <a:lnTo>
                    <a:pt x="38100" y="209550"/>
                  </a:lnTo>
                  <a:lnTo>
                    <a:pt x="38100" y="19050"/>
                  </a:lnTo>
                  <a:cubicBezTo>
                    <a:pt x="38100" y="8529"/>
                    <a:pt x="29571" y="0"/>
                    <a:pt x="19050" y="0"/>
                  </a:cubicBezTo>
                  <a:cubicBezTo>
                    <a:pt x="8529" y="0"/>
                    <a:pt x="0" y="8529"/>
                    <a:pt x="0" y="19050"/>
                  </a:cubicBezTo>
                  <a:lnTo>
                    <a:pt x="0" y="228600"/>
                  </a:lnTo>
                  <a:cubicBezTo>
                    <a:pt x="0" y="239121"/>
                    <a:pt x="8529" y="247650"/>
                    <a:pt x="19050" y="247650"/>
                  </a:cubicBezTo>
                  <a:lnTo>
                    <a:pt x="76200" y="247650"/>
                  </a:lnTo>
                  <a:lnTo>
                    <a:pt x="76200" y="304800"/>
                  </a:lnTo>
                  <a:lnTo>
                    <a:pt x="38100" y="304800"/>
                  </a:lnTo>
                  <a:lnTo>
                    <a:pt x="38100" y="342900"/>
                  </a:lnTo>
                  <a:lnTo>
                    <a:pt x="152400" y="342900"/>
                  </a:lnTo>
                  <a:lnTo>
                    <a:pt x="152400" y="304800"/>
                  </a:lnTo>
                  <a:lnTo>
                    <a:pt x="114300" y="304800"/>
                  </a:lnTo>
                  <a:lnTo>
                    <a:pt x="114300" y="247650"/>
                  </a:lnTo>
                  <a:lnTo>
                    <a:pt x="171450" y="247650"/>
                  </a:lnTo>
                  <a:cubicBezTo>
                    <a:pt x="181971" y="247650"/>
                    <a:pt x="190500" y="239121"/>
                    <a:pt x="190500" y="228600"/>
                  </a:cubicBezTo>
                  <a:cubicBezTo>
                    <a:pt x="190500" y="218079"/>
                    <a:pt x="181971" y="209550"/>
                    <a:pt x="171450" y="209550"/>
                  </a:cubicBezTo>
                  <a:close/>
                </a:path>
              </a:pathLst>
            </a:custGeom>
            <a:solidFill>
              <a:schemeClr val="tx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227" name="Freihandform: Form 226">
              <a:extLst>
                <a:ext uri="{FF2B5EF4-FFF2-40B4-BE49-F238E27FC236}">
                  <a16:creationId xmlns:a16="http://schemas.microsoft.com/office/drawing/2014/main" id="{4EBB4740-FCC0-3714-72B3-E67F9614924F}"/>
                </a:ext>
              </a:extLst>
            </p:cNvPr>
            <p:cNvSpPr/>
            <p:nvPr/>
          </p:nvSpPr>
          <p:spPr>
            <a:xfrm>
              <a:off x="6870509" y="1122344"/>
              <a:ext cx="190500" cy="338137"/>
            </a:xfrm>
            <a:custGeom>
              <a:avLst/>
              <a:gdLst>
                <a:gd name="connsiteX0" fmla="*/ 171450 w 190500"/>
                <a:gd name="connsiteY0" fmla="*/ 0 h 338137"/>
                <a:gd name="connsiteX1" fmla="*/ 152400 w 190500"/>
                <a:gd name="connsiteY1" fmla="*/ 19050 h 338137"/>
                <a:gd name="connsiteX2" fmla="*/ 152400 w 190500"/>
                <a:gd name="connsiteY2" fmla="*/ 204788 h 338137"/>
                <a:gd name="connsiteX3" fmla="*/ 19050 w 190500"/>
                <a:gd name="connsiteY3" fmla="*/ 204788 h 338137"/>
                <a:gd name="connsiteX4" fmla="*/ 0 w 190500"/>
                <a:gd name="connsiteY4" fmla="*/ 223838 h 338137"/>
                <a:gd name="connsiteX5" fmla="*/ 19050 w 190500"/>
                <a:gd name="connsiteY5" fmla="*/ 242888 h 338137"/>
                <a:gd name="connsiteX6" fmla="*/ 76200 w 190500"/>
                <a:gd name="connsiteY6" fmla="*/ 242888 h 338137"/>
                <a:gd name="connsiteX7" fmla="*/ 76200 w 190500"/>
                <a:gd name="connsiteY7" fmla="*/ 300038 h 338137"/>
                <a:gd name="connsiteX8" fmla="*/ 38100 w 190500"/>
                <a:gd name="connsiteY8" fmla="*/ 300038 h 338137"/>
                <a:gd name="connsiteX9" fmla="*/ 38100 w 190500"/>
                <a:gd name="connsiteY9" fmla="*/ 338138 h 338137"/>
                <a:gd name="connsiteX10" fmla="*/ 152400 w 190500"/>
                <a:gd name="connsiteY10" fmla="*/ 338138 h 338137"/>
                <a:gd name="connsiteX11" fmla="*/ 152400 w 190500"/>
                <a:gd name="connsiteY11" fmla="*/ 300038 h 338137"/>
                <a:gd name="connsiteX12" fmla="*/ 114300 w 190500"/>
                <a:gd name="connsiteY12" fmla="*/ 300038 h 338137"/>
                <a:gd name="connsiteX13" fmla="*/ 114300 w 190500"/>
                <a:gd name="connsiteY13" fmla="*/ 242888 h 338137"/>
                <a:gd name="connsiteX14" fmla="*/ 171450 w 190500"/>
                <a:gd name="connsiteY14" fmla="*/ 242888 h 338137"/>
                <a:gd name="connsiteX15" fmla="*/ 190500 w 190500"/>
                <a:gd name="connsiteY15" fmla="*/ 223838 h 338137"/>
                <a:gd name="connsiteX16" fmla="*/ 190500 w 190500"/>
                <a:gd name="connsiteY16" fmla="*/ 19050 h 338137"/>
                <a:gd name="connsiteX17" fmla="*/ 171450 w 190500"/>
                <a:gd name="connsiteY17" fmla="*/ 0 h 338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0500" h="338137">
                  <a:moveTo>
                    <a:pt x="171450" y="0"/>
                  </a:moveTo>
                  <a:cubicBezTo>
                    <a:pt x="160929" y="0"/>
                    <a:pt x="152400" y="8529"/>
                    <a:pt x="152400" y="19050"/>
                  </a:cubicBezTo>
                  <a:lnTo>
                    <a:pt x="152400" y="204788"/>
                  </a:lnTo>
                  <a:lnTo>
                    <a:pt x="19050" y="204788"/>
                  </a:lnTo>
                  <a:cubicBezTo>
                    <a:pt x="8529" y="204788"/>
                    <a:pt x="0" y="213316"/>
                    <a:pt x="0" y="223838"/>
                  </a:cubicBezTo>
                  <a:cubicBezTo>
                    <a:pt x="0" y="234359"/>
                    <a:pt x="8529" y="242888"/>
                    <a:pt x="19050" y="242888"/>
                  </a:cubicBezTo>
                  <a:lnTo>
                    <a:pt x="76200" y="242888"/>
                  </a:lnTo>
                  <a:lnTo>
                    <a:pt x="76200" y="300038"/>
                  </a:lnTo>
                  <a:lnTo>
                    <a:pt x="38100" y="300038"/>
                  </a:lnTo>
                  <a:lnTo>
                    <a:pt x="38100" y="338138"/>
                  </a:lnTo>
                  <a:lnTo>
                    <a:pt x="152400" y="338138"/>
                  </a:lnTo>
                  <a:lnTo>
                    <a:pt x="152400" y="300038"/>
                  </a:lnTo>
                  <a:lnTo>
                    <a:pt x="114300" y="300038"/>
                  </a:lnTo>
                  <a:lnTo>
                    <a:pt x="114300" y="242888"/>
                  </a:lnTo>
                  <a:lnTo>
                    <a:pt x="171450" y="242888"/>
                  </a:lnTo>
                  <a:cubicBezTo>
                    <a:pt x="181971" y="242888"/>
                    <a:pt x="190500" y="234359"/>
                    <a:pt x="190500" y="223838"/>
                  </a:cubicBezTo>
                  <a:lnTo>
                    <a:pt x="190500" y="19050"/>
                  </a:lnTo>
                  <a:cubicBezTo>
                    <a:pt x="190500" y="8529"/>
                    <a:pt x="181971" y="0"/>
                    <a:pt x="171450" y="0"/>
                  </a:cubicBezTo>
                  <a:close/>
                </a:path>
              </a:pathLst>
            </a:custGeom>
            <a:solidFill>
              <a:schemeClr val="tx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grpSp>
        <p:nvGrpSpPr>
          <p:cNvPr id="238" name="Gruppieren 237">
            <a:extLst>
              <a:ext uri="{FF2B5EF4-FFF2-40B4-BE49-F238E27FC236}">
                <a16:creationId xmlns:a16="http://schemas.microsoft.com/office/drawing/2014/main" id="{A69E76B1-B203-5C16-189F-D0B5AF5CAD71}"/>
              </a:ext>
            </a:extLst>
          </p:cNvPr>
          <p:cNvGrpSpPr>
            <a:grpSpLocks noChangeAspect="1"/>
          </p:cNvGrpSpPr>
          <p:nvPr/>
        </p:nvGrpSpPr>
        <p:grpSpPr>
          <a:xfrm>
            <a:off x="1130621" y="1727867"/>
            <a:ext cx="497110" cy="590318"/>
            <a:chOff x="5887070" y="1789282"/>
            <a:chExt cx="497110" cy="590318"/>
          </a:xfrm>
        </p:grpSpPr>
        <p:sp>
          <p:nvSpPr>
            <p:cNvPr id="235" name="Freihandform: Form 234">
              <a:extLst>
                <a:ext uri="{FF2B5EF4-FFF2-40B4-BE49-F238E27FC236}">
                  <a16:creationId xmlns:a16="http://schemas.microsoft.com/office/drawing/2014/main" id="{49B9EE44-30D6-437B-4832-5EC514672F05}"/>
                </a:ext>
              </a:extLst>
            </p:cNvPr>
            <p:cNvSpPr/>
            <p:nvPr/>
          </p:nvSpPr>
          <p:spPr>
            <a:xfrm flipH="1">
              <a:off x="5887070" y="2131045"/>
              <a:ext cx="497110" cy="248555"/>
            </a:xfrm>
            <a:custGeom>
              <a:avLst/>
              <a:gdLst>
                <a:gd name="connsiteX0" fmla="*/ 640918 w 674650"/>
                <a:gd name="connsiteY0" fmla="*/ 101197 h 337325"/>
                <a:gd name="connsiteX1" fmla="*/ 476472 w 674650"/>
                <a:gd name="connsiteY1" fmla="*/ 21083 h 337325"/>
                <a:gd name="connsiteX2" fmla="*/ 337325 w 674650"/>
                <a:gd name="connsiteY2" fmla="*/ 0 h 337325"/>
                <a:gd name="connsiteX3" fmla="*/ 198178 w 674650"/>
                <a:gd name="connsiteY3" fmla="*/ 21083 h 337325"/>
                <a:gd name="connsiteX4" fmla="*/ 33733 w 674650"/>
                <a:gd name="connsiteY4" fmla="*/ 101197 h 337325"/>
                <a:gd name="connsiteX5" fmla="*/ 0 w 674650"/>
                <a:gd name="connsiteY5" fmla="*/ 168663 h 337325"/>
                <a:gd name="connsiteX6" fmla="*/ 0 w 674650"/>
                <a:gd name="connsiteY6" fmla="*/ 337325 h 337325"/>
                <a:gd name="connsiteX7" fmla="*/ 674650 w 674650"/>
                <a:gd name="connsiteY7" fmla="*/ 337325 h 337325"/>
                <a:gd name="connsiteX8" fmla="*/ 674650 w 674650"/>
                <a:gd name="connsiteY8" fmla="*/ 168663 h 337325"/>
                <a:gd name="connsiteX9" fmla="*/ 640918 w 674650"/>
                <a:gd name="connsiteY9" fmla="*/ 101197 h 337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4650" h="337325">
                  <a:moveTo>
                    <a:pt x="640918" y="101197"/>
                  </a:moveTo>
                  <a:cubicBezTo>
                    <a:pt x="594535" y="63248"/>
                    <a:pt x="535504" y="37949"/>
                    <a:pt x="476472" y="21083"/>
                  </a:cubicBezTo>
                  <a:cubicBezTo>
                    <a:pt x="434306" y="8433"/>
                    <a:pt x="387924" y="0"/>
                    <a:pt x="337325" y="0"/>
                  </a:cubicBezTo>
                  <a:cubicBezTo>
                    <a:pt x="290943" y="0"/>
                    <a:pt x="244561" y="8433"/>
                    <a:pt x="198178" y="21083"/>
                  </a:cubicBezTo>
                  <a:cubicBezTo>
                    <a:pt x="139147" y="37949"/>
                    <a:pt x="80115" y="67465"/>
                    <a:pt x="33733" y="101197"/>
                  </a:cubicBezTo>
                  <a:cubicBezTo>
                    <a:pt x="12650" y="118064"/>
                    <a:pt x="0" y="143363"/>
                    <a:pt x="0" y="168663"/>
                  </a:cubicBezTo>
                  <a:lnTo>
                    <a:pt x="0" y="337325"/>
                  </a:lnTo>
                  <a:lnTo>
                    <a:pt x="674650" y="337325"/>
                  </a:lnTo>
                  <a:lnTo>
                    <a:pt x="674650" y="168663"/>
                  </a:lnTo>
                  <a:cubicBezTo>
                    <a:pt x="674650" y="143363"/>
                    <a:pt x="662000" y="118064"/>
                    <a:pt x="640918" y="101197"/>
                  </a:cubicBezTo>
                  <a:close/>
                </a:path>
              </a:pathLst>
            </a:custGeom>
            <a:solidFill>
              <a:schemeClr val="accent2"/>
            </a:solidFill>
            <a:ln w="105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236" name="Freihandform: Form 235">
              <a:extLst>
                <a:ext uri="{FF2B5EF4-FFF2-40B4-BE49-F238E27FC236}">
                  <a16:creationId xmlns:a16="http://schemas.microsoft.com/office/drawing/2014/main" id="{9F77FBD3-188B-56BD-695F-BCF0D83D4D01}"/>
                </a:ext>
              </a:extLst>
            </p:cNvPr>
            <p:cNvSpPr/>
            <p:nvPr/>
          </p:nvSpPr>
          <p:spPr>
            <a:xfrm flipH="1">
              <a:off x="5925131" y="1789282"/>
              <a:ext cx="347200" cy="295159"/>
            </a:xfrm>
            <a:custGeom>
              <a:avLst/>
              <a:gdLst>
                <a:gd name="connsiteX0" fmla="*/ 21083 w 471200"/>
                <a:gd name="connsiteY0" fmla="*/ 109631 h 400573"/>
                <a:gd name="connsiteX1" fmla="*/ 35841 w 471200"/>
                <a:gd name="connsiteY1" fmla="*/ 103306 h 400573"/>
                <a:gd name="connsiteX2" fmla="*/ 35841 w 471200"/>
                <a:gd name="connsiteY2" fmla="*/ 103306 h 400573"/>
                <a:gd name="connsiteX3" fmla="*/ 185529 w 471200"/>
                <a:gd name="connsiteY3" fmla="*/ 42166 h 400573"/>
                <a:gd name="connsiteX4" fmla="*/ 396357 w 471200"/>
                <a:gd name="connsiteY4" fmla="*/ 252994 h 400573"/>
                <a:gd name="connsiteX5" fmla="*/ 396357 w 471200"/>
                <a:gd name="connsiteY5" fmla="*/ 301484 h 400573"/>
                <a:gd name="connsiteX6" fmla="*/ 275131 w 471200"/>
                <a:gd name="connsiteY6" fmla="*/ 341542 h 400573"/>
                <a:gd name="connsiteX7" fmla="*/ 259319 w 471200"/>
                <a:gd name="connsiteY7" fmla="*/ 337325 h 400573"/>
                <a:gd name="connsiteX8" fmla="*/ 227694 w 471200"/>
                <a:gd name="connsiteY8" fmla="*/ 368949 h 400573"/>
                <a:gd name="connsiteX9" fmla="*/ 259319 w 471200"/>
                <a:gd name="connsiteY9" fmla="*/ 400573 h 400573"/>
                <a:gd name="connsiteX10" fmla="*/ 288835 w 471200"/>
                <a:gd name="connsiteY10" fmla="*/ 381599 h 400573"/>
                <a:gd name="connsiteX11" fmla="*/ 456443 w 471200"/>
                <a:gd name="connsiteY11" fmla="*/ 325729 h 400573"/>
                <a:gd name="connsiteX12" fmla="*/ 471201 w 471200"/>
                <a:gd name="connsiteY12" fmla="*/ 305701 h 400573"/>
                <a:gd name="connsiteX13" fmla="*/ 471201 w 471200"/>
                <a:gd name="connsiteY13" fmla="*/ 210828 h 400573"/>
                <a:gd name="connsiteX14" fmla="*/ 450118 w 471200"/>
                <a:gd name="connsiteY14" fmla="*/ 189745 h 400573"/>
                <a:gd name="connsiteX15" fmla="*/ 431144 w 471200"/>
                <a:gd name="connsiteY15" fmla="*/ 189745 h 400573"/>
                <a:gd name="connsiteX16" fmla="*/ 185529 w 471200"/>
                <a:gd name="connsiteY16" fmla="*/ 0 h 400573"/>
                <a:gd name="connsiteX17" fmla="*/ 8433 w 471200"/>
                <a:gd name="connsiteY17" fmla="*/ 71682 h 400573"/>
                <a:gd name="connsiteX18" fmla="*/ 0 w 471200"/>
                <a:gd name="connsiteY18" fmla="*/ 88548 h 400573"/>
                <a:gd name="connsiteX19" fmla="*/ 21083 w 471200"/>
                <a:gd name="connsiteY19" fmla="*/ 109631 h 400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71200" h="400573">
                  <a:moveTo>
                    <a:pt x="21083" y="109631"/>
                  </a:moveTo>
                  <a:cubicBezTo>
                    <a:pt x="27408" y="109631"/>
                    <a:pt x="32678" y="107522"/>
                    <a:pt x="35841" y="103306"/>
                  </a:cubicBezTo>
                  <a:lnTo>
                    <a:pt x="35841" y="103306"/>
                  </a:lnTo>
                  <a:cubicBezTo>
                    <a:pt x="74844" y="65357"/>
                    <a:pt x="127551" y="42166"/>
                    <a:pt x="185529" y="42166"/>
                  </a:cubicBezTo>
                  <a:cubicBezTo>
                    <a:pt x="301484" y="42166"/>
                    <a:pt x="396357" y="137038"/>
                    <a:pt x="396357" y="252994"/>
                  </a:cubicBezTo>
                  <a:lnTo>
                    <a:pt x="396357" y="301484"/>
                  </a:lnTo>
                  <a:lnTo>
                    <a:pt x="275131" y="341542"/>
                  </a:lnTo>
                  <a:cubicBezTo>
                    <a:pt x="269860" y="339433"/>
                    <a:pt x="264589" y="337325"/>
                    <a:pt x="259319" y="337325"/>
                  </a:cubicBezTo>
                  <a:cubicBezTo>
                    <a:pt x="241398" y="337325"/>
                    <a:pt x="227694" y="351029"/>
                    <a:pt x="227694" y="368949"/>
                  </a:cubicBezTo>
                  <a:cubicBezTo>
                    <a:pt x="227694" y="386870"/>
                    <a:pt x="241398" y="400573"/>
                    <a:pt x="259319" y="400573"/>
                  </a:cubicBezTo>
                  <a:cubicBezTo>
                    <a:pt x="271968" y="400573"/>
                    <a:pt x="283564" y="393194"/>
                    <a:pt x="288835" y="381599"/>
                  </a:cubicBezTo>
                  <a:lnTo>
                    <a:pt x="456443" y="325729"/>
                  </a:lnTo>
                  <a:cubicBezTo>
                    <a:pt x="464876" y="322567"/>
                    <a:pt x="471201" y="315188"/>
                    <a:pt x="471201" y="305701"/>
                  </a:cubicBezTo>
                  <a:lnTo>
                    <a:pt x="471201" y="210828"/>
                  </a:lnTo>
                  <a:cubicBezTo>
                    <a:pt x="471201" y="199233"/>
                    <a:pt x="461714" y="189745"/>
                    <a:pt x="450118" y="189745"/>
                  </a:cubicBezTo>
                  <a:lnTo>
                    <a:pt x="431144" y="189745"/>
                  </a:lnTo>
                  <a:cubicBezTo>
                    <a:pt x="402682" y="81169"/>
                    <a:pt x="303593" y="0"/>
                    <a:pt x="185529" y="0"/>
                  </a:cubicBezTo>
                  <a:cubicBezTo>
                    <a:pt x="117010" y="0"/>
                    <a:pt x="54815" y="27408"/>
                    <a:pt x="8433" y="71682"/>
                  </a:cubicBezTo>
                  <a:cubicBezTo>
                    <a:pt x="3162" y="75898"/>
                    <a:pt x="0" y="81169"/>
                    <a:pt x="0" y="88548"/>
                  </a:cubicBezTo>
                  <a:cubicBezTo>
                    <a:pt x="0" y="100143"/>
                    <a:pt x="9487" y="109631"/>
                    <a:pt x="21083" y="109631"/>
                  </a:cubicBezTo>
                  <a:close/>
                </a:path>
              </a:pathLst>
            </a:custGeom>
            <a:solidFill>
              <a:schemeClr val="tx1"/>
            </a:solidFill>
            <a:ln w="105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237" name="Freihandform: Form 236">
              <a:extLst>
                <a:ext uri="{FF2B5EF4-FFF2-40B4-BE49-F238E27FC236}">
                  <a16:creationId xmlns:a16="http://schemas.microsoft.com/office/drawing/2014/main" id="{DD2F4B04-D593-5E4E-67F9-E536859952C6}"/>
                </a:ext>
              </a:extLst>
            </p:cNvPr>
            <p:cNvSpPr/>
            <p:nvPr/>
          </p:nvSpPr>
          <p:spPr>
            <a:xfrm flipH="1">
              <a:off x="6011347" y="1851421"/>
              <a:ext cx="248555" cy="248555"/>
            </a:xfrm>
            <a:custGeom>
              <a:avLst/>
              <a:gdLst>
                <a:gd name="connsiteX0" fmla="*/ 336271 w 337325"/>
                <a:gd name="connsiteY0" fmla="*/ 186583 h 337325"/>
                <a:gd name="connsiteX1" fmla="*/ 337325 w 337325"/>
                <a:gd name="connsiteY1" fmla="*/ 168663 h 337325"/>
                <a:gd name="connsiteX2" fmla="*/ 168663 w 337325"/>
                <a:gd name="connsiteY2" fmla="*/ 0 h 337325"/>
                <a:gd name="connsiteX3" fmla="*/ 0 w 337325"/>
                <a:gd name="connsiteY3" fmla="*/ 168663 h 337325"/>
                <a:gd name="connsiteX4" fmla="*/ 168663 w 337325"/>
                <a:gd name="connsiteY4" fmla="*/ 337325 h 337325"/>
                <a:gd name="connsiteX5" fmla="*/ 179204 w 337325"/>
                <a:gd name="connsiteY5" fmla="*/ 336271 h 337325"/>
                <a:gd name="connsiteX6" fmla="*/ 179204 w 337325"/>
                <a:gd name="connsiteY6" fmla="*/ 284618 h 337325"/>
                <a:gd name="connsiteX7" fmla="*/ 179204 w 337325"/>
                <a:gd name="connsiteY7" fmla="*/ 284618 h 337325"/>
                <a:gd name="connsiteX8" fmla="*/ 185529 w 337325"/>
                <a:gd name="connsiteY8" fmla="*/ 256156 h 337325"/>
                <a:gd name="connsiteX9" fmla="*/ 222424 w 337325"/>
                <a:gd name="connsiteY9" fmla="*/ 224532 h 337325"/>
                <a:gd name="connsiteX10" fmla="*/ 336271 w 337325"/>
                <a:gd name="connsiteY10" fmla="*/ 186583 h 337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7325" h="337325">
                  <a:moveTo>
                    <a:pt x="336271" y="186583"/>
                  </a:moveTo>
                  <a:cubicBezTo>
                    <a:pt x="337325" y="180258"/>
                    <a:pt x="337325" y="174987"/>
                    <a:pt x="337325" y="168663"/>
                  </a:cubicBezTo>
                  <a:cubicBezTo>
                    <a:pt x="337325" y="75898"/>
                    <a:pt x="261427" y="0"/>
                    <a:pt x="168663" y="0"/>
                  </a:cubicBezTo>
                  <a:cubicBezTo>
                    <a:pt x="75898" y="0"/>
                    <a:pt x="0" y="75898"/>
                    <a:pt x="0" y="168663"/>
                  </a:cubicBezTo>
                  <a:cubicBezTo>
                    <a:pt x="0" y="261427"/>
                    <a:pt x="75898" y="337325"/>
                    <a:pt x="168663" y="337325"/>
                  </a:cubicBezTo>
                  <a:cubicBezTo>
                    <a:pt x="171825" y="337325"/>
                    <a:pt x="176042" y="337325"/>
                    <a:pt x="179204" y="336271"/>
                  </a:cubicBezTo>
                  <a:lnTo>
                    <a:pt x="179204" y="284618"/>
                  </a:lnTo>
                  <a:lnTo>
                    <a:pt x="179204" y="284618"/>
                  </a:lnTo>
                  <a:cubicBezTo>
                    <a:pt x="179204" y="275131"/>
                    <a:pt x="181312" y="265643"/>
                    <a:pt x="185529" y="256156"/>
                  </a:cubicBezTo>
                  <a:cubicBezTo>
                    <a:pt x="192908" y="241398"/>
                    <a:pt x="205557" y="229803"/>
                    <a:pt x="222424" y="224532"/>
                  </a:cubicBezTo>
                  <a:lnTo>
                    <a:pt x="336271" y="186583"/>
                  </a:lnTo>
                  <a:close/>
                </a:path>
              </a:pathLst>
            </a:custGeom>
            <a:solidFill>
              <a:schemeClr val="tx2"/>
            </a:solidFill>
            <a:ln w="105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grpSp>
        <p:nvGrpSpPr>
          <p:cNvPr id="252" name="Grafik 250" descr="Programmiererin mit einfarbiger Füllung">
            <a:extLst>
              <a:ext uri="{FF2B5EF4-FFF2-40B4-BE49-F238E27FC236}">
                <a16:creationId xmlns:a16="http://schemas.microsoft.com/office/drawing/2014/main" id="{98591EBA-0E61-D21A-26BE-C6BE110D2666}"/>
              </a:ext>
            </a:extLst>
          </p:cNvPr>
          <p:cNvGrpSpPr>
            <a:grpSpLocks noChangeAspect="1"/>
          </p:cNvGrpSpPr>
          <p:nvPr/>
        </p:nvGrpSpPr>
        <p:grpSpPr>
          <a:xfrm>
            <a:off x="2709916" y="997760"/>
            <a:ext cx="476045" cy="617717"/>
            <a:chOff x="1698512" y="2971465"/>
            <a:chExt cx="623939" cy="809625"/>
          </a:xfrm>
          <a:solidFill>
            <a:schemeClr val="tx1"/>
          </a:solidFill>
        </p:grpSpPr>
        <p:sp>
          <p:nvSpPr>
            <p:cNvPr id="253" name="Freihandform: Form 252">
              <a:extLst>
                <a:ext uri="{FF2B5EF4-FFF2-40B4-BE49-F238E27FC236}">
                  <a16:creationId xmlns:a16="http://schemas.microsoft.com/office/drawing/2014/main" id="{61FF4433-E476-0716-6416-7D645938E3E1}"/>
                </a:ext>
              </a:extLst>
            </p:cNvPr>
            <p:cNvSpPr/>
            <p:nvPr/>
          </p:nvSpPr>
          <p:spPr>
            <a:xfrm>
              <a:off x="1698512" y="2971465"/>
              <a:ext cx="623939" cy="754379"/>
            </a:xfrm>
            <a:custGeom>
              <a:avLst/>
              <a:gdLst>
                <a:gd name="connsiteX0" fmla="*/ 151950 w 623939"/>
                <a:gd name="connsiteY0" fmla="*/ 404813 h 754379"/>
                <a:gd name="connsiteX1" fmla="*/ 51937 w 623939"/>
                <a:gd name="connsiteY1" fmla="*/ 461963 h 754379"/>
                <a:gd name="connsiteX2" fmla="*/ 16695 w 623939"/>
                <a:gd name="connsiteY2" fmla="*/ 532448 h 754379"/>
                <a:gd name="connsiteX3" fmla="*/ 502 w 623939"/>
                <a:gd name="connsiteY3" fmla="*/ 673418 h 754379"/>
                <a:gd name="connsiteX4" fmla="*/ 24315 w 623939"/>
                <a:gd name="connsiteY4" fmla="*/ 726758 h 754379"/>
                <a:gd name="connsiteX5" fmla="*/ 78607 w 623939"/>
                <a:gd name="connsiteY5" fmla="*/ 754380 h 754379"/>
                <a:gd name="connsiteX6" fmla="*/ 87180 w 623939"/>
                <a:gd name="connsiteY6" fmla="*/ 754380 h 754379"/>
                <a:gd name="connsiteX7" fmla="*/ 87180 w 623939"/>
                <a:gd name="connsiteY7" fmla="*/ 717233 h 754379"/>
                <a:gd name="connsiteX8" fmla="*/ 45270 w 623939"/>
                <a:gd name="connsiteY8" fmla="*/ 695325 h 754379"/>
                <a:gd name="connsiteX9" fmla="*/ 37650 w 623939"/>
                <a:gd name="connsiteY9" fmla="*/ 678180 h 754379"/>
                <a:gd name="connsiteX10" fmla="*/ 54795 w 623939"/>
                <a:gd name="connsiteY10" fmla="*/ 535305 h 754379"/>
                <a:gd name="connsiteX11" fmla="*/ 54795 w 623939"/>
                <a:gd name="connsiteY11" fmla="*/ 533400 h 754379"/>
                <a:gd name="connsiteX12" fmla="*/ 76702 w 623939"/>
                <a:gd name="connsiteY12" fmla="*/ 490538 h 754379"/>
                <a:gd name="connsiteX13" fmla="*/ 191002 w 623939"/>
                <a:gd name="connsiteY13" fmla="*/ 429578 h 754379"/>
                <a:gd name="connsiteX14" fmla="*/ 311970 w 623939"/>
                <a:gd name="connsiteY14" fmla="*/ 457200 h 754379"/>
                <a:gd name="connsiteX15" fmla="*/ 432937 w 623939"/>
                <a:gd name="connsiteY15" fmla="*/ 429578 h 754379"/>
                <a:gd name="connsiteX16" fmla="*/ 547237 w 623939"/>
                <a:gd name="connsiteY16" fmla="*/ 490538 h 754379"/>
                <a:gd name="connsiteX17" fmla="*/ 569145 w 623939"/>
                <a:gd name="connsiteY17" fmla="*/ 533400 h 754379"/>
                <a:gd name="connsiteX18" fmla="*/ 586290 w 623939"/>
                <a:gd name="connsiteY18" fmla="*/ 677228 h 754379"/>
                <a:gd name="connsiteX19" fmla="*/ 578670 w 623939"/>
                <a:gd name="connsiteY19" fmla="*/ 694373 h 754379"/>
                <a:gd name="connsiteX20" fmla="*/ 578670 w 623939"/>
                <a:gd name="connsiteY20" fmla="*/ 694373 h 754379"/>
                <a:gd name="connsiteX21" fmla="*/ 536760 w 623939"/>
                <a:gd name="connsiteY21" fmla="*/ 716280 h 754379"/>
                <a:gd name="connsiteX22" fmla="*/ 536760 w 623939"/>
                <a:gd name="connsiteY22" fmla="*/ 753428 h 754379"/>
                <a:gd name="connsiteX23" fmla="*/ 545332 w 623939"/>
                <a:gd name="connsiteY23" fmla="*/ 753428 h 754379"/>
                <a:gd name="connsiteX24" fmla="*/ 599625 w 623939"/>
                <a:gd name="connsiteY24" fmla="*/ 725805 h 754379"/>
                <a:gd name="connsiteX25" fmla="*/ 599625 w 623939"/>
                <a:gd name="connsiteY25" fmla="*/ 725805 h 754379"/>
                <a:gd name="connsiteX26" fmla="*/ 623437 w 623939"/>
                <a:gd name="connsiteY26" fmla="*/ 672465 h 754379"/>
                <a:gd name="connsiteX27" fmla="*/ 607245 w 623939"/>
                <a:gd name="connsiteY27" fmla="*/ 532448 h 754379"/>
                <a:gd name="connsiteX28" fmla="*/ 572002 w 623939"/>
                <a:gd name="connsiteY28" fmla="*/ 461963 h 754379"/>
                <a:gd name="connsiteX29" fmla="*/ 471990 w 623939"/>
                <a:gd name="connsiteY29" fmla="*/ 404813 h 754379"/>
                <a:gd name="connsiteX30" fmla="*/ 473895 w 623939"/>
                <a:gd name="connsiteY30" fmla="*/ 168593 h 754379"/>
                <a:gd name="connsiteX31" fmla="*/ 468180 w 623939"/>
                <a:gd name="connsiteY31" fmla="*/ 122873 h 754379"/>
                <a:gd name="connsiteX32" fmla="*/ 382455 w 623939"/>
                <a:gd name="connsiteY32" fmla="*/ 17145 h 754379"/>
                <a:gd name="connsiteX33" fmla="*/ 370072 w 623939"/>
                <a:gd name="connsiteY33" fmla="*/ 18097 h 754379"/>
                <a:gd name="connsiteX34" fmla="*/ 361500 w 623939"/>
                <a:gd name="connsiteY34" fmla="*/ 24765 h 754379"/>
                <a:gd name="connsiteX35" fmla="*/ 351975 w 623939"/>
                <a:gd name="connsiteY35" fmla="*/ 11430 h 754379"/>
                <a:gd name="connsiteX36" fmla="*/ 339592 w 623939"/>
                <a:gd name="connsiteY36" fmla="*/ 2858 h 754379"/>
                <a:gd name="connsiteX37" fmla="*/ 311970 w 623939"/>
                <a:gd name="connsiteY37" fmla="*/ 0 h 754379"/>
                <a:gd name="connsiteX38" fmla="*/ 207195 w 623939"/>
                <a:gd name="connsiteY38" fmla="*/ 39053 h 754379"/>
                <a:gd name="connsiteX39" fmla="*/ 151950 w 623939"/>
                <a:gd name="connsiteY39" fmla="*/ 165735 h 754379"/>
                <a:gd name="connsiteX40" fmla="*/ 151950 w 623939"/>
                <a:gd name="connsiteY40" fmla="*/ 404813 h 754379"/>
                <a:gd name="connsiteX41" fmla="*/ 199575 w 623939"/>
                <a:gd name="connsiteY41" fmla="*/ 249555 h 754379"/>
                <a:gd name="connsiteX42" fmla="*/ 206242 w 623939"/>
                <a:gd name="connsiteY42" fmla="*/ 171450 h 754379"/>
                <a:gd name="connsiteX43" fmla="*/ 416745 w 623939"/>
                <a:gd name="connsiteY43" fmla="*/ 171450 h 754379"/>
                <a:gd name="connsiteX44" fmla="*/ 423412 w 623939"/>
                <a:gd name="connsiteY44" fmla="*/ 249555 h 754379"/>
                <a:gd name="connsiteX45" fmla="*/ 290062 w 623939"/>
                <a:gd name="connsiteY45" fmla="*/ 340995 h 754379"/>
                <a:gd name="connsiteX46" fmla="*/ 199575 w 623939"/>
                <a:gd name="connsiteY46" fmla="*/ 249555 h 754379"/>
                <a:gd name="connsiteX47" fmla="*/ 237675 w 623939"/>
                <a:gd name="connsiteY47" fmla="*/ 408623 h 754379"/>
                <a:gd name="connsiteX48" fmla="*/ 254820 w 623939"/>
                <a:gd name="connsiteY48" fmla="*/ 371475 h 754379"/>
                <a:gd name="connsiteX49" fmla="*/ 254820 w 623939"/>
                <a:gd name="connsiteY49" fmla="*/ 369570 h 754379"/>
                <a:gd name="connsiteX50" fmla="*/ 369120 w 623939"/>
                <a:gd name="connsiteY50" fmla="*/ 369570 h 754379"/>
                <a:gd name="connsiteX51" fmla="*/ 369120 w 623939"/>
                <a:gd name="connsiteY51" fmla="*/ 371475 h 754379"/>
                <a:gd name="connsiteX52" fmla="*/ 386265 w 623939"/>
                <a:gd name="connsiteY52" fmla="*/ 408623 h 754379"/>
                <a:gd name="connsiteX53" fmla="*/ 311970 w 623939"/>
                <a:gd name="connsiteY53" fmla="*/ 419100 h 754379"/>
                <a:gd name="connsiteX54" fmla="*/ 237675 w 623939"/>
                <a:gd name="connsiteY54" fmla="*/ 408623 h 754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23939" h="754379">
                  <a:moveTo>
                    <a:pt x="151950" y="404813"/>
                  </a:moveTo>
                  <a:cubicBezTo>
                    <a:pt x="115755" y="419100"/>
                    <a:pt x="82417" y="438150"/>
                    <a:pt x="51937" y="461963"/>
                  </a:cubicBezTo>
                  <a:cubicBezTo>
                    <a:pt x="30982" y="479108"/>
                    <a:pt x="17647" y="504825"/>
                    <a:pt x="16695" y="532448"/>
                  </a:cubicBezTo>
                  <a:lnTo>
                    <a:pt x="502" y="673418"/>
                  </a:lnTo>
                  <a:cubicBezTo>
                    <a:pt x="-2355" y="694373"/>
                    <a:pt x="7170" y="715328"/>
                    <a:pt x="24315" y="726758"/>
                  </a:cubicBezTo>
                  <a:cubicBezTo>
                    <a:pt x="41460" y="738188"/>
                    <a:pt x="59557" y="746760"/>
                    <a:pt x="78607" y="754380"/>
                  </a:cubicBezTo>
                  <a:lnTo>
                    <a:pt x="87180" y="754380"/>
                  </a:lnTo>
                  <a:lnTo>
                    <a:pt x="87180" y="717233"/>
                  </a:lnTo>
                  <a:cubicBezTo>
                    <a:pt x="72892" y="711518"/>
                    <a:pt x="58605" y="703898"/>
                    <a:pt x="45270" y="695325"/>
                  </a:cubicBezTo>
                  <a:cubicBezTo>
                    <a:pt x="39555" y="691515"/>
                    <a:pt x="36697" y="684848"/>
                    <a:pt x="37650" y="678180"/>
                  </a:cubicBezTo>
                  <a:lnTo>
                    <a:pt x="54795" y="535305"/>
                  </a:lnTo>
                  <a:lnTo>
                    <a:pt x="54795" y="533400"/>
                  </a:lnTo>
                  <a:cubicBezTo>
                    <a:pt x="55747" y="516255"/>
                    <a:pt x="63367" y="501015"/>
                    <a:pt x="76702" y="490538"/>
                  </a:cubicBezTo>
                  <a:cubicBezTo>
                    <a:pt x="102420" y="468630"/>
                    <a:pt x="139567" y="448628"/>
                    <a:pt x="191002" y="429578"/>
                  </a:cubicBezTo>
                  <a:cubicBezTo>
                    <a:pt x="219577" y="446723"/>
                    <a:pt x="263392" y="457200"/>
                    <a:pt x="311970" y="457200"/>
                  </a:cubicBezTo>
                  <a:cubicBezTo>
                    <a:pt x="360547" y="457200"/>
                    <a:pt x="404362" y="446723"/>
                    <a:pt x="432937" y="429578"/>
                  </a:cubicBezTo>
                  <a:cubicBezTo>
                    <a:pt x="485325" y="448628"/>
                    <a:pt x="521520" y="468630"/>
                    <a:pt x="547237" y="490538"/>
                  </a:cubicBezTo>
                  <a:cubicBezTo>
                    <a:pt x="560572" y="501015"/>
                    <a:pt x="568192" y="517208"/>
                    <a:pt x="569145" y="533400"/>
                  </a:cubicBezTo>
                  <a:lnTo>
                    <a:pt x="586290" y="677228"/>
                  </a:lnTo>
                  <a:cubicBezTo>
                    <a:pt x="587242" y="683895"/>
                    <a:pt x="584385" y="690563"/>
                    <a:pt x="578670" y="694373"/>
                  </a:cubicBezTo>
                  <a:lnTo>
                    <a:pt x="578670" y="694373"/>
                  </a:lnTo>
                  <a:cubicBezTo>
                    <a:pt x="565335" y="702945"/>
                    <a:pt x="552000" y="710565"/>
                    <a:pt x="536760" y="716280"/>
                  </a:cubicBezTo>
                  <a:lnTo>
                    <a:pt x="536760" y="753428"/>
                  </a:lnTo>
                  <a:lnTo>
                    <a:pt x="545332" y="753428"/>
                  </a:lnTo>
                  <a:cubicBezTo>
                    <a:pt x="564382" y="746760"/>
                    <a:pt x="582480" y="737235"/>
                    <a:pt x="599625" y="725805"/>
                  </a:cubicBezTo>
                  <a:lnTo>
                    <a:pt x="599625" y="725805"/>
                  </a:lnTo>
                  <a:cubicBezTo>
                    <a:pt x="616770" y="713423"/>
                    <a:pt x="626295" y="693420"/>
                    <a:pt x="623437" y="672465"/>
                  </a:cubicBezTo>
                  <a:lnTo>
                    <a:pt x="607245" y="532448"/>
                  </a:lnTo>
                  <a:cubicBezTo>
                    <a:pt x="606292" y="504825"/>
                    <a:pt x="592957" y="479108"/>
                    <a:pt x="572002" y="461963"/>
                  </a:cubicBezTo>
                  <a:cubicBezTo>
                    <a:pt x="541522" y="438150"/>
                    <a:pt x="508185" y="418148"/>
                    <a:pt x="471990" y="404813"/>
                  </a:cubicBezTo>
                  <a:cubicBezTo>
                    <a:pt x="471990" y="356235"/>
                    <a:pt x="473895" y="222885"/>
                    <a:pt x="473895" y="168593"/>
                  </a:cubicBezTo>
                  <a:cubicBezTo>
                    <a:pt x="473895" y="153353"/>
                    <a:pt x="471990" y="138113"/>
                    <a:pt x="468180" y="122873"/>
                  </a:cubicBezTo>
                  <a:cubicBezTo>
                    <a:pt x="455797" y="77153"/>
                    <a:pt x="424365" y="39053"/>
                    <a:pt x="382455" y="17145"/>
                  </a:cubicBezTo>
                  <a:cubicBezTo>
                    <a:pt x="378645" y="15240"/>
                    <a:pt x="372930" y="15240"/>
                    <a:pt x="370072" y="18097"/>
                  </a:cubicBezTo>
                  <a:lnTo>
                    <a:pt x="361500" y="24765"/>
                  </a:lnTo>
                  <a:lnTo>
                    <a:pt x="351975" y="11430"/>
                  </a:lnTo>
                  <a:cubicBezTo>
                    <a:pt x="349117" y="6667"/>
                    <a:pt x="344355" y="3810"/>
                    <a:pt x="339592" y="2858"/>
                  </a:cubicBezTo>
                  <a:cubicBezTo>
                    <a:pt x="330067" y="953"/>
                    <a:pt x="321495" y="0"/>
                    <a:pt x="311970" y="0"/>
                  </a:cubicBezTo>
                  <a:cubicBezTo>
                    <a:pt x="273870" y="0"/>
                    <a:pt x="235770" y="14288"/>
                    <a:pt x="207195" y="39053"/>
                  </a:cubicBezTo>
                  <a:cubicBezTo>
                    <a:pt x="171000" y="71438"/>
                    <a:pt x="150997" y="117157"/>
                    <a:pt x="151950" y="165735"/>
                  </a:cubicBezTo>
                  <a:lnTo>
                    <a:pt x="151950" y="404813"/>
                  </a:lnTo>
                  <a:close/>
                  <a:moveTo>
                    <a:pt x="199575" y="249555"/>
                  </a:moveTo>
                  <a:lnTo>
                    <a:pt x="206242" y="171450"/>
                  </a:lnTo>
                  <a:lnTo>
                    <a:pt x="416745" y="171450"/>
                  </a:lnTo>
                  <a:lnTo>
                    <a:pt x="423412" y="249555"/>
                  </a:lnTo>
                  <a:cubicBezTo>
                    <a:pt x="411982" y="311468"/>
                    <a:pt x="352927" y="352425"/>
                    <a:pt x="290062" y="340995"/>
                  </a:cubicBezTo>
                  <a:cubicBezTo>
                    <a:pt x="244342" y="332423"/>
                    <a:pt x="208147" y="296228"/>
                    <a:pt x="199575" y="249555"/>
                  </a:cubicBezTo>
                  <a:close/>
                  <a:moveTo>
                    <a:pt x="237675" y="408623"/>
                  </a:moveTo>
                  <a:cubicBezTo>
                    <a:pt x="248152" y="400050"/>
                    <a:pt x="254820" y="385763"/>
                    <a:pt x="254820" y="371475"/>
                  </a:cubicBezTo>
                  <a:lnTo>
                    <a:pt x="254820" y="369570"/>
                  </a:lnTo>
                  <a:cubicBezTo>
                    <a:pt x="291015" y="384810"/>
                    <a:pt x="332925" y="384810"/>
                    <a:pt x="369120" y="369570"/>
                  </a:cubicBezTo>
                  <a:lnTo>
                    <a:pt x="369120" y="371475"/>
                  </a:lnTo>
                  <a:cubicBezTo>
                    <a:pt x="369120" y="385763"/>
                    <a:pt x="375787" y="399098"/>
                    <a:pt x="386265" y="408623"/>
                  </a:cubicBezTo>
                  <a:cubicBezTo>
                    <a:pt x="362452" y="416243"/>
                    <a:pt x="336735" y="419100"/>
                    <a:pt x="311970" y="419100"/>
                  </a:cubicBezTo>
                  <a:cubicBezTo>
                    <a:pt x="287205" y="419100"/>
                    <a:pt x="261487" y="416243"/>
                    <a:pt x="237675" y="408623"/>
                  </a:cubicBez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254" name="Freihandform: Form 253">
              <a:extLst>
                <a:ext uri="{FF2B5EF4-FFF2-40B4-BE49-F238E27FC236}">
                  <a16:creationId xmlns:a16="http://schemas.microsoft.com/office/drawing/2014/main" id="{317137A3-84E7-2EB8-D1B3-EF05DF6B1F5F}"/>
                </a:ext>
              </a:extLst>
            </p:cNvPr>
            <p:cNvSpPr/>
            <p:nvPr/>
          </p:nvSpPr>
          <p:spPr>
            <a:xfrm>
              <a:off x="1733304" y="3483909"/>
              <a:ext cx="555307" cy="297180"/>
            </a:xfrm>
            <a:custGeom>
              <a:avLst/>
              <a:gdLst>
                <a:gd name="connsiteX0" fmla="*/ 482918 w 555307"/>
                <a:gd name="connsiteY0" fmla="*/ 23813 h 297180"/>
                <a:gd name="connsiteX1" fmla="*/ 459105 w 555307"/>
                <a:gd name="connsiteY1" fmla="*/ 0 h 297180"/>
                <a:gd name="connsiteX2" fmla="*/ 459105 w 555307"/>
                <a:gd name="connsiteY2" fmla="*/ 0 h 297180"/>
                <a:gd name="connsiteX3" fmla="*/ 96203 w 555307"/>
                <a:gd name="connsiteY3" fmla="*/ 0 h 297180"/>
                <a:gd name="connsiteX4" fmla="*/ 72390 w 555307"/>
                <a:gd name="connsiteY4" fmla="*/ 23813 h 297180"/>
                <a:gd name="connsiteX5" fmla="*/ 72390 w 555307"/>
                <a:gd name="connsiteY5" fmla="*/ 23813 h 297180"/>
                <a:gd name="connsiteX6" fmla="*/ 72390 w 555307"/>
                <a:gd name="connsiteY6" fmla="*/ 260985 h 297180"/>
                <a:gd name="connsiteX7" fmla="*/ 0 w 555307"/>
                <a:gd name="connsiteY7" fmla="*/ 260985 h 297180"/>
                <a:gd name="connsiteX8" fmla="*/ 0 w 555307"/>
                <a:gd name="connsiteY8" fmla="*/ 273368 h 297180"/>
                <a:gd name="connsiteX9" fmla="*/ 23813 w 555307"/>
                <a:gd name="connsiteY9" fmla="*/ 297180 h 297180"/>
                <a:gd name="connsiteX10" fmla="*/ 531495 w 555307"/>
                <a:gd name="connsiteY10" fmla="*/ 297180 h 297180"/>
                <a:gd name="connsiteX11" fmla="*/ 555308 w 555307"/>
                <a:gd name="connsiteY11" fmla="*/ 273368 h 297180"/>
                <a:gd name="connsiteX12" fmla="*/ 555308 w 555307"/>
                <a:gd name="connsiteY12" fmla="*/ 260985 h 297180"/>
                <a:gd name="connsiteX13" fmla="*/ 482918 w 555307"/>
                <a:gd name="connsiteY13" fmla="*/ 260985 h 297180"/>
                <a:gd name="connsiteX14" fmla="*/ 482918 w 555307"/>
                <a:gd name="connsiteY14" fmla="*/ 23813 h 297180"/>
                <a:gd name="connsiteX15" fmla="*/ 227648 w 555307"/>
                <a:gd name="connsiteY15" fmla="*/ 180975 h 297180"/>
                <a:gd name="connsiteX16" fmla="*/ 214313 w 555307"/>
                <a:gd name="connsiteY16" fmla="*/ 194310 h 297180"/>
                <a:gd name="connsiteX17" fmla="*/ 160973 w 555307"/>
                <a:gd name="connsiteY17" fmla="*/ 140970 h 297180"/>
                <a:gd name="connsiteX18" fmla="*/ 214313 w 555307"/>
                <a:gd name="connsiteY18" fmla="*/ 87630 h 297180"/>
                <a:gd name="connsiteX19" fmla="*/ 227648 w 555307"/>
                <a:gd name="connsiteY19" fmla="*/ 100965 h 297180"/>
                <a:gd name="connsiteX20" fmla="*/ 187642 w 555307"/>
                <a:gd name="connsiteY20" fmla="*/ 140970 h 297180"/>
                <a:gd name="connsiteX21" fmla="*/ 227648 w 555307"/>
                <a:gd name="connsiteY21" fmla="*/ 180975 h 297180"/>
                <a:gd name="connsiteX22" fmla="*/ 263843 w 555307"/>
                <a:gd name="connsiteY22" fmla="*/ 200978 h 297180"/>
                <a:gd name="connsiteX23" fmla="*/ 246698 w 555307"/>
                <a:gd name="connsiteY23" fmla="*/ 193358 h 297180"/>
                <a:gd name="connsiteX24" fmla="*/ 291465 w 555307"/>
                <a:gd name="connsiteY24" fmla="*/ 85725 h 297180"/>
                <a:gd name="connsiteX25" fmla="*/ 308610 w 555307"/>
                <a:gd name="connsiteY25" fmla="*/ 93345 h 297180"/>
                <a:gd name="connsiteX26" fmla="*/ 263843 w 555307"/>
                <a:gd name="connsiteY26" fmla="*/ 200978 h 297180"/>
                <a:gd name="connsiteX27" fmla="*/ 340043 w 555307"/>
                <a:gd name="connsiteY27" fmla="*/ 195263 h 297180"/>
                <a:gd name="connsiteX28" fmla="*/ 326708 w 555307"/>
                <a:gd name="connsiteY28" fmla="*/ 181928 h 297180"/>
                <a:gd name="connsiteX29" fmla="*/ 366713 w 555307"/>
                <a:gd name="connsiteY29" fmla="*/ 141922 h 297180"/>
                <a:gd name="connsiteX30" fmla="*/ 326708 w 555307"/>
                <a:gd name="connsiteY30" fmla="*/ 101918 h 297180"/>
                <a:gd name="connsiteX31" fmla="*/ 340043 w 555307"/>
                <a:gd name="connsiteY31" fmla="*/ 88582 h 297180"/>
                <a:gd name="connsiteX32" fmla="*/ 393383 w 555307"/>
                <a:gd name="connsiteY32" fmla="*/ 141922 h 297180"/>
                <a:gd name="connsiteX33" fmla="*/ 340043 w 555307"/>
                <a:gd name="connsiteY33" fmla="*/ 195263 h 297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555307" h="297180">
                  <a:moveTo>
                    <a:pt x="482918" y="23813"/>
                  </a:moveTo>
                  <a:cubicBezTo>
                    <a:pt x="482918" y="10478"/>
                    <a:pt x="472440" y="0"/>
                    <a:pt x="459105" y="0"/>
                  </a:cubicBezTo>
                  <a:lnTo>
                    <a:pt x="459105" y="0"/>
                  </a:lnTo>
                  <a:lnTo>
                    <a:pt x="96203" y="0"/>
                  </a:lnTo>
                  <a:cubicBezTo>
                    <a:pt x="82868" y="0"/>
                    <a:pt x="72390" y="10478"/>
                    <a:pt x="72390" y="23813"/>
                  </a:cubicBezTo>
                  <a:lnTo>
                    <a:pt x="72390" y="23813"/>
                  </a:lnTo>
                  <a:lnTo>
                    <a:pt x="72390" y="260985"/>
                  </a:lnTo>
                  <a:lnTo>
                    <a:pt x="0" y="260985"/>
                  </a:lnTo>
                  <a:lnTo>
                    <a:pt x="0" y="273368"/>
                  </a:lnTo>
                  <a:cubicBezTo>
                    <a:pt x="0" y="286703"/>
                    <a:pt x="10478" y="297180"/>
                    <a:pt x="23813" y="297180"/>
                  </a:cubicBezTo>
                  <a:lnTo>
                    <a:pt x="531495" y="297180"/>
                  </a:lnTo>
                  <a:cubicBezTo>
                    <a:pt x="544830" y="297180"/>
                    <a:pt x="555308" y="286703"/>
                    <a:pt x="555308" y="273368"/>
                  </a:cubicBezTo>
                  <a:lnTo>
                    <a:pt x="555308" y="260985"/>
                  </a:lnTo>
                  <a:lnTo>
                    <a:pt x="482918" y="260985"/>
                  </a:lnTo>
                  <a:lnTo>
                    <a:pt x="482918" y="23813"/>
                  </a:lnTo>
                  <a:close/>
                  <a:moveTo>
                    <a:pt x="227648" y="180975"/>
                  </a:moveTo>
                  <a:lnTo>
                    <a:pt x="214313" y="194310"/>
                  </a:lnTo>
                  <a:lnTo>
                    <a:pt x="160973" y="140970"/>
                  </a:lnTo>
                  <a:lnTo>
                    <a:pt x="214313" y="87630"/>
                  </a:lnTo>
                  <a:lnTo>
                    <a:pt x="227648" y="100965"/>
                  </a:lnTo>
                  <a:lnTo>
                    <a:pt x="187642" y="140970"/>
                  </a:lnTo>
                  <a:lnTo>
                    <a:pt x="227648" y="180975"/>
                  </a:lnTo>
                  <a:close/>
                  <a:moveTo>
                    <a:pt x="263843" y="200978"/>
                  </a:moveTo>
                  <a:lnTo>
                    <a:pt x="246698" y="193358"/>
                  </a:lnTo>
                  <a:lnTo>
                    <a:pt x="291465" y="85725"/>
                  </a:lnTo>
                  <a:lnTo>
                    <a:pt x="308610" y="93345"/>
                  </a:lnTo>
                  <a:lnTo>
                    <a:pt x="263843" y="200978"/>
                  </a:lnTo>
                  <a:close/>
                  <a:moveTo>
                    <a:pt x="340043" y="195263"/>
                  </a:moveTo>
                  <a:lnTo>
                    <a:pt x="326708" y="181928"/>
                  </a:lnTo>
                  <a:lnTo>
                    <a:pt x="366713" y="141922"/>
                  </a:lnTo>
                  <a:lnTo>
                    <a:pt x="326708" y="101918"/>
                  </a:lnTo>
                  <a:lnTo>
                    <a:pt x="340043" y="88582"/>
                  </a:lnTo>
                  <a:lnTo>
                    <a:pt x="393383" y="141922"/>
                  </a:lnTo>
                  <a:lnTo>
                    <a:pt x="340043" y="195263"/>
                  </a:lnTo>
                  <a:close/>
                </a:path>
              </a:pathLst>
            </a:custGeom>
            <a:solidFill>
              <a:schemeClr val="tx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grpSp>
        <p:nvGrpSpPr>
          <p:cNvPr id="268" name="Gruppieren 267">
            <a:extLst>
              <a:ext uri="{FF2B5EF4-FFF2-40B4-BE49-F238E27FC236}">
                <a16:creationId xmlns:a16="http://schemas.microsoft.com/office/drawing/2014/main" id="{8631FB9C-382B-D4C7-7840-2D114F4D8C8B}"/>
              </a:ext>
            </a:extLst>
          </p:cNvPr>
          <p:cNvGrpSpPr>
            <a:grpSpLocks noChangeAspect="1"/>
          </p:cNvGrpSpPr>
          <p:nvPr/>
        </p:nvGrpSpPr>
        <p:grpSpPr>
          <a:xfrm>
            <a:off x="380851" y="1000755"/>
            <a:ext cx="481807" cy="594106"/>
            <a:chOff x="380851" y="1000755"/>
            <a:chExt cx="609561" cy="751636"/>
          </a:xfrm>
        </p:grpSpPr>
        <p:sp>
          <p:nvSpPr>
            <p:cNvPr id="265" name="Freihandform: Form 264">
              <a:extLst>
                <a:ext uri="{FF2B5EF4-FFF2-40B4-BE49-F238E27FC236}">
                  <a16:creationId xmlns:a16="http://schemas.microsoft.com/office/drawing/2014/main" id="{808DB7D2-B105-E8AF-7721-055E410903DD}"/>
                </a:ext>
              </a:extLst>
            </p:cNvPr>
            <p:cNvSpPr/>
            <p:nvPr/>
          </p:nvSpPr>
          <p:spPr>
            <a:xfrm>
              <a:off x="638026" y="1429381"/>
              <a:ext cx="95250" cy="57150"/>
            </a:xfrm>
            <a:custGeom>
              <a:avLst/>
              <a:gdLst>
                <a:gd name="connsiteX0" fmla="*/ 18478 w 95250"/>
                <a:gd name="connsiteY0" fmla="*/ 57150 h 57150"/>
                <a:gd name="connsiteX1" fmla="*/ 76772 w 95250"/>
                <a:gd name="connsiteY1" fmla="*/ 57150 h 57150"/>
                <a:gd name="connsiteX2" fmla="*/ 95250 w 95250"/>
                <a:gd name="connsiteY2" fmla="*/ 0 h 57150"/>
                <a:gd name="connsiteX3" fmla="*/ 0 w 95250"/>
                <a:gd name="connsiteY3" fmla="*/ 0 h 57150"/>
                <a:gd name="connsiteX4" fmla="*/ 18478 w 95250"/>
                <a:gd name="connsiteY4" fmla="*/ 57150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57150">
                  <a:moveTo>
                    <a:pt x="18478" y="57150"/>
                  </a:moveTo>
                  <a:lnTo>
                    <a:pt x="76772" y="57150"/>
                  </a:lnTo>
                  <a:lnTo>
                    <a:pt x="95250" y="0"/>
                  </a:lnTo>
                  <a:lnTo>
                    <a:pt x="0" y="0"/>
                  </a:lnTo>
                  <a:lnTo>
                    <a:pt x="18478" y="57150"/>
                  </a:ln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266" name="Freihandform: Form 265">
              <a:extLst>
                <a:ext uri="{FF2B5EF4-FFF2-40B4-BE49-F238E27FC236}">
                  <a16:creationId xmlns:a16="http://schemas.microsoft.com/office/drawing/2014/main" id="{8436A625-7979-F1E3-4470-48901EE56384}"/>
                </a:ext>
              </a:extLst>
            </p:cNvPr>
            <p:cNvSpPr/>
            <p:nvPr/>
          </p:nvSpPr>
          <p:spPr>
            <a:xfrm>
              <a:off x="644979" y="1505581"/>
              <a:ext cx="81343" cy="228600"/>
            </a:xfrm>
            <a:custGeom>
              <a:avLst/>
              <a:gdLst>
                <a:gd name="connsiteX0" fmla="*/ 12954 w 81343"/>
                <a:gd name="connsiteY0" fmla="*/ 0 h 228600"/>
                <a:gd name="connsiteX1" fmla="*/ 0 w 81343"/>
                <a:gd name="connsiteY1" fmla="*/ 187928 h 228600"/>
                <a:gd name="connsiteX2" fmla="*/ 40672 w 81343"/>
                <a:gd name="connsiteY2" fmla="*/ 228600 h 228600"/>
                <a:gd name="connsiteX3" fmla="*/ 81344 w 81343"/>
                <a:gd name="connsiteY3" fmla="*/ 187928 h 228600"/>
                <a:gd name="connsiteX4" fmla="*/ 68390 w 81343"/>
                <a:gd name="connsiteY4" fmla="*/ 0 h 228600"/>
                <a:gd name="connsiteX5" fmla="*/ 12954 w 81343"/>
                <a:gd name="connsiteY5" fmla="*/ 0 h 228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1343" h="228600">
                  <a:moveTo>
                    <a:pt x="12954" y="0"/>
                  </a:moveTo>
                  <a:lnTo>
                    <a:pt x="0" y="187928"/>
                  </a:lnTo>
                  <a:lnTo>
                    <a:pt x="40672" y="228600"/>
                  </a:lnTo>
                  <a:lnTo>
                    <a:pt x="81344" y="187928"/>
                  </a:lnTo>
                  <a:lnTo>
                    <a:pt x="68390" y="0"/>
                  </a:lnTo>
                  <a:lnTo>
                    <a:pt x="12954" y="0"/>
                  </a:ln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267" name="Freihandform: Form 266">
              <a:extLst>
                <a:ext uri="{FF2B5EF4-FFF2-40B4-BE49-F238E27FC236}">
                  <a16:creationId xmlns:a16="http://schemas.microsoft.com/office/drawing/2014/main" id="{5BECA79B-6B3B-2D09-4901-D87E2CDB4258}"/>
                </a:ext>
              </a:extLst>
            </p:cNvPr>
            <p:cNvSpPr/>
            <p:nvPr/>
          </p:nvSpPr>
          <p:spPr>
            <a:xfrm>
              <a:off x="380851" y="1000755"/>
              <a:ext cx="609561" cy="751636"/>
            </a:xfrm>
            <a:custGeom>
              <a:avLst/>
              <a:gdLst>
                <a:gd name="connsiteX0" fmla="*/ 609543 w 609561"/>
                <a:gd name="connsiteY0" fmla="*/ 533019 h 751636"/>
                <a:gd name="connsiteX1" fmla="*/ 573977 w 609561"/>
                <a:gd name="connsiteY1" fmla="*/ 461582 h 751636"/>
                <a:gd name="connsiteX2" fmla="*/ 452666 w 609561"/>
                <a:gd name="connsiteY2" fmla="*/ 398774 h 751636"/>
                <a:gd name="connsiteX3" fmla="*/ 405946 w 609561"/>
                <a:gd name="connsiteY3" fmla="*/ 379600 h 751636"/>
                <a:gd name="connsiteX4" fmla="*/ 400040 w 609561"/>
                <a:gd name="connsiteY4" fmla="*/ 370789 h 751636"/>
                <a:gd name="connsiteX5" fmla="*/ 400040 w 609561"/>
                <a:gd name="connsiteY5" fmla="*/ 347415 h 751636"/>
                <a:gd name="connsiteX6" fmla="*/ 457057 w 609561"/>
                <a:gd name="connsiteY6" fmla="*/ 231562 h 751636"/>
                <a:gd name="connsiteX7" fmla="*/ 481327 w 609561"/>
                <a:gd name="connsiteY7" fmla="*/ 189929 h 751636"/>
                <a:gd name="connsiteX8" fmla="*/ 485575 w 609561"/>
                <a:gd name="connsiteY8" fmla="*/ 162716 h 751636"/>
                <a:gd name="connsiteX9" fmla="*/ 385839 w 609561"/>
                <a:gd name="connsiteY9" fmla="*/ 17936 h 751636"/>
                <a:gd name="connsiteX10" fmla="*/ 371875 w 609561"/>
                <a:gd name="connsiteY10" fmla="*/ 19183 h 751636"/>
                <a:gd name="connsiteX11" fmla="*/ 362255 w 609561"/>
                <a:gd name="connsiteY11" fmla="*/ 25851 h 751636"/>
                <a:gd name="connsiteX12" fmla="*/ 351615 w 609561"/>
                <a:gd name="connsiteY12" fmla="*/ 11306 h 751636"/>
                <a:gd name="connsiteX13" fmla="*/ 337871 w 609561"/>
                <a:gd name="connsiteY13" fmla="*/ 2553 h 751636"/>
                <a:gd name="connsiteX14" fmla="*/ 307867 w 609561"/>
                <a:gd name="connsiteY14" fmla="*/ 0 h 751636"/>
                <a:gd name="connsiteX15" fmla="*/ 132512 w 609561"/>
                <a:gd name="connsiteY15" fmla="*/ 145352 h 751636"/>
                <a:gd name="connsiteX16" fmla="*/ 132131 w 609561"/>
                <a:gd name="connsiteY16" fmla="*/ 147428 h 751636"/>
                <a:gd name="connsiteX17" fmla="*/ 103975 w 609561"/>
                <a:gd name="connsiteY17" fmla="*/ 216646 h 751636"/>
                <a:gd name="connsiteX18" fmla="*/ 152438 w 609561"/>
                <a:gd name="connsiteY18" fmla="*/ 216646 h 751636"/>
                <a:gd name="connsiteX19" fmla="*/ 152438 w 609561"/>
                <a:gd name="connsiteY19" fmla="*/ 228600 h 751636"/>
                <a:gd name="connsiteX20" fmla="*/ 209493 w 609561"/>
                <a:gd name="connsiteY20" fmla="*/ 347348 h 751636"/>
                <a:gd name="connsiteX21" fmla="*/ 209493 w 609561"/>
                <a:gd name="connsiteY21" fmla="*/ 370742 h 751636"/>
                <a:gd name="connsiteX22" fmla="*/ 203587 w 609561"/>
                <a:gd name="connsiteY22" fmla="*/ 379552 h 751636"/>
                <a:gd name="connsiteX23" fmla="*/ 156915 w 609561"/>
                <a:gd name="connsiteY23" fmla="*/ 398688 h 751636"/>
                <a:gd name="connsiteX24" fmla="*/ 35814 w 609561"/>
                <a:gd name="connsiteY24" fmla="*/ 461277 h 751636"/>
                <a:gd name="connsiteX25" fmla="*/ 0 w 609561"/>
                <a:gd name="connsiteY25" fmla="*/ 533400 h 751636"/>
                <a:gd name="connsiteX26" fmla="*/ 0 w 609561"/>
                <a:gd name="connsiteY26" fmla="*/ 700088 h 751636"/>
                <a:gd name="connsiteX27" fmla="*/ 7620 w 609561"/>
                <a:gd name="connsiteY27" fmla="*/ 705803 h 751636"/>
                <a:gd name="connsiteX28" fmla="*/ 221933 w 609561"/>
                <a:gd name="connsiteY28" fmla="*/ 750456 h 751636"/>
                <a:gd name="connsiteX29" fmla="*/ 244345 w 609561"/>
                <a:gd name="connsiteY29" fmla="*/ 751618 h 751636"/>
                <a:gd name="connsiteX30" fmla="*/ 207274 w 609561"/>
                <a:gd name="connsiteY30" fmla="*/ 419195 h 751636"/>
                <a:gd name="connsiteX31" fmla="*/ 218046 w 609561"/>
                <a:gd name="connsiteY31" fmla="*/ 414776 h 751636"/>
                <a:gd name="connsiteX32" fmla="*/ 247593 w 609561"/>
                <a:gd name="connsiteY32" fmla="*/ 370742 h 751636"/>
                <a:gd name="connsiteX33" fmla="*/ 247593 w 609561"/>
                <a:gd name="connsiteY33" fmla="*/ 369789 h 751636"/>
                <a:gd name="connsiteX34" fmla="*/ 361950 w 609561"/>
                <a:gd name="connsiteY34" fmla="*/ 369789 h 751636"/>
                <a:gd name="connsiteX35" fmla="*/ 361950 w 609561"/>
                <a:gd name="connsiteY35" fmla="*/ 370742 h 751636"/>
                <a:gd name="connsiteX36" fmla="*/ 391478 w 609561"/>
                <a:gd name="connsiteY36" fmla="*/ 414795 h 751636"/>
                <a:gd name="connsiteX37" fmla="*/ 402250 w 609561"/>
                <a:gd name="connsiteY37" fmla="*/ 419214 h 751636"/>
                <a:gd name="connsiteX38" fmla="*/ 365169 w 609561"/>
                <a:gd name="connsiteY38" fmla="*/ 751637 h 751636"/>
                <a:gd name="connsiteX39" fmla="*/ 387572 w 609561"/>
                <a:gd name="connsiteY39" fmla="*/ 750475 h 751636"/>
                <a:gd name="connsiteX40" fmla="*/ 601942 w 609561"/>
                <a:gd name="connsiteY40" fmla="*/ 705822 h 751636"/>
                <a:gd name="connsiteX41" fmla="*/ 609562 w 609561"/>
                <a:gd name="connsiteY41" fmla="*/ 700107 h 751636"/>
                <a:gd name="connsiteX42" fmla="*/ 190538 w 609561"/>
                <a:gd name="connsiteY42" fmla="*/ 228600 h 751636"/>
                <a:gd name="connsiteX43" fmla="*/ 190538 w 609561"/>
                <a:gd name="connsiteY43" fmla="*/ 216646 h 751636"/>
                <a:gd name="connsiteX44" fmla="*/ 256918 w 609561"/>
                <a:gd name="connsiteY44" fmla="*/ 216646 h 751636"/>
                <a:gd name="connsiteX45" fmla="*/ 384362 w 609561"/>
                <a:gd name="connsiteY45" fmla="*/ 127435 h 751636"/>
                <a:gd name="connsiteX46" fmla="*/ 419138 w 609561"/>
                <a:gd name="connsiteY46" fmla="*/ 131912 h 751636"/>
                <a:gd name="connsiteX47" fmla="*/ 419138 w 609561"/>
                <a:gd name="connsiteY47" fmla="*/ 228600 h 751636"/>
                <a:gd name="connsiteX48" fmla="*/ 304838 w 609561"/>
                <a:gd name="connsiteY48" fmla="*/ 342900 h 751636"/>
                <a:gd name="connsiteX49" fmla="*/ 190538 w 609561"/>
                <a:gd name="connsiteY49" fmla="*/ 228600 h 751636"/>
                <a:gd name="connsiteX50" fmla="*/ 533390 w 609561"/>
                <a:gd name="connsiteY50" fmla="*/ 581025 h 751636"/>
                <a:gd name="connsiteX51" fmla="*/ 447665 w 609561"/>
                <a:gd name="connsiteY51" fmla="*/ 581025 h 751636"/>
                <a:gd name="connsiteX52" fmla="*/ 447665 w 609561"/>
                <a:gd name="connsiteY52" fmla="*/ 561975 h 751636"/>
                <a:gd name="connsiteX53" fmla="*/ 533390 w 609561"/>
                <a:gd name="connsiteY53" fmla="*/ 561975 h 751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609561" h="751636">
                  <a:moveTo>
                    <a:pt x="609543" y="533019"/>
                  </a:moveTo>
                  <a:cubicBezTo>
                    <a:pt x="609008" y="505076"/>
                    <a:pt x="595951" y="478850"/>
                    <a:pt x="573977" y="461582"/>
                  </a:cubicBezTo>
                  <a:cubicBezTo>
                    <a:pt x="538391" y="432454"/>
                    <a:pt x="496567" y="414471"/>
                    <a:pt x="452666" y="398774"/>
                  </a:cubicBezTo>
                  <a:lnTo>
                    <a:pt x="405946" y="379600"/>
                  </a:lnTo>
                  <a:cubicBezTo>
                    <a:pt x="402373" y="378132"/>
                    <a:pt x="400040" y="374652"/>
                    <a:pt x="400040" y="370789"/>
                  </a:cubicBezTo>
                  <a:lnTo>
                    <a:pt x="400040" y="347415"/>
                  </a:lnTo>
                  <a:cubicBezTo>
                    <a:pt x="435313" y="319185"/>
                    <a:pt x="456206" y="276733"/>
                    <a:pt x="457057" y="231562"/>
                  </a:cubicBezTo>
                  <a:lnTo>
                    <a:pt x="481327" y="189929"/>
                  </a:lnTo>
                  <a:cubicBezTo>
                    <a:pt x="484961" y="181346"/>
                    <a:pt x="486420" y="171998"/>
                    <a:pt x="485575" y="162716"/>
                  </a:cubicBezTo>
                  <a:cubicBezTo>
                    <a:pt x="480054" y="100293"/>
                    <a:pt x="442197" y="45338"/>
                    <a:pt x="385839" y="17936"/>
                  </a:cubicBezTo>
                  <a:cubicBezTo>
                    <a:pt x="381299" y="15806"/>
                    <a:pt x="375965" y="16282"/>
                    <a:pt x="371875" y="19183"/>
                  </a:cubicBezTo>
                  <a:lnTo>
                    <a:pt x="362255" y="25851"/>
                  </a:lnTo>
                  <a:lnTo>
                    <a:pt x="351615" y="11306"/>
                  </a:lnTo>
                  <a:cubicBezTo>
                    <a:pt x="348341" y="6719"/>
                    <a:pt x="343413" y="3581"/>
                    <a:pt x="337871" y="2553"/>
                  </a:cubicBezTo>
                  <a:cubicBezTo>
                    <a:pt x="327961" y="843"/>
                    <a:pt x="317923" y="-11"/>
                    <a:pt x="307867" y="0"/>
                  </a:cubicBezTo>
                  <a:cubicBezTo>
                    <a:pt x="222079" y="11"/>
                    <a:pt x="148435" y="61054"/>
                    <a:pt x="132512" y="145352"/>
                  </a:cubicBezTo>
                  <a:lnTo>
                    <a:pt x="132131" y="147428"/>
                  </a:lnTo>
                  <a:cubicBezTo>
                    <a:pt x="127506" y="172163"/>
                    <a:pt x="117929" y="195706"/>
                    <a:pt x="103975" y="216646"/>
                  </a:cubicBezTo>
                  <a:lnTo>
                    <a:pt x="152438" y="216646"/>
                  </a:lnTo>
                  <a:lnTo>
                    <a:pt x="152438" y="228600"/>
                  </a:lnTo>
                  <a:cubicBezTo>
                    <a:pt x="152441" y="274793"/>
                    <a:pt x="173432" y="318481"/>
                    <a:pt x="209493" y="347348"/>
                  </a:cubicBezTo>
                  <a:lnTo>
                    <a:pt x="209493" y="370742"/>
                  </a:lnTo>
                  <a:cubicBezTo>
                    <a:pt x="209493" y="374604"/>
                    <a:pt x="207160" y="378085"/>
                    <a:pt x="203587" y="379552"/>
                  </a:cubicBezTo>
                  <a:lnTo>
                    <a:pt x="156915" y="398688"/>
                  </a:lnTo>
                  <a:cubicBezTo>
                    <a:pt x="112986" y="414395"/>
                    <a:pt x="71190" y="432349"/>
                    <a:pt x="35814" y="461277"/>
                  </a:cubicBezTo>
                  <a:cubicBezTo>
                    <a:pt x="13593" y="478673"/>
                    <a:pt x="430" y="505183"/>
                    <a:pt x="0" y="533400"/>
                  </a:cubicBezTo>
                  <a:lnTo>
                    <a:pt x="0" y="700088"/>
                  </a:lnTo>
                  <a:lnTo>
                    <a:pt x="7620" y="705803"/>
                  </a:lnTo>
                  <a:cubicBezTo>
                    <a:pt x="49387" y="737130"/>
                    <a:pt x="159849" y="747227"/>
                    <a:pt x="221933" y="750456"/>
                  </a:cubicBezTo>
                  <a:lnTo>
                    <a:pt x="244345" y="751618"/>
                  </a:lnTo>
                  <a:lnTo>
                    <a:pt x="207274" y="419195"/>
                  </a:lnTo>
                  <a:lnTo>
                    <a:pt x="218046" y="414776"/>
                  </a:lnTo>
                  <a:cubicBezTo>
                    <a:pt x="235941" y="407482"/>
                    <a:pt x="247626" y="390066"/>
                    <a:pt x="247593" y="370742"/>
                  </a:cubicBezTo>
                  <a:lnTo>
                    <a:pt x="247593" y="369789"/>
                  </a:lnTo>
                  <a:cubicBezTo>
                    <a:pt x="284243" y="384757"/>
                    <a:pt x="325300" y="384757"/>
                    <a:pt x="361950" y="369789"/>
                  </a:cubicBezTo>
                  <a:lnTo>
                    <a:pt x="361950" y="370742"/>
                  </a:lnTo>
                  <a:cubicBezTo>
                    <a:pt x="361905" y="390068"/>
                    <a:pt x="373584" y="407492"/>
                    <a:pt x="391478" y="414795"/>
                  </a:cubicBezTo>
                  <a:lnTo>
                    <a:pt x="402250" y="419214"/>
                  </a:lnTo>
                  <a:lnTo>
                    <a:pt x="365169" y="751637"/>
                  </a:lnTo>
                  <a:lnTo>
                    <a:pt x="387572" y="750475"/>
                  </a:lnTo>
                  <a:cubicBezTo>
                    <a:pt x="449704" y="747246"/>
                    <a:pt x="560165" y="737140"/>
                    <a:pt x="601942" y="705822"/>
                  </a:cubicBezTo>
                  <a:lnTo>
                    <a:pt x="609562" y="700107"/>
                  </a:lnTo>
                  <a:close/>
                  <a:moveTo>
                    <a:pt x="190538" y="228600"/>
                  </a:moveTo>
                  <a:lnTo>
                    <a:pt x="190538" y="216646"/>
                  </a:lnTo>
                  <a:lnTo>
                    <a:pt x="256918" y="216646"/>
                  </a:lnTo>
                  <a:cubicBezTo>
                    <a:pt x="354835" y="216646"/>
                    <a:pt x="341519" y="138608"/>
                    <a:pt x="384362" y="127435"/>
                  </a:cubicBezTo>
                  <a:cubicBezTo>
                    <a:pt x="396137" y="125242"/>
                    <a:pt x="408302" y="126808"/>
                    <a:pt x="419138" y="131912"/>
                  </a:cubicBezTo>
                  <a:lnTo>
                    <a:pt x="419138" y="228600"/>
                  </a:lnTo>
                  <a:cubicBezTo>
                    <a:pt x="419138" y="291726"/>
                    <a:pt x="367964" y="342900"/>
                    <a:pt x="304838" y="342900"/>
                  </a:cubicBezTo>
                  <a:cubicBezTo>
                    <a:pt x="241712" y="342900"/>
                    <a:pt x="190538" y="291726"/>
                    <a:pt x="190538" y="228600"/>
                  </a:cubicBezTo>
                  <a:close/>
                  <a:moveTo>
                    <a:pt x="533390" y="581025"/>
                  </a:moveTo>
                  <a:lnTo>
                    <a:pt x="447665" y="581025"/>
                  </a:lnTo>
                  <a:lnTo>
                    <a:pt x="447665" y="561975"/>
                  </a:lnTo>
                  <a:lnTo>
                    <a:pt x="533390" y="561975"/>
                  </a:lnTo>
                  <a:close/>
                </a:path>
              </a:pathLst>
            </a:custGeom>
            <a:solidFill>
              <a:schemeClr val="tx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grpSp>
        <p:nvGrpSpPr>
          <p:cNvPr id="37" name="Gruppieren 36">
            <a:extLst>
              <a:ext uri="{FF2B5EF4-FFF2-40B4-BE49-F238E27FC236}">
                <a16:creationId xmlns:a16="http://schemas.microsoft.com/office/drawing/2014/main" id="{80B92C90-2C0B-DD7C-5A96-18A67571EBBF}"/>
              </a:ext>
            </a:extLst>
          </p:cNvPr>
          <p:cNvGrpSpPr>
            <a:grpSpLocks noChangeAspect="1"/>
          </p:cNvGrpSpPr>
          <p:nvPr/>
        </p:nvGrpSpPr>
        <p:grpSpPr>
          <a:xfrm>
            <a:off x="1076360" y="935275"/>
            <a:ext cx="548784" cy="677366"/>
            <a:chOff x="1760360" y="886951"/>
            <a:chExt cx="609295" cy="752055"/>
          </a:xfrm>
        </p:grpSpPr>
        <p:sp>
          <p:nvSpPr>
            <p:cNvPr id="10" name="Freihandform: Form 9">
              <a:extLst>
                <a:ext uri="{FF2B5EF4-FFF2-40B4-BE49-F238E27FC236}">
                  <a16:creationId xmlns:a16="http://schemas.microsoft.com/office/drawing/2014/main" id="{E56A45C9-DC24-B12C-891B-C705C6BAE8CE}"/>
                </a:ext>
              </a:extLst>
            </p:cNvPr>
            <p:cNvSpPr/>
            <p:nvPr/>
          </p:nvSpPr>
          <p:spPr>
            <a:xfrm>
              <a:off x="1760360" y="1334292"/>
              <a:ext cx="609295" cy="304714"/>
            </a:xfrm>
            <a:custGeom>
              <a:avLst/>
              <a:gdLst>
                <a:gd name="connsiteX0" fmla="*/ 609295 w 609295"/>
                <a:gd name="connsiteY0" fmla="*/ 304714 h 304714"/>
                <a:gd name="connsiteX1" fmla="*/ 609295 w 609295"/>
                <a:gd name="connsiteY1" fmla="*/ 152400 h 304714"/>
                <a:gd name="connsiteX2" fmla="*/ 578815 w 609295"/>
                <a:gd name="connsiteY2" fmla="*/ 91440 h 304714"/>
                <a:gd name="connsiteX3" fmla="*/ 430311 w 609295"/>
                <a:gd name="connsiteY3" fmla="*/ 19050 h 304714"/>
                <a:gd name="connsiteX4" fmla="*/ 304648 w 609295"/>
                <a:gd name="connsiteY4" fmla="*/ 0 h 304714"/>
                <a:gd name="connsiteX5" fmla="*/ 178984 w 609295"/>
                <a:gd name="connsiteY5" fmla="*/ 19050 h 304714"/>
                <a:gd name="connsiteX6" fmla="*/ 30480 w 609295"/>
                <a:gd name="connsiteY6" fmla="*/ 91440 h 304714"/>
                <a:gd name="connsiteX7" fmla="*/ 0 w 609295"/>
                <a:gd name="connsiteY7" fmla="*/ 152400 h 304714"/>
                <a:gd name="connsiteX8" fmla="*/ 0 w 609295"/>
                <a:gd name="connsiteY8" fmla="*/ 304714 h 30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9295" h="304714">
                  <a:moveTo>
                    <a:pt x="609295" y="304714"/>
                  </a:moveTo>
                  <a:lnTo>
                    <a:pt x="609295" y="152400"/>
                  </a:lnTo>
                  <a:cubicBezTo>
                    <a:pt x="608805" y="128534"/>
                    <a:pt x="597614" y="106152"/>
                    <a:pt x="578815" y="91440"/>
                  </a:cubicBezTo>
                  <a:cubicBezTo>
                    <a:pt x="536905" y="57150"/>
                    <a:pt x="483622" y="34290"/>
                    <a:pt x="430311" y="19050"/>
                  </a:cubicBezTo>
                  <a:cubicBezTo>
                    <a:pt x="389583" y="6577"/>
                    <a:pt x="347242" y="158"/>
                    <a:pt x="304648" y="0"/>
                  </a:cubicBezTo>
                  <a:cubicBezTo>
                    <a:pt x="262099" y="734"/>
                    <a:pt x="219839" y="7141"/>
                    <a:pt x="178984" y="19050"/>
                  </a:cubicBezTo>
                  <a:cubicBezTo>
                    <a:pt x="125740" y="34594"/>
                    <a:pt x="75524" y="59072"/>
                    <a:pt x="30480" y="91440"/>
                  </a:cubicBezTo>
                  <a:cubicBezTo>
                    <a:pt x="11681" y="106151"/>
                    <a:pt x="490" y="128534"/>
                    <a:pt x="0" y="152400"/>
                  </a:cubicBezTo>
                  <a:lnTo>
                    <a:pt x="0" y="304714"/>
                  </a:ln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1" name="Freihandform: Form 10">
              <a:extLst>
                <a:ext uri="{FF2B5EF4-FFF2-40B4-BE49-F238E27FC236}">
                  <a16:creationId xmlns:a16="http://schemas.microsoft.com/office/drawing/2014/main" id="{255B742B-BFEB-A739-4312-9524AEB29127}"/>
                </a:ext>
              </a:extLst>
            </p:cNvPr>
            <p:cNvSpPr/>
            <p:nvPr/>
          </p:nvSpPr>
          <p:spPr>
            <a:xfrm>
              <a:off x="1912663" y="1086976"/>
              <a:ext cx="304668" cy="209497"/>
            </a:xfrm>
            <a:custGeom>
              <a:avLst/>
              <a:gdLst>
                <a:gd name="connsiteX0" fmla="*/ 11166 w 304668"/>
                <a:gd name="connsiteY0" fmla="*/ 0 h 209497"/>
                <a:gd name="connsiteX1" fmla="*/ 95212 w 304668"/>
                <a:gd name="connsiteY1" fmla="*/ 198331 h 209497"/>
                <a:gd name="connsiteX2" fmla="*/ 293544 w 304668"/>
                <a:gd name="connsiteY2" fmla="*/ 114286 h 209497"/>
                <a:gd name="connsiteX3" fmla="*/ 293544 w 304668"/>
                <a:gd name="connsiteY3" fmla="*/ 0 h 209497"/>
              </a:gdLst>
              <a:ahLst/>
              <a:cxnLst>
                <a:cxn ang="0">
                  <a:pos x="connsiteX0" y="connsiteY0"/>
                </a:cxn>
                <a:cxn ang="0">
                  <a:pos x="connsiteX1" y="connsiteY1"/>
                </a:cxn>
                <a:cxn ang="0">
                  <a:pos x="connsiteX2" y="connsiteY2"/>
                </a:cxn>
                <a:cxn ang="0">
                  <a:pos x="connsiteX3" y="connsiteY3"/>
                </a:cxn>
              </a:cxnLst>
              <a:rect l="l" t="t" r="r" b="b"/>
              <a:pathLst>
                <a:path w="304668" h="209497">
                  <a:moveTo>
                    <a:pt x="11166" y="0"/>
                  </a:moveTo>
                  <a:cubicBezTo>
                    <a:pt x="-20394" y="77976"/>
                    <a:pt x="17236" y="166772"/>
                    <a:pt x="95212" y="198331"/>
                  </a:cubicBezTo>
                  <a:cubicBezTo>
                    <a:pt x="173189" y="229891"/>
                    <a:pt x="261984" y="192262"/>
                    <a:pt x="293544" y="114286"/>
                  </a:cubicBezTo>
                  <a:cubicBezTo>
                    <a:pt x="308377" y="77634"/>
                    <a:pt x="308377" y="36651"/>
                    <a:pt x="293544" y="0"/>
                  </a:cubicBezTo>
                  <a:close/>
                </a:path>
              </a:pathLst>
            </a:custGeom>
            <a:solidFill>
              <a:schemeClr val="tx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2" name="Freihandform: Form 11">
              <a:extLst>
                <a:ext uri="{FF2B5EF4-FFF2-40B4-BE49-F238E27FC236}">
                  <a16:creationId xmlns:a16="http://schemas.microsoft.com/office/drawing/2014/main" id="{1DE6114C-968E-A627-B12F-40FAD1FE8778}"/>
                </a:ext>
              </a:extLst>
            </p:cNvPr>
            <p:cNvSpPr/>
            <p:nvPr/>
          </p:nvSpPr>
          <p:spPr>
            <a:xfrm>
              <a:off x="1896930" y="886951"/>
              <a:ext cx="334651" cy="180984"/>
            </a:xfrm>
            <a:custGeom>
              <a:avLst/>
              <a:gdLst>
                <a:gd name="connsiteX0" fmla="*/ 9030 w 334651"/>
                <a:gd name="connsiteY0" fmla="*/ 180985 h 180984"/>
                <a:gd name="connsiteX1" fmla="*/ 0 w 334651"/>
                <a:gd name="connsiteY1" fmla="*/ 0 h 180984"/>
                <a:gd name="connsiteX2" fmla="*/ 83658 w 334651"/>
                <a:gd name="connsiteY2" fmla="*/ 60846 h 180984"/>
                <a:gd name="connsiteX3" fmla="*/ 167326 w 334651"/>
                <a:gd name="connsiteY3" fmla="*/ 0 h 180984"/>
                <a:gd name="connsiteX4" fmla="*/ 250984 w 334651"/>
                <a:gd name="connsiteY4" fmla="*/ 60846 h 180984"/>
                <a:gd name="connsiteX5" fmla="*/ 334651 w 334651"/>
                <a:gd name="connsiteY5" fmla="*/ 0 h 180984"/>
                <a:gd name="connsiteX6" fmla="*/ 325622 w 334651"/>
                <a:gd name="connsiteY6" fmla="*/ 180985 h 180984"/>
                <a:gd name="connsiteX7" fmla="*/ 9030 w 334651"/>
                <a:gd name="connsiteY7" fmla="*/ 180985 h 180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4651" h="180984">
                  <a:moveTo>
                    <a:pt x="9030" y="180985"/>
                  </a:moveTo>
                  <a:lnTo>
                    <a:pt x="0" y="0"/>
                  </a:lnTo>
                  <a:lnTo>
                    <a:pt x="83658" y="60846"/>
                  </a:lnTo>
                  <a:lnTo>
                    <a:pt x="167326" y="0"/>
                  </a:lnTo>
                  <a:lnTo>
                    <a:pt x="250984" y="60846"/>
                  </a:lnTo>
                  <a:lnTo>
                    <a:pt x="334651" y="0"/>
                  </a:lnTo>
                  <a:lnTo>
                    <a:pt x="325622" y="180985"/>
                  </a:lnTo>
                  <a:lnTo>
                    <a:pt x="9030" y="180985"/>
                  </a:ln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FDC200"/>
                </a:solidFill>
                <a:effectLst/>
                <a:uLnTx/>
                <a:uFillTx/>
                <a:latin typeface="Calibri"/>
                <a:ea typeface="+mn-ea"/>
                <a:cs typeface="+mn-cs"/>
              </a:endParaRPr>
            </a:p>
          </p:txBody>
        </p:sp>
      </p:grpSp>
      <p:grpSp>
        <p:nvGrpSpPr>
          <p:cNvPr id="246" name="Gruppieren 245">
            <a:extLst>
              <a:ext uri="{FF2B5EF4-FFF2-40B4-BE49-F238E27FC236}">
                <a16:creationId xmlns:a16="http://schemas.microsoft.com/office/drawing/2014/main" id="{470CE5F0-A037-8666-7D12-A59417F76A3C}"/>
              </a:ext>
            </a:extLst>
          </p:cNvPr>
          <p:cNvGrpSpPr>
            <a:grpSpLocks noChangeAspect="1"/>
          </p:cNvGrpSpPr>
          <p:nvPr/>
        </p:nvGrpSpPr>
        <p:grpSpPr>
          <a:xfrm>
            <a:off x="3475283" y="1179036"/>
            <a:ext cx="663653" cy="358687"/>
            <a:chOff x="4437248" y="1680585"/>
            <a:chExt cx="691718" cy="373856"/>
          </a:xfrm>
        </p:grpSpPr>
        <p:sp>
          <p:nvSpPr>
            <p:cNvPr id="248" name="Freihandform: Form 247">
              <a:extLst>
                <a:ext uri="{FF2B5EF4-FFF2-40B4-BE49-F238E27FC236}">
                  <a16:creationId xmlns:a16="http://schemas.microsoft.com/office/drawing/2014/main" id="{61520A4E-11F1-3395-4917-68DEEE0446B8}"/>
                </a:ext>
              </a:extLst>
            </p:cNvPr>
            <p:cNvSpPr/>
            <p:nvPr/>
          </p:nvSpPr>
          <p:spPr>
            <a:xfrm>
              <a:off x="4906640" y="1680585"/>
              <a:ext cx="148209" cy="148209"/>
            </a:xfrm>
            <a:custGeom>
              <a:avLst/>
              <a:gdLst>
                <a:gd name="connsiteX0" fmla="*/ 148209 w 148209"/>
                <a:gd name="connsiteY0" fmla="*/ 74104 h 148209"/>
                <a:gd name="connsiteX1" fmla="*/ 74105 w 148209"/>
                <a:gd name="connsiteY1" fmla="*/ 148209 h 148209"/>
                <a:gd name="connsiteX2" fmla="*/ 0 w 148209"/>
                <a:gd name="connsiteY2" fmla="*/ 74104 h 148209"/>
                <a:gd name="connsiteX3" fmla="*/ 74105 w 148209"/>
                <a:gd name="connsiteY3" fmla="*/ 0 h 148209"/>
                <a:gd name="connsiteX4" fmla="*/ 148209 w 148209"/>
                <a:gd name="connsiteY4" fmla="*/ 74104 h 1482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209" h="148209">
                  <a:moveTo>
                    <a:pt x="148209" y="74104"/>
                  </a:moveTo>
                  <a:cubicBezTo>
                    <a:pt x="148209" y="115031"/>
                    <a:pt x="115031" y="148209"/>
                    <a:pt x="74105" y="148209"/>
                  </a:cubicBezTo>
                  <a:cubicBezTo>
                    <a:pt x="33178" y="148209"/>
                    <a:pt x="0" y="115031"/>
                    <a:pt x="0" y="74104"/>
                  </a:cubicBezTo>
                  <a:cubicBezTo>
                    <a:pt x="0" y="33178"/>
                    <a:pt x="33178" y="0"/>
                    <a:pt x="74105" y="0"/>
                  </a:cubicBezTo>
                  <a:cubicBezTo>
                    <a:pt x="115031" y="0"/>
                    <a:pt x="148209" y="33178"/>
                    <a:pt x="148209" y="74104"/>
                  </a:cubicBez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249" name="Freihandform: Form 248">
              <a:extLst>
                <a:ext uri="{FF2B5EF4-FFF2-40B4-BE49-F238E27FC236}">
                  <a16:creationId xmlns:a16="http://schemas.microsoft.com/office/drawing/2014/main" id="{68FEA973-2840-C637-ECF8-01AC0130B13F}"/>
                </a:ext>
              </a:extLst>
            </p:cNvPr>
            <p:cNvSpPr/>
            <p:nvPr/>
          </p:nvSpPr>
          <p:spPr>
            <a:xfrm>
              <a:off x="4511448" y="1680585"/>
              <a:ext cx="148209" cy="148209"/>
            </a:xfrm>
            <a:custGeom>
              <a:avLst/>
              <a:gdLst>
                <a:gd name="connsiteX0" fmla="*/ 148209 w 148209"/>
                <a:gd name="connsiteY0" fmla="*/ 74104 h 148209"/>
                <a:gd name="connsiteX1" fmla="*/ 74105 w 148209"/>
                <a:gd name="connsiteY1" fmla="*/ 148209 h 148209"/>
                <a:gd name="connsiteX2" fmla="*/ 0 w 148209"/>
                <a:gd name="connsiteY2" fmla="*/ 74104 h 148209"/>
                <a:gd name="connsiteX3" fmla="*/ 74105 w 148209"/>
                <a:gd name="connsiteY3" fmla="*/ 0 h 148209"/>
                <a:gd name="connsiteX4" fmla="*/ 148209 w 148209"/>
                <a:gd name="connsiteY4" fmla="*/ 74104 h 1482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209" h="148209">
                  <a:moveTo>
                    <a:pt x="148209" y="74104"/>
                  </a:moveTo>
                  <a:cubicBezTo>
                    <a:pt x="148209" y="115031"/>
                    <a:pt x="115031" y="148209"/>
                    <a:pt x="74105" y="148209"/>
                  </a:cubicBezTo>
                  <a:cubicBezTo>
                    <a:pt x="33178" y="148209"/>
                    <a:pt x="0" y="115031"/>
                    <a:pt x="0" y="74104"/>
                  </a:cubicBezTo>
                  <a:cubicBezTo>
                    <a:pt x="0" y="33178"/>
                    <a:pt x="33178" y="0"/>
                    <a:pt x="74105" y="0"/>
                  </a:cubicBezTo>
                  <a:cubicBezTo>
                    <a:pt x="115031" y="0"/>
                    <a:pt x="148209" y="33178"/>
                    <a:pt x="148209" y="74104"/>
                  </a:cubicBez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250" name="Freihandform: Form 249">
              <a:extLst>
                <a:ext uri="{FF2B5EF4-FFF2-40B4-BE49-F238E27FC236}">
                  <a16:creationId xmlns:a16="http://schemas.microsoft.com/office/drawing/2014/main" id="{F06C357D-AD60-F080-8943-7EAE224D7638}"/>
                </a:ext>
              </a:extLst>
            </p:cNvPr>
            <p:cNvSpPr/>
            <p:nvPr/>
          </p:nvSpPr>
          <p:spPr>
            <a:xfrm>
              <a:off x="4860634" y="1848891"/>
              <a:ext cx="268332" cy="148400"/>
            </a:xfrm>
            <a:custGeom>
              <a:avLst/>
              <a:gdLst>
                <a:gd name="connsiteX0" fmla="*/ 253556 w 268332"/>
                <a:gd name="connsiteY0" fmla="*/ 44101 h 148400"/>
                <a:gd name="connsiteX1" fmla="*/ 181070 w 268332"/>
                <a:gd name="connsiteY1" fmla="*/ 9526 h 148400"/>
                <a:gd name="connsiteX2" fmla="*/ 120110 w 268332"/>
                <a:gd name="connsiteY2" fmla="*/ 1 h 148400"/>
                <a:gd name="connsiteX3" fmla="*/ 59246 w 268332"/>
                <a:gd name="connsiteY3" fmla="*/ 9526 h 148400"/>
                <a:gd name="connsiteX4" fmla="*/ 3429 w 268332"/>
                <a:gd name="connsiteY4" fmla="*/ 33529 h 148400"/>
                <a:gd name="connsiteX5" fmla="*/ 0 w 268332"/>
                <a:gd name="connsiteY5" fmla="*/ 37434 h 148400"/>
                <a:gd name="connsiteX6" fmla="*/ 76200 w 268332"/>
                <a:gd name="connsiteY6" fmla="*/ 75534 h 148400"/>
                <a:gd name="connsiteX7" fmla="*/ 104013 w 268332"/>
                <a:gd name="connsiteY7" fmla="*/ 131446 h 148400"/>
                <a:gd name="connsiteX8" fmla="*/ 104013 w 268332"/>
                <a:gd name="connsiteY8" fmla="*/ 148400 h 148400"/>
                <a:gd name="connsiteX9" fmla="*/ 268319 w 268332"/>
                <a:gd name="connsiteY9" fmla="*/ 148400 h 148400"/>
                <a:gd name="connsiteX10" fmla="*/ 268319 w 268332"/>
                <a:gd name="connsiteY10" fmla="*/ 73819 h 148400"/>
                <a:gd name="connsiteX11" fmla="*/ 253556 w 268332"/>
                <a:gd name="connsiteY11" fmla="*/ 44101 h 148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8332" h="148400">
                  <a:moveTo>
                    <a:pt x="253556" y="44101"/>
                  </a:moveTo>
                  <a:cubicBezTo>
                    <a:pt x="232176" y="27474"/>
                    <a:pt x="207446" y="15679"/>
                    <a:pt x="181070" y="9526"/>
                  </a:cubicBezTo>
                  <a:cubicBezTo>
                    <a:pt x="161246" y="3734"/>
                    <a:pt x="140756" y="532"/>
                    <a:pt x="120110" y="1"/>
                  </a:cubicBezTo>
                  <a:cubicBezTo>
                    <a:pt x="99448" y="-46"/>
                    <a:pt x="78906" y="3169"/>
                    <a:pt x="59246" y="9526"/>
                  </a:cubicBezTo>
                  <a:cubicBezTo>
                    <a:pt x="39570" y="14764"/>
                    <a:pt x="20765" y="22851"/>
                    <a:pt x="3429" y="33529"/>
                  </a:cubicBezTo>
                  <a:lnTo>
                    <a:pt x="0" y="37434"/>
                  </a:lnTo>
                  <a:cubicBezTo>
                    <a:pt x="27693" y="44909"/>
                    <a:pt x="53604" y="57865"/>
                    <a:pt x="76200" y="75534"/>
                  </a:cubicBezTo>
                  <a:cubicBezTo>
                    <a:pt x="93960" y="88582"/>
                    <a:pt x="104321" y="109409"/>
                    <a:pt x="104013" y="131446"/>
                  </a:cubicBezTo>
                  <a:lnTo>
                    <a:pt x="104013" y="148400"/>
                  </a:lnTo>
                  <a:lnTo>
                    <a:pt x="268319" y="148400"/>
                  </a:lnTo>
                  <a:lnTo>
                    <a:pt x="268319" y="73819"/>
                  </a:lnTo>
                  <a:cubicBezTo>
                    <a:pt x="268644" y="62075"/>
                    <a:pt x="263111" y="50937"/>
                    <a:pt x="253556" y="44101"/>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251" name="Freihandform: Form 250">
              <a:extLst>
                <a:ext uri="{FF2B5EF4-FFF2-40B4-BE49-F238E27FC236}">
                  <a16:creationId xmlns:a16="http://schemas.microsoft.com/office/drawing/2014/main" id="{47B06BAF-9EFD-1531-AD10-B8065A2BD2C1}"/>
                </a:ext>
              </a:extLst>
            </p:cNvPr>
            <p:cNvSpPr/>
            <p:nvPr/>
          </p:nvSpPr>
          <p:spPr>
            <a:xfrm>
              <a:off x="4437248" y="1848891"/>
              <a:ext cx="268700" cy="148400"/>
            </a:xfrm>
            <a:custGeom>
              <a:avLst/>
              <a:gdLst>
                <a:gd name="connsiteX0" fmla="*/ 164687 w 268700"/>
                <a:gd name="connsiteY0" fmla="*/ 131446 h 148400"/>
                <a:gd name="connsiteX1" fmla="*/ 191453 w 268700"/>
                <a:gd name="connsiteY1" fmla="*/ 76486 h 148400"/>
                <a:gd name="connsiteX2" fmla="*/ 192500 w 268700"/>
                <a:gd name="connsiteY2" fmla="*/ 75534 h 148400"/>
                <a:gd name="connsiteX3" fmla="*/ 193739 w 268700"/>
                <a:gd name="connsiteY3" fmla="*/ 74677 h 148400"/>
                <a:gd name="connsiteX4" fmla="*/ 268700 w 268700"/>
                <a:gd name="connsiteY4" fmla="*/ 37529 h 148400"/>
                <a:gd name="connsiteX5" fmla="*/ 263271 w 268700"/>
                <a:gd name="connsiteY5" fmla="*/ 31338 h 148400"/>
                <a:gd name="connsiteX6" fmla="*/ 209169 w 268700"/>
                <a:gd name="connsiteY6" fmla="*/ 9526 h 148400"/>
                <a:gd name="connsiteX7" fmla="*/ 148304 w 268700"/>
                <a:gd name="connsiteY7" fmla="*/ 1 h 148400"/>
                <a:gd name="connsiteX8" fmla="*/ 87344 w 268700"/>
                <a:gd name="connsiteY8" fmla="*/ 9526 h 148400"/>
                <a:gd name="connsiteX9" fmla="*/ 14859 w 268700"/>
                <a:gd name="connsiteY9" fmla="*/ 44101 h 148400"/>
                <a:gd name="connsiteX10" fmla="*/ 0 w 268700"/>
                <a:gd name="connsiteY10" fmla="*/ 73819 h 148400"/>
                <a:gd name="connsiteX11" fmla="*/ 0 w 268700"/>
                <a:gd name="connsiteY11" fmla="*/ 148400 h 148400"/>
                <a:gd name="connsiteX12" fmla="*/ 164687 w 268700"/>
                <a:gd name="connsiteY12" fmla="*/ 148400 h 148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8700" h="148400">
                  <a:moveTo>
                    <a:pt x="164687" y="131446"/>
                  </a:moveTo>
                  <a:cubicBezTo>
                    <a:pt x="164702" y="109990"/>
                    <a:pt x="174570" y="89728"/>
                    <a:pt x="191453" y="76486"/>
                  </a:cubicBezTo>
                  <a:lnTo>
                    <a:pt x="192500" y="75534"/>
                  </a:lnTo>
                  <a:lnTo>
                    <a:pt x="193739" y="74677"/>
                  </a:lnTo>
                  <a:cubicBezTo>
                    <a:pt x="216602" y="58406"/>
                    <a:pt x="241905" y="45867"/>
                    <a:pt x="268700" y="37529"/>
                  </a:cubicBezTo>
                  <a:cubicBezTo>
                    <a:pt x="266795" y="35529"/>
                    <a:pt x="264986" y="33433"/>
                    <a:pt x="263271" y="31338"/>
                  </a:cubicBezTo>
                  <a:cubicBezTo>
                    <a:pt x="246372" y="21520"/>
                    <a:pt x="228152" y="14175"/>
                    <a:pt x="209169" y="9526"/>
                  </a:cubicBezTo>
                  <a:cubicBezTo>
                    <a:pt x="189376" y="3742"/>
                    <a:pt x="168918" y="541"/>
                    <a:pt x="148304" y="1"/>
                  </a:cubicBezTo>
                  <a:cubicBezTo>
                    <a:pt x="127609" y="-53"/>
                    <a:pt x="107036" y="3162"/>
                    <a:pt x="87344" y="9526"/>
                  </a:cubicBezTo>
                  <a:cubicBezTo>
                    <a:pt x="61338" y="16700"/>
                    <a:pt x="36801" y="28404"/>
                    <a:pt x="14859" y="44101"/>
                  </a:cubicBezTo>
                  <a:cubicBezTo>
                    <a:pt x="5620" y="51212"/>
                    <a:pt x="146" y="62162"/>
                    <a:pt x="0" y="73819"/>
                  </a:cubicBezTo>
                  <a:lnTo>
                    <a:pt x="0" y="148400"/>
                  </a:lnTo>
                  <a:lnTo>
                    <a:pt x="164687" y="148400"/>
                  </a:ln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255" name="Freihandform: Form 254">
              <a:extLst>
                <a:ext uri="{FF2B5EF4-FFF2-40B4-BE49-F238E27FC236}">
                  <a16:creationId xmlns:a16="http://schemas.microsoft.com/office/drawing/2014/main" id="{2B89C689-F783-04FC-245E-CB47116BB975}"/>
                </a:ext>
              </a:extLst>
            </p:cNvPr>
            <p:cNvSpPr/>
            <p:nvPr/>
          </p:nvSpPr>
          <p:spPr>
            <a:xfrm>
              <a:off x="4634892" y="1906612"/>
              <a:ext cx="296525" cy="147829"/>
            </a:xfrm>
            <a:custGeom>
              <a:avLst/>
              <a:gdLst>
                <a:gd name="connsiteX0" fmla="*/ 0 w 296525"/>
                <a:gd name="connsiteY0" fmla="*/ 147830 h 147829"/>
                <a:gd name="connsiteX1" fmla="*/ 0 w 296525"/>
                <a:gd name="connsiteY1" fmla="*/ 73725 h 147829"/>
                <a:gd name="connsiteX2" fmla="*/ 14859 w 296525"/>
                <a:gd name="connsiteY2" fmla="*/ 44103 h 147829"/>
                <a:gd name="connsiteX3" fmla="*/ 87344 w 296525"/>
                <a:gd name="connsiteY3" fmla="*/ 9527 h 147829"/>
                <a:gd name="connsiteX4" fmla="*/ 148209 w 296525"/>
                <a:gd name="connsiteY4" fmla="*/ 2 h 147829"/>
                <a:gd name="connsiteX5" fmla="*/ 209169 w 296525"/>
                <a:gd name="connsiteY5" fmla="*/ 9527 h 147829"/>
                <a:gd name="connsiteX6" fmla="*/ 281654 w 296525"/>
                <a:gd name="connsiteY6" fmla="*/ 44103 h 147829"/>
                <a:gd name="connsiteX7" fmla="*/ 296513 w 296525"/>
                <a:gd name="connsiteY7" fmla="*/ 73725 h 147829"/>
                <a:gd name="connsiteX8" fmla="*/ 296513 w 296525"/>
                <a:gd name="connsiteY8" fmla="*/ 147830 h 147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6525" h="147829">
                  <a:moveTo>
                    <a:pt x="0" y="147830"/>
                  </a:moveTo>
                  <a:lnTo>
                    <a:pt x="0" y="73725"/>
                  </a:lnTo>
                  <a:cubicBezTo>
                    <a:pt x="45" y="62070"/>
                    <a:pt x="5544" y="51107"/>
                    <a:pt x="14859" y="44103"/>
                  </a:cubicBezTo>
                  <a:cubicBezTo>
                    <a:pt x="36757" y="28332"/>
                    <a:pt x="61308" y="16621"/>
                    <a:pt x="87344" y="9527"/>
                  </a:cubicBezTo>
                  <a:cubicBezTo>
                    <a:pt x="106995" y="3128"/>
                    <a:pt x="127543" y="-88"/>
                    <a:pt x="148209" y="2"/>
                  </a:cubicBezTo>
                  <a:cubicBezTo>
                    <a:pt x="168859" y="487"/>
                    <a:pt x="189355" y="3690"/>
                    <a:pt x="209169" y="9527"/>
                  </a:cubicBezTo>
                  <a:cubicBezTo>
                    <a:pt x="235573" y="15599"/>
                    <a:pt x="260319" y="27402"/>
                    <a:pt x="281654" y="44103"/>
                  </a:cubicBezTo>
                  <a:cubicBezTo>
                    <a:pt x="291244" y="50876"/>
                    <a:pt x="296819" y="61990"/>
                    <a:pt x="296513" y="73725"/>
                  </a:cubicBezTo>
                  <a:lnTo>
                    <a:pt x="296513" y="147830"/>
                  </a:ln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256" name="Freihandform: Form 255">
              <a:extLst>
                <a:ext uri="{FF2B5EF4-FFF2-40B4-BE49-F238E27FC236}">
                  <a16:creationId xmlns:a16="http://schemas.microsoft.com/office/drawing/2014/main" id="{A17198FE-525D-1FD2-B8D5-7D34854501C6}"/>
                </a:ext>
              </a:extLst>
            </p:cNvPr>
            <p:cNvSpPr/>
            <p:nvPr/>
          </p:nvSpPr>
          <p:spPr>
            <a:xfrm>
              <a:off x="4708997" y="1738212"/>
              <a:ext cx="148209" cy="148209"/>
            </a:xfrm>
            <a:custGeom>
              <a:avLst/>
              <a:gdLst>
                <a:gd name="connsiteX0" fmla="*/ 148209 w 148209"/>
                <a:gd name="connsiteY0" fmla="*/ 74105 h 148209"/>
                <a:gd name="connsiteX1" fmla="*/ 74105 w 148209"/>
                <a:gd name="connsiteY1" fmla="*/ 148209 h 148209"/>
                <a:gd name="connsiteX2" fmla="*/ 0 w 148209"/>
                <a:gd name="connsiteY2" fmla="*/ 74105 h 148209"/>
                <a:gd name="connsiteX3" fmla="*/ 74105 w 148209"/>
                <a:gd name="connsiteY3" fmla="*/ 0 h 148209"/>
                <a:gd name="connsiteX4" fmla="*/ 148209 w 148209"/>
                <a:gd name="connsiteY4" fmla="*/ 74105 h 1482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209" h="148209">
                  <a:moveTo>
                    <a:pt x="148209" y="74105"/>
                  </a:moveTo>
                  <a:cubicBezTo>
                    <a:pt x="148209" y="115031"/>
                    <a:pt x="115031" y="148209"/>
                    <a:pt x="74105" y="148209"/>
                  </a:cubicBezTo>
                  <a:cubicBezTo>
                    <a:pt x="33178" y="148209"/>
                    <a:pt x="0" y="115031"/>
                    <a:pt x="0" y="74105"/>
                  </a:cubicBezTo>
                  <a:cubicBezTo>
                    <a:pt x="0" y="33178"/>
                    <a:pt x="33178" y="0"/>
                    <a:pt x="74105" y="0"/>
                  </a:cubicBezTo>
                  <a:cubicBezTo>
                    <a:pt x="115031" y="0"/>
                    <a:pt x="148209" y="33178"/>
                    <a:pt x="148209" y="74105"/>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grpSp>
        <p:nvGrpSpPr>
          <p:cNvPr id="263" name="Gruppieren 262">
            <a:extLst>
              <a:ext uri="{FF2B5EF4-FFF2-40B4-BE49-F238E27FC236}">
                <a16:creationId xmlns:a16="http://schemas.microsoft.com/office/drawing/2014/main" id="{1B1CD459-1DB4-E3B6-F4E9-86495FB05431}"/>
              </a:ext>
            </a:extLst>
          </p:cNvPr>
          <p:cNvGrpSpPr>
            <a:grpSpLocks noChangeAspect="1"/>
          </p:cNvGrpSpPr>
          <p:nvPr/>
        </p:nvGrpSpPr>
        <p:grpSpPr>
          <a:xfrm>
            <a:off x="4295618" y="934441"/>
            <a:ext cx="592119" cy="607929"/>
            <a:chOff x="4648046" y="885126"/>
            <a:chExt cx="691715" cy="710184"/>
          </a:xfrm>
        </p:grpSpPr>
        <p:sp>
          <p:nvSpPr>
            <p:cNvPr id="264" name="Freihandform: Form 263">
              <a:extLst>
                <a:ext uri="{FF2B5EF4-FFF2-40B4-BE49-F238E27FC236}">
                  <a16:creationId xmlns:a16="http://schemas.microsoft.com/office/drawing/2014/main" id="{2BDFC657-F687-D8AE-163C-4616AB631B21}"/>
                </a:ext>
              </a:extLst>
            </p:cNvPr>
            <p:cNvSpPr/>
            <p:nvPr/>
          </p:nvSpPr>
          <p:spPr>
            <a:xfrm>
              <a:off x="4937986" y="1157637"/>
              <a:ext cx="112490" cy="28575"/>
            </a:xfrm>
            <a:custGeom>
              <a:avLst/>
              <a:gdLst>
                <a:gd name="connsiteX0" fmla="*/ 98203 w 112490"/>
                <a:gd name="connsiteY0" fmla="*/ 0 h 28575"/>
                <a:gd name="connsiteX1" fmla="*/ 14288 w 112490"/>
                <a:gd name="connsiteY1" fmla="*/ 0 h 28575"/>
                <a:gd name="connsiteX2" fmla="*/ 0 w 112490"/>
                <a:gd name="connsiteY2" fmla="*/ 14288 h 28575"/>
                <a:gd name="connsiteX3" fmla="*/ 14288 w 112490"/>
                <a:gd name="connsiteY3" fmla="*/ 28575 h 28575"/>
                <a:gd name="connsiteX4" fmla="*/ 98203 w 112490"/>
                <a:gd name="connsiteY4" fmla="*/ 28575 h 28575"/>
                <a:gd name="connsiteX5" fmla="*/ 112490 w 112490"/>
                <a:gd name="connsiteY5" fmla="*/ 14288 h 28575"/>
                <a:gd name="connsiteX6" fmla="*/ 98203 w 112490"/>
                <a:gd name="connsiteY6" fmla="*/ 0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2490" h="28575">
                  <a:moveTo>
                    <a:pt x="98203" y="0"/>
                  </a:moveTo>
                  <a:lnTo>
                    <a:pt x="14288" y="0"/>
                  </a:lnTo>
                  <a:cubicBezTo>
                    <a:pt x="6397" y="0"/>
                    <a:pt x="0" y="6397"/>
                    <a:pt x="0" y="14288"/>
                  </a:cubicBezTo>
                  <a:cubicBezTo>
                    <a:pt x="0" y="22178"/>
                    <a:pt x="6397" y="28575"/>
                    <a:pt x="14288" y="28575"/>
                  </a:cubicBezTo>
                  <a:lnTo>
                    <a:pt x="98203" y="28575"/>
                  </a:lnTo>
                  <a:cubicBezTo>
                    <a:pt x="106093" y="28575"/>
                    <a:pt x="112490" y="22178"/>
                    <a:pt x="112490" y="14288"/>
                  </a:cubicBezTo>
                  <a:cubicBezTo>
                    <a:pt x="112490" y="6397"/>
                    <a:pt x="106093" y="0"/>
                    <a:pt x="98203" y="0"/>
                  </a:cubicBezTo>
                  <a:close/>
                </a:path>
              </a:pathLst>
            </a:custGeom>
            <a:solidFill>
              <a:schemeClr val="tx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269" name="Freihandform: Form 268">
              <a:extLst>
                <a:ext uri="{FF2B5EF4-FFF2-40B4-BE49-F238E27FC236}">
                  <a16:creationId xmlns:a16="http://schemas.microsoft.com/office/drawing/2014/main" id="{20E6A058-C487-A6BB-7B97-E0DF8A6C9984}"/>
                </a:ext>
              </a:extLst>
            </p:cNvPr>
            <p:cNvSpPr/>
            <p:nvPr/>
          </p:nvSpPr>
          <p:spPr>
            <a:xfrm>
              <a:off x="4963799" y="1204786"/>
              <a:ext cx="60864" cy="28575"/>
            </a:xfrm>
            <a:custGeom>
              <a:avLst/>
              <a:gdLst>
                <a:gd name="connsiteX0" fmla="*/ 30385 w 60864"/>
                <a:gd name="connsiteY0" fmla="*/ 28575 h 28575"/>
                <a:gd name="connsiteX1" fmla="*/ 60865 w 60864"/>
                <a:gd name="connsiteY1" fmla="*/ 0 h 28575"/>
                <a:gd name="connsiteX2" fmla="*/ 0 w 60864"/>
                <a:gd name="connsiteY2" fmla="*/ 0 h 28575"/>
                <a:gd name="connsiteX3" fmla="*/ 30385 w 60864"/>
                <a:gd name="connsiteY3" fmla="*/ 28575 h 28575"/>
              </a:gdLst>
              <a:ahLst/>
              <a:cxnLst>
                <a:cxn ang="0">
                  <a:pos x="connsiteX0" y="connsiteY0"/>
                </a:cxn>
                <a:cxn ang="0">
                  <a:pos x="connsiteX1" y="connsiteY1"/>
                </a:cxn>
                <a:cxn ang="0">
                  <a:pos x="connsiteX2" y="connsiteY2"/>
                </a:cxn>
                <a:cxn ang="0">
                  <a:pos x="connsiteX3" y="connsiteY3"/>
                </a:cxn>
              </a:cxnLst>
              <a:rect l="l" t="t" r="r" b="b"/>
              <a:pathLst>
                <a:path w="60864" h="28575">
                  <a:moveTo>
                    <a:pt x="30385" y="28575"/>
                  </a:moveTo>
                  <a:cubicBezTo>
                    <a:pt x="46483" y="28560"/>
                    <a:pt x="59811" y="16064"/>
                    <a:pt x="60865" y="0"/>
                  </a:cubicBezTo>
                  <a:lnTo>
                    <a:pt x="0" y="0"/>
                  </a:lnTo>
                  <a:cubicBezTo>
                    <a:pt x="1005" y="16049"/>
                    <a:pt x="14305" y="28556"/>
                    <a:pt x="30385" y="28575"/>
                  </a:cubicBez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270" name="Freihandform: Form 269">
              <a:extLst>
                <a:ext uri="{FF2B5EF4-FFF2-40B4-BE49-F238E27FC236}">
                  <a16:creationId xmlns:a16="http://schemas.microsoft.com/office/drawing/2014/main" id="{8B2A7DB4-019D-6453-925C-EA7E5B4504DF}"/>
                </a:ext>
              </a:extLst>
            </p:cNvPr>
            <p:cNvSpPr/>
            <p:nvPr/>
          </p:nvSpPr>
          <p:spPr>
            <a:xfrm>
              <a:off x="4872455" y="885126"/>
              <a:ext cx="243554" cy="253460"/>
            </a:xfrm>
            <a:custGeom>
              <a:avLst/>
              <a:gdLst>
                <a:gd name="connsiteX0" fmla="*/ 121729 w 243554"/>
                <a:gd name="connsiteY0" fmla="*/ 0 h 253460"/>
                <a:gd name="connsiteX1" fmla="*/ 121729 w 243554"/>
                <a:gd name="connsiteY1" fmla="*/ 0 h 253460"/>
                <a:gd name="connsiteX2" fmla="*/ 0 w 243554"/>
                <a:gd name="connsiteY2" fmla="*/ 120396 h 253460"/>
                <a:gd name="connsiteX3" fmla="*/ 0 w 243554"/>
                <a:gd name="connsiteY3" fmla="*/ 124587 h 253460"/>
                <a:gd name="connsiteX4" fmla="*/ 8477 w 243554"/>
                <a:gd name="connsiteY4" fmla="*/ 167259 h 253460"/>
                <a:gd name="connsiteX5" fmla="*/ 29623 w 243554"/>
                <a:gd name="connsiteY5" fmla="*/ 201930 h 253460"/>
                <a:gd name="connsiteX6" fmla="*/ 58198 w 243554"/>
                <a:gd name="connsiteY6" fmla="*/ 248222 h 253460"/>
                <a:gd name="connsiteX7" fmla="*/ 66580 w 243554"/>
                <a:gd name="connsiteY7" fmla="*/ 253460 h 253460"/>
                <a:gd name="connsiteX8" fmla="*/ 177070 w 243554"/>
                <a:gd name="connsiteY8" fmla="*/ 253460 h 253460"/>
                <a:gd name="connsiteX9" fmla="*/ 185452 w 243554"/>
                <a:gd name="connsiteY9" fmla="*/ 248222 h 253460"/>
                <a:gd name="connsiteX10" fmla="*/ 214027 w 243554"/>
                <a:gd name="connsiteY10" fmla="*/ 201930 h 253460"/>
                <a:gd name="connsiteX11" fmla="*/ 235077 w 243554"/>
                <a:gd name="connsiteY11" fmla="*/ 167259 h 253460"/>
                <a:gd name="connsiteX12" fmla="*/ 243554 w 243554"/>
                <a:gd name="connsiteY12" fmla="*/ 125063 h 253460"/>
                <a:gd name="connsiteX13" fmla="*/ 243554 w 243554"/>
                <a:gd name="connsiteY13" fmla="*/ 120872 h 253460"/>
                <a:gd name="connsiteX14" fmla="*/ 121729 w 243554"/>
                <a:gd name="connsiteY14" fmla="*/ 0 h 253460"/>
                <a:gd name="connsiteX15" fmla="*/ 215455 w 243554"/>
                <a:gd name="connsiteY15" fmla="*/ 123825 h 253460"/>
                <a:gd name="connsiteX16" fmla="*/ 208788 w 243554"/>
                <a:gd name="connsiteY16" fmla="*/ 156686 h 253460"/>
                <a:gd name="connsiteX17" fmla="*/ 192881 w 243554"/>
                <a:gd name="connsiteY17" fmla="*/ 182404 h 253460"/>
                <a:gd name="connsiteX18" fmla="*/ 165544 w 243554"/>
                <a:gd name="connsiteY18" fmla="*/ 224600 h 253460"/>
                <a:gd name="connsiteX19" fmla="*/ 78010 w 243554"/>
                <a:gd name="connsiteY19" fmla="*/ 224600 h 253460"/>
                <a:gd name="connsiteX20" fmla="*/ 50578 w 243554"/>
                <a:gd name="connsiteY20" fmla="*/ 182404 h 253460"/>
                <a:gd name="connsiteX21" fmla="*/ 34766 w 243554"/>
                <a:gd name="connsiteY21" fmla="*/ 156686 h 253460"/>
                <a:gd name="connsiteX22" fmla="*/ 28099 w 243554"/>
                <a:gd name="connsiteY22" fmla="*/ 123825 h 253460"/>
                <a:gd name="connsiteX23" fmla="*/ 28099 w 243554"/>
                <a:gd name="connsiteY23" fmla="*/ 120396 h 253460"/>
                <a:gd name="connsiteX24" fmla="*/ 121729 w 243554"/>
                <a:gd name="connsiteY24" fmla="*/ 27813 h 253460"/>
                <a:gd name="connsiteX25" fmla="*/ 121729 w 243554"/>
                <a:gd name="connsiteY25" fmla="*/ 27813 h 253460"/>
                <a:gd name="connsiteX26" fmla="*/ 215455 w 243554"/>
                <a:gd name="connsiteY26" fmla="*/ 120396 h 253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43554" h="253460">
                  <a:moveTo>
                    <a:pt x="121729" y="0"/>
                  </a:moveTo>
                  <a:lnTo>
                    <a:pt x="121729" y="0"/>
                  </a:lnTo>
                  <a:cubicBezTo>
                    <a:pt x="55207" y="454"/>
                    <a:pt x="1188" y="53882"/>
                    <a:pt x="0" y="120396"/>
                  </a:cubicBezTo>
                  <a:lnTo>
                    <a:pt x="0" y="124587"/>
                  </a:lnTo>
                  <a:cubicBezTo>
                    <a:pt x="323" y="139195"/>
                    <a:pt x="3192" y="153636"/>
                    <a:pt x="8477" y="167259"/>
                  </a:cubicBezTo>
                  <a:cubicBezTo>
                    <a:pt x="13400" y="179985"/>
                    <a:pt x="20562" y="191728"/>
                    <a:pt x="29623" y="201930"/>
                  </a:cubicBezTo>
                  <a:cubicBezTo>
                    <a:pt x="40918" y="216195"/>
                    <a:pt x="50508" y="231731"/>
                    <a:pt x="58198" y="248222"/>
                  </a:cubicBezTo>
                  <a:cubicBezTo>
                    <a:pt x="59796" y="251394"/>
                    <a:pt x="63028" y="253414"/>
                    <a:pt x="66580" y="253460"/>
                  </a:cubicBezTo>
                  <a:lnTo>
                    <a:pt x="177070" y="253460"/>
                  </a:lnTo>
                  <a:cubicBezTo>
                    <a:pt x="180622" y="253414"/>
                    <a:pt x="183853" y="251394"/>
                    <a:pt x="185452" y="248222"/>
                  </a:cubicBezTo>
                  <a:cubicBezTo>
                    <a:pt x="193148" y="231735"/>
                    <a:pt x="202738" y="216199"/>
                    <a:pt x="214027" y="201930"/>
                  </a:cubicBezTo>
                  <a:cubicBezTo>
                    <a:pt x="223030" y="191702"/>
                    <a:pt x="230156" y="179965"/>
                    <a:pt x="235077" y="167259"/>
                  </a:cubicBezTo>
                  <a:cubicBezTo>
                    <a:pt x="240219" y="153760"/>
                    <a:pt x="243084" y="139500"/>
                    <a:pt x="243554" y="125063"/>
                  </a:cubicBezTo>
                  <a:lnTo>
                    <a:pt x="243554" y="120872"/>
                  </a:lnTo>
                  <a:cubicBezTo>
                    <a:pt x="242571" y="54157"/>
                    <a:pt x="188450" y="459"/>
                    <a:pt x="121729" y="0"/>
                  </a:cubicBezTo>
                  <a:close/>
                  <a:moveTo>
                    <a:pt x="215455" y="123825"/>
                  </a:moveTo>
                  <a:cubicBezTo>
                    <a:pt x="215061" y="135071"/>
                    <a:pt x="212808" y="146175"/>
                    <a:pt x="208788" y="156686"/>
                  </a:cubicBezTo>
                  <a:cubicBezTo>
                    <a:pt x="205033" y="166125"/>
                    <a:pt x="199650" y="174829"/>
                    <a:pt x="192881" y="182404"/>
                  </a:cubicBezTo>
                  <a:cubicBezTo>
                    <a:pt x="182180" y="195373"/>
                    <a:pt x="173007" y="209532"/>
                    <a:pt x="165544" y="224600"/>
                  </a:cubicBezTo>
                  <a:lnTo>
                    <a:pt x="78010" y="224600"/>
                  </a:lnTo>
                  <a:cubicBezTo>
                    <a:pt x="70513" y="209530"/>
                    <a:pt x="61309" y="195371"/>
                    <a:pt x="50578" y="182404"/>
                  </a:cubicBezTo>
                  <a:cubicBezTo>
                    <a:pt x="43839" y="174826"/>
                    <a:pt x="38487" y="166121"/>
                    <a:pt x="34766" y="156686"/>
                  </a:cubicBezTo>
                  <a:cubicBezTo>
                    <a:pt x="30747" y="146175"/>
                    <a:pt x="28493" y="135071"/>
                    <a:pt x="28099" y="123825"/>
                  </a:cubicBezTo>
                  <a:lnTo>
                    <a:pt x="28099" y="120396"/>
                  </a:lnTo>
                  <a:cubicBezTo>
                    <a:pt x="28978" y="69225"/>
                    <a:pt x="70552" y="28116"/>
                    <a:pt x="121729" y="27813"/>
                  </a:cubicBezTo>
                  <a:lnTo>
                    <a:pt x="121729" y="27813"/>
                  </a:lnTo>
                  <a:cubicBezTo>
                    <a:pt x="172924" y="28115"/>
                    <a:pt x="214526" y="69210"/>
                    <a:pt x="215455" y="120396"/>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271" name="Freihandform: Form 270">
              <a:extLst>
                <a:ext uri="{FF2B5EF4-FFF2-40B4-BE49-F238E27FC236}">
                  <a16:creationId xmlns:a16="http://schemas.microsoft.com/office/drawing/2014/main" id="{2E1B7CC3-F154-AFB8-CEB7-BD1C26DF27E5}"/>
                </a:ext>
              </a:extLst>
            </p:cNvPr>
            <p:cNvSpPr/>
            <p:nvPr/>
          </p:nvSpPr>
          <p:spPr>
            <a:xfrm>
              <a:off x="4948274" y="938086"/>
              <a:ext cx="102679" cy="142875"/>
            </a:xfrm>
            <a:custGeom>
              <a:avLst/>
              <a:gdLst>
                <a:gd name="connsiteX0" fmla="*/ 0 w 102679"/>
                <a:gd name="connsiteY0" fmla="*/ 98393 h 142875"/>
                <a:gd name="connsiteX1" fmla="*/ 50387 w 102679"/>
                <a:gd name="connsiteY1" fmla="*/ 0 h 142875"/>
                <a:gd name="connsiteX2" fmla="*/ 50387 w 102679"/>
                <a:gd name="connsiteY2" fmla="*/ 56959 h 142875"/>
                <a:gd name="connsiteX3" fmla="*/ 102679 w 102679"/>
                <a:gd name="connsiteY3" fmla="*/ 46577 h 142875"/>
                <a:gd name="connsiteX4" fmla="*/ 50387 w 102679"/>
                <a:gd name="connsiteY4" fmla="*/ 142875 h 142875"/>
                <a:gd name="connsiteX5" fmla="*/ 50387 w 102679"/>
                <a:gd name="connsiteY5" fmla="*/ 86963 h 142875"/>
                <a:gd name="connsiteX6" fmla="*/ 0 w 102679"/>
                <a:gd name="connsiteY6" fmla="*/ 98393 h 142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2679" h="142875">
                  <a:moveTo>
                    <a:pt x="0" y="98393"/>
                  </a:moveTo>
                  <a:lnTo>
                    <a:pt x="50387" y="0"/>
                  </a:lnTo>
                  <a:lnTo>
                    <a:pt x="50387" y="56959"/>
                  </a:lnTo>
                  <a:lnTo>
                    <a:pt x="102679" y="46577"/>
                  </a:lnTo>
                  <a:lnTo>
                    <a:pt x="50387" y="142875"/>
                  </a:lnTo>
                  <a:lnTo>
                    <a:pt x="50387" y="86963"/>
                  </a:lnTo>
                  <a:lnTo>
                    <a:pt x="0" y="98393"/>
                  </a:lnTo>
                  <a:close/>
                </a:path>
              </a:pathLst>
            </a:custGeom>
            <a:solidFill>
              <a:schemeClr val="tx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272" name="Freihandform: Form 271">
              <a:extLst>
                <a:ext uri="{FF2B5EF4-FFF2-40B4-BE49-F238E27FC236}">
                  <a16:creationId xmlns:a16="http://schemas.microsoft.com/office/drawing/2014/main" id="{70A2F832-ACDC-B4AA-83F3-C991789E8D61}"/>
                </a:ext>
              </a:extLst>
            </p:cNvPr>
            <p:cNvSpPr/>
            <p:nvPr/>
          </p:nvSpPr>
          <p:spPr>
            <a:xfrm>
              <a:off x="5117438" y="1221454"/>
              <a:ext cx="148209" cy="148209"/>
            </a:xfrm>
            <a:custGeom>
              <a:avLst/>
              <a:gdLst>
                <a:gd name="connsiteX0" fmla="*/ 148209 w 148209"/>
                <a:gd name="connsiteY0" fmla="*/ 74104 h 148209"/>
                <a:gd name="connsiteX1" fmla="*/ 74104 w 148209"/>
                <a:gd name="connsiteY1" fmla="*/ 148209 h 148209"/>
                <a:gd name="connsiteX2" fmla="*/ 0 w 148209"/>
                <a:gd name="connsiteY2" fmla="*/ 74104 h 148209"/>
                <a:gd name="connsiteX3" fmla="*/ 74104 w 148209"/>
                <a:gd name="connsiteY3" fmla="*/ 0 h 148209"/>
                <a:gd name="connsiteX4" fmla="*/ 148209 w 148209"/>
                <a:gd name="connsiteY4" fmla="*/ 74104 h 1482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209" h="148209">
                  <a:moveTo>
                    <a:pt x="148209" y="74104"/>
                  </a:moveTo>
                  <a:cubicBezTo>
                    <a:pt x="148209" y="115031"/>
                    <a:pt x="115031" y="148209"/>
                    <a:pt x="74104" y="148209"/>
                  </a:cubicBezTo>
                  <a:cubicBezTo>
                    <a:pt x="33178" y="148209"/>
                    <a:pt x="0" y="115031"/>
                    <a:pt x="0" y="74104"/>
                  </a:cubicBezTo>
                  <a:cubicBezTo>
                    <a:pt x="0" y="33178"/>
                    <a:pt x="33178" y="0"/>
                    <a:pt x="74104" y="0"/>
                  </a:cubicBezTo>
                  <a:cubicBezTo>
                    <a:pt x="115031" y="0"/>
                    <a:pt x="148209" y="33178"/>
                    <a:pt x="148209" y="74104"/>
                  </a:cubicBez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273" name="Freihandform: Form 272">
              <a:extLst>
                <a:ext uri="{FF2B5EF4-FFF2-40B4-BE49-F238E27FC236}">
                  <a16:creationId xmlns:a16="http://schemas.microsoft.com/office/drawing/2014/main" id="{E8ABA3B6-DA2E-1455-3277-CA2C274E9E0B}"/>
                </a:ext>
              </a:extLst>
            </p:cNvPr>
            <p:cNvSpPr/>
            <p:nvPr/>
          </p:nvSpPr>
          <p:spPr>
            <a:xfrm>
              <a:off x="4722150" y="1221454"/>
              <a:ext cx="148209" cy="148209"/>
            </a:xfrm>
            <a:custGeom>
              <a:avLst/>
              <a:gdLst>
                <a:gd name="connsiteX0" fmla="*/ 148209 w 148209"/>
                <a:gd name="connsiteY0" fmla="*/ 74104 h 148209"/>
                <a:gd name="connsiteX1" fmla="*/ 74104 w 148209"/>
                <a:gd name="connsiteY1" fmla="*/ 148209 h 148209"/>
                <a:gd name="connsiteX2" fmla="*/ 0 w 148209"/>
                <a:gd name="connsiteY2" fmla="*/ 74104 h 148209"/>
                <a:gd name="connsiteX3" fmla="*/ 74104 w 148209"/>
                <a:gd name="connsiteY3" fmla="*/ 0 h 148209"/>
                <a:gd name="connsiteX4" fmla="*/ 148209 w 148209"/>
                <a:gd name="connsiteY4" fmla="*/ 74104 h 1482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209" h="148209">
                  <a:moveTo>
                    <a:pt x="148209" y="74104"/>
                  </a:moveTo>
                  <a:cubicBezTo>
                    <a:pt x="148209" y="115031"/>
                    <a:pt x="115031" y="148209"/>
                    <a:pt x="74104" y="148209"/>
                  </a:cubicBezTo>
                  <a:cubicBezTo>
                    <a:pt x="33178" y="148209"/>
                    <a:pt x="0" y="115031"/>
                    <a:pt x="0" y="74104"/>
                  </a:cubicBezTo>
                  <a:cubicBezTo>
                    <a:pt x="0" y="33178"/>
                    <a:pt x="33178" y="0"/>
                    <a:pt x="74104" y="0"/>
                  </a:cubicBezTo>
                  <a:cubicBezTo>
                    <a:pt x="115031" y="0"/>
                    <a:pt x="148209" y="33178"/>
                    <a:pt x="148209" y="74104"/>
                  </a:cubicBez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274" name="Freihandform: Form 273">
              <a:extLst>
                <a:ext uri="{FF2B5EF4-FFF2-40B4-BE49-F238E27FC236}">
                  <a16:creationId xmlns:a16="http://schemas.microsoft.com/office/drawing/2014/main" id="{B6AF4135-F80D-5DE6-4DFD-B3BD5BAB3FA8}"/>
                </a:ext>
              </a:extLst>
            </p:cNvPr>
            <p:cNvSpPr/>
            <p:nvPr/>
          </p:nvSpPr>
          <p:spPr>
            <a:xfrm>
              <a:off x="5071146" y="1389761"/>
              <a:ext cx="268615" cy="148399"/>
            </a:xfrm>
            <a:custGeom>
              <a:avLst/>
              <a:gdLst>
                <a:gd name="connsiteX0" fmla="*/ 253746 w 268615"/>
                <a:gd name="connsiteY0" fmla="*/ 44101 h 148399"/>
                <a:gd name="connsiteX1" fmla="*/ 181356 w 268615"/>
                <a:gd name="connsiteY1" fmla="*/ 9525 h 148399"/>
                <a:gd name="connsiteX2" fmla="*/ 120396 w 268615"/>
                <a:gd name="connsiteY2" fmla="*/ 0 h 148399"/>
                <a:gd name="connsiteX3" fmla="*/ 59436 w 268615"/>
                <a:gd name="connsiteY3" fmla="*/ 9525 h 148399"/>
                <a:gd name="connsiteX4" fmla="*/ 3429 w 268615"/>
                <a:gd name="connsiteY4" fmla="*/ 33529 h 148399"/>
                <a:gd name="connsiteX5" fmla="*/ 0 w 268615"/>
                <a:gd name="connsiteY5" fmla="*/ 37434 h 148399"/>
                <a:gd name="connsiteX6" fmla="*/ 76200 w 268615"/>
                <a:gd name="connsiteY6" fmla="*/ 75534 h 148399"/>
                <a:gd name="connsiteX7" fmla="*/ 104108 w 268615"/>
                <a:gd name="connsiteY7" fmla="*/ 131446 h 148399"/>
                <a:gd name="connsiteX8" fmla="*/ 104108 w 268615"/>
                <a:gd name="connsiteY8" fmla="*/ 148400 h 148399"/>
                <a:gd name="connsiteX9" fmla="*/ 268605 w 268615"/>
                <a:gd name="connsiteY9" fmla="*/ 148400 h 148399"/>
                <a:gd name="connsiteX10" fmla="*/ 268605 w 268615"/>
                <a:gd name="connsiteY10" fmla="*/ 73819 h 148399"/>
                <a:gd name="connsiteX11" fmla="*/ 253746 w 268615"/>
                <a:gd name="connsiteY11" fmla="*/ 44101 h 148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8615" h="148399">
                  <a:moveTo>
                    <a:pt x="253746" y="44101"/>
                  </a:moveTo>
                  <a:cubicBezTo>
                    <a:pt x="232401" y="27476"/>
                    <a:pt x="207702" y="15681"/>
                    <a:pt x="181356" y="9525"/>
                  </a:cubicBezTo>
                  <a:cubicBezTo>
                    <a:pt x="161530" y="3742"/>
                    <a:pt x="141041" y="541"/>
                    <a:pt x="120396" y="0"/>
                  </a:cubicBezTo>
                  <a:cubicBezTo>
                    <a:pt x="99702" y="-45"/>
                    <a:pt x="79130" y="3169"/>
                    <a:pt x="59436" y="9525"/>
                  </a:cubicBezTo>
                  <a:cubicBezTo>
                    <a:pt x="39707" y="14783"/>
                    <a:pt x="20843" y="22868"/>
                    <a:pt x="3429" y="33529"/>
                  </a:cubicBezTo>
                  <a:cubicBezTo>
                    <a:pt x="2286" y="34862"/>
                    <a:pt x="1238" y="36196"/>
                    <a:pt x="0" y="37434"/>
                  </a:cubicBezTo>
                  <a:cubicBezTo>
                    <a:pt x="27701" y="44889"/>
                    <a:pt x="53615" y="57847"/>
                    <a:pt x="76200" y="75534"/>
                  </a:cubicBezTo>
                  <a:cubicBezTo>
                    <a:pt x="94021" y="88541"/>
                    <a:pt x="104425" y="109385"/>
                    <a:pt x="104108" y="131446"/>
                  </a:cubicBezTo>
                  <a:lnTo>
                    <a:pt x="104108" y="148400"/>
                  </a:lnTo>
                  <a:lnTo>
                    <a:pt x="268605" y="148400"/>
                  </a:lnTo>
                  <a:lnTo>
                    <a:pt x="268605" y="73819"/>
                  </a:lnTo>
                  <a:cubicBezTo>
                    <a:pt x="268892" y="62061"/>
                    <a:pt x="263324" y="50927"/>
                    <a:pt x="253746" y="44101"/>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275" name="Freihandform: Form 274">
              <a:extLst>
                <a:ext uri="{FF2B5EF4-FFF2-40B4-BE49-F238E27FC236}">
                  <a16:creationId xmlns:a16="http://schemas.microsoft.com/office/drawing/2014/main" id="{7FD0227F-5BC8-327E-FD81-EA08A0CF192F}"/>
                </a:ext>
              </a:extLst>
            </p:cNvPr>
            <p:cNvSpPr/>
            <p:nvPr/>
          </p:nvSpPr>
          <p:spPr>
            <a:xfrm>
              <a:off x="4648046" y="1389761"/>
              <a:ext cx="268605" cy="148399"/>
            </a:xfrm>
            <a:custGeom>
              <a:avLst/>
              <a:gdLst>
                <a:gd name="connsiteX0" fmla="*/ 164687 w 268605"/>
                <a:gd name="connsiteY0" fmla="*/ 131445 h 148399"/>
                <a:gd name="connsiteX1" fmla="*/ 191357 w 268605"/>
                <a:gd name="connsiteY1" fmla="*/ 76486 h 148399"/>
                <a:gd name="connsiteX2" fmla="*/ 192500 w 268605"/>
                <a:gd name="connsiteY2" fmla="*/ 75534 h 148399"/>
                <a:gd name="connsiteX3" fmla="*/ 193739 w 268605"/>
                <a:gd name="connsiteY3" fmla="*/ 74676 h 148399"/>
                <a:gd name="connsiteX4" fmla="*/ 268605 w 268605"/>
                <a:gd name="connsiteY4" fmla="*/ 37529 h 148399"/>
                <a:gd name="connsiteX5" fmla="*/ 263176 w 268605"/>
                <a:gd name="connsiteY5" fmla="*/ 31338 h 148399"/>
                <a:gd name="connsiteX6" fmla="*/ 209550 w 268605"/>
                <a:gd name="connsiteY6" fmla="*/ 9525 h 148399"/>
                <a:gd name="connsiteX7" fmla="*/ 148590 w 268605"/>
                <a:gd name="connsiteY7" fmla="*/ 0 h 148399"/>
                <a:gd name="connsiteX8" fmla="*/ 87630 w 268605"/>
                <a:gd name="connsiteY8" fmla="*/ 9525 h 148399"/>
                <a:gd name="connsiteX9" fmla="*/ 15240 w 268605"/>
                <a:gd name="connsiteY9" fmla="*/ 44101 h 148399"/>
                <a:gd name="connsiteX10" fmla="*/ 0 w 268605"/>
                <a:gd name="connsiteY10" fmla="*/ 73819 h 148399"/>
                <a:gd name="connsiteX11" fmla="*/ 0 w 268605"/>
                <a:gd name="connsiteY11" fmla="*/ 148400 h 148399"/>
                <a:gd name="connsiteX12" fmla="*/ 164687 w 268605"/>
                <a:gd name="connsiteY12" fmla="*/ 148400 h 148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8605" h="148399">
                  <a:moveTo>
                    <a:pt x="164687" y="131445"/>
                  </a:moveTo>
                  <a:cubicBezTo>
                    <a:pt x="164708" y="110012"/>
                    <a:pt x="174533" y="89766"/>
                    <a:pt x="191357" y="76486"/>
                  </a:cubicBezTo>
                  <a:lnTo>
                    <a:pt x="192500" y="75534"/>
                  </a:lnTo>
                  <a:lnTo>
                    <a:pt x="193739" y="74676"/>
                  </a:lnTo>
                  <a:cubicBezTo>
                    <a:pt x="216581" y="58427"/>
                    <a:pt x="241848" y="45890"/>
                    <a:pt x="268605" y="37529"/>
                  </a:cubicBezTo>
                  <a:cubicBezTo>
                    <a:pt x="266700" y="35529"/>
                    <a:pt x="264986" y="33433"/>
                    <a:pt x="263176" y="31338"/>
                  </a:cubicBezTo>
                  <a:cubicBezTo>
                    <a:pt x="246437" y="21538"/>
                    <a:pt x="228377" y="14193"/>
                    <a:pt x="209550" y="9525"/>
                  </a:cubicBezTo>
                  <a:cubicBezTo>
                    <a:pt x="189726" y="3734"/>
                    <a:pt x="169235" y="532"/>
                    <a:pt x="148590" y="0"/>
                  </a:cubicBezTo>
                  <a:cubicBezTo>
                    <a:pt x="127896" y="-39"/>
                    <a:pt x="107326" y="3176"/>
                    <a:pt x="87630" y="9525"/>
                  </a:cubicBezTo>
                  <a:cubicBezTo>
                    <a:pt x="61651" y="16693"/>
                    <a:pt x="37144" y="28399"/>
                    <a:pt x="15240" y="44101"/>
                  </a:cubicBezTo>
                  <a:cubicBezTo>
                    <a:pt x="5858" y="51134"/>
                    <a:pt x="236" y="62096"/>
                    <a:pt x="0" y="73819"/>
                  </a:cubicBezTo>
                  <a:lnTo>
                    <a:pt x="0" y="148400"/>
                  </a:lnTo>
                  <a:lnTo>
                    <a:pt x="164687" y="148400"/>
                  </a:ln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276" name="Freihandform: Form 275">
              <a:extLst>
                <a:ext uri="{FF2B5EF4-FFF2-40B4-BE49-F238E27FC236}">
                  <a16:creationId xmlns:a16="http://schemas.microsoft.com/office/drawing/2014/main" id="{9BDABAA9-FB55-008E-1948-06FE04A98416}"/>
                </a:ext>
              </a:extLst>
            </p:cNvPr>
            <p:cNvSpPr/>
            <p:nvPr/>
          </p:nvSpPr>
          <p:spPr>
            <a:xfrm>
              <a:off x="4845689" y="1447481"/>
              <a:ext cx="296430" cy="147829"/>
            </a:xfrm>
            <a:custGeom>
              <a:avLst/>
              <a:gdLst>
                <a:gd name="connsiteX0" fmla="*/ 0 w 296430"/>
                <a:gd name="connsiteY0" fmla="*/ 147830 h 147829"/>
                <a:gd name="connsiteX1" fmla="*/ 0 w 296430"/>
                <a:gd name="connsiteY1" fmla="*/ 73725 h 147829"/>
                <a:gd name="connsiteX2" fmla="*/ 14859 w 296430"/>
                <a:gd name="connsiteY2" fmla="*/ 44102 h 147829"/>
                <a:gd name="connsiteX3" fmla="*/ 87249 w 296430"/>
                <a:gd name="connsiteY3" fmla="*/ 9527 h 147829"/>
                <a:gd name="connsiteX4" fmla="*/ 148209 w 296430"/>
                <a:gd name="connsiteY4" fmla="*/ 2 h 147829"/>
                <a:gd name="connsiteX5" fmla="*/ 209169 w 296430"/>
                <a:gd name="connsiteY5" fmla="*/ 9527 h 147829"/>
                <a:gd name="connsiteX6" fmla="*/ 281654 w 296430"/>
                <a:gd name="connsiteY6" fmla="*/ 44102 h 147829"/>
                <a:gd name="connsiteX7" fmla="*/ 296418 w 296430"/>
                <a:gd name="connsiteY7" fmla="*/ 73725 h 147829"/>
                <a:gd name="connsiteX8" fmla="*/ 296418 w 296430"/>
                <a:gd name="connsiteY8" fmla="*/ 147830 h 147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6430" h="147829">
                  <a:moveTo>
                    <a:pt x="0" y="147830"/>
                  </a:moveTo>
                  <a:lnTo>
                    <a:pt x="0" y="73725"/>
                  </a:lnTo>
                  <a:cubicBezTo>
                    <a:pt x="45" y="62069"/>
                    <a:pt x="5544" y="51107"/>
                    <a:pt x="14859" y="44102"/>
                  </a:cubicBezTo>
                  <a:cubicBezTo>
                    <a:pt x="36723" y="28334"/>
                    <a:pt x="61243" y="16622"/>
                    <a:pt x="87249" y="9527"/>
                  </a:cubicBezTo>
                  <a:cubicBezTo>
                    <a:pt x="106934" y="3133"/>
                    <a:pt x="127512" y="-82"/>
                    <a:pt x="148209" y="2"/>
                  </a:cubicBezTo>
                  <a:cubicBezTo>
                    <a:pt x="168859" y="486"/>
                    <a:pt x="189355" y="3690"/>
                    <a:pt x="209169" y="9527"/>
                  </a:cubicBezTo>
                  <a:cubicBezTo>
                    <a:pt x="235567" y="15619"/>
                    <a:pt x="260308" y="27421"/>
                    <a:pt x="281654" y="44102"/>
                  </a:cubicBezTo>
                  <a:cubicBezTo>
                    <a:pt x="291195" y="50908"/>
                    <a:pt x="296728" y="62010"/>
                    <a:pt x="296418" y="73725"/>
                  </a:cubicBezTo>
                  <a:lnTo>
                    <a:pt x="296418" y="147830"/>
                  </a:ln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277" name="Freihandform: Form 276">
              <a:extLst>
                <a:ext uri="{FF2B5EF4-FFF2-40B4-BE49-F238E27FC236}">
                  <a16:creationId xmlns:a16="http://schemas.microsoft.com/office/drawing/2014/main" id="{6D6B83E9-63CD-704F-F793-F351478BA0F9}"/>
                </a:ext>
              </a:extLst>
            </p:cNvPr>
            <p:cNvSpPr/>
            <p:nvPr/>
          </p:nvSpPr>
          <p:spPr>
            <a:xfrm>
              <a:off x="4919794" y="1279081"/>
              <a:ext cx="148209" cy="148209"/>
            </a:xfrm>
            <a:custGeom>
              <a:avLst/>
              <a:gdLst>
                <a:gd name="connsiteX0" fmla="*/ 148209 w 148209"/>
                <a:gd name="connsiteY0" fmla="*/ 74105 h 148209"/>
                <a:gd name="connsiteX1" fmla="*/ 74105 w 148209"/>
                <a:gd name="connsiteY1" fmla="*/ 148209 h 148209"/>
                <a:gd name="connsiteX2" fmla="*/ 0 w 148209"/>
                <a:gd name="connsiteY2" fmla="*/ 74105 h 148209"/>
                <a:gd name="connsiteX3" fmla="*/ 74105 w 148209"/>
                <a:gd name="connsiteY3" fmla="*/ 0 h 148209"/>
                <a:gd name="connsiteX4" fmla="*/ 148209 w 148209"/>
                <a:gd name="connsiteY4" fmla="*/ 74105 h 1482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209" h="148209">
                  <a:moveTo>
                    <a:pt x="148209" y="74105"/>
                  </a:moveTo>
                  <a:cubicBezTo>
                    <a:pt x="148209" y="115031"/>
                    <a:pt x="115031" y="148209"/>
                    <a:pt x="74105" y="148209"/>
                  </a:cubicBezTo>
                  <a:cubicBezTo>
                    <a:pt x="33178" y="148209"/>
                    <a:pt x="0" y="115031"/>
                    <a:pt x="0" y="74105"/>
                  </a:cubicBezTo>
                  <a:cubicBezTo>
                    <a:pt x="0" y="33178"/>
                    <a:pt x="33178" y="0"/>
                    <a:pt x="74105" y="0"/>
                  </a:cubicBezTo>
                  <a:cubicBezTo>
                    <a:pt x="115031" y="0"/>
                    <a:pt x="148209" y="33178"/>
                    <a:pt x="148209" y="74105"/>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grpSp>
        <p:nvGrpSpPr>
          <p:cNvPr id="302" name="Gruppieren 301">
            <a:extLst>
              <a:ext uri="{FF2B5EF4-FFF2-40B4-BE49-F238E27FC236}">
                <a16:creationId xmlns:a16="http://schemas.microsoft.com/office/drawing/2014/main" id="{37548F6C-5997-C34E-7FEF-FC7B6CFE5258}"/>
              </a:ext>
            </a:extLst>
          </p:cNvPr>
          <p:cNvGrpSpPr>
            <a:grpSpLocks noChangeAspect="1"/>
          </p:cNvGrpSpPr>
          <p:nvPr/>
        </p:nvGrpSpPr>
        <p:grpSpPr>
          <a:xfrm>
            <a:off x="4320900" y="1837946"/>
            <a:ext cx="392288" cy="790019"/>
            <a:chOff x="4790137" y="4315778"/>
            <a:chExt cx="451485" cy="848800"/>
          </a:xfrm>
        </p:grpSpPr>
        <p:sp>
          <p:nvSpPr>
            <p:cNvPr id="291" name="Freihandform: Form 290">
              <a:extLst>
                <a:ext uri="{FF2B5EF4-FFF2-40B4-BE49-F238E27FC236}">
                  <a16:creationId xmlns:a16="http://schemas.microsoft.com/office/drawing/2014/main" id="{DD2D2C40-9F23-4A34-AD0F-2744DBA3398F}"/>
                </a:ext>
              </a:extLst>
            </p:cNvPr>
            <p:cNvSpPr/>
            <p:nvPr/>
          </p:nvSpPr>
          <p:spPr>
            <a:xfrm>
              <a:off x="4790137" y="4429945"/>
              <a:ext cx="378539" cy="734633"/>
            </a:xfrm>
            <a:custGeom>
              <a:avLst/>
              <a:gdLst>
                <a:gd name="connsiteX0" fmla="*/ 313057 w 378539"/>
                <a:gd name="connsiteY0" fmla="*/ 454675 h 734633"/>
                <a:gd name="connsiteX1" fmla="*/ 313057 w 378539"/>
                <a:gd name="connsiteY1" fmla="*/ 249888 h 734633"/>
                <a:gd name="connsiteX2" fmla="*/ 377084 w 378539"/>
                <a:gd name="connsiteY2" fmla="*/ 26879 h 734633"/>
                <a:gd name="connsiteX3" fmla="*/ 346856 w 378539"/>
                <a:gd name="connsiteY3" fmla="*/ 52 h 734633"/>
                <a:gd name="connsiteX4" fmla="*/ 320029 w 378539"/>
                <a:gd name="connsiteY4" fmla="*/ 30279 h 734633"/>
                <a:gd name="connsiteX5" fmla="*/ 268004 w 378539"/>
                <a:gd name="connsiteY5" fmla="*/ 214445 h 734633"/>
                <a:gd name="connsiteX6" fmla="*/ 255621 w 378539"/>
                <a:gd name="connsiteY6" fmla="*/ 214445 h 734633"/>
                <a:gd name="connsiteX7" fmla="*/ 228294 w 378539"/>
                <a:gd name="connsiteY7" fmla="*/ 218826 h 734633"/>
                <a:gd name="connsiteX8" fmla="*/ 221493 w 378539"/>
                <a:gd name="connsiteY8" fmla="*/ 220893 h 734633"/>
                <a:gd name="connsiteX9" fmla="*/ 29088 w 378539"/>
                <a:gd name="connsiteY9" fmla="*/ 405812 h 734633"/>
                <a:gd name="connsiteX10" fmla="*/ 43161 w 378539"/>
                <a:gd name="connsiteY10" fmla="*/ 443697 h 734633"/>
                <a:gd name="connsiteX11" fmla="*/ 81047 w 378539"/>
                <a:gd name="connsiteY11" fmla="*/ 429624 h 734633"/>
                <a:gd name="connsiteX12" fmla="*/ 179516 w 378539"/>
                <a:gd name="connsiteY12" fmla="*/ 305971 h 734633"/>
                <a:gd name="connsiteX13" fmla="*/ 179516 w 378539"/>
                <a:gd name="connsiteY13" fmla="*/ 484450 h 734633"/>
                <a:gd name="connsiteX14" fmla="*/ 151418 w 378539"/>
                <a:gd name="connsiteY14" fmla="*/ 541334 h 734633"/>
                <a:gd name="connsiteX15" fmla="*/ 30222 w 378539"/>
                <a:gd name="connsiteY15" fmla="*/ 533399 h 734633"/>
                <a:gd name="connsiteX16" fmla="*/ 48 w 378539"/>
                <a:gd name="connsiteY16" fmla="*/ 560281 h 734633"/>
                <a:gd name="connsiteX17" fmla="*/ 26488 w 378539"/>
                <a:gd name="connsiteY17" fmla="*/ 590425 h 734633"/>
                <a:gd name="connsiteX18" fmla="*/ 166705 w 378539"/>
                <a:gd name="connsiteY18" fmla="*/ 599617 h 734633"/>
                <a:gd name="connsiteX19" fmla="*/ 168610 w 378539"/>
                <a:gd name="connsiteY19" fmla="*/ 599674 h 734633"/>
                <a:gd name="connsiteX20" fmla="*/ 194213 w 378539"/>
                <a:gd name="connsiteY20" fmla="*/ 583758 h 734633"/>
                <a:gd name="connsiteX21" fmla="*/ 250706 w 378539"/>
                <a:gd name="connsiteY21" fmla="*/ 469458 h 734633"/>
                <a:gd name="connsiteX22" fmla="*/ 320648 w 378539"/>
                <a:gd name="connsiteY22" fmla="*/ 552135 h 734633"/>
                <a:gd name="connsiteX23" fmla="*/ 309933 w 378539"/>
                <a:gd name="connsiteY23" fmla="*/ 704078 h 734633"/>
                <a:gd name="connsiteX24" fmla="*/ 336422 w 378539"/>
                <a:gd name="connsiteY24" fmla="*/ 734558 h 734633"/>
                <a:gd name="connsiteX25" fmla="*/ 338460 w 378539"/>
                <a:gd name="connsiteY25" fmla="*/ 734634 h 734633"/>
                <a:gd name="connsiteX26" fmla="*/ 366930 w 378539"/>
                <a:gd name="connsiteY26" fmla="*/ 708069 h 734633"/>
                <a:gd name="connsiteX27" fmla="*/ 378465 w 378539"/>
                <a:gd name="connsiteY27" fmla="*/ 544524 h 734633"/>
                <a:gd name="connsiteX28" fmla="*/ 371798 w 378539"/>
                <a:gd name="connsiteY28" fmla="*/ 524065 h 73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78539" h="734633">
                  <a:moveTo>
                    <a:pt x="313057" y="454675"/>
                  </a:moveTo>
                  <a:lnTo>
                    <a:pt x="313057" y="249888"/>
                  </a:lnTo>
                  <a:cubicBezTo>
                    <a:pt x="359743" y="185288"/>
                    <a:pt x="382390" y="106406"/>
                    <a:pt x="377084" y="26879"/>
                  </a:cubicBezTo>
                  <a:cubicBezTo>
                    <a:pt x="376145" y="11123"/>
                    <a:pt x="362612" y="-888"/>
                    <a:pt x="346856" y="52"/>
                  </a:cubicBezTo>
                  <a:cubicBezTo>
                    <a:pt x="331101" y="991"/>
                    <a:pt x="319090" y="14524"/>
                    <a:pt x="320029" y="30279"/>
                  </a:cubicBezTo>
                  <a:cubicBezTo>
                    <a:pt x="324647" y="95851"/>
                    <a:pt x="306248" y="160981"/>
                    <a:pt x="268004" y="214445"/>
                  </a:cubicBezTo>
                  <a:lnTo>
                    <a:pt x="255621" y="214445"/>
                  </a:lnTo>
                  <a:cubicBezTo>
                    <a:pt x="246363" y="214741"/>
                    <a:pt x="237181" y="216214"/>
                    <a:pt x="228294" y="218826"/>
                  </a:cubicBezTo>
                  <a:cubicBezTo>
                    <a:pt x="225570" y="219550"/>
                    <a:pt x="223874" y="220027"/>
                    <a:pt x="221493" y="220893"/>
                  </a:cubicBezTo>
                  <a:cubicBezTo>
                    <a:pt x="133320" y="252955"/>
                    <a:pt x="72189" y="311714"/>
                    <a:pt x="29088" y="405812"/>
                  </a:cubicBezTo>
                  <a:cubicBezTo>
                    <a:pt x="22512" y="420160"/>
                    <a:pt x="28813" y="437121"/>
                    <a:pt x="43161" y="443697"/>
                  </a:cubicBezTo>
                  <a:cubicBezTo>
                    <a:pt x="57510" y="450274"/>
                    <a:pt x="74471" y="443973"/>
                    <a:pt x="81047" y="429624"/>
                  </a:cubicBezTo>
                  <a:cubicBezTo>
                    <a:pt x="106126" y="374884"/>
                    <a:pt x="138130" y="334470"/>
                    <a:pt x="179516" y="305971"/>
                  </a:cubicBezTo>
                  <a:lnTo>
                    <a:pt x="179516" y="484450"/>
                  </a:lnTo>
                  <a:lnTo>
                    <a:pt x="151418" y="541334"/>
                  </a:lnTo>
                  <a:lnTo>
                    <a:pt x="30222" y="533399"/>
                  </a:lnTo>
                  <a:cubicBezTo>
                    <a:pt x="14466" y="532491"/>
                    <a:pt x="957" y="544525"/>
                    <a:pt x="48" y="560281"/>
                  </a:cubicBezTo>
                  <a:cubicBezTo>
                    <a:pt x="-851" y="575864"/>
                    <a:pt x="10921" y="589284"/>
                    <a:pt x="26488" y="590425"/>
                  </a:cubicBezTo>
                  <a:lnTo>
                    <a:pt x="166705" y="599617"/>
                  </a:lnTo>
                  <a:cubicBezTo>
                    <a:pt x="167343" y="599617"/>
                    <a:pt x="167963" y="599674"/>
                    <a:pt x="168610" y="599674"/>
                  </a:cubicBezTo>
                  <a:cubicBezTo>
                    <a:pt x="179476" y="599668"/>
                    <a:pt x="189400" y="593500"/>
                    <a:pt x="194213" y="583758"/>
                  </a:cubicBezTo>
                  <a:lnTo>
                    <a:pt x="250706" y="469458"/>
                  </a:lnTo>
                  <a:lnTo>
                    <a:pt x="320648" y="552135"/>
                  </a:lnTo>
                  <a:lnTo>
                    <a:pt x="309933" y="704078"/>
                  </a:lnTo>
                  <a:cubicBezTo>
                    <a:pt x="308842" y="719805"/>
                    <a:pt x="320696" y="733444"/>
                    <a:pt x="336422" y="734558"/>
                  </a:cubicBezTo>
                  <a:cubicBezTo>
                    <a:pt x="337098" y="734615"/>
                    <a:pt x="337784" y="734634"/>
                    <a:pt x="338460" y="734634"/>
                  </a:cubicBezTo>
                  <a:cubicBezTo>
                    <a:pt x="353449" y="734616"/>
                    <a:pt x="365876" y="723020"/>
                    <a:pt x="366930" y="708069"/>
                  </a:cubicBezTo>
                  <a:lnTo>
                    <a:pt x="378465" y="544524"/>
                  </a:lnTo>
                  <a:cubicBezTo>
                    <a:pt x="379002" y="537095"/>
                    <a:pt x="376610" y="529751"/>
                    <a:pt x="371798" y="524065"/>
                  </a:cubicBezTo>
                  <a:close/>
                </a:path>
              </a:pathLst>
            </a:custGeom>
            <a:solidFill>
              <a:schemeClr val="tx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292" name="Freihandform: Form 291">
              <a:extLst>
                <a:ext uri="{FF2B5EF4-FFF2-40B4-BE49-F238E27FC236}">
                  <a16:creationId xmlns:a16="http://schemas.microsoft.com/office/drawing/2014/main" id="{8E348802-2CA4-658C-B096-444797A289AC}"/>
                </a:ext>
              </a:extLst>
            </p:cNvPr>
            <p:cNvSpPr/>
            <p:nvPr/>
          </p:nvSpPr>
          <p:spPr>
            <a:xfrm>
              <a:off x="5095391" y="4315778"/>
              <a:ext cx="87913" cy="86817"/>
            </a:xfrm>
            <a:custGeom>
              <a:avLst/>
              <a:gdLst>
                <a:gd name="connsiteX0" fmla="*/ 82108 w 87913"/>
                <a:gd name="connsiteY0" fmla="*/ 27975 h 86817"/>
                <a:gd name="connsiteX1" fmla="*/ 61924 w 87913"/>
                <a:gd name="connsiteY1" fmla="*/ 27975 h 86817"/>
                <a:gd name="connsiteX2" fmla="*/ 56419 w 87913"/>
                <a:gd name="connsiteY2" fmla="*/ 23984 h 86817"/>
                <a:gd name="connsiteX3" fmla="*/ 49818 w 87913"/>
                <a:gd name="connsiteY3" fmla="*/ 4362 h 86817"/>
                <a:gd name="connsiteX4" fmla="*/ 43941 w 87913"/>
                <a:gd name="connsiteY4" fmla="*/ 0 h 86817"/>
                <a:gd name="connsiteX5" fmla="*/ 38074 w 87913"/>
                <a:gd name="connsiteY5" fmla="*/ 3991 h 86817"/>
                <a:gd name="connsiteX6" fmla="*/ 31463 w 87913"/>
                <a:gd name="connsiteY6" fmla="*/ 23612 h 86817"/>
                <a:gd name="connsiteX7" fmla="*/ 25967 w 87913"/>
                <a:gd name="connsiteY7" fmla="*/ 27613 h 86817"/>
                <a:gd name="connsiteX8" fmla="*/ 5784 w 87913"/>
                <a:gd name="connsiteY8" fmla="*/ 27613 h 86817"/>
                <a:gd name="connsiteX9" fmla="*/ 278 w 87913"/>
                <a:gd name="connsiteY9" fmla="*/ 31613 h 86817"/>
                <a:gd name="connsiteX10" fmla="*/ 2107 w 87913"/>
                <a:gd name="connsiteY10" fmla="*/ 38148 h 86817"/>
                <a:gd name="connsiteX11" fmla="*/ 9079 w 87913"/>
                <a:gd name="connsiteY11" fmla="*/ 44329 h 86817"/>
                <a:gd name="connsiteX12" fmla="*/ 17890 w 87913"/>
                <a:gd name="connsiteY12" fmla="*/ 52321 h 86817"/>
                <a:gd name="connsiteX13" fmla="*/ 19728 w 87913"/>
                <a:gd name="connsiteY13" fmla="*/ 55178 h 86817"/>
                <a:gd name="connsiteX14" fmla="*/ 19728 w 87913"/>
                <a:gd name="connsiteY14" fmla="*/ 58445 h 86817"/>
                <a:gd name="connsiteX15" fmla="*/ 13490 w 87913"/>
                <a:gd name="connsiteY15" fmla="*/ 79162 h 86817"/>
                <a:gd name="connsiteX16" fmla="*/ 15709 w 87913"/>
                <a:gd name="connsiteY16" fmla="*/ 85725 h 86817"/>
                <a:gd name="connsiteX17" fmla="*/ 22681 w 87913"/>
                <a:gd name="connsiteY17" fmla="*/ 85725 h 86817"/>
                <a:gd name="connsiteX18" fmla="*/ 40293 w 87913"/>
                <a:gd name="connsiteY18" fmla="*/ 73343 h 86817"/>
                <a:gd name="connsiteX19" fmla="*/ 47265 w 87913"/>
                <a:gd name="connsiteY19" fmla="*/ 73343 h 86817"/>
                <a:gd name="connsiteX20" fmla="*/ 64858 w 87913"/>
                <a:gd name="connsiteY20" fmla="*/ 85725 h 86817"/>
                <a:gd name="connsiteX21" fmla="*/ 71830 w 87913"/>
                <a:gd name="connsiteY21" fmla="*/ 85725 h 86817"/>
                <a:gd name="connsiteX22" fmla="*/ 74030 w 87913"/>
                <a:gd name="connsiteY22" fmla="*/ 79191 h 86817"/>
                <a:gd name="connsiteX23" fmla="*/ 67792 w 87913"/>
                <a:gd name="connsiteY23" fmla="*/ 58474 h 86817"/>
                <a:gd name="connsiteX24" fmla="*/ 69630 w 87913"/>
                <a:gd name="connsiteY24" fmla="*/ 52302 h 86817"/>
                <a:gd name="connsiteX25" fmla="*/ 85822 w 87913"/>
                <a:gd name="connsiteY25" fmla="*/ 38491 h 86817"/>
                <a:gd name="connsiteX26" fmla="*/ 87661 w 87913"/>
                <a:gd name="connsiteY26" fmla="*/ 31956 h 86817"/>
                <a:gd name="connsiteX27" fmla="*/ 82108 w 87913"/>
                <a:gd name="connsiteY27" fmla="*/ 27975 h 86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87913" h="86817">
                  <a:moveTo>
                    <a:pt x="82108" y="27975"/>
                  </a:moveTo>
                  <a:lnTo>
                    <a:pt x="61924" y="27975"/>
                  </a:lnTo>
                  <a:cubicBezTo>
                    <a:pt x="59436" y="27924"/>
                    <a:pt x="57241" y="26333"/>
                    <a:pt x="56419" y="23984"/>
                  </a:cubicBezTo>
                  <a:lnTo>
                    <a:pt x="49818" y="4362"/>
                  </a:lnTo>
                  <a:cubicBezTo>
                    <a:pt x="48903" y="1867"/>
                    <a:pt x="46595" y="153"/>
                    <a:pt x="43941" y="0"/>
                  </a:cubicBezTo>
                  <a:cubicBezTo>
                    <a:pt x="41398" y="145"/>
                    <a:pt x="39142" y="1679"/>
                    <a:pt x="38074" y="3991"/>
                  </a:cubicBezTo>
                  <a:lnTo>
                    <a:pt x="31463" y="23612"/>
                  </a:lnTo>
                  <a:cubicBezTo>
                    <a:pt x="30772" y="26053"/>
                    <a:pt x="28502" y="27705"/>
                    <a:pt x="25967" y="27613"/>
                  </a:cubicBezTo>
                  <a:lnTo>
                    <a:pt x="5784" y="27613"/>
                  </a:lnTo>
                  <a:cubicBezTo>
                    <a:pt x="3245" y="27517"/>
                    <a:pt x="971" y="29170"/>
                    <a:pt x="278" y="31613"/>
                  </a:cubicBezTo>
                  <a:cubicBezTo>
                    <a:pt x="-446" y="33962"/>
                    <a:pt x="270" y="36516"/>
                    <a:pt x="2107" y="38148"/>
                  </a:cubicBezTo>
                  <a:lnTo>
                    <a:pt x="9079" y="44329"/>
                  </a:lnTo>
                  <a:lnTo>
                    <a:pt x="17890" y="52321"/>
                  </a:lnTo>
                  <a:cubicBezTo>
                    <a:pt x="18701" y="53130"/>
                    <a:pt x="19327" y="54105"/>
                    <a:pt x="19728" y="55178"/>
                  </a:cubicBezTo>
                  <a:cubicBezTo>
                    <a:pt x="20090" y="56237"/>
                    <a:pt x="20090" y="57387"/>
                    <a:pt x="19728" y="58445"/>
                  </a:cubicBezTo>
                  <a:lnTo>
                    <a:pt x="13490" y="79162"/>
                  </a:lnTo>
                  <a:cubicBezTo>
                    <a:pt x="12644" y="81600"/>
                    <a:pt x="13557" y="84301"/>
                    <a:pt x="15709" y="85725"/>
                  </a:cubicBezTo>
                  <a:cubicBezTo>
                    <a:pt x="17804" y="87182"/>
                    <a:pt x="20586" y="87182"/>
                    <a:pt x="22681" y="85725"/>
                  </a:cubicBezTo>
                  <a:lnTo>
                    <a:pt x="40293" y="73343"/>
                  </a:lnTo>
                  <a:cubicBezTo>
                    <a:pt x="42392" y="71896"/>
                    <a:pt x="45166" y="71896"/>
                    <a:pt x="47265" y="73343"/>
                  </a:cubicBezTo>
                  <a:lnTo>
                    <a:pt x="64858" y="85725"/>
                  </a:lnTo>
                  <a:cubicBezTo>
                    <a:pt x="66953" y="87182"/>
                    <a:pt x="69735" y="87182"/>
                    <a:pt x="71830" y="85725"/>
                  </a:cubicBezTo>
                  <a:cubicBezTo>
                    <a:pt x="73913" y="84263"/>
                    <a:pt x="74805" y="81616"/>
                    <a:pt x="74030" y="79191"/>
                  </a:cubicBezTo>
                  <a:lnTo>
                    <a:pt x="67792" y="58474"/>
                  </a:lnTo>
                  <a:cubicBezTo>
                    <a:pt x="67076" y="56234"/>
                    <a:pt x="67806" y="53785"/>
                    <a:pt x="69630" y="52302"/>
                  </a:cubicBezTo>
                  <a:lnTo>
                    <a:pt x="85822" y="38491"/>
                  </a:lnTo>
                  <a:cubicBezTo>
                    <a:pt x="87626" y="36839"/>
                    <a:pt x="88339" y="34307"/>
                    <a:pt x="87661" y="31956"/>
                  </a:cubicBezTo>
                  <a:cubicBezTo>
                    <a:pt x="86738" y="29665"/>
                    <a:pt x="84574" y="28114"/>
                    <a:pt x="82108" y="27975"/>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293" name="Freihandform: Form 292">
              <a:extLst>
                <a:ext uri="{FF2B5EF4-FFF2-40B4-BE49-F238E27FC236}">
                  <a16:creationId xmlns:a16="http://schemas.microsoft.com/office/drawing/2014/main" id="{44251C8C-DA09-81AB-11FA-3A055A1F7647}"/>
                </a:ext>
              </a:extLst>
            </p:cNvPr>
            <p:cNvSpPr/>
            <p:nvPr/>
          </p:nvSpPr>
          <p:spPr>
            <a:xfrm>
              <a:off x="5202290" y="4375139"/>
              <a:ext cx="39332" cy="38593"/>
            </a:xfrm>
            <a:custGeom>
              <a:avLst/>
              <a:gdLst>
                <a:gd name="connsiteX0" fmla="*/ 38073 w 39332"/>
                <a:gd name="connsiteY0" fmla="*/ 19125 h 38593"/>
                <a:gd name="connsiteX1" fmla="*/ 30453 w 39332"/>
                <a:gd name="connsiteY1" fmla="*/ 14743 h 38593"/>
                <a:gd name="connsiteX2" fmla="*/ 29272 w 39332"/>
                <a:gd name="connsiteY2" fmla="*/ 12038 h 38593"/>
                <a:gd name="connsiteX3" fmla="*/ 31177 w 39332"/>
                <a:gd name="connsiteY3" fmla="*/ 3237 h 38593"/>
                <a:gd name="connsiteX4" fmla="*/ 29939 w 39332"/>
                <a:gd name="connsiteY4" fmla="*/ 322 h 38593"/>
                <a:gd name="connsiteX5" fmla="*/ 26843 w 39332"/>
                <a:gd name="connsiteY5" fmla="*/ 551 h 38593"/>
                <a:gd name="connsiteX6" fmla="*/ 20014 w 39332"/>
                <a:gd name="connsiteY6" fmla="*/ 6485 h 38593"/>
                <a:gd name="connsiteX7" fmla="*/ 17061 w 39332"/>
                <a:gd name="connsiteY7" fmla="*/ 6799 h 38593"/>
                <a:gd name="connsiteX8" fmla="*/ 9441 w 39332"/>
                <a:gd name="connsiteY8" fmla="*/ 2408 h 38593"/>
                <a:gd name="connsiteX9" fmla="*/ 6488 w 39332"/>
                <a:gd name="connsiteY9" fmla="*/ 2722 h 38593"/>
                <a:gd name="connsiteX10" fmla="*/ 5726 w 39332"/>
                <a:gd name="connsiteY10" fmla="*/ 5580 h 38593"/>
                <a:gd name="connsiteX11" fmla="*/ 6984 w 39332"/>
                <a:gd name="connsiteY11" fmla="*/ 9390 h 38593"/>
                <a:gd name="connsiteX12" fmla="*/ 8517 w 39332"/>
                <a:gd name="connsiteY12" fmla="*/ 14305 h 38593"/>
                <a:gd name="connsiteX13" fmla="*/ 8517 w 39332"/>
                <a:gd name="connsiteY13" fmla="*/ 15800 h 38593"/>
                <a:gd name="connsiteX14" fmla="*/ 7793 w 39332"/>
                <a:gd name="connsiteY14" fmla="*/ 17029 h 38593"/>
                <a:gd name="connsiteX15" fmla="*/ 869 w 39332"/>
                <a:gd name="connsiteY15" fmla="*/ 23458 h 38593"/>
                <a:gd name="connsiteX16" fmla="*/ 240 w 39332"/>
                <a:gd name="connsiteY16" fmla="*/ 26392 h 38593"/>
                <a:gd name="connsiteX17" fmla="*/ 2869 w 39332"/>
                <a:gd name="connsiteY17" fmla="*/ 27907 h 38593"/>
                <a:gd name="connsiteX18" fmla="*/ 12222 w 39332"/>
                <a:gd name="connsiteY18" fmla="*/ 27087 h 38593"/>
                <a:gd name="connsiteX19" fmla="*/ 14842 w 39332"/>
                <a:gd name="connsiteY19" fmla="*/ 28602 h 38593"/>
                <a:gd name="connsiteX20" fmla="*/ 18728 w 39332"/>
                <a:gd name="connsiteY20" fmla="*/ 37070 h 38593"/>
                <a:gd name="connsiteX21" fmla="*/ 21347 w 39332"/>
                <a:gd name="connsiteY21" fmla="*/ 38584 h 38593"/>
                <a:gd name="connsiteX22" fmla="*/ 23624 w 39332"/>
                <a:gd name="connsiteY22" fmla="*/ 36603 h 38593"/>
                <a:gd name="connsiteX23" fmla="*/ 25862 w 39332"/>
                <a:gd name="connsiteY23" fmla="*/ 27468 h 38593"/>
                <a:gd name="connsiteX24" fmla="*/ 27920 w 39332"/>
                <a:gd name="connsiteY24" fmla="*/ 25563 h 38593"/>
                <a:gd name="connsiteX25" fmla="*/ 37045 w 39332"/>
                <a:gd name="connsiteY25" fmla="*/ 23878 h 38593"/>
                <a:gd name="connsiteX26" fmla="*/ 39302 w 39332"/>
                <a:gd name="connsiteY26" fmla="*/ 21820 h 38593"/>
                <a:gd name="connsiteX27" fmla="*/ 38073 w 39332"/>
                <a:gd name="connsiteY27" fmla="*/ 19125 h 38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9332" h="38593">
                  <a:moveTo>
                    <a:pt x="38073" y="19125"/>
                  </a:moveTo>
                  <a:lnTo>
                    <a:pt x="30453" y="14743"/>
                  </a:lnTo>
                  <a:cubicBezTo>
                    <a:pt x="29526" y="14183"/>
                    <a:pt x="29052" y="13099"/>
                    <a:pt x="29272" y="12038"/>
                  </a:cubicBezTo>
                  <a:lnTo>
                    <a:pt x="31177" y="3237"/>
                  </a:lnTo>
                  <a:cubicBezTo>
                    <a:pt x="31390" y="2104"/>
                    <a:pt x="30902" y="955"/>
                    <a:pt x="29939" y="322"/>
                  </a:cubicBezTo>
                  <a:cubicBezTo>
                    <a:pt x="28944" y="-178"/>
                    <a:pt x="27754" y="-91"/>
                    <a:pt x="26843" y="551"/>
                  </a:cubicBezTo>
                  <a:lnTo>
                    <a:pt x="20014" y="6485"/>
                  </a:lnTo>
                  <a:cubicBezTo>
                    <a:pt x="19218" y="7252"/>
                    <a:pt x="18001" y="7382"/>
                    <a:pt x="17061" y="6799"/>
                  </a:cubicBezTo>
                  <a:lnTo>
                    <a:pt x="9441" y="2408"/>
                  </a:lnTo>
                  <a:cubicBezTo>
                    <a:pt x="8501" y="1826"/>
                    <a:pt x="7285" y="1955"/>
                    <a:pt x="6488" y="2722"/>
                  </a:cubicBezTo>
                  <a:cubicBezTo>
                    <a:pt x="5697" y="3444"/>
                    <a:pt x="5399" y="4560"/>
                    <a:pt x="5726" y="5580"/>
                  </a:cubicBezTo>
                  <a:lnTo>
                    <a:pt x="6984" y="9390"/>
                  </a:lnTo>
                  <a:lnTo>
                    <a:pt x="8517" y="14305"/>
                  </a:lnTo>
                  <a:cubicBezTo>
                    <a:pt x="8627" y="14797"/>
                    <a:pt x="8627" y="15308"/>
                    <a:pt x="8517" y="15800"/>
                  </a:cubicBezTo>
                  <a:cubicBezTo>
                    <a:pt x="8418" y="16278"/>
                    <a:pt x="8164" y="16711"/>
                    <a:pt x="7793" y="17029"/>
                  </a:cubicBezTo>
                  <a:lnTo>
                    <a:pt x="869" y="23458"/>
                  </a:lnTo>
                  <a:cubicBezTo>
                    <a:pt x="17" y="24180"/>
                    <a:pt x="-241" y="25385"/>
                    <a:pt x="240" y="26392"/>
                  </a:cubicBezTo>
                  <a:cubicBezTo>
                    <a:pt x="713" y="27397"/>
                    <a:pt x="1762" y="28001"/>
                    <a:pt x="2869" y="27907"/>
                  </a:cubicBezTo>
                  <a:lnTo>
                    <a:pt x="12222" y="27087"/>
                  </a:lnTo>
                  <a:cubicBezTo>
                    <a:pt x="13326" y="26995"/>
                    <a:pt x="14371" y="27599"/>
                    <a:pt x="14842" y="28602"/>
                  </a:cubicBezTo>
                  <a:lnTo>
                    <a:pt x="18728" y="37070"/>
                  </a:lnTo>
                  <a:cubicBezTo>
                    <a:pt x="19199" y="38073"/>
                    <a:pt x="20243" y="38676"/>
                    <a:pt x="21347" y="38584"/>
                  </a:cubicBezTo>
                  <a:cubicBezTo>
                    <a:pt x="22456" y="38488"/>
                    <a:pt x="23375" y="37688"/>
                    <a:pt x="23624" y="36603"/>
                  </a:cubicBezTo>
                  <a:lnTo>
                    <a:pt x="25862" y="27468"/>
                  </a:lnTo>
                  <a:cubicBezTo>
                    <a:pt x="26093" y="26472"/>
                    <a:pt x="26908" y="25717"/>
                    <a:pt x="27920" y="25563"/>
                  </a:cubicBezTo>
                  <a:lnTo>
                    <a:pt x="37045" y="23878"/>
                  </a:lnTo>
                  <a:cubicBezTo>
                    <a:pt x="38131" y="23685"/>
                    <a:pt x="39010" y="22884"/>
                    <a:pt x="39302" y="21820"/>
                  </a:cubicBezTo>
                  <a:cubicBezTo>
                    <a:pt x="39462" y="20758"/>
                    <a:pt x="38980" y="19701"/>
                    <a:pt x="38073" y="19125"/>
                  </a:cubicBez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294" name="Freihandform: Form 293">
              <a:extLst>
                <a:ext uri="{FF2B5EF4-FFF2-40B4-BE49-F238E27FC236}">
                  <a16:creationId xmlns:a16="http://schemas.microsoft.com/office/drawing/2014/main" id="{B72C4831-FD46-1C2D-FDB0-B5550239DAC4}"/>
                </a:ext>
              </a:extLst>
            </p:cNvPr>
            <p:cNvSpPr/>
            <p:nvPr/>
          </p:nvSpPr>
          <p:spPr>
            <a:xfrm>
              <a:off x="5038636" y="4394179"/>
              <a:ext cx="37688" cy="39173"/>
            </a:xfrm>
            <a:custGeom>
              <a:avLst/>
              <a:gdLst>
                <a:gd name="connsiteX0" fmla="*/ 4837 w 37688"/>
                <a:gd name="connsiteY0" fmla="*/ 21792 h 39173"/>
                <a:gd name="connsiteX1" fmla="*/ 9266 w 37688"/>
                <a:gd name="connsiteY1" fmla="*/ 24488 h 39173"/>
                <a:gd name="connsiteX2" fmla="*/ 10294 w 37688"/>
                <a:gd name="connsiteY2" fmla="*/ 25573 h 39173"/>
                <a:gd name="connsiteX3" fmla="*/ 10561 w 37688"/>
                <a:gd name="connsiteY3" fmla="*/ 26974 h 39173"/>
                <a:gd name="connsiteX4" fmla="*/ 9609 w 37688"/>
                <a:gd name="connsiteY4" fmla="*/ 36327 h 39173"/>
                <a:gd name="connsiteX5" fmla="*/ 11094 w 37688"/>
                <a:gd name="connsiteY5" fmla="*/ 38946 h 39173"/>
                <a:gd name="connsiteX6" fmla="*/ 14076 w 37688"/>
                <a:gd name="connsiteY6" fmla="*/ 38375 h 39173"/>
                <a:gd name="connsiteX7" fmla="*/ 20572 w 37688"/>
                <a:gd name="connsiteY7" fmla="*/ 31707 h 39173"/>
                <a:gd name="connsiteX8" fmla="*/ 23553 w 37688"/>
                <a:gd name="connsiteY8" fmla="*/ 31146 h 39173"/>
                <a:gd name="connsiteX9" fmla="*/ 32126 w 37688"/>
                <a:gd name="connsiteY9" fmla="*/ 34956 h 39173"/>
                <a:gd name="connsiteX10" fmla="*/ 35097 w 37688"/>
                <a:gd name="connsiteY10" fmla="*/ 34384 h 39173"/>
                <a:gd name="connsiteX11" fmla="*/ 35497 w 37688"/>
                <a:gd name="connsiteY11" fmla="*/ 31412 h 39173"/>
                <a:gd name="connsiteX12" fmla="*/ 31106 w 37688"/>
                <a:gd name="connsiteY12" fmla="*/ 23068 h 39173"/>
                <a:gd name="connsiteX13" fmla="*/ 31383 w 37688"/>
                <a:gd name="connsiteY13" fmla="*/ 20277 h 39173"/>
                <a:gd name="connsiteX14" fmla="*/ 37098 w 37688"/>
                <a:gd name="connsiteY14" fmla="*/ 13067 h 39173"/>
                <a:gd name="connsiteX15" fmla="*/ 36745 w 37688"/>
                <a:gd name="connsiteY15" fmla="*/ 9420 h 39173"/>
                <a:gd name="connsiteX16" fmla="*/ 34659 w 37688"/>
                <a:gd name="connsiteY16" fmla="*/ 8867 h 39173"/>
                <a:gd name="connsiteX17" fmla="*/ 26030 w 37688"/>
                <a:gd name="connsiteY17" fmla="*/ 10514 h 39173"/>
                <a:gd name="connsiteX18" fmla="*/ 23353 w 37688"/>
                <a:gd name="connsiteY18" fmla="*/ 9248 h 39173"/>
                <a:gd name="connsiteX19" fmla="*/ 18895 w 37688"/>
                <a:gd name="connsiteY19" fmla="*/ 1408 h 39173"/>
                <a:gd name="connsiteX20" fmla="*/ 16038 w 37688"/>
                <a:gd name="connsiteY20" fmla="*/ 27 h 39173"/>
                <a:gd name="connsiteX21" fmla="*/ 13866 w 37688"/>
                <a:gd name="connsiteY21" fmla="*/ 2209 h 39173"/>
                <a:gd name="connsiteX22" fmla="*/ 12676 w 37688"/>
                <a:gd name="connsiteY22" fmla="*/ 11133 h 39173"/>
                <a:gd name="connsiteX23" fmla="*/ 10656 w 37688"/>
                <a:gd name="connsiteY23" fmla="*/ 13286 h 39173"/>
                <a:gd name="connsiteX24" fmla="*/ 2036 w 37688"/>
                <a:gd name="connsiteY24" fmla="*/ 14934 h 39173"/>
                <a:gd name="connsiteX25" fmla="*/ 17 w 37688"/>
                <a:gd name="connsiteY25" fmla="*/ 17087 h 39173"/>
                <a:gd name="connsiteX26" fmla="*/ 1341 w 37688"/>
                <a:gd name="connsiteY26" fmla="*/ 19735 h 39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7688" h="39173">
                  <a:moveTo>
                    <a:pt x="4837" y="21792"/>
                  </a:moveTo>
                  <a:lnTo>
                    <a:pt x="9266" y="24488"/>
                  </a:lnTo>
                  <a:cubicBezTo>
                    <a:pt x="9683" y="24771"/>
                    <a:pt x="10033" y="25142"/>
                    <a:pt x="10294" y="25573"/>
                  </a:cubicBezTo>
                  <a:cubicBezTo>
                    <a:pt x="10537" y="25997"/>
                    <a:pt x="10632" y="26490"/>
                    <a:pt x="10561" y="26974"/>
                  </a:cubicBezTo>
                  <a:lnTo>
                    <a:pt x="9609" y="36327"/>
                  </a:lnTo>
                  <a:cubicBezTo>
                    <a:pt x="9462" y="37434"/>
                    <a:pt x="10069" y="38505"/>
                    <a:pt x="11094" y="38946"/>
                  </a:cubicBezTo>
                  <a:cubicBezTo>
                    <a:pt x="12110" y="39395"/>
                    <a:pt x="13298" y="39167"/>
                    <a:pt x="14076" y="38375"/>
                  </a:cubicBezTo>
                  <a:lnTo>
                    <a:pt x="20572" y="31707"/>
                  </a:lnTo>
                  <a:cubicBezTo>
                    <a:pt x="21349" y="30913"/>
                    <a:pt x="22540" y="30688"/>
                    <a:pt x="23553" y="31146"/>
                  </a:cubicBezTo>
                  <a:lnTo>
                    <a:pt x="32126" y="34956"/>
                  </a:lnTo>
                  <a:cubicBezTo>
                    <a:pt x="33138" y="35403"/>
                    <a:pt x="34323" y="35175"/>
                    <a:pt x="35097" y="34384"/>
                  </a:cubicBezTo>
                  <a:cubicBezTo>
                    <a:pt x="35872" y="33590"/>
                    <a:pt x="36034" y="32383"/>
                    <a:pt x="35497" y="31412"/>
                  </a:cubicBezTo>
                  <a:lnTo>
                    <a:pt x="31106" y="23068"/>
                  </a:lnTo>
                  <a:cubicBezTo>
                    <a:pt x="30615" y="22170"/>
                    <a:pt x="30725" y="21062"/>
                    <a:pt x="31383" y="20277"/>
                  </a:cubicBezTo>
                  <a:lnTo>
                    <a:pt x="37098" y="13067"/>
                  </a:lnTo>
                  <a:cubicBezTo>
                    <a:pt x="38007" y="11962"/>
                    <a:pt x="37849" y="10330"/>
                    <a:pt x="36745" y="9420"/>
                  </a:cubicBezTo>
                  <a:cubicBezTo>
                    <a:pt x="36163" y="8941"/>
                    <a:pt x="35402" y="8739"/>
                    <a:pt x="34659" y="8867"/>
                  </a:cubicBezTo>
                  <a:lnTo>
                    <a:pt x="26030" y="10514"/>
                  </a:lnTo>
                  <a:cubicBezTo>
                    <a:pt x="24961" y="10688"/>
                    <a:pt x="23896" y="10184"/>
                    <a:pt x="23353" y="9248"/>
                  </a:cubicBezTo>
                  <a:lnTo>
                    <a:pt x="18895" y="1408"/>
                  </a:lnTo>
                  <a:cubicBezTo>
                    <a:pt x="18310" y="413"/>
                    <a:pt x="17182" y="-132"/>
                    <a:pt x="16038" y="27"/>
                  </a:cubicBezTo>
                  <a:cubicBezTo>
                    <a:pt x="14964" y="294"/>
                    <a:pt x="14128" y="1134"/>
                    <a:pt x="13866" y="2209"/>
                  </a:cubicBezTo>
                  <a:lnTo>
                    <a:pt x="12676" y="11133"/>
                  </a:lnTo>
                  <a:cubicBezTo>
                    <a:pt x="12578" y="12231"/>
                    <a:pt x="11745" y="13119"/>
                    <a:pt x="10656" y="13286"/>
                  </a:cubicBezTo>
                  <a:lnTo>
                    <a:pt x="2036" y="14934"/>
                  </a:lnTo>
                  <a:cubicBezTo>
                    <a:pt x="947" y="15101"/>
                    <a:pt x="114" y="15989"/>
                    <a:pt x="17" y="17087"/>
                  </a:cubicBezTo>
                  <a:cubicBezTo>
                    <a:pt x="-102" y="18153"/>
                    <a:pt x="417" y="19190"/>
                    <a:pt x="1341" y="19735"/>
                  </a:cubicBez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295" name="Freihandform: Form 294">
              <a:extLst>
                <a:ext uri="{FF2B5EF4-FFF2-40B4-BE49-F238E27FC236}">
                  <a16:creationId xmlns:a16="http://schemas.microsoft.com/office/drawing/2014/main" id="{68D9AFBA-5154-C9D5-2BDC-2CF50E01CB25}"/>
                </a:ext>
              </a:extLst>
            </p:cNvPr>
            <p:cNvSpPr/>
            <p:nvPr/>
          </p:nvSpPr>
          <p:spPr>
            <a:xfrm>
              <a:off x="4944232" y="4515498"/>
              <a:ext cx="114300" cy="114300"/>
            </a:xfrm>
            <a:custGeom>
              <a:avLst/>
              <a:gdLst>
                <a:gd name="connsiteX0" fmla="*/ 114300 w 114300"/>
                <a:gd name="connsiteY0" fmla="*/ 57150 h 114300"/>
                <a:gd name="connsiteX1" fmla="*/ 57150 w 114300"/>
                <a:gd name="connsiteY1" fmla="*/ 114300 h 114300"/>
                <a:gd name="connsiteX2" fmla="*/ 0 w 114300"/>
                <a:gd name="connsiteY2" fmla="*/ 57150 h 114300"/>
                <a:gd name="connsiteX3" fmla="*/ 57150 w 114300"/>
                <a:gd name="connsiteY3" fmla="*/ 0 h 114300"/>
                <a:gd name="connsiteX4" fmla="*/ 114300 w 114300"/>
                <a:gd name="connsiteY4" fmla="*/ 57150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4300" y="57150"/>
                  </a:moveTo>
                  <a:cubicBezTo>
                    <a:pt x="114300" y="88713"/>
                    <a:pt x="88713" y="114300"/>
                    <a:pt x="57150" y="114300"/>
                  </a:cubicBezTo>
                  <a:cubicBezTo>
                    <a:pt x="25587" y="114300"/>
                    <a:pt x="0" y="88713"/>
                    <a:pt x="0" y="57150"/>
                  </a:cubicBezTo>
                  <a:cubicBezTo>
                    <a:pt x="0" y="25587"/>
                    <a:pt x="25587" y="0"/>
                    <a:pt x="57150" y="0"/>
                  </a:cubicBezTo>
                  <a:cubicBezTo>
                    <a:pt x="88713" y="0"/>
                    <a:pt x="114300" y="25587"/>
                    <a:pt x="114300" y="57150"/>
                  </a:cubicBez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sp>
        <p:nvSpPr>
          <p:cNvPr id="300" name="Grafik 288" descr="Verbindungen mit einfarbiger Füllung">
            <a:extLst>
              <a:ext uri="{FF2B5EF4-FFF2-40B4-BE49-F238E27FC236}">
                <a16:creationId xmlns:a16="http://schemas.microsoft.com/office/drawing/2014/main" id="{6D7F971E-B5F3-A70C-CAE3-2CF5559803B8}"/>
              </a:ext>
            </a:extLst>
          </p:cNvPr>
          <p:cNvSpPr>
            <a:spLocks noChangeAspect="1"/>
          </p:cNvSpPr>
          <p:nvPr/>
        </p:nvSpPr>
        <p:spPr>
          <a:xfrm>
            <a:off x="7478813" y="1264901"/>
            <a:ext cx="814050" cy="738553"/>
          </a:xfrm>
          <a:custGeom>
            <a:avLst/>
            <a:gdLst>
              <a:gd name="connsiteX0" fmla="*/ 733425 w 814050"/>
              <a:gd name="connsiteY0" fmla="*/ 289163 h 738553"/>
              <a:gd name="connsiteX1" fmla="*/ 724853 w 814050"/>
              <a:gd name="connsiteY1" fmla="*/ 289163 h 738553"/>
              <a:gd name="connsiteX2" fmla="*/ 700088 w 814050"/>
              <a:gd name="connsiteY2" fmla="*/ 222488 h 738553"/>
              <a:gd name="connsiteX3" fmla="*/ 745808 w 814050"/>
              <a:gd name="connsiteY3" fmla="*/ 60563 h 738553"/>
              <a:gd name="connsiteX4" fmla="*/ 583883 w 814050"/>
              <a:gd name="connsiteY4" fmla="*/ 14843 h 738553"/>
              <a:gd name="connsiteX5" fmla="*/ 527685 w 814050"/>
              <a:gd name="connsiteY5" fmla="*/ 87233 h 738553"/>
              <a:gd name="connsiteX6" fmla="*/ 439103 w 814050"/>
              <a:gd name="connsiteY6" fmla="*/ 77708 h 738553"/>
              <a:gd name="connsiteX7" fmla="*/ 351473 w 814050"/>
              <a:gd name="connsiteY7" fmla="*/ 12938 h 738553"/>
              <a:gd name="connsiteX8" fmla="*/ 285750 w 814050"/>
              <a:gd name="connsiteY8" fmla="*/ 89138 h 738553"/>
              <a:gd name="connsiteX9" fmla="*/ 296228 w 814050"/>
              <a:gd name="connsiteY9" fmla="*/ 128190 h 738553"/>
              <a:gd name="connsiteX10" fmla="*/ 189547 w 814050"/>
              <a:gd name="connsiteY10" fmla="*/ 232965 h 738553"/>
              <a:gd name="connsiteX11" fmla="*/ 119062 w 814050"/>
              <a:gd name="connsiteY11" fmla="*/ 209153 h 738553"/>
              <a:gd name="connsiteX12" fmla="*/ 0 w 814050"/>
              <a:gd name="connsiteY12" fmla="*/ 328215 h 738553"/>
              <a:gd name="connsiteX13" fmla="*/ 119062 w 814050"/>
              <a:gd name="connsiteY13" fmla="*/ 447278 h 738553"/>
              <a:gd name="connsiteX14" fmla="*/ 142875 w 814050"/>
              <a:gd name="connsiteY14" fmla="*/ 590153 h 738553"/>
              <a:gd name="connsiteX15" fmla="*/ 102870 w 814050"/>
              <a:gd name="connsiteY15" fmla="*/ 692070 h 738553"/>
              <a:gd name="connsiteX16" fmla="*/ 204788 w 814050"/>
              <a:gd name="connsiteY16" fmla="*/ 732075 h 738553"/>
              <a:gd name="connsiteX17" fmla="*/ 248603 w 814050"/>
              <a:gd name="connsiteY17" fmla="*/ 638730 h 738553"/>
              <a:gd name="connsiteX18" fmla="*/ 332423 w 814050"/>
              <a:gd name="connsiteY18" fmla="*/ 594915 h 738553"/>
              <a:gd name="connsiteX19" fmla="*/ 541020 w 814050"/>
              <a:gd name="connsiteY19" fmla="*/ 605393 h 738553"/>
              <a:gd name="connsiteX20" fmla="*/ 589598 w 814050"/>
              <a:gd name="connsiteY20" fmla="*/ 496808 h 738553"/>
              <a:gd name="connsiteX21" fmla="*/ 585788 w 814050"/>
              <a:gd name="connsiteY21" fmla="*/ 464423 h 738553"/>
              <a:gd name="connsiteX22" fmla="*/ 678180 w 814050"/>
              <a:gd name="connsiteY22" fmla="*/ 416798 h 738553"/>
              <a:gd name="connsiteX23" fmla="*/ 787718 w 814050"/>
              <a:gd name="connsiteY23" fmla="*/ 423465 h 738553"/>
              <a:gd name="connsiteX24" fmla="*/ 794385 w 814050"/>
              <a:gd name="connsiteY24" fmla="*/ 313928 h 738553"/>
              <a:gd name="connsiteX25" fmla="*/ 733425 w 814050"/>
              <a:gd name="connsiteY25" fmla="*/ 289163 h 738553"/>
              <a:gd name="connsiteX26" fmla="*/ 733425 w 814050"/>
              <a:gd name="connsiteY26" fmla="*/ 289163 h 738553"/>
              <a:gd name="connsiteX27" fmla="*/ 733425 w 814050"/>
              <a:gd name="connsiteY27" fmla="*/ 317738 h 738553"/>
              <a:gd name="connsiteX28" fmla="*/ 755333 w 814050"/>
              <a:gd name="connsiteY28" fmla="*/ 339645 h 738553"/>
              <a:gd name="connsiteX29" fmla="*/ 733425 w 814050"/>
              <a:gd name="connsiteY29" fmla="*/ 361553 h 738553"/>
              <a:gd name="connsiteX30" fmla="*/ 711518 w 814050"/>
              <a:gd name="connsiteY30" fmla="*/ 339645 h 738553"/>
              <a:gd name="connsiteX31" fmla="*/ 711518 w 814050"/>
              <a:gd name="connsiteY31" fmla="*/ 339645 h 738553"/>
              <a:gd name="connsiteX32" fmla="*/ 733425 w 814050"/>
              <a:gd name="connsiteY32" fmla="*/ 317738 h 738553"/>
              <a:gd name="connsiteX33" fmla="*/ 733425 w 814050"/>
              <a:gd name="connsiteY33" fmla="*/ 317738 h 738553"/>
              <a:gd name="connsiteX34" fmla="*/ 641985 w 814050"/>
              <a:gd name="connsiteY34" fmla="*/ 46275 h 738553"/>
              <a:gd name="connsiteX35" fmla="*/ 675323 w 814050"/>
              <a:gd name="connsiteY35" fmla="*/ 79613 h 738553"/>
              <a:gd name="connsiteX36" fmla="*/ 641985 w 814050"/>
              <a:gd name="connsiteY36" fmla="*/ 112950 h 738553"/>
              <a:gd name="connsiteX37" fmla="*/ 608648 w 814050"/>
              <a:gd name="connsiteY37" fmla="*/ 79613 h 738553"/>
              <a:gd name="connsiteX38" fmla="*/ 608648 w 814050"/>
              <a:gd name="connsiteY38" fmla="*/ 79613 h 738553"/>
              <a:gd name="connsiteX39" fmla="*/ 641985 w 814050"/>
              <a:gd name="connsiteY39" fmla="*/ 46275 h 738553"/>
              <a:gd name="connsiteX40" fmla="*/ 574358 w 814050"/>
              <a:gd name="connsiteY40" fmla="*/ 154860 h 738553"/>
              <a:gd name="connsiteX41" fmla="*/ 581025 w 814050"/>
              <a:gd name="connsiteY41" fmla="*/ 141525 h 738553"/>
              <a:gd name="connsiteX42" fmla="*/ 613410 w 814050"/>
              <a:gd name="connsiteY42" fmla="*/ 126285 h 738553"/>
              <a:gd name="connsiteX43" fmla="*/ 641033 w 814050"/>
              <a:gd name="connsiteY43" fmla="*/ 122475 h 738553"/>
              <a:gd name="connsiteX44" fmla="*/ 668655 w 814050"/>
              <a:gd name="connsiteY44" fmla="*/ 126285 h 738553"/>
              <a:gd name="connsiteX45" fmla="*/ 701040 w 814050"/>
              <a:gd name="connsiteY45" fmla="*/ 142478 h 738553"/>
              <a:gd name="connsiteX46" fmla="*/ 707708 w 814050"/>
              <a:gd name="connsiteY46" fmla="*/ 155813 h 738553"/>
              <a:gd name="connsiteX47" fmla="*/ 707708 w 814050"/>
              <a:gd name="connsiteY47" fmla="*/ 181530 h 738553"/>
              <a:gd name="connsiteX48" fmla="*/ 574358 w 814050"/>
              <a:gd name="connsiteY48" fmla="*/ 181530 h 738553"/>
              <a:gd name="connsiteX49" fmla="*/ 574358 w 814050"/>
              <a:gd name="connsiteY49" fmla="*/ 154860 h 738553"/>
              <a:gd name="connsiteX50" fmla="*/ 361950 w 814050"/>
              <a:gd name="connsiteY50" fmla="*/ 40560 h 738553"/>
              <a:gd name="connsiteX51" fmla="*/ 383858 w 814050"/>
              <a:gd name="connsiteY51" fmla="*/ 62468 h 738553"/>
              <a:gd name="connsiteX52" fmla="*/ 361950 w 814050"/>
              <a:gd name="connsiteY52" fmla="*/ 84375 h 738553"/>
              <a:gd name="connsiteX53" fmla="*/ 340043 w 814050"/>
              <a:gd name="connsiteY53" fmla="*/ 62468 h 738553"/>
              <a:gd name="connsiteX54" fmla="*/ 340043 w 814050"/>
              <a:gd name="connsiteY54" fmla="*/ 62468 h 738553"/>
              <a:gd name="connsiteX55" fmla="*/ 361950 w 814050"/>
              <a:gd name="connsiteY55" fmla="*/ 40560 h 738553"/>
              <a:gd name="connsiteX56" fmla="*/ 361950 w 814050"/>
              <a:gd name="connsiteY56" fmla="*/ 40560 h 738553"/>
              <a:gd name="connsiteX57" fmla="*/ 317183 w 814050"/>
              <a:gd name="connsiteY57" fmla="*/ 111998 h 738553"/>
              <a:gd name="connsiteX58" fmla="*/ 321945 w 814050"/>
              <a:gd name="connsiteY58" fmla="*/ 103425 h 738553"/>
              <a:gd name="connsiteX59" fmla="*/ 343853 w 814050"/>
              <a:gd name="connsiteY59" fmla="*/ 93900 h 738553"/>
              <a:gd name="connsiteX60" fmla="*/ 361950 w 814050"/>
              <a:gd name="connsiteY60" fmla="*/ 91043 h 738553"/>
              <a:gd name="connsiteX61" fmla="*/ 380048 w 814050"/>
              <a:gd name="connsiteY61" fmla="*/ 93900 h 738553"/>
              <a:gd name="connsiteX62" fmla="*/ 401003 w 814050"/>
              <a:gd name="connsiteY62" fmla="*/ 104378 h 738553"/>
              <a:gd name="connsiteX63" fmla="*/ 405765 w 814050"/>
              <a:gd name="connsiteY63" fmla="*/ 112950 h 738553"/>
              <a:gd name="connsiteX64" fmla="*/ 405765 w 814050"/>
              <a:gd name="connsiteY64" fmla="*/ 130095 h 738553"/>
              <a:gd name="connsiteX65" fmla="*/ 318135 w 814050"/>
              <a:gd name="connsiteY65" fmla="*/ 130095 h 738553"/>
              <a:gd name="connsiteX66" fmla="*/ 318135 w 814050"/>
              <a:gd name="connsiteY66" fmla="*/ 111998 h 738553"/>
              <a:gd name="connsiteX67" fmla="*/ 117158 w 814050"/>
              <a:gd name="connsiteY67" fmla="*/ 255825 h 738553"/>
              <a:gd name="connsiteX68" fmla="*/ 150495 w 814050"/>
              <a:gd name="connsiteY68" fmla="*/ 289163 h 738553"/>
              <a:gd name="connsiteX69" fmla="*/ 117158 w 814050"/>
              <a:gd name="connsiteY69" fmla="*/ 322500 h 738553"/>
              <a:gd name="connsiteX70" fmla="*/ 83820 w 814050"/>
              <a:gd name="connsiteY70" fmla="*/ 289163 h 738553"/>
              <a:gd name="connsiteX71" fmla="*/ 83820 w 814050"/>
              <a:gd name="connsiteY71" fmla="*/ 289163 h 738553"/>
              <a:gd name="connsiteX72" fmla="*/ 117158 w 814050"/>
              <a:gd name="connsiteY72" fmla="*/ 255825 h 738553"/>
              <a:gd name="connsiteX73" fmla="*/ 117158 w 814050"/>
              <a:gd name="connsiteY73" fmla="*/ 255825 h 738553"/>
              <a:gd name="connsiteX74" fmla="*/ 50482 w 814050"/>
              <a:gd name="connsiteY74" fmla="*/ 390128 h 738553"/>
              <a:gd name="connsiteX75" fmla="*/ 50482 w 814050"/>
              <a:gd name="connsiteY75" fmla="*/ 364410 h 738553"/>
              <a:gd name="connsiteX76" fmla="*/ 57150 w 814050"/>
              <a:gd name="connsiteY76" fmla="*/ 351075 h 738553"/>
              <a:gd name="connsiteX77" fmla="*/ 89535 w 814050"/>
              <a:gd name="connsiteY77" fmla="*/ 335835 h 738553"/>
              <a:gd name="connsiteX78" fmla="*/ 117158 w 814050"/>
              <a:gd name="connsiteY78" fmla="*/ 332025 h 738553"/>
              <a:gd name="connsiteX79" fmla="*/ 144780 w 814050"/>
              <a:gd name="connsiteY79" fmla="*/ 335835 h 738553"/>
              <a:gd name="connsiteX80" fmla="*/ 177165 w 814050"/>
              <a:gd name="connsiteY80" fmla="*/ 352028 h 738553"/>
              <a:gd name="connsiteX81" fmla="*/ 183833 w 814050"/>
              <a:gd name="connsiteY81" fmla="*/ 365363 h 738553"/>
              <a:gd name="connsiteX82" fmla="*/ 183833 w 814050"/>
              <a:gd name="connsiteY82" fmla="*/ 391080 h 738553"/>
              <a:gd name="connsiteX83" fmla="*/ 50482 w 814050"/>
              <a:gd name="connsiteY83" fmla="*/ 390128 h 738553"/>
              <a:gd name="connsiteX84" fmla="*/ 215265 w 814050"/>
              <a:gd name="connsiteY84" fmla="*/ 700643 h 738553"/>
              <a:gd name="connsiteX85" fmla="*/ 126683 w 814050"/>
              <a:gd name="connsiteY85" fmla="*/ 700643 h 738553"/>
              <a:gd name="connsiteX86" fmla="*/ 126683 w 814050"/>
              <a:gd name="connsiteY86" fmla="*/ 683498 h 738553"/>
              <a:gd name="connsiteX87" fmla="*/ 131445 w 814050"/>
              <a:gd name="connsiteY87" fmla="*/ 674925 h 738553"/>
              <a:gd name="connsiteX88" fmla="*/ 153353 w 814050"/>
              <a:gd name="connsiteY88" fmla="*/ 664448 h 738553"/>
              <a:gd name="connsiteX89" fmla="*/ 171450 w 814050"/>
              <a:gd name="connsiteY89" fmla="*/ 661590 h 738553"/>
              <a:gd name="connsiteX90" fmla="*/ 189547 w 814050"/>
              <a:gd name="connsiteY90" fmla="*/ 664448 h 738553"/>
              <a:gd name="connsiteX91" fmla="*/ 210503 w 814050"/>
              <a:gd name="connsiteY91" fmla="*/ 674925 h 738553"/>
              <a:gd name="connsiteX92" fmla="*/ 215265 w 814050"/>
              <a:gd name="connsiteY92" fmla="*/ 683498 h 738553"/>
              <a:gd name="connsiteX93" fmla="*/ 215265 w 814050"/>
              <a:gd name="connsiteY93" fmla="*/ 700643 h 738553"/>
              <a:gd name="connsiteX94" fmla="*/ 148590 w 814050"/>
              <a:gd name="connsiteY94" fmla="*/ 633968 h 738553"/>
              <a:gd name="connsiteX95" fmla="*/ 170497 w 814050"/>
              <a:gd name="connsiteY95" fmla="*/ 612060 h 738553"/>
              <a:gd name="connsiteX96" fmla="*/ 192405 w 814050"/>
              <a:gd name="connsiteY96" fmla="*/ 633968 h 738553"/>
              <a:gd name="connsiteX97" fmla="*/ 170497 w 814050"/>
              <a:gd name="connsiteY97" fmla="*/ 655875 h 738553"/>
              <a:gd name="connsiteX98" fmla="*/ 148590 w 814050"/>
              <a:gd name="connsiteY98" fmla="*/ 633968 h 738553"/>
              <a:gd name="connsiteX99" fmla="*/ 148590 w 814050"/>
              <a:gd name="connsiteY99" fmla="*/ 633968 h 738553"/>
              <a:gd name="connsiteX100" fmla="*/ 224790 w 814050"/>
              <a:gd name="connsiteY100" fmla="*/ 607298 h 738553"/>
              <a:gd name="connsiteX101" fmla="*/ 178118 w 814050"/>
              <a:gd name="connsiteY101" fmla="*/ 585390 h 738553"/>
              <a:gd name="connsiteX102" fmla="*/ 154305 w 814050"/>
              <a:gd name="connsiteY102" fmla="*/ 442515 h 738553"/>
              <a:gd name="connsiteX103" fmla="*/ 211455 w 814050"/>
              <a:gd name="connsiteY103" fmla="*/ 401558 h 738553"/>
              <a:gd name="connsiteX104" fmla="*/ 300038 w 814050"/>
              <a:gd name="connsiteY104" fmla="*/ 448230 h 738553"/>
              <a:gd name="connsiteX105" fmla="*/ 307658 w 814050"/>
              <a:gd name="connsiteY105" fmla="*/ 565388 h 738553"/>
              <a:gd name="connsiteX106" fmla="*/ 224790 w 814050"/>
              <a:gd name="connsiteY106" fmla="*/ 607298 h 738553"/>
              <a:gd name="connsiteX107" fmla="*/ 318135 w 814050"/>
              <a:gd name="connsiteY107" fmla="*/ 412988 h 738553"/>
              <a:gd name="connsiteX108" fmla="*/ 230505 w 814050"/>
              <a:gd name="connsiteY108" fmla="*/ 367268 h 738553"/>
              <a:gd name="connsiteX109" fmla="*/ 236220 w 814050"/>
              <a:gd name="connsiteY109" fmla="*/ 329168 h 738553"/>
              <a:gd name="connsiteX110" fmla="*/ 214313 w 814050"/>
              <a:gd name="connsiteY110" fmla="*/ 260588 h 738553"/>
              <a:gd name="connsiteX111" fmla="*/ 320993 w 814050"/>
              <a:gd name="connsiteY111" fmla="*/ 156765 h 738553"/>
              <a:gd name="connsiteX112" fmla="*/ 426720 w 814050"/>
              <a:gd name="connsiteY112" fmla="*/ 132000 h 738553"/>
              <a:gd name="connsiteX113" fmla="*/ 433388 w 814050"/>
              <a:gd name="connsiteY113" fmla="*/ 117713 h 738553"/>
              <a:gd name="connsiteX114" fmla="*/ 521970 w 814050"/>
              <a:gd name="connsiteY114" fmla="*/ 127238 h 738553"/>
              <a:gd name="connsiteX115" fmla="*/ 568643 w 814050"/>
              <a:gd name="connsiteY115" fmla="*/ 214868 h 738553"/>
              <a:gd name="connsiteX116" fmla="*/ 490538 w 814050"/>
              <a:gd name="connsiteY116" fmla="*/ 360600 h 738553"/>
              <a:gd name="connsiteX117" fmla="*/ 318135 w 814050"/>
              <a:gd name="connsiteY117" fmla="*/ 412988 h 738553"/>
              <a:gd name="connsiteX118" fmla="*/ 318135 w 814050"/>
              <a:gd name="connsiteY118" fmla="*/ 412988 h 738553"/>
              <a:gd name="connsiteX119" fmla="*/ 480060 w 814050"/>
              <a:gd name="connsiteY119" fmla="*/ 448230 h 738553"/>
              <a:gd name="connsiteX120" fmla="*/ 438150 w 814050"/>
              <a:gd name="connsiteY120" fmla="*/ 489188 h 738553"/>
              <a:gd name="connsiteX121" fmla="*/ 397193 w 814050"/>
              <a:gd name="connsiteY121" fmla="*/ 448230 h 738553"/>
              <a:gd name="connsiteX122" fmla="*/ 438150 w 814050"/>
              <a:gd name="connsiteY122" fmla="*/ 407273 h 738553"/>
              <a:gd name="connsiteX123" fmla="*/ 439103 w 814050"/>
              <a:gd name="connsiteY123" fmla="*/ 407273 h 738553"/>
              <a:gd name="connsiteX124" fmla="*/ 480060 w 814050"/>
              <a:gd name="connsiteY124" fmla="*/ 448230 h 738553"/>
              <a:gd name="connsiteX125" fmla="*/ 480060 w 814050"/>
              <a:gd name="connsiteY125" fmla="*/ 448230 h 738553"/>
              <a:gd name="connsiteX126" fmla="*/ 521018 w 814050"/>
              <a:gd name="connsiteY126" fmla="*/ 573008 h 738553"/>
              <a:gd name="connsiteX127" fmla="*/ 356235 w 814050"/>
              <a:gd name="connsiteY127" fmla="*/ 573008 h 738553"/>
              <a:gd name="connsiteX128" fmla="*/ 356235 w 814050"/>
              <a:gd name="connsiteY128" fmla="*/ 541575 h 738553"/>
              <a:gd name="connsiteX129" fmla="*/ 364808 w 814050"/>
              <a:gd name="connsiteY129" fmla="*/ 525383 h 738553"/>
              <a:gd name="connsiteX130" fmla="*/ 404813 w 814050"/>
              <a:gd name="connsiteY130" fmla="*/ 505380 h 738553"/>
              <a:gd name="connsiteX131" fmla="*/ 439103 w 814050"/>
              <a:gd name="connsiteY131" fmla="*/ 500618 h 738553"/>
              <a:gd name="connsiteX132" fmla="*/ 473393 w 814050"/>
              <a:gd name="connsiteY132" fmla="*/ 505380 h 738553"/>
              <a:gd name="connsiteX133" fmla="*/ 513398 w 814050"/>
              <a:gd name="connsiteY133" fmla="*/ 525383 h 738553"/>
              <a:gd name="connsiteX134" fmla="*/ 521970 w 814050"/>
              <a:gd name="connsiteY134" fmla="*/ 541575 h 738553"/>
              <a:gd name="connsiteX135" fmla="*/ 521018 w 814050"/>
              <a:gd name="connsiteY135" fmla="*/ 573008 h 738553"/>
              <a:gd name="connsiteX136" fmla="*/ 656273 w 814050"/>
              <a:gd name="connsiteY136" fmla="*/ 367268 h 738553"/>
              <a:gd name="connsiteX137" fmla="*/ 659130 w 814050"/>
              <a:gd name="connsiteY137" fmla="*/ 384413 h 738553"/>
              <a:gd name="connsiteX138" fmla="*/ 571500 w 814050"/>
              <a:gd name="connsiteY138" fmla="*/ 430133 h 738553"/>
              <a:gd name="connsiteX139" fmla="*/ 525780 w 814050"/>
              <a:gd name="connsiteY139" fmla="*/ 378698 h 738553"/>
              <a:gd name="connsiteX140" fmla="*/ 603885 w 814050"/>
              <a:gd name="connsiteY140" fmla="*/ 232965 h 738553"/>
              <a:gd name="connsiteX141" fmla="*/ 642938 w 814050"/>
              <a:gd name="connsiteY141" fmla="*/ 239633 h 738553"/>
              <a:gd name="connsiteX142" fmla="*/ 665798 w 814050"/>
              <a:gd name="connsiteY142" fmla="*/ 237728 h 738553"/>
              <a:gd name="connsiteX143" fmla="*/ 690563 w 814050"/>
              <a:gd name="connsiteY143" fmla="*/ 304403 h 738553"/>
              <a:gd name="connsiteX144" fmla="*/ 656273 w 814050"/>
              <a:gd name="connsiteY144" fmla="*/ 367268 h 738553"/>
              <a:gd name="connsiteX145" fmla="*/ 777240 w 814050"/>
              <a:gd name="connsiteY145" fmla="*/ 405368 h 738553"/>
              <a:gd name="connsiteX146" fmla="*/ 688658 w 814050"/>
              <a:gd name="connsiteY146" fmla="*/ 405368 h 738553"/>
              <a:gd name="connsiteX147" fmla="*/ 688658 w 814050"/>
              <a:gd name="connsiteY147" fmla="*/ 388223 h 738553"/>
              <a:gd name="connsiteX148" fmla="*/ 693420 w 814050"/>
              <a:gd name="connsiteY148" fmla="*/ 379650 h 738553"/>
              <a:gd name="connsiteX149" fmla="*/ 715328 w 814050"/>
              <a:gd name="connsiteY149" fmla="*/ 369173 h 738553"/>
              <a:gd name="connsiteX150" fmla="*/ 733425 w 814050"/>
              <a:gd name="connsiteY150" fmla="*/ 366315 h 738553"/>
              <a:gd name="connsiteX151" fmla="*/ 751523 w 814050"/>
              <a:gd name="connsiteY151" fmla="*/ 369173 h 738553"/>
              <a:gd name="connsiteX152" fmla="*/ 772478 w 814050"/>
              <a:gd name="connsiteY152" fmla="*/ 379650 h 738553"/>
              <a:gd name="connsiteX153" fmla="*/ 777240 w 814050"/>
              <a:gd name="connsiteY153" fmla="*/ 388223 h 738553"/>
              <a:gd name="connsiteX154" fmla="*/ 777240 w 814050"/>
              <a:gd name="connsiteY154" fmla="*/ 405368 h 738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Lst>
            <a:rect l="l" t="t" r="r" b="b"/>
            <a:pathLst>
              <a:path w="814050" h="738553">
                <a:moveTo>
                  <a:pt x="733425" y="289163"/>
                </a:moveTo>
                <a:cubicBezTo>
                  <a:pt x="730568" y="289163"/>
                  <a:pt x="727710" y="289163"/>
                  <a:pt x="724853" y="289163"/>
                </a:cubicBezTo>
                <a:lnTo>
                  <a:pt x="700088" y="222488"/>
                </a:lnTo>
                <a:cubicBezTo>
                  <a:pt x="757238" y="190103"/>
                  <a:pt x="777240" y="117713"/>
                  <a:pt x="745808" y="60563"/>
                </a:cubicBezTo>
                <a:cubicBezTo>
                  <a:pt x="713423" y="3413"/>
                  <a:pt x="641033" y="-16590"/>
                  <a:pt x="583883" y="14843"/>
                </a:cubicBezTo>
                <a:cubicBezTo>
                  <a:pt x="556260" y="30083"/>
                  <a:pt x="535305" y="56753"/>
                  <a:pt x="527685" y="87233"/>
                </a:cubicBezTo>
                <a:lnTo>
                  <a:pt x="439103" y="77708"/>
                </a:lnTo>
                <a:cubicBezTo>
                  <a:pt x="432435" y="35798"/>
                  <a:pt x="393383" y="6270"/>
                  <a:pt x="351473" y="12938"/>
                </a:cubicBezTo>
                <a:cubicBezTo>
                  <a:pt x="313373" y="18653"/>
                  <a:pt x="285750" y="51038"/>
                  <a:pt x="285750" y="89138"/>
                </a:cubicBezTo>
                <a:cubicBezTo>
                  <a:pt x="285750" y="102473"/>
                  <a:pt x="289560" y="115808"/>
                  <a:pt x="296228" y="128190"/>
                </a:cubicBezTo>
                <a:lnTo>
                  <a:pt x="189547" y="232965"/>
                </a:lnTo>
                <a:cubicBezTo>
                  <a:pt x="169545" y="217725"/>
                  <a:pt x="144780" y="209153"/>
                  <a:pt x="119062" y="209153"/>
                </a:cubicBezTo>
                <a:cubicBezTo>
                  <a:pt x="53340" y="209153"/>
                  <a:pt x="0" y="262493"/>
                  <a:pt x="0" y="328215"/>
                </a:cubicBezTo>
                <a:cubicBezTo>
                  <a:pt x="0" y="393938"/>
                  <a:pt x="53340" y="447278"/>
                  <a:pt x="119062" y="447278"/>
                </a:cubicBezTo>
                <a:lnTo>
                  <a:pt x="142875" y="590153"/>
                </a:lnTo>
                <a:cubicBezTo>
                  <a:pt x="103822" y="607298"/>
                  <a:pt x="85725" y="653018"/>
                  <a:pt x="102870" y="692070"/>
                </a:cubicBezTo>
                <a:cubicBezTo>
                  <a:pt x="120015" y="731123"/>
                  <a:pt x="165735" y="749220"/>
                  <a:pt x="204788" y="732075"/>
                </a:cubicBezTo>
                <a:cubicBezTo>
                  <a:pt x="240983" y="716835"/>
                  <a:pt x="259080" y="676830"/>
                  <a:pt x="248603" y="638730"/>
                </a:cubicBezTo>
                <a:lnTo>
                  <a:pt x="332423" y="594915"/>
                </a:lnTo>
                <a:cubicBezTo>
                  <a:pt x="386715" y="654923"/>
                  <a:pt x="480060" y="659685"/>
                  <a:pt x="541020" y="605393"/>
                </a:cubicBezTo>
                <a:cubicBezTo>
                  <a:pt x="571500" y="577770"/>
                  <a:pt x="589598" y="537765"/>
                  <a:pt x="589598" y="496808"/>
                </a:cubicBezTo>
                <a:cubicBezTo>
                  <a:pt x="589598" y="486330"/>
                  <a:pt x="588645" y="474900"/>
                  <a:pt x="585788" y="464423"/>
                </a:cubicBezTo>
                <a:lnTo>
                  <a:pt x="678180" y="416798"/>
                </a:lnTo>
                <a:cubicBezTo>
                  <a:pt x="706755" y="449183"/>
                  <a:pt x="755333" y="452040"/>
                  <a:pt x="787718" y="423465"/>
                </a:cubicBezTo>
                <a:cubicBezTo>
                  <a:pt x="820103" y="394890"/>
                  <a:pt x="822960" y="346313"/>
                  <a:pt x="794385" y="313928"/>
                </a:cubicBezTo>
                <a:cubicBezTo>
                  <a:pt x="776288" y="298688"/>
                  <a:pt x="755333" y="289163"/>
                  <a:pt x="733425" y="289163"/>
                </a:cubicBezTo>
                <a:lnTo>
                  <a:pt x="733425" y="289163"/>
                </a:lnTo>
                <a:close/>
                <a:moveTo>
                  <a:pt x="733425" y="317738"/>
                </a:moveTo>
                <a:cubicBezTo>
                  <a:pt x="745808" y="317738"/>
                  <a:pt x="755333" y="327263"/>
                  <a:pt x="755333" y="339645"/>
                </a:cubicBezTo>
                <a:cubicBezTo>
                  <a:pt x="755333" y="352028"/>
                  <a:pt x="745808" y="361553"/>
                  <a:pt x="733425" y="361553"/>
                </a:cubicBezTo>
                <a:cubicBezTo>
                  <a:pt x="721043" y="361553"/>
                  <a:pt x="711518" y="352028"/>
                  <a:pt x="711518" y="339645"/>
                </a:cubicBezTo>
                <a:cubicBezTo>
                  <a:pt x="711518" y="339645"/>
                  <a:pt x="711518" y="339645"/>
                  <a:pt x="711518" y="339645"/>
                </a:cubicBezTo>
                <a:cubicBezTo>
                  <a:pt x="711518" y="327263"/>
                  <a:pt x="721043" y="317738"/>
                  <a:pt x="733425" y="317738"/>
                </a:cubicBezTo>
                <a:lnTo>
                  <a:pt x="733425" y="317738"/>
                </a:lnTo>
                <a:close/>
                <a:moveTo>
                  <a:pt x="641985" y="46275"/>
                </a:moveTo>
                <a:cubicBezTo>
                  <a:pt x="660083" y="46275"/>
                  <a:pt x="675323" y="61515"/>
                  <a:pt x="675323" y="79613"/>
                </a:cubicBezTo>
                <a:cubicBezTo>
                  <a:pt x="675323" y="97710"/>
                  <a:pt x="660083" y="112950"/>
                  <a:pt x="641985" y="112950"/>
                </a:cubicBezTo>
                <a:cubicBezTo>
                  <a:pt x="623888" y="112950"/>
                  <a:pt x="608648" y="97710"/>
                  <a:pt x="608648" y="79613"/>
                </a:cubicBezTo>
                <a:cubicBezTo>
                  <a:pt x="608648" y="79613"/>
                  <a:pt x="608648" y="79613"/>
                  <a:pt x="608648" y="79613"/>
                </a:cubicBezTo>
                <a:cubicBezTo>
                  <a:pt x="608648" y="61515"/>
                  <a:pt x="622935" y="46275"/>
                  <a:pt x="641985" y="46275"/>
                </a:cubicBezTo>
                <a:close/>
                <a:moveTo>
                  <a:pt x="574358" y="154860"/>
                </a:moveTo>
                <a:cubicBezTo>
                  <a:pt x="574358" y="150098"/>
                  <a:pt x="577215" y="144383"/>
                  <a:pt x="581025" y="141525"/>
                </a:cubicBezTo>
                <a:cubicBezTo>
                  <a:pt x="590550" y="134858"/>
                  <a:pt x="601980" y="129143"/>
                  <a:pt x="613410" y="126285"/>
                </a:cubicBezTo>
                <a:cubicBezTo>
                  <a:pt x="621983" y="123428"/>
                  <a:pt x="631508" y="122475"/>
                  <a:pt x="641033" y="122475"/>
                </a:cubicBezTo>
                <a:cubicBezTo>
                  <a:pt x="650558" y="122475"/>
                  <a:pt x="660083" y="124380"/>
                  <a:pt x="668655" y="126285"/>
                </a:cubicBezTo>
                <a:cubicBezTo>
                  <a:pt x="680085" y="129143"/>
                  <a:pt x="691515" y="134858"/>
                  <a:pt x="701040" y="142478"/>
                </a:cubicBezTo>
                <a:cubicBezTo>
                  <a:pt x="704850" y="145335"/>
                  <a:pt x="707708" y="151050"/>
                  <a:pt x="707708" y="155813"/>
                </a:cubicBezTo>
                <a:lnTo>
                  <a:pt x="707708" y="181530"/>
                </a:lnTo>
                <a:lnTo>
                  <a:pt x="574358" y="181530"/>
                </a:lnTo>
                <a:lnTo>
                  <a:pt x="574358" y="154860"/>
                </a:lnTo>
                <a:close/>
                <a:moveTo>
                  <a:pt x="361950" y="40560"/>
                </a:moveTo>
                <a:cubicBezTo>
                  <a:pt x="374333" y="40560"/>
                  <a:pt x="383858" y="50085"/>
                  <a:pt x="383858" y="62468"/>
                </a:cubicBezTo>
                <a:cubicBezTo>
                  <a:pt x="383858" y="74850"/>
                  <a:pt x="374333" y="84375"/>
                  <a:pt x="361950" y="84375"/>
                </a:cubicBezTo>
                <a:cubicBezTo>
                  <a:pt x="349568" y="84375"/>
                  <a:pt x="340043" y="74850"/>
                  <a:pt x="340043" y="62468"/>
                </a:cubicBezTo>
                <a:cubicBezTo>
                  <a:pt x="340043" y="62468"/>
                  <a:pt x="340043" y="62468"/>
                  <a:pt x="340043" y="62468"/>
                </a:cubicBezTo>
                <a:cubicBezTo>
                  <a:pt x="340043" y="51038"/>
                  <a:pt x="349568" y="40560"/>
                  <a:pt x="361950" y="40560"/>
                </a:cubicBezTo>
                <a:lnTo>
                  <a:pt x="361950" y="40560"/>
                </a:lnTo>
                <a:close/>
                <a:moveTo>
                  <a:pt x="317183" y="111998"/>
                </a:moveTo>
                <a:cubicBezTo>
                  <a:pt x="317183" y="108188"/>
                  <a:pt x="319088" y="105330"/>
                  <a:pt x="321945" y="103425"/>
                </a:cubicBezTo>
                <a:cubicBezTo>
                  <a:pt x="328613" y="98663"/>
                  <a:pt x="336233" y="95805"/>
                  <a:pt x="343853" y="93900"/>
                </a:cubicBezTo>
                <a:cubicBezTo>
                  <a:pt x="349568" y="91995"/>
                  <a:pt x="356235" y="91043"/>
                  <a:pt x="361950" y="91043"/>
                </a:cubicBezTo>
                <a:cubicBezTo>
                  <a:pt x="367665" y="91043"/>
                  <a:pt x="374333" y="91995"/>
                  <a:pt x="380048" y="93900"/>
                </a:cubicBezTo>
                <a:cubicBezTo>
                  <a:pt x="387668" y="95805"/>
                  <a:pt x="394335" y="99615"/>
                  <a:pt x="401003" y="104378"/>
                </a:cubicBezTo>
                <a:cubicBezTo>
                  <a:pt x="403860" y="106283"/>
                  <a:pt x="405765" y="110093"/>
                  <a:pt x="405765" y="112950"/>
                </a:cubicBezTo>
                <a:lnTo>
                  <a:pt x="405765" y="130095"/>
                </a:lnTo>
                <a:lnTo>
                  <a:pt x="318135" y="130095"/>
                </a:lnTo>
                <a:lnTo>
                  <a:pt x="318135" y="111998"/>
                </a:lnTo>
                <a:close/>
                <a:moveTo>
                  <a:pt x="117158" y="255825"/>
                </a:moveTo>
                <a:cubicBezTo>
                  <a:pt x="135255" y="255825"/>
                  <a:pt x="150495" y="271065"/>
                  <a:pt x="150495" y="289163"/>
                </a:cubicBezTo>
                <a:cubicBezTo>
                  <a:pt x="150495" y="307260"/>
                  <a:pt x="135255" y="322500"/>
                  <a:pt x="117158" y="322500"/>
                </a:cubicBezTo>
                <a:cubicBezTo>
                  <a:pt x="99060" y="322500"/>
                  <a:pt x="83820" y="307260"/>
                  <a:pt x="83820" y="289163"/>
                </a:cubicBezTo>
                <a:cubicBezTo>
                  <a:pt x="83820" y="289163"/>
                  <a:pt x="83820" y="289163"/>
                  <a:pt x="83820" y="289163"/>
                </a:cubicBezTo>
                <a:cubicBezTo>
                  <a:pt x="84773" y="271065"/>
                  <a:pt x="99060" y="255825"/>
                  <a:pt x="117158" y="255825"/>
                </a:cubicBezTo>
                <a:lnTo>
                  <a:pt x="117158" y="255825"/>
                </a:lnTo>
                <a:close/>
                <a:moveTo>
                  <a:pt x="50482" y="390128"/>
                </a:moveTo>
                <a:lnTo>
                  <a:pt x="50482" y="364410"/>
                </a:lnTo>
                <a:cubicBezTo>
                  <a:pt x="50482" y="359648"/>
                  <a:pt x="53340" y="353933"/>
                  <a:pt x="57150" y="351075"/>
                </a:cubicBezTo>
                <a:cubicBezTo>
                  <a:pt x="66675" y="344408"/>
                  <a:pt x="78105" y="338693"/>
                  <a:pt x="89535" y="335835"/>
                </a:cubicBezTo>
                <a:cubicBezTo>
                  <a:pt x="98108" y="332978"/>
                  <a:pt x="107633" y="332025"/>
                  <a:pt x="117158" y="332025"/>
                </a:cubicBezTo>
                <a:cubicBezTo>
                  <a:pt x="126683" y="332025"/>
                  <a:pt x="136208" y="333930"/>
                  <a:pt x="144780" y="335835"/>
                </a:cubicBezTo>
                <a:cubicBezTo>
                  <a:pt x="156210" y="338693"/>
                  <a:pt x="167640" y="344408"/>
                  <a:pt x="177165" y="352028"/>
                </a:cubicBezTo>
                <a:cubicBezTo>
                  <a:pt x="180975" y="354885"/>
                  <a:pt x="183833" y="360600"/>
                  <a:pt x="183833" y="365363"/>
                </a:cubicBezTo>
                <a:lnTo>
                  <a:pt x="183833" y="391080"/>
                </a:lnTo>
                <a:lnTo>
                  <a:pt x="50482" y="390128"/>
                </a:lnTo>
                <a:close/>
                <a:moveTo>
                  <a:pt x="215265" y="700643"/>
                </a:moveTo>
                <a:lnTo>
                  <a:pt x="126683" y="700643"/>
                </a:lnTo>
                <a:lnTo>
                  <a:pt x="126683" y="683498"/>
                </a:lnTo>
                <a:cubicBezTo>
                  <a:pt x="126683" y="679688"/>
                  <a:pt x="128587" y="676830"/>
                  <a:pt x="131445" y="674925"/>
                </a:cubicBezTo>
                <a:cubicBezTo>
                  <a:pt x="138113" y="670163"/>
                  <a:pt x="145733" y="666353"/>
                  <a:pt x="153353" y="664448"/>
                </a:cubicBezTo>
                <a:cubicBezTo>
                  <a:pt x="159068" y="662543"/>
                  <a:pt x="165735" y="661590"/>
                  <a:pt x="171450" y="661590"/>
                </a:cubicBezTo>
                <a:cubicBezTo>
                  <a:pt x="177165" y="661590"/>
                  <a:pt x="183833" y="662543"/>
                  <a:pt x="189547" y="664448"/>
                </a:cubicBezTo>
                <a:cubicBezTo>
                  <a:pt x="197168" y="666353"/>
                  <a:pt x="203835" y="670163"/>
                  <a:pt x="210503" y="674925"/>
                </a:cubicBezTo>
                <a:cubicBezTo>
                  <a:pt x="213360" y="676830"/>
                  <a:pt x="215265" y="680640"/>
                  <a:pt x="215265" y="683498"/>
                </a:cubicBezTo>
                <a:lnTo>
                  <a:pt x="215265" y="700643"/>
                </a:lnTo>
                <a:close/>
                <a:moveTo>
                  <a:pt x="148590" y="633968"/>
                </a:moveTo>
                <a:cubicBezTo>
                  <a:pt x="148590" y="621585"/>
                  <a:pt x="158115" y="612060"/>
                  <a:pt x="170497" y="612060"/>
                </a:cubicBezTo>
                <a:cubicBezTo>
                  <a:pt x="182880" y="612060"/>
                  <a:pt x="192405" y="621585"/>
                  <a:pt x="192405" y="633968"/>
                </a:cubicBezTo>
                <a:cubicBezTo>
                  <a:pt x="192405" y="646350"/>
                  <a:pt x="182880" y="655875"/>
                  <a:pt x="170497" y="655875"/>
                </a:cubicBezTo>
                <a:cubicBezTo>
                  <a:pt x="159068" y="656828"/>
                  <a:pt x="149543" y="646350"/>
                  <a:pt x="148590" y="633968"/>
                </a:cubicBezTo>
                <a:lnTo>
                  <a:pt x="148590" y="633968"/>
                </a:lnTo>
                <a:close/>
                <a:moveTo>
                  <a:pt x="224790" y="607298"/>
                </a:moveTo>
                <a:cubicBezTo>
                  <a:pt x="212408" y="594915"/>
                  <a:pt x="195263" y="587295"/>
                  <a:pt x="178118" y="585390"/>
                </a:cubicBezTo>
                <a:lnTo>
                  <a:pt x="154305" y="442515"/>
                </a:lnTo>
                <a:cubicBezTo>
                  <a:pt x="177165" y="434895"/>
                  <a:pt x="197168" y="420608"/>
                  <a:pt x="211455" y="401558"/>
                </a:cubicBezTo>
                <a:lnTo>
                  <a:pt x="300038" y="448230"/>
                </a:lnTo>
                <a:cubicBezTo>
                  <a:pt x="285750" y="486330"/>
                  <a:pt x="288608" y="529193"/>
                  <a:pt x="307658" y="565388"/>
                </a:cubicBezTo>
                <a:lnTo>
                  <a:pt x="224790" y="607298"/>
                </a:lnTo>
                <a:close/>
                <a:moveTo>
                  <a:pt x="318135" y="412988"/>
                </a:moveTo>
                <a:lnTo>
                  <a:pt x="230505" y="367268"/>
                </a:lnTo>
                <a:cubicBezTo>
                  <a:pt x="234315" y="354885"/>
                  <a:pt x="236220" y="342503"/>
                  <a:pt x="236220" y="329168"/>
                </a:cubicBezTo>
                <a:cubicBezTo>
                  <a:pt x="236220" y="304403"/>
                  <a:pt x="228600" y="280590"/>
                  <a:pt x="214313" y="260588"/>
                </a:cubicBezTo>
                <a:lnTo>
                  <a:pt x="320993" y="156765"/>
                </a:lnTo>
                <a:cubicBezTo>
                  <a:pt x="357188" y="178673"/>
                  <a:pt x="404813" y="168195"/>
                  <a:pt x="426720" y="132000"/>
                </a:cubicBezTo>
                <a:cubicBezTo>
                  <a:pt x="429578" y="127238"/>
                  <a:pt x="431483" y="122475"/>
                  <a:pt x="433388" y="117713"/>
                </a:cubicBezTo>
                <a:lnTo>
                  <a:pt x="521970" y="127238"/>
                </a:lnTo>
                <a:cubicBezTo>
                  <a:pt x="523875" y="161528"/>
                  <a:pt x="541020" y="193913"/>
                  <a:pt x="568643" y="214868"/>
                </a:cubicBezTo>
                <a:lnTo>
                  <a:pt x="490538" y="360600"/>
                </a:lnTo>
                <a:cubicBezTo>
                  <a:pt x="428625" y="335835"/>
                  <a:pt x="357188" y="357743"/>
                  <a:pt x="318135" y="412988"/>
                </a:cubicBezTo>
                <a:lnTo>
                  <a:pt x="318135" y="412988"/>
                </a:lnTo>
                <a:close/>
                <a:moveTo>
                  <a:pt x="480060" y="448230"/>
                </a:moveTo>
                <a:cubicBezTo>
                  <a:pt x="480060" y="471090"/>
                  <a:pt x="461010" y="489188"/>
                  <a:pt x="438150" y="489188"/>
                </a:cubicBezTo>
                <a:cubicBezTo>
                  <a:pt x="415290" y="489188"/>
                  <a:pt x="397193" y="471090"/>
                  <a:pt x="397193" y="448230"/>
                </a:cubicBezTo>
                <a:cubicBezTo>
                  <a:pt x="397193" y="425370"/>
                  <a:pt x="415290" y="407273"/>
                  <a:pt x="438150" y="407273"/>
                </a:cubicBezTo>
                <a:cubicBezTo>
                  <a:pt x="438150" y="407273"/>
                  <a:pt x="438150" y="407273"/>
                  <a:pt x="439103" y="407273"/>
                </a:cubicBezTo>
                <a:cubicBezTo>
                  <a:pt x="461963" y="407273"/>
                  <a:pt x="480060" y="425370"/>
                  <a:pt x="480060" y="448230"/>
                </a:cubicBezTo>
                <a:lnTo>
                  <a:pt x="480060" y="448230"/>
                </a:lnTo>
                <a:close/>
                <a:moveTo>
                  <a:pt x="521018" y="573008"/>
                </a:moveTo>
                <a:lnTo>
                  <a:pt x="356235" y="573008"/>
                </a:lnTo>
                <a:lnTo>
                  <a:pt x="356235" y="541575"/>
                </a:lnTo>
                <a:cubicBezTo>
                  <a:pt x="356235" y="534908"/>
                  <a:pt x="359093" y="529193"/>
                  <a:pt x="364808" y="525383"/>
                </a:cubicBezTo>
                <a:cubicBezTo>
                  <a:pt x="377190" y="516810"/>
                  <a:pt x="390525" y="510143"/>
                  <a:pt x="404813" y="505380"/>
                </a:cubicBezTo>
                <a:cubicBezTo>
                  <a:pt x="416243" y="502523"/>
                  <a:pt x="427673" y="500618"/>
                  <a:pt x="439103" y="500618"/>
                </a:cubicBezTo>
                <a:cubicBezTo>
                  <a:pt x="450533" y="500618"/>
                  <a:pt x="461963" y="502523"/>
                  <a:pt x="473393" y="505380"/>
                </a:cubicBezTo>
                <a:cubicBezTo>
                  <a:pt x="487680" y="509190"/>
                  <a:pt x="501968" y="515858"/>
                  <a:pt x="513398" y="525383"/>
                </a:cubicBezTo>
                <a:cubicBezTo>
                  <a:pt x="518160" y="529193"/>
                  <a:pt x="521970" y="535860"/>
                  <a:pt x="521970" y="541575"/>
                </a:cubicBezTo>
                <a:lnTo>
                  <a:pt x="521018" y="573008"/>
                </a:lnTo>
                <a:close/>
                <a:moveTo>
                  <a:pt x="656273" y="367268"/>
                </a:moveTo>
                <a:cubicBezTo>
                  <a:pt x="656273" y="372983"/>
                  <a:pt x="657225" y="378698"/>
                  <a:pt x="659130" y="384413"/>
                </a:cubicBezTo>
                <a:lnTo>
                  <a:pt x="571500" y="430133"/>
                </a:lnTo>
                <a:cubicBezTo>
                  <a:pt x="561023" y="409178"/>
                  <a:pt x="544830" y="392033"/>
                  <a:pt x="525780" y="378698"/>
                </a:cubicBezTo>
                <a:lnTo>
                  <a:pt x="603885" y="232965"/>
                </a:lnTo>
                <a:cubicBezTo>
                  <a:pt x="616268" y="237728"/>
                  <a:pt x="629603" y="239633"/>
                  <a:pt x="642938" y="239633"/>
                </a:cubicBezTo>
                <a:cubicBezTo>
                  <a:pt x="650558" y="239633"/>
                  <a:pt x="658178" y="238680"/>
                  <a:pt x="665798" y="237728"/>
                </a:cubicBezTo>
                <a:lnTo>
                  <a:pt x="690563" y="304403"/>
                </a:lnTo>
                <a:cubicBezTo>
                  <a:pt x="667703" y="317738"/>
                  <a:pt x="655320" y="341550"/>
                  <a:pt x="656273" y="367268"/>
                </a:cubicBezTo>
                <a:close/>
                <a:moveTo>
                  <a:pt x="777240" y="405368"/>
                </a:moveTo>
                <a:lnTo>
                  <a:pt x="688658" y="405368"/>
                </a:lnTo>
                <a:lnTo>
                  <a:pt x="688658" y="388223"/>
                </a:lnTo>
                <a:cubicBezTo>
                  <a:pt x="688658" y="384413"/>
                  <a:pt x="690563" y="381555"/>
                  <a:pt x="693420" y="379650"/>
                </a:cubicBezTo>
                <a:cubicBezTo>
                  <a:pt x="700088" y="374888"/>
                  <a:pt x="707708" y="371078"/>
                  <a:pt x="715328" y="369173"/>
                </a:cubicBezTo>
                <a:cubicBezTo>
                  <a:pt x="721043" y="367268"/>
                  <a:pt x="727710" y="366315"/>
                  <a:pt x="733425" y="366315"/>
                </a:cubicBezTo>
                <a:cubicBezTo>
                  <a:pt x="739140" y="366315"/>
                  <a:pt x="745808" y="367268"/>
                  <a:pt x="751523" y="369173"/>
                </a:cubicBezTo>
                <a:cubicBezTo>
                  <a:pt x="759143" y="371078"/>
                  <a:pt x="765810" y="374888"/>
                  <a:pt x="772478" y="379650"/>
                </a:cubicBezTo>
                <a:cubicBezTo>
                  <a:pt x="775335" y="381555"/>
                  <a:pt x="777240" y="385365"/>
                  <a:pt x="777240" y="388223"/>
                </a:cubicBezTo>
                <a:lnTo>
                  <a:pt x="777240" y="405368"/>
                </a:lnTo>
                <a:close/>
              </a:path>
            </a:pathLst>
          </a:custGeom>
          <a:solidFill>
            <a:schemeClr val="tx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nvGrpSpPr>
          <p:cNvPr id="9" name="Gruppieren 8">
            <a:extLst>
              <a:ext uri="{FF2B5EF4-FFF2-40B4-BE49-F238E27FC236}">
                <a16:creationId xmlns:a16="http://schemas.microsoft.com/office/drawing/2014/main" id="{9E02F9DE-B13E-B966-3BA7-4509E3469DBC}"/>
              </a:ext>
            </a:extLst>
          </p:cNvPr>
          <p:cNvGrpSpPr>
            <a:grpSpLocks noChangeAspect="1"/>
          </p:cNvGrpSpPr>
          <p:nvPr/>
        </p:nvGrpSpPr>
        <p:grpSpPr>
          <a:xfrm>
            <a:off x="7645711" y="2546472"/>
            <a:ext cx="690966" cy="725088"/>
            <a:chOff x="642900" y="1985566"/>
            <a:chExt cx="337162" cy="353812"/>
          </a:xfrm>
        </p:grpSpPr>
        <p:sp>
          <p:nvSpPr>
            <p:cNvPr id="21" name="Freihandform: Form 20">
              <a:extLst>
                <a:ext uri="{FF2B5EF4-FFF2-40B4-BE49-F238E27FC236}">
                  <a16:creationId xmlns:a16="http://schemas.microsoft.com/office/drawing/2014/main" id="{BAD0289B-9639-786D-2C9B-5B3B3C524B69}"/>
                </a:ext>
              </a:extLst>
            </p:cNvPr>
            <p:cNvSpPr/>
            <p:nvPr/>
          </p:nvSpPr>
          <p:spPr>
            <a:xfrm>
              <a:off x="836353" y="2033557"/>
              <a:ext cx="36789" cy="36789"/>
            </a:xfrm>
            <a:custGeom>
              <a:avLst/>
              <a:gdLst>
                <a:gd name="connsiteX0" fmla="*/ 19533 w 36789"/>
                <a:gd name="connsiteY0" fmla="*/ 36754 h 36789"/>
                <a:gd name="connsiteX1" fmla="*/ 36754 w 36789"/>
                <a:gd name="connsiteY1" fmla="*/ 17257 h 36789"/>
                <a:gd name="connsiteX2" fmla="*/ 17257 w 36789"/>
                <a:gd name="connsiteY2" fmla="*/ 36 h 36789"/>
                <a:gd name="connsiteX3" fmla="*/ 36 w 36789"/>
                <a:gd name="connsiteY3" fmla="*/ 19533 h 36789"/>
                <a:gd name="connsiteX4" fmla="*/ 36 w 36789"/>
                <a:gd name="connsiteY4" fmla="*/ 19533 h 36789"/>
                <a:gd name="connsiteX5" fmla="*/ 19533 w 36789"/>
                <a:gd name="connsiteY5" fmla="*/ 36754 h 36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789" h="36789">
                  <a:moveTo>
                    <a:pt x="19533" y="36754"/>
                  </a:moveTo>
                  <a:cubicBezTo>
                    <a:pt x="29672" y="36125"/>
                    <a:pt x="37382" y="27396"/>
                    <a:pt x="36754" y="17257"/>
                  </a:cubicBezTo>
                  <a:cubicBezTo>
                    <a:pt x="36125" y="7117"/>
                    <a:pt x="27396" y="-593"/>
                    <a:pt x="17257" y="36"/>
                  </a:cubicBezTo>
                  <a:cubicBezTo>
                    <a:pt x="7117" y="665"/>
                    <a:pt x="-593" y="9394"/>
                    <a:pt x="36" y="19533"/>
                  </a:cubicBezTo>
                  <a:cubicBezTo>
                    <a:pt x="36" y="19533"/>
                    <a:pt x="36" y="19533"/>
                    <a:pt x="36" y="19533"/>
                  </a:cubicBezTo>
                  <a:cubicBezTo>
                    <a:pt x="665" y="29672"/>
                    <a:pt x="9394" y="37382"/>
                    <a:pt x="19533" y="36754"/>
                  </a:cubicBezTo>
                  <a:close/>
                </a:path>
              </a:pathLst>
            </a:custGeom>
            <a:solidFill>
              <a:schemeClr val="tx2"/>
            </a:solidFill>
            <a:ln w="406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22" name="Freihandform: Form 21">
              <a:extLst>
                <a:ext uri="{FF2B5EF4-FFF2-40B4-BE49-F238E27FC236}">
                  <a16:creationId xmlns:a16="http://schemas.microsoft.com/office/drawing/2014/main" id="{738EF875-F212-3020-074C-7F5B62F65567}"/>
                </a:ext>
              </a:extLst>
            </p:cNvPr>
            <p:cNvSpPr/>
            <p:nvPr/>
          </p:nvSpPr>
          <p:spPr>
            <a:xfrm>
              <a:off x="642900" y="1985566"/>
              <a:ext cx="337162" cy="353812"/>
            </a:xfrm>
            <a:custGeom>
              <a:avLst/>
              <a:gdLst>
                <a:gd name="connsiteX0" fmla="*/ 320513 w 337162"/>
                <a:gd name="connsiteY0" fmla="*/ 6993 h 353812"/>
                <a:gd name="connsiteX1" fmla="*/ 278888 w 337162"/>
                <a:gd name="connsiteY1" fmla="*/ 54113 h 353812"/>
                <a:gd name="connsiteX2" fmla="*/ 276806 w 337162"/>
                <a:gd name="connsiteY2" fmla="*/ 97340 h 353812"/>
                <a:gd name="connsiteX3" fmla="*/ 250474 w 337162"/>
                <a:gd name="connsiteY3" fmla="*/ 132676 h 353812"/>
                <a:gd name="connsiteX4" fmla="*/ 248231 w 337162"/>
                <a:gd name="connsiteY4" fmla="*/ 130956 h 353812"/>
                <a:gd name="connsiteX5" fmla="*/ 226952 w 337162"/>
                <a:gd name="connsiteY5" fmla="*/ 120713 h 353812"/>
                <a:gd name="connsiteX6" fmla="*/ 215376 w 337162"/>
                <a:gd name="connsiteY6" fmla="*/ 108279 h 353812"/>
                <a:gd name="connsiteX7" fmla="*/ 255540 w 337162"/>
                <a:gd name="connsiteY7" fmla="*/ 105782 h 353812"/>
                <a:gd name="connsiteX8" fmla="*/ 262918 w 337162"/>
                <a:gd name="connsiteY8" fmla="*/ 97430 h 353812"/>
                <a:gd name="connsiteX9" fmla="*/ 254566 w 337162"/>
                <a:gd name="connsiteY9" fmla="*/ 90052 h 353812"/>
                <a:gd name="connsiteX10" fmla="*/ 207530 w 337162"/>
                <a:gd name="connsiteY10" fmla="*/ 92965 h 353812"/>
                <a:gd name="connsiteX11" fmla="*/ 201598 w 337162"/>
                <a:gd name="connsiteY11" fmla="*/ 88174 h 353812"/>
                <a:gd name="connsiteX12" fmla="*/ 200916 w 337162"/>
                <a:gd name="connsiteY12" fmla="*/ 87575 h 353812"/>
                <a:gd name="connsiteX13" fmla="*/ 200387 w 337162"/>
                <a:gd name="connsiteY13" fmla="*/ 87196 h 353812"/>
                <a:gd name="connsiteX14" fmla="*/ 199950 w 337162"/>
                <a:gd name="connsiteY14" fmla="*/ 86842 h 353812"/>
                <a:gd name="connsiteX15" fmla="*/ 199950 w 337162"/>
                <a:gd name="connsiteY15" fmla="*/ 86876 h 353812"/>
                <a:gd name="connsiteX16" fmla="*/ 175087 w 337162"/>
                <a:gd name="connsiteY16" fmla="*/ 90543 h 353812"/>
                <a:gd name="connsiteX17" fmla="*/ 149434 w 337162"/>
                <a:gd name="connsiteY17" fmla="*/ 122860 h 353812"/>
                <a:gd name="connsiteX18" fmla="*/ 147465 w 337162"/>
                <a:gd name="connsiteY18" fmla="*/ 125932 h 353812"/>
                <a:gd name="connsiteX19" fmla="*/ 145051 w 337162"/>
                <a:gd name="connsiteY19" fmla="*/ 130636 h 353812"/>
                <a:gd name="connsiteX20" fmla="*/ 144260 w 337162"/>
                <a:gd name="connsiteY20" fmla="*/ 133367 h 353812"/>
                <a:gd name="connsiteX21" fmla="*/ 138237 w 337162"/>
                <a:gd name="connsiteY21" fmla="*/ 175150 h 353812"/>
                <a:gd name="connsiteX22" fmla="*/ 114810 w 337162"/>
                <a:gd name="connsiteY22" fmla="*/ 203401 h 353812"/>
                <a:gd name="connsiteX23" fmla="*/ 116190 w 337162"/>
                <a:gd name="connsiteY23" fmla="*/ 218200 h 353812"/>
                <a:gd name="connsiteX24" fmla="*/ 130990 w 337162"/>
                <a:gd name="connsiteY24" fmla="*/ 216820 h 353812"/>
                <a:gd name="connsiteX25" fmla="*/ 156306 w 337162"/>
                <a:gd name="connsiteY25" fmla="*/ 186293 h 353812"/>
                <a:gd name="connsiteX26" fmla="*/ 158620 w 337162"/>
                <a:gd name="connsiteY26" fmla="*/ 181081 h 353812"/>
                <a:gd name="connsiteX27" fmla="*/ 162662 w 337162"/>
                <a:gd name="connsiteY27" fmla="*/ 153030 h 353812"/>
                <a:gd name="connsiteX28" fmla="*/ 188690 w 337162"/>
                <a:gd name="connsiteY28" fmla="*/ 170750 h 353812"/>
                <a:gd name="connsiteX29" fmla="*/ 186418 w 337162"/>
                <a:gd name="connsiteY29" fmla="*/ 207064 h 353812"/>
                <a:gd name="connsiteX30" fmla="*/ 188470 w 337162"/>
                <a:gd name="connsiteY30" fmla="*/ 213907 h 353812"/>
                <a:gd name="connsiteX31" fmla="*/ 170663 w 337162"/>
                <a:gd name="connsiteY31" fmla="*/ 216450 h 353812"/>
                <a:gd name="connsiteX32" fmla="*/ 116550 w 337162"/>
                <a:gd name="connsiteY32" fmla="*/ 262238 h 353812"/>
                <a:gd name="connsiteX33" fmla="*/ 108225 w 337162"/>
                <a:gd name="connsiteY33" fmla="*/ 295538 h 353812"/>
                <a:gd name="connsiteX34" fmla="*/ 58275 w 337162"/>
                <a:gd name="connsiteY34" fmla="*/ 303863 h 353812"/>
                <a:gd name="connsiteX35" fmla="*/ 41625 w 337162"/>
                <a:gd name="connsiteY35" fmla="*/ 324675 h 353812"/>
                <a:gd name="connsiteX36" fmla="*/ 8325 w 337162"/>
                <a:gd name="connsiteY36" fmla="*/ 333000 h 353812"/>
                <a:gd name="connsiteX37" fmla="*/ 0 w 337162"/>
                <a:gd name="connsiteY37" fmla="*/ 353813 h 353812"/>
                <a:gd name="connsiteX38" fmla="*/ 337163 w 337162"/>
                <a:gd name="connsiteY38" fmla="*/ 353813 h 353812"/>
                <a:gd name="connsiteX39" fmla="*/ 337163 w 337162"/>
                <a:gd name="connsiteY39" fmla="*/ 0 h 353812"/>
                <a:gd name="connsiteX40" fmla="*/ 209486 w 337162"/>
                <a:gd name="connsiteY40" fmla="*/ 174996 h 353812"/>
                <a:gd name="connsiteX41" fmla="*/ 210044 w 337162"/>
                <a:gd name="connsiteY41" fmla="*/ 166088 h 353812"/>
                <a:gd name="connsiteX42" fmla="*/ 205465 w 337162"/>
                <a:gd name="connsiteY42" fmla="*/ 156743 h 353812"/>
                <a:gd name="connsiteX43" fmla="*/ 182122 w 337162"/>
                <a:gd name="connsiteY43" fmla="*/ 140851 h 353812"/>
                <a:gd name="connsiteX44" fmla="*/ 201465 w 337162"/>
                <a:gd name="connsiteY44" fmla="*/ 116488 h 353812"/>
                <a:gd name="connsiteX45" fmla="*/ 216450 w 337162"/>
                <a:gd name="connsiteY45" fmla="*/ 132551 h 353812"/>
                <a:gd name="connsiteX46" fmla="*/ 218798 w 337162"/>
                <a:gd name="connsiteY46" fmla="*/ 134274 h 353812"/>
                <a:gd name="connsiteX47" fmla="*/ 233999 w 337162"/>
                <a:gd name="connsiteY47" fmla="*/ 141596 h 353812"/>
                <a:gd name="connsiteX48" fmla="*/ 216450 w 337162"/>
                <a:gd name="connsiteY48" fmla="*/ 148185 h 353812"/>
                <a:gd name="connsiteX49" fmla="*/ 320513 w 337162"/>
                <a:gd name="connsiteY49" fmla="*/ 228938 h 353812"/>
                <a:gd name="connsiteX50" fmla="*/ 299700 w 337162"/>
                <a:gd name="connsiteY50" fmla="*/ 237263 h 353812"/>
                <a:gd name="connsiteX51" fmla="*/ 278888 w 337162"/>
                <a:gd name="connsiteY51" fmla="*/ 220613 h 353812"/>
                <a:gd name="connsiteX52" fmla="*/ 245588 w 337162"/>
                <a:gd name="connsiteY52" fmla="*/ 224775 h 353812"/>
                <a:gd name="connsiteX53" fmla="*/ 220613 w 337162"/>
                <a:gd name="connsiteY53" fmla="*/ 199800 h 353812"/>
                <a:gd name="connsiteX54" fmla="*/ 230394 w 337162"/>
                <a:gd name="connsiteY54" fmla="*/ 160735 h 353812"/>
                <a:gd name="connsiteX55" fmla="*/ 258104 w 337162"/>
                <a:gd name="connsiteY55" fmla="*/ 150308 h 353812"/>
                <a:gd name="connsiteX56" fmla="*/ 293119 w 337162"/>
                <a:gd name="connsiteY56" fmla="*/ 103317 h 353812"/>
                <a:gd name="connsiteX57" fmla="*/ 295055 w 337162"/>
                <a:gd name="connsiteY57" fmla="*/ 62438 h 353812"/>
                <a:gd name="connsiteX58" fmla="*/ 320513 w 337162"/>
                <a:gd name="connsiteY58" fmla="*/ 33396 h 353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337162" h="353812">
                  <a:moveTo>
                    <a:pt x="320513" y="6993"/>
                  </a:moveTo>
                  <a:lnTo>
                    <a:pt x="278888" y="54113"/>
                  </a:lnTo>
                  <a:lnTo>
                    <a:pt x="276806" y="97340"/>
                  </a:lnTo>
                  <a:lnTo>
                    <a:pt x="250474" y="132676"/>
                  </a:lnTo>
                  <a:cubicBezTo>
                    <a:pt x="249840" y="131967"/>
                    <a:pt x="249079" y="131384"/>
                    <a:pt x="248231" y="130956"/>
                  </a:cubicBezTo>
                  <a:lnTo>
                    <a:pt x="226952" y="120713"/>
                  </a:lnTo>
                  <a:lnTo>
                    <a:pt x="215376" y="108279"/>
                  </a:lnTo>
                  <a:lnTo>
                    <a:pt x="255540" y="105782"/>
                  </a:lnTo>
                  <a:cubicBezTo>
                    <a:pt x="259884" y="105513"/>
                    <a:pt x="263187" y="101773"/>
                    <a:pt x="262918" y="97430"/>
                  </a:cubicBezTo>
                  <a:cubicBezTo>
                    <a:pt x="262649" y="93086"/>
                    <a:pt x="258910" y="89783"/>
                    <a:pt x="254566" y="90052"/>
                  </a:cubicBezTo>
                  <a:lnTo>
                    <a:pt x="207530" y="92965"/>
                  </a:lnTo>
                  <a:lnTo>
                    <a:pt x="201598" y="88174"/>
                  </a:lnTo>
                  <a:cubicBezTo>
                    <a:pt x="201369" y="87974"/>
                    <a:pt x="201153" y="87758"/>
                    <a:pt x="200916" y="87575"/>
                  </a:cubicBezTo>
                  <a:cubicBezTo>
                    <a:pt x="200678" y="87392"/>
                    <a:pt x="200562" y="87325"/>
                    <a:pt x="200387" y="87196"/>
                  </a:cubicBezTo>
                  <a:lnTo>
                    <a:pt x="199950" y="86842"/>
                  </a:lnTo>
                  <a:lnTo>
                    <a:pt x="199950" y="86876"/>
                  </a:lnTo>
                  <a:cubicBezTo>
                    <a:pt x="191991" y="81355"/>
                    <a:pt x="181113" y="82959"/>
                    <a:pt x="175087" y="90543"/>
                  </a:cubicBezTo>
                  <a:lnTo>
                    <a:pt x="149434" y="122860"/>
                  </a:lnTo>
                  <a:cubicBezTo>
                    <a:pt x="148677" y="123816"/>
                    <a:pt x="148018" y="124845"/>
                    <a:pt x="147465" y="125932"/>
                  </a:cubicBezTo>
                  <a:lnTo>
                    <a:pt x="145051" y="130636"/>
                  </a:lnTo>
                  <a:cubicBezTo>
                    <a:pt x="144664" y="131506"/>
                    <a:pt x="144398" y="132425"/>
                    <a:pt x="144260" y="133367"/>
                  </a:cubicBezTo>
                  <a:lnTo>
                    <a:pt x="138237" y="175150"/>
                  </a:lnTo>
                  <a:lnTo>
                    <a:pt x="114810" y="203401"/>
                  </a:lnTo>
                  <a:cubicBezTo>
                    <a:pt x="111104" y="207869"/>
                    <a:pt x="111722" y="214494"/>
                    <a:pt x="116190" y="218200"/>
                  </a:cubicBezTo>
                  <a:cubicBezTo>
                    <a:pt x="120658" y="221906"/>
                    <a:pt x="127284" y="221288"/>
                    <a:pt x="130990" y="216820"/>
                  </a:cubicBezTo>
                  <a:lnTo>
                    <a:pt x="156306" y="186293"/>
                  </a:lnTo>
                  <a:cubicBezTo>
                    <a:pt x="157544" y="184803"/>
                    <a:pt x="158345" y="182999"/>
                    <a:pt x="158620" y="181081"/>
                  </a:cubicBezTo>
                  <a:lnTo>
                    <a:pt x="162662" y="153030"/>
                  </a:lnTo>
                  <a:lnTo>
                    <a:pt x="188690" y="170750"/>
                  </a:lnTo>
                  <a:lnTo>
                    <a:pt x="186418" y="207064"/>
                  </a:lnTo>
                  <a:cubicBezTo>
                    <a:pt x="186273" y="209515"/>
                    <a:pt x="186999" y="211939"/>
                    <a:pt x="188470" y="213907"/>
                  </a:cubicBezTo>
                  <a:lnTo>
                    <a:pt x="170663" y="216450"/>
                  </a:lnTo>
                  <a:lnTo>
                    <a:pt x="116550" y="262238"/>
                  </a:lnTo>
                  <a:lnTo>
                    <a:pt x="108225" y="295538"/>
                  </a:lnTo>
                  <a:lnTo>
                    <a:pt x="58275" y="303863"/>
                  </a:lnTo>
                  <a:lnTo>
                    <a:pt x="41625" y="324675"/>
                  </a:lnTo>
                  <a:lnTo>
                    <a:pt x="8325" y="333000"/>
                  </a:lnTo>
                  <a:lnTo>
                    <a:pt x="0" y="353813"/>
                  </a:lnTo>
                  <a:lnTo>
                    <a:pt x="337163" y="353813"/>
                  </a:lnTo>
                  <a:lnTo>
                    <a:pt x="337163" y="0"/>
                  </a:lnTo>
                  <a:close/>
                  <a:moveTo>
                    <a:pt x="209486" y="174996"/>
                  </a:moveTo>
                  <a:lnTo>
                    <a:pt x="210044" y="166088"/>
                  </a:lnTo>
                  <a:cubicBezTo>
                    <a:pt x="210284" y="162381"/>
                    <a:pt x="208541" y="158825"/>
                    <a:pt x="205465" y="156743"/>
                  </a:cubicBezTo>
                  <a:lnTo>
                    <a:pt x="182122" y="140851"/>
                  </a:lnTo>
                  <a:lnTo>
                    <a:pt x="201465" y="116488"/>
                  </a:lnTo>
                  <a:lnTo>
                    <a:pt x="216450" y="132551"/>
                  </a:lnTo>
                  <a:cubicBezTo>
                    <a:pt x="217118" y="133267"/>
                    <a:pt x="217914" y="133852"/>
                    <a:pt x="218798" y="134274"/>
                  </a:cubicBezTo>
                  <a:lnTo>
                    <a:pt x="233999" y="141596"/>
                  </a:lnTo>
                  <a:lnTo>
                    <a:pt x="216450" y="148185"/>
                  </a:lnTo>
                  <a:close/>
                  <a:moveTo>
                    <a:pt x="320513" y="228938"/>
                  </a:moveTo>
                  <a:lnTo>
                    <a:pt x="299700" y="237263"/>
                  </a:lnTo>
                  <a:lnTo>
                    <a:pt x="278888" y="220613"/>
                  </a:lnTo>
                  <a:lnTo>
                    <a:pt x="245588" y="224775"/>
                  </a:lnTo>
                  <a:lnTo>
                    <a:pt x="220613" y="199800"/>
                  </a:lnTo>
                  <a:lnTo>
                    <a:pt x="230394" y="160735"/>
                  </a:lnTo>
                  <a:lnTo>
                    <a:pt x="258104" y="150308"/>
                  </a:lnTo>
                  <a:lnTo>
                    <a:pt x="293119" y="103317"/>
                  </a:lnTo>
                  <a:lnTo>
                    <a:pt x="295055" y="62438"/>
                  </a:lnTo>
                  <a:lnTo>
                    <a:pt x="320513" y="33396"/>
                  </a:lnTo>
                  <a:close/>
                </a:path>
              </a:pathLst>
            </a:custGeom>
            <a:solidFill>
              <a:schemeClr val="tx1"/>
            </a:solidFill>
            <a:ln w="406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grpSp>
        <p:nvGrpSpPr>
          <p:cNvPr id="23" name="Gruppieren 22">
            <a:extLst>
              <a:ext uri="{FF2B5EF4-FFF2-40B4-BE49-F238E27FC236}">
                <a16:creationId xmlns:a16="http://schemas.microsoft.com/office/drawing/2014/main" id="{9CD0F6D0-A0D7-0368-53BD-AE381F6629F8}"/>
              </a:ext>
            </a:extLst>
          </p:cNvPr>
          <p:cNvGrpSpPr>
            <a:grpSpLocks noChangeAspect="1"/>
          </p:cNvGrpSpPr>
          <p:nvPr/>
        </p:nvGrpSpPr>
        <p:grpSpPr>
          <a:xfrm>
            <a:off x="4762321" y="1863232"/>
            <a:ext cx="459041" cy="725089"/>
            <a:chOff x="746869" y="1519222"/>
            <a:chExt cx="237190" cy="374659"/>
          </a:xfrm>
        </p:grpSpPr>
        <p:sp>
          <p:nvSpPr>
            <p:cNvPr id="35" name="Freihandform: Form 34">
              <a:extLst>
                <a:ext uri="{FF2B5EF4-FFF2-40B4-BE49-F238E27FC236}">
                  <a16:creationId xmlns:a16="http://schemas.microsoft.com/office/drawing/2014/main" id="{2816D7A1-C139-821B-BA7A-358DFA78AC43}"/>
                </a:ext>
              </a:extLst>
            </p:cNvPr>
            <p:cNvSpPr/>
            <p:nvPr/>
          </p:nvSpPr>
          <p:spPr>
            <a:xfrm>
              <a:off x="746869" y="1631802"/>
              <a:ext cx="237190" cy="262079"/>
            </a:xfrm>
            <a:custGeom>
              <a:avLst/>
              <a:gdLst>
                <a:gd name="connsiteX0" fmla="*/ 86128 w 237190"/>
                <a:gd name="connsiteY0" fmla="*/ 26625 h 262079"/>
                <a:gd name="connsiteX1" fmla="*/ 46584 w 237190"/>
                <a:gd name="connsiteY1" fmla="*/ 38280 h 262079"/>
                <a:gd name="connsiteX2" fmla="*/ 23033 w 237190"/>
                <a:gd name="connsiteY2" fmla="*/ 5601 h 262079"/>
                <a:gd name="connsiteX3" fmla="*/ 5741 w 237190"/>
                <a:gd name="connsiteY3" fmla="*/ 1821 h 262079"/>
                <a:gd name="connsiteX4" fmla="*/ 1981 w 237190"/>
                <a:gd name="connsiteY4" fmla="*/ 19076 h 262079"/>
                <a:gd name="connsiteX5" fmla="*/ 2357 w 237190"/>
                <a:gd name="connsiteY5" fmla="*/ 19628 h 262079"/>
                <a:gd name="connsiteX6" fmla="*/ 31495 w 237190"/>
                <a:gd name="connsiteY6" fmla="*/ 60059 h 262079"/>
                <a:gd name="connsiteX7" fmla="*/ 45152 w 237190"/>
                <a:gd name="connsiteY7" fmla="*/ 64737 h 262079"/>
                <a:gd name="connsiteX8" fmla="*/ 87418 w 237190"/>
                <a:gd name="connsiteY8" fmla="*/ 52271 h 262079"/>
                <a:gd name="connsiteX9" fmla="*/ 87418 w 237190"/>
                <a:gd name="connsiteY9" fmla="*/ 248865 h 262079"/>
                <a:gd name="connsiteX10" fmla="*/ 99227 w 237190"/>
                <a:gd name="connsiteY10" fmla="*/ 262061 h 262079"/>
                <a:gd name="connsiteX11" fmla="*/ 112375 w 237190"/>
                <a:gd name="connsiteY11" fmla="*/ 250270 h 262079"/>
                <a:gd name="connsiteX12" fmla="*/ 112393 w 237190"/>
                <a:gd name="connsiteY12" fmla="*/ 249573 h 262079"/>
                <a:gd name="connsiteX13" fmla="*/ 112393 w 237190"/>
                <a:gd name="connsiteY13" fmla="*/ 145511 h 262079"/>
                <a:gd name="connsiteX14" fmla="*/ 124881 w 237190"/>
                <a:gd name="connsiteY14" fmla="*/ 145511 h 262079"/>
                <a:gd name="connsiteX15" fmla="*/ 150655 w 237190"/>
                <a:gd name="connsiteY15" fmla="*/ 179876 h 262079"/>
                <a:gd name="connsiteX16" fmla="*/ 162584 w 237190"/>
                <a:gd name="connsiteY16" fmla="*/ 239533 h 262079"/>
                <a:gd name="connsiteX17" fmla="*/ 174831 w 237190"/>
                <a:gd name="connsiteY17" fmla="*/ 249573 h 262079"/>
                <a:gd name="connsiteX18" fmla="*/ 178577 w 237190"/>
                <a:gd name="connsiteY18" fmla="*/ 249007 h 262079"/>
                <a:gd name="connsiteX19" fmla="*/ 187002 w 237190"/>
                <a:gd name="connsiteY19" fmla="*/ 234076 h 262079"/>
                <a:gd name="connsiteX20" fmla="*/ 174585 w 237190"/>
                <a:gd name="connsiteY20" fmla="*/ 172205 h 262079"/>
                <a:gd name="connsiteX21" fmla="*/ 172333 w 237190"/>
                <a:gd name="connsiteY21" fmla="*/ 167156 h 262079"/>
                <a:gd name="connsiteX22" fmla="*/ 149856 w 237190"/>
                <a:gd name="connsiteY22" fmla="*/ 137186 h 262079"/>
                <a:gd name="connsiteX23" fmla="*/ 149856 w 237190"/>
                <a:gd name="connsiteY23" fmla="*/ 61103 h 262079"/>
                <a:gd name="connsiteX24" fmla="*/ 179584 w 237190"/>
                <a:gd name="connsiteY24" fmla="*/ 84551 h 262079"/>
                <a:gd name="connsiteX25" fmla="*/ 195348 w 237190"/>
                <a:gd name="connsiteY25" fmla="*/ 84313 h 262079"/>
                <a:gd name="connsiteX26" fmla="*/ 232440 w 237190"/>
                <a:gd name="connsiteY26" fmla="*/ 53182 h 262079"/>
                <a:gd name="connsiteX27" fmla="*/ 235728 w 237190"/>
                <a:gd name="connsiteY27" fmla="*/ 37286 h 262079"/>
                <a:gd name="connsiteX28" fmla="*/ 222495 w 237190"/>
                <a:gd name="connsiteY28" fmla="*/ 31083 h 262079"/>
                <a:gd name="connsiteX29" fmla="*/ 221426 w 237190"/>
                <a:gd name="connsiteY29" fmla="*/ 27841 h 262079"/>
                <a:gd name="connsiteX30" fmla="*/ 220876 w 237190"/>
                <a:gd name="connsiteY30" fmla="*/ 25060 h 262079"/>
                <a:gd name="connsiteX31" fmla="*/ 211227 w 237190"/>
                <a:gd name="connsiteY31" fmla="*/ 26942 h 262079"/>
                <a:gd name="connsiteX32" fmla="*/ 211781 w 237190"/>
                <a:gd name="connsiteY32" fmla="*/ 29743 h 262079"/>
                <a:gd name="connsiteX33" fmla="*/ 212331 w 237190"/>
                <a:gd name="connsiteY33" fmla="*/ 37452 h 262079"/>
                <a:gd name="connsiteX34" fmla="*/ 187072 w 237190"/>
                <a:gd name="connsiteY34" fmla="*/ 58647 h 262079"/>
                <a:gd name="connsiteX35" fmla="*/ 156037 w 237190"/>
                <a:gd name="connsiteY35" fmla="*/ 34168 h 262079"/>
                <a:gd name="connsiteX36" fmla="*/ 152782 w 237190"/>
                <a:gd name="connsiteY36" fmla="*/ 32053 h 262079"/>
                <a:gd name="connsiteX37" fmla="*/ 149868 w 237190"/>
                <a:gd name="connsiteY37" fmla="*/ 30521 h 262079"/>
                <a:gd name="connsiteX38" fmla="*/ 118716 w 237190"/>
                <a:gd name="connsiteY38" fmla="*/ 23320 h 262079"/>
                <a:gd name="connsiteX39" fmla="*/ 87431 w 237190"/>
                <a:gd name="connsiteY39" fmla="*/ 26234 h 262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37190" h="262079">
                  <a:moveTo>
                    <a:pt x="86128" y="26625"/>
                  </a:moveTo>
                  <a:lnTo>
                    <a:pt x="46584" y="38280"/>
                  </a:lnTo>
                  <a:lnTo>
                    <a:pt x="23033" y="5601"/>
                  </a:lnTo>
                  <a:cubicBezTo>
                    <a:pt x="19160" y="-10"/>
                    <a:pt x="11602" y="-1663"/>
                    <a:pt x="5741" y="1821"/>
                  </a:cubicBezTo>
                  <a:cubicBezTo>
                    <a:pt x="-61" y="5548"/>
                    <a:pt x="-1745" y="13273"/>
                    <a:pt x="1981" y="19076"/>
                  </a:cubicBezTo>
                  <a:cubicBezTo>
                    <a:pt x="2102" y="19264"/>
                    <a:pt x="2227" y="19448"/>
                    <a:pt x="2357" y="19628"/>
                  </a:cubicBezTo>
                  <a:lnTo>
                    <a:pt x="31495" y="60059"/>
                  </a:lnTo>
                  <a:cubicBezTo>
                    <a:pt x="34593" y="64358"/>
                    <a:pt x="40068" y="66234"/>
                    <a:pt x="45152" y="64737"/>
                  </a:cubicBezTo>
                  <a:lnTo>
                    <a:pt x="87418" y="52271"/>
                  </a:lnTo>
                  <a:lnTo>
                    <a:pt x="87418" y="248865"/>
                  </a:lnTo>
                  <a:cubicBezTo>
                    <a:pt x="87269" y="255686"/>
                    <a:pt x="92432" y="261455"/>
                    <a:pt x="99227" y="262061"/>
                  </a:cubicBezTo>
                  <a:cubicBezTo>
                    <a:pt x="106114" y="262435"/>
                    <a:pt x="112000" y="257156"/>
                    <a:pt x="112375" y="250270"/>
                  </a:cubicBezTo>
                  <a:cubicBezTo>
                    <a:pt x="112387" y="250038"/>
                    <a:pt x="112393" y="249805"/>
                    <a:pt x="112393" y="249573"/>
                  </a:cubicBezTo>
                  <a:lnTo>
                    <a:pt x="112393" y="145511"/>
                  </a:lnTo>
                  <a:lnTo>
                    <a:pt x="124881" y="145511"/>
                  </a:lnTo>
                  <a:lnTo>
                    <a:pt x="150655" y="179876"/>
                  </a:lnTo>
                  <a:lnTo>
                    <a:pt x="162584" y="239533"/>
                  </a:lnTo>
                  <a:cubicBezTo>
                    <a:pt x="163751" y="245371"/>
                    <a:pt x="168877" y="249573"/>
                    <a:pt x="174831" y="249573"/>
                  </a:cubicBezTo>
                  <a:cubicBezTo>
                    <a:pt x="176101" y="249573"/>
                    <a:pt x="177363" y="249382"/>
                    <a:pt x="178577" y="249007"/>
                  </a:cubicBezTo>
                  <a:cubicBezTo>
                    <a:pt x="184772" y="246895"/>
                    <a:pt x="188397" y="240471"/>
                    <a:pt x="187002" y="234076"/>
                  </a:cubicBezTo>
                  <a:lnTo>
                    <a:pt x="174585" y="172205"/>
                  </a:lnTo>
                  <a:cubicBezTo>
                    <a:pt x="174221" y="170374"/>
                    <a:pt x="173452" y="168649"/>
                    <a:pt x="172333" y="167156"/>
                  </a:cubicBezTo>
                  <a:lnTo>
                    <a:pt x="149856" y="137186"/>
                  </a:lnTo>
                  <a:lnTo>
                    <a:pt x="149856" y="61103"/>
                  </a:lnTo>
                  <a:lnTo>
                    <a:pt x="179584" y="84551"/>
                  </a:lnTo>
                  <a:cubicBezTo>
                    <a:pt x="184231" y="88217"/>
                    <a:pt x="190813" y="88118"/>
                    <a:pt x="195348" y="84313"/>
                  </a:cubicBezTo>
                  <a:lnTo>
                    <a:pt x="232440" y="53182"/>
                  </a:lnTo>
                  <a:cubicBezTo>
                    <a:pt x="237182" y="49343"/>
                    <a:pt x="238558" y="42691"/>
                    <a:pt x="235728" y="37286"/>
                  </a:cubicBezTo>
                  <a:cubicBezTo>
                    <a:pt x="233130" y="32566"/>
                    <a:pt x="227785" y="30062"/>
                    <a:pt x="222495" y="31083"/>
                  </a:cubicBezTo>
                  <a:lnTo>
                    <a:pt x="221426" y="27841"/>
                  </a:lnTo>
                  <a:lnTo>
                    <a:pt x="220876" y="25060"/>
                  </a:lnTo>
                  <a:lnTo>
                    <a:pt x="211227" y="26942"/>
                  </a:lnTo>
                  <a:lnTo>
                    <a:pt x="211781" y="29743"/>
                  </a:lnTo>
                  <a:lnTo>
                    <a:pt x="212331" y="37452"/>
                  </a:lnTo>
                  <a:lnTo>
                    <a:pt x="187072" y="58647"/>
                  </a:lnTo>
                  <a:lnTo>
                    <a:pt x="156037" y="34168"/>
                  </a:lnTo>
                  <a:cubicBezTo>
                    <a:pt x="155020" y="33364"/>
                    <a:pt x="153930" y="32656"/>
                    <a:pt x="152782" y="32053"/>
                  </a:cubicBezTo>
                  <a:lnTo>
                    <a:pt x="149868" y="30521"/>
                  </a:lnTo>
                  <a:cubicBezTo>
                    <a:pt x="140122" y="25911"/>
                    <a:pt x="129497" y="23454"/>
                    <a:pt x="118716" y="23320"/>
                  </a:cubicBezTo>
                  <a:cubicBezTo>
                    <a:pt x="108206" y="22973"/>
                    <a:pt x="97695" y="23952"/>
                    <a:pt x="87431" y="26234"/>
                  </a:cubicBezTo>
                  <a:close/>
                </a:path>
              </a:pathLst>
            </a:custGeom>
            <a:solidFill>
              <a:schemeClr val="tx1"/>
            </a:solidFill>
            <a:ln w="406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36" name="Freihandform: Form 35">
              <a:extLst>
                <a:ext uri="{FF2B5EF4-FFF2-40B4-BE49-F238E27FC236}">
                  <a16:creationId xmlns:a16="http://schemas.microsoft.com/office/drawing/2014/main" id="{21A9D2B5-C1AE-0A31-AA59-F82F6D00108F}"/>
                </a:ext>
              </a:extLst>
            </p:cNvPr>
            <p:cNvSpPr/>
            <p:nvPr/>
          </p:nvSpPr>
          <p:spPr>
            <a:xfrm>
              <a:off x="840494" y="1595674"/>
              <a:ext cx="49950" cy="49950"/>
            </a:xfrm>
            <a:custGeom>
              <a:avLst/>
              <a:gdLst>
                <a:gd name="connsiteX0" fmla="*/ 49950 w 49950"/>
                <a:gd name="connsiteY0" fmla="*/ 24975 h 49950"/>
                <a:gd name="connsiteX1" fmla="*/ 24975 w 49950"/>
                <a:gd name="connsiteY1" fmla="*/ 49950 h 49950"/>
                <a:gd name="connsiteX2" fmla="*/ 0 w 49950"/>
                <a:gd name="connsiteY2" fmla="*/ 24975 h 49950"/>
                <a:gd name="connsiteX3" fmla="*/ 24975 w 49950"/>
                <a:gd name="connsiteY3" fmla="*/ 0 h 49950"/>
                <a:gd name="connsiteX4" fmla="*/ 49950 w 49950"/>
                <a:gd name="connsiteY4" fmla="*/ 24975 h 49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50" h="49950">
                  <a:moveTo>
                    <a:pt x="49950" y="24975"/>
                  </a:moveTo>
                  <a:cubicBezTo>
                    <a:pt x="49950" y="38768"/>
                    <a:pt x="38768" y="49950"/>
                    <a:pt x="24975" y="49950"/>
                  </a:cubicBezTo>
                  <a:cubicBezTo>
                    <a:pt x="11182" y="49950"/>
                    <a:pt x="0" y="38768"/>
                    <a:pt x="0" y="24975"/>
                  </a:cubicBezTo>
                  <a:cubicBezTo>
                    <a:pt x="0" y="11182"/>
                    <a:pt x="11182" y="0"/>
                    <a:pt x="24975" y="0"/>
                  </a:cubicBezTo>
                  <a:cubicBezTo>
                    <a:pt x="38768" y="0"/>
                    <a:pt x="49950" y="11182"/>
                    <a:pt x="49950" y="24975"/>
                  </a:cubicBezTo>
                  <a:close/>
                </a:path>
              </a:pathLst>
            </a:custGeom>
            <a:solidFill>
              <a:schemeClr val="tx2"/>
            </a:solidFill>
            <a:ln w="406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48" name="Freihandform: Form 47">
              <a:extLst>
                <a:ext uri="{FF2B5EF4-FFF2-40B4-BE49-F238E27FC236}">
                  <a16:creationId xmlns:a16="http://schemas.microsoft.com/office/drawing/2014/main" id="{E8579757-D766-AF5A-B42E-A348E503300C}"/>
                </a:ext>
              </a:extLst>
            </p:cNvPr>
            <p:cNvSpPr/>
            <p:nvPr/>
          </p:nvSpPr>
          <p:spPr>
            <a:xfrm>
              <a:off x="754845" y="1556592"/>
              <a:ext cx="18170" cy="20183"/>
            </a:xfrm>
            <a:custGeom>
              <a:avLst/>
              <a:gdLst>
                <a:gd name="connsiteX0" fmla="*/ 8492 w 18170"/>
                <a:gd name="connsiteY0" fmla="*/ 17878 h 20183"/>
                <a:gd name="connsiteX1" fmla="*/ 10157 w 18170"/>
                <a:gd name="connsiteY1" fmla="*/ 20184 h 20183"/>
                <a:gd name="connsiteX2" fmla="*/ 18170 w 18170"/>
                <a:gd name="connsiteY2" fmla="*/ 14489 h 20183"/>
                <a:gd name="connsiteX3" fmla="*/ 16505 w 18170"/>
                <a:gd name="connsiteY3" fmla="*/ 12163 h 20183"/>
                <a:gd name="connsiteX4" fmla="*/ 11627 w 18170"/>
                <a:gd name="connsiteY4" fmla="*/ 3159 h 20183"/>
                <a:gd name="connsiteX5" fmla="*/ 3159 w 18170"/>
                <a:gd name="connsiteY5" fmla="*/ 805 h 20183"/>
                <a:gd name="connsiteX6" fmla="*/ 805 w 18170"/>
                <a:gd name="connsiteY6" fmla="*/ 9272 h 20183"/>
                <a:gd name="connsiteX7" fmla="*/ 1570 w 18170"/>
                <a:gd name="connsiteY7" fmla="*/ 10344 h 20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170" h="20183">
                  <a:moveTo>
                    <a:pt x="8492" y="17878"/>
                  </a:moveTo>
                  <a:lnTo>
                    <a:pt x="10157" y="20184"/>
                  </a:lnTo>
                  <a:lnTo>
                    <a:pt x="18170" y="14489"/>
                  </a:lnTo>
                  <a:lnTo>
                    <a:pt x="16505" y="12163"/>
                  </a:lnTo>
                  <a:lnTo>
                    <a:pt x="11627" y="3159"/>
                  </a:lnTo>
                  <a:cubicBezTo>
                    <a:pt x="9939" y="171"/>
                    <a:pt x="6148" y="-884"/>
                    <a:pt x="3159" y="805"/>
                  </a:cubicBezTo>
                  <a:cubicBezTo>
                    <a:pt x="171" y="2493"/>
                    <a:pt x="-883" y="6284"/>
                    <a:pt x="805" y="9272"/>
                  </a:cubicBezTo>
                  <a:cubicBezTo>
                    <a:pt x="1021" y="9656"/>
                    <a:pt x="1278" y="10015"/>
                    <a:pt x="1570" y="10344"/>
                  </a:cubicBezTo>
                  <a:close/>
                </a:path>
              </a:pathLst>
            </a:custGeom>
            <a:solidFill>
              <a:schemeClr val="tx1"/>
            </a:solidFill>
            <a:ln w="406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50" name="Freihandform: Form 49">
              <a:extLst>
                <a:ext uri="{FF2B5EF4-FFF2-40B4-BE49-F238E27FC236}">
                  <a16:creationId xmlns:a16="http://schemas.microsoft.com/office/drawing/2014/main" id="{1F31D51D-6968-805D-5E7E-C7E33F672892}"/>
                </a:ext>
              </a:extLst>
            </p:cNvPr>
            <p:cNvSpPr/>
            <p:nvPr/>
          </p:nvSpPr>
          <p:spPr>
            <a:xfrm>
              <a:off x="767359" y="1574433"/>
              <a:ext cx="37790" cy="46635"/>
            </a:xfrm>
            <a:custGeom>
              <a:avLst/>
              <a:gdLst>
                <a:gd name="connsiteX0" fmla="*/ 3176 w 37790"/>
                <a:gd name="connsiteY0" fmla="*/ 14885 h 46635"/>
                <a:gd name="connsiteX1" fmla="*/ 20022 w 37790"/>
                <a:gd name="connsiteY1" fmla="*/ 40276 h 46635"/>
                <a:gd name="connsiteX2" fmla="*/ 26390 w 37790"/>
                <a:gd name="connsiteY2" fmla="*/ 46025 h 46635"/>
                <a:gd name="connsiteX3" fmla="*/ 29366 w 37790"/>
                <a:gd name="connsiteY3" fmla="*/ 46191 h 46635"/>
                <a:gd name="connsiteX4" fmla="*/ 36792 w 37790"/>
                <a:gd name="connsiteY4" fmla="*/ 40888 h 46635"/>
                <a:gd name="connsiteX5" fmla="*/ 37600 w 37790"/>
                <a:gd name="connsiteY5" fmla="*/ 38016 h 46635"/>
                <a:gd name="connsiteX6" fmla="*/ 34228 w 37790"/>
                <a:gd name="connsiteY6" fmla="*/ 30107 h 46635"/>
                <a:gd name="connsiteX7" fmla="*/ 15688 w 37790"/>
                <a:gd name="connsiteY7" fmla="*/ 5965 h 46635"/>
                <a:gd name="connsiteX8" fmla="*/ 8109 w 37790"/>
                <a:gd name="connsiteY8" fmla="*/ 0 h 46635"/>
                <a:gd name="connsiteX9" fmla="*/ 0 w 37790"/>
                <a:gd name="connsiteY9" fmla="*/ 5761 h 46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790" h="46635">
                  <a:moveTo>
                    <a:pt x="3176" y="14885"/>
                  </a:moveTo>
                  <a:cubicBezTo>
                    <a:pt x="6573" y="24628"/>
                    <a:pt x="12366" y="33360"/>
                    <a:pt x="20022" y="40276"/>
                  </a:cubicBezTo>
                  <a:lnTo>
                    <a:pt x="26390" y="46025"/>
                  </a:lnTo>
                  <a:cubicBezTo>
                    <a:pt x="27221" y="46771"/>
                    <a:pt x="28458" y="46841"/>
                    <a:pt x="29366" y="46191"/>
                  </a:cubicBezTo>
                  <a:lnTo>
                    <a:pt x="36792" y="40888"/>
                  </a:lnTo>
                  <a:cubicBezTo>
                    <a:pt x="37702" y="40239"/>
                    <a:pt x="38038" y="39044"/>
                    <a:pt x="37600" y="38016"/>
                  </a:cubicBezTo>
                  <a:lnTo>
                    <a:pt x="34228" y="30107"/>
                  </a:lnTo>
                  <a:cubicBezTo>
                    <a:pt x="30171" y="20632"/>
                    <a:pt x="23795" y="12330"/>
                    <a:pt x="15688" y="5965"/>
                  </a:cubicBezTo>
                  <a:lnTo>
                    <a:pt x="8109" y="0"/>
                  </a:lnTo>
                  <a:lnTo>
                    <a:pt x="0" y="5761"/>
                  </a:lnTo>
                  <a:close/>
                </a:path>
              </a:pathLst>
            </a:custGeom>
            <a:solidFill>
              <a:schemeClr val="accent2"/>
            </a:solidFill>
            <a:ln w="406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54" name="Freihandform: Form 53">
              <a:extLst>
                <a:ext uri="{FF2B5EF4-FFF2-40B4-BE49-F238E27FC236}">
                  <a16:creationId xmlns:a16="http://schemas.microsoft.com/office/drawing/2014/main" id="{F97C5503-05E9-4F99-A92E-213F5019C579}"/>
                </a:ext>
              </a:extLst>
            </p:cNvPr>
            <p:cNvSpPr/>
            <p:nvPr/>
          </p:nvSpPr>
          <p:spPr>
            <a:xfrm>
              <a:off x="842686" y="1538743"/>
              <a:ext cx="20626" cy="15338"/>
            </a:xfrm>
            <a:custGeom>
              <a:avLst/>
              <a:gdLst>
                <a:gd name="connsiteX0" fmla="*/ 8805 w 20626"/>
                <a:gd name="connsiteY0" fmla="*/ 14839 h 15338"/>
                <a:gd name="connsiteX1" fmla="*/ 17963 w 20626"/>
                <a:gd name="connsiteY1" fmla="*/ 10219 h 15338"/>
                <a:gd name="connsiteX2" fmla="*/ 20627 w 20626"/>
                <a:gd name="connsiteY2" fmla="*/ 9262 h 15338"/>
                <a:gd name="connsiteX3" fmla="*/ 17330 w 20626"/>
                <a:gd name="connsiteY3" fmla="*/ 0 h 15338"/>
                <a:gd name="connsiteX4" fmla="*/ 14641 w 20626"/>
                <a:gd name="connsiteY4" fmla="*/ 966 h 15338"/>
                <a:gd name="connsiteX5" fmla="*/ 4651 w 20626"/>
                <a:gd name="connsiteY5" fmla="*/ 3205 h 15338"/>
                <a:gd name="connsiteX6" fmla="*/ 272 w 20626"/>
                <a:gd name="connsiteY6" fmla="*/ 11339 h 15338"/>
                <a:gd name="connsiteX7" fmla="*/ 8805 w 20626"/>
                <a:gd name="connsiteY7" fmla="*/ 14839 h 15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626" h="15338">
                  <a:moveTo>
                    <a:pt x="8805" y="14839"/>
                  </a:moveTo>
                  <a:lnTo>
                    <a:pt x="17963" y="10219"/>
                  </a:lnTo>
                  <a:lnTo>
                    <a:pt x="20627" y="9262"/>
                  </a:lnTo>
                  <a:lnTo>
                    <a:pt x="17330" y="0"/>
                  </a:lnTo>
                  <a:lnTo>
                    <a:pt x="14641" y="966"/>
                  </a:lnTo>
                  <a:lnTo>
                    <a:pt x="4651" y="3205"/>
                  </a:lnTo>
                  <a:cubicBezTo>
                    <a:pt x="1204" y="4251"/>
                    <a:pt x="-752" y="7885"/>
                    <a:pt x="272" y="11339"/>
                  </a:cubicBezTo>
                  <a:cubicBezTo>
                    <a:pt x="1673" y="14651"/>
                    <a:pt x="5483" y="16214"/>
                    <a:pt x="8805" y="14839"/>
                  </a:cubicBezTo>
                  <a:close/>
                </a:path>
              </a:pathLst>
            </a:custGeom>
            <a:solidFill>
              <a:schemeClr val="tx1"/>
            </a:solidFill>
            <a:ln w="406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55" name="Freihandform: Form 54">
              <a:extLst>
                <a:ext uri="{FF2B5EF4-FFF2-40B4-BE49-F238E27FC236}">
                  <a16:creationId xmlns:a16="http://schemas.microsoft.com/office/drawing/2014/main" id="{5E371B82-E10D-8CD5-E6F3-0B46E8CE27C5}"/>
                </a:ext>
              </a:extLst>
            </p:cNvPr>
            <p:cNvSpPr/>
            <p:nvPr/>
          </p:nvSpPr>
          <p:spPr>
            <a:xfrm>
              <a:off x="863895" y="1519222"/>
              <a:ext cx="50363" cy="27430"/>
            </a:xfrm>
            <a:custGeom>
              <a:avLst/>
              <a:gdLst>
                <a:gd name="connsiteX0" fmla="*/ 12983 w 50363"/>
                <a:gd name="connsiteY0" fmla="*/ 26860 h 27430"/>
                <a:gd name="connsiteX1" fmla="*/ 41987 w 50363"/>
                <a:gd name="connsiteY1" fmla="*/ 17561 h 27430"/>
                <a:gd name="connsiteX2" fmla="*/ 49251 w 50363"/>
                <a:gd name="connsiteY2" fmla="*/ 12982 h 27430"/>
                <a:gd name="connsiteX3" fmla="*/ 50225 w 50363"/>
                <a:gd name="connsiteY3" fmla="*/ 10168 h 27430"/>
                <a:gd name="connsiteX4" fmla="*/ 47140 w 50363"/>
                <a:gd name="connsiteY4" fmla="*/ 1573 h 27430"/>
                <a:gd name="connsiteX5" fmla="*/ 44601 w 50363"/>
                <a:gd name="connsiteY5" fmla="*/ 20 h 27430"/>
                <a:gd name="connsiteX6" fmla="*/ 36093 w 50363"/>
                <a:gd name="connsiteY6" fmla="*/ 1115 h 27430"/>
                <a:gd name="connsiteX7" fmla="*/ 7788 w 50363"/>
                <a:gd name="connsiteY7" fmla="*/ 12354 h 27430"/>
                <a:gd name="connsiteX8" fmla="*/ 0 w 50363"/>
                <a:gd name="connsiteY8" fmla="*/ 18056 h 27430"/>
                <a:gd name="connsiteX9" fmla="*/ 3330 w 50363"/>
                <a:gd name="connsiteY9" fmla="*/ 27430 h 27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363" h="27430">
                  <a:moveTo>
                    <a:pt x="12983" y="26860"/>
                  </a:moveTo>
                  <a:cubicBezTo>
                    <a:pt x="23278" y="26242"/>
                    <a:pt x="33252" y="23044"/>
                    <a:pt x="41987" y="17561"/>
                  </a:cubicBezTo>
                  <a:lnTo>
                    <a:pt x="49251" y="12982"/>
                  </a:lnTo>
                  <a:cubicBezTo>
                    <a:pt x="50196" y="12389"/>
                    <a:pt x="50601" y="11219"/>
                    <a:pt x="50225" y="10168"/>
                  </a:cubicBezTo>
                  <a:lnTo>
                    <a:pt x="47140" y="1573"/>
                  </a:lnTo>
                  <a:cubicBezTo>
                    <a:pt x="46765" y="522"/>
                    <a:pt x="45708" y="-125"/>
                    <a:pt x="44601" y="20"/>
                  </a:cubicBezTo>
                  <a:lnTo>
                    <a:pt x="36093" y="1115"/>
                  </a:lnTo>
                  <a:cubicBezTo>
                    <a:pt x="25864" y="2423"/>
                    <a:pt x="16129" y="6289"/>
                    <a:pt x="7788" y="12354"/>
                  </a:cubicBezTo>
                  <a:lnTo>
                    <a:pt x="0" y="18056"/>
                  </a:lnTo>
                  <a:lnTo>
                    <a:pt x="3330" y="27430"/>
                  </a:lnTo>
                  <a:close/>
                </a:path>
              </a:pathLst>
            </a:custGeom>
            <a:solidFill>
              <a:schemeClr val="accent2"/>
            </a:solidFill>
            <a:ln w="406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56" name="Freihandform: Form 55">
              <a:extLst>
                <a:ext uri="{FF2B5EF4-FFF2-40B4-BE49-F238E27FC236}">
                  <a16:creationId xmlns:a16="http://schemas.microsoft.com/office/drawing/2014/main" id="{DF4F1109-54AF-7FE9-3E6D-EDC58D771819}"/>
                </a:ext>
              </a:extLst>
            </p:cNvPr>
            <p:cNvSpPr/>
            <p:nvPr/>
          </p:nvSpPr>
          <p:spPr>
            <a:xfrm>
              <a:off x="945858" y="1603800"/>
              <a:ext cx="22260" cy="50877"/>
            </a:xfrm>
            <a:custGeom>
              <a:avLst/>
              <a:gdLst>
                <a:gd name="connsiteX0" fmla="*/ 11374 w 22260"/>
                <a:gd name="connsiteY0" fmla="*/ 50877 h 50877"/>
                <a:gd name="connsiteX1" fmla="*/ 21139 w 22260"/>
                <a:gd name="connsiteY1" fmla="*/ 48975 h 50877"/>
                <a:gd name="connsiteX2" fmla="*/ 22013 w 22260"/>
                <a:gd name="connsiteY2" fmla="*/ 39355 h 50877"/>
                <a:gd name="connsiteX3" fmla="*/ 17143 w 22260"/>
                <a:gd name="connsiteY3" fmla="*/ 9294 h 50877"/>
                <a:gd name="connsiteX4" fmla="*/ 13713 w 22260"/>
                <a:gd name="connsiteY4" fmla="*/ 1427 h 50877"/>
                <a:gd name="connsiteX5" fmla="*/ 11074 w 22260"/>
                <a:gd name="connsiteY5" fmla="*/ 45 h 50877"/>
                <a:gd name="connsiteX6" fmla="*/ 2120 w 22260"/>
                <a:gd name="connsiteY6" fmla="*/ 1814 h 50877"/>
                <a:gd name="connsiteX7" fmla="*/ 201 w 22260"/>
                <a:gd name="connsiteY7" fmla="*/ 4095 h 50877"/>
                <a:gd name="connsiteX8" fmla="*/ 14 w 22260"/>
                <a:gd name="connsiteY8" fmla="*/ 12669 h 50877"/>
                <a:gd name="connsiteX9" fmla="*/ 6924 w 22260"/>
                <a:gd name="connsiteY9" fmla="*/ 42327 h 50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260" h="50877">
                  <a:moveTo>
                    <a:pt x="11374" y="50877"/>
                  </a:moveTo>
                  <a:lnTo>
                    <a:pt x="21139" y="48975"/>
                  </a:lnTo>
                  <a:lnTo>
                    <a:pt x="22013" y="39355"/>
                  </a:lnTo>
                  <a:cubicBezTo>
                    <a:pt x="22937" y="29085"/>
                    <a:pt x="21262" y="18747"/>
                    <a:pt x="17143" y="9294"/>
                  </a:cubicBezTo>
                  <a:lnTo>
                    <a:pt x="13713" y="1427"/>
                  </a:lnTo>
                  <a:cubicBezTo>
                    <a:pt x="13265" y="405"/>
                    <a:pt x="12169" y="-170"/>
                    <a:pt x="11074" y="45"/>
                  </a:cubicBezTo>
                  <a:lnTo>
                    <a:pt x="2120" y="1814"/>
                  </a:lnTo>
                  <a:cubicBezTo>
                    <a:pt x="1023" y="2027"/>
                    <a:pt x="224" y="2977"/>
                    <a:pt x="201" y="4095"/>
                  </a:cubicBezTo>
                  <a:lnTo>
                    <a:pt x="14" y="12669"/>
                  </a:lnTo>
                  <a:cubicBezTo>
                    <a:pt x="-207" y="22978"/>
                    <a:pt x="2170" y="33177"/>
                    <a:pt x="6924" y="42327"/>
                  </a:cubicBezTo>
                  <a:close/>
                </a:path>
              </a:pathLst>
            </a:custGeom>
            <a:solidFill>
              <a:schemeClr val="accent2"/>
            </a:solidFill>
            <a:ln w="406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grpSp>
        <p:nvGrpSpPr>
          <p:cNvPr id="290" name="Grafik 250" descr="Programmiererin mit einfarbiger Füllung">
            <a:extLst>
              <a:ext uri="{FF2B5EF4-FFF2-40B4-BE49-F238E27FC236}">
                <a16:creationId xmlns:a16="http://schemas.microsoft.com/office/drawing/2014/main" id="{6F969713-E38A-4291-D9FD-D271C16401AA}"/>
              </a:ext>
            </a:extLst>
          </p:cNvPr>
          <p:cNvGrpSpPr>
            <a:grpSpLocks noChangeAspect="1"/>
          </p:cNvGrpSpPr>
          <p:nvPr/>
        </p:nvGrpSpPr>
        <p:grpSpPr>
          <a:xfrm>
            <a:off x="2712664" y="1706332"/>
            <a:ext cx="476045" cy="617717"/>
            <a:chOff x="1698512" y="2971465"/>
            <a:chExt cx="623939" cy="809625"/>
          </a:xfrm>
          <a:solidFill>
            <a:schemeClr val="tx1"/>
          </a:solidFill>
        </p:grpSpPr>
        <p:sp>
          <p:nvSpPr>
            <p:cNvPr id="296" name="Freihandform: Form 295">
              <a:extLst>
                <a:ext uri="{FF2B5EF4-FFF2-40B4-BE49-F238E27FC236}">
                  <a16:creationId xmlns:a16="http://schemas.microsoft.com/office/drawing/2014/main" id="{AF73AF31-A10B-C802-991A-58C870EDD454}"/>
                </a:ext>
              </a:extLst>
            </p:cNvPr>
            <p:cNvSpPr/>
            <p:nvPr/>
          </p:nvSpPr>
          <p:spPr>
            <a:xfrm>
              <a:off x="1698512" y="2971465"/>
              <a:ext cx="623939" cy="754379"/>
            </a:xfrm>
            <a:custGeom>
              <a:avLst/>
              <a:gdLst>
                <a:gd name="connsiteX0" fmla="*/ 151950 w 623939"/>
                <a:gd name="connsiteY0" fmla="*/ 404813 h 754379"/>
                <a:gd name="connsiteX1" fmla="*/ 51937 w 623939"/>
                <a:gd name="connsiteY1" fmla="*/ 461963 h 754379"/>
                <a:gd name="connsiteX2" fmla="*/ 16695 w 623939"/>
                <a:gd name="connsiteY2" fmla="*/ 532448 h 754379"/>
                <a:gd name="connsiteX3" fmla="*/ 502 w 623939"/>
                <a:gd name="connsiteY3" fmla="*/ 673418 h 754379"/>
                <a:gd name="connsiteX4" fmla="*/ 24315 w 623939"/>
                <a:gd name="connsiteY4" fmla="*/ 726758 h 754379"/>
                <a:gd name="connsiteX5" fmla="*/ 78607 w 623939"/>
                <a:gd name="connsiteY5" fmla="*/ 754380 h 754379"/>
                <a:gd name="connsiteX6" fmla="*/ 87180 w 623939"/>
                <a:gd name="connsiteY6" fmla="*/ 754380 h 754379"/>
                <a:gd name="connsiteX7" fmla="*/ 87180 w 623939"/>
                <a:gd name="connsiteY7" fmla="*/ 717233 h 754379"/>
                <a:gd name="connsiteX8" fmla="*/ 45270 w 623939"/>
                <a:gd name="connsiteY8" fmla="*/ 695325 h 754379"/>
                <a:gd name="connsiteX9" fmla="*/ 37650 w 623939"/>
                <a:gd name="connsiteY9" fmla="*/ 678180 h 754379"/>
                <a:gd name="connsiteX10" fmla="*/ 54795 w 623939"/>
                <a:gd name="connsiteY10" fmla="*/ 535305 h 754379"/>
                <a:gd name="connsiteX11" fmla="*/ 54795 w 623939"/>
                <a:gd name="connsiteY11" fmla="*/ 533400 h 754379"/>
                <a:gd name="connsiteX12" fmla="*/ 76702 w 623939"/>
                <a:gd name="connsiteY12" fmla="*/ 490538 h 754379"/>
                <a:gd name="connsiteX13" fmla="*/ 191002 w 623939"/>
                <a:gd name="connsiteY13" fmla="*/ 429578 h 754379"/>
                <a:gd name="connsiteX14" fmla="*/ 311970 w 623939"/>
                <a:gd name="connsiteY14" fmla="*/ 457200 h 754379"/>
                <a:gd name="connsiteX15" fmla="*/ 432937 w 623939"/>
                <a:gd name="connsiteY15" fmla="*/ 429578 h 754379"/>
                <a:gd name="connsiteX16" fmla="*/ 547237 w 623939"/>
                <a:gd name="connsiteY16" fmla="*/ 490538 h 754379"/>
                <a:gd name="connsiteX17" fmla="*/ 569145 w 623939"/>
                <a:gd name="connsiteY17" fmla="*/ 533400 h 754379"/>
                <a:gd name="connsiteX18" fmla="*/ 586290 w 623939"/>
                <a:gd name="connsiteY18" fmla="*/ 677228 h 754379"/>
                <a:gd name="connsiteX19" fmla="*/ 578670 w 623939"/>
                <a:gd name="connsiteY19" fmla="*/ 694373 h 754379"/>
                <a:gd name="connsiteX20" fmla="*/ 578670 w 623939"/>
                <a:gd name="connsiteY20" fmla="*/ 694373 h 754379"/>
                <a:gd name="connsiteX21" fmla="*/ 536760 w 623939"/>
                <a:gd name="connsiteY21" fmla="*/ 716280 h 754379"/>
                <a:gd name="connsiteX22" fmla="*/ 536760 w 623939"/>
                <a:gd name="connsiteY22" fmla="*/ 753428 h 754379"/>
                <a:gd name="connsiteX23" fmla="*/ 545332 w 623939"/>
                <a:gd name="connsiteY23" fmla="*/ 753428 h 754379"/>
                <a:gd name="connsiteX24" fmla="*/ 599625 w 623939"/>
                <a:gd name="connsiteY24" fmla="*/ 725805 h 754379"/>
                <a:gd name="connsiteX25" fmla="*/ 599625 w 623939"/>
                <a:gd name="connsiteY25" fmla="*/ 725805 h 754379"/>
                <a:gd name="connsiteX26" fmla="*/ 623437 w 623939"/>
                <a:gd name="connsiteY26" fmla="*/ 672465 h 754379"/>
                <a:gd name="connsiteX27" fmla="*/ 607245 w 623939"/>
                <a:gd name="connsiteY27" fmla="*/ 532448 h 754379"/>
                <a:gd name="connsiteX28" fmla="*/ 572002 w 623939"/>
                <a:gd name="connsiteY28" fmla="*/ 461963 h 754379"/>
                <a:gd name="connsiteX29" fmla="*/ 471990 w 623939"/>
                <a:gd name="connsiteY29" fmla="*/ 404813 h 754379"/>
                <a:gd name="connsiteX30" fmla="*/ 473895 w 623939"/>
                <a:gd name="connsiteY30" fmla="*/ 168593 h 754379"/>
                <a:gd name="connsiteX31" fmla="*/ 468180 w 623939"/>
                <a:gd name="connsiteY31" fmla="*/ 122873 h 754379"/>
                <a:gd name="connsiteX32" fmla="*/ 382455 w 623939"/>
                <a:gd name="connsiteY32" fmla="*/ 17145 h 754379"/>
                <a:gd name="connsiteX33" fmla="*/ 370072 w 623939"/>
                <a:gd name="connsiteY33" fmla="*/ 18097 h 754379"/>
                <a:gd name="connsiteX34" fmla="*/ 361500 w 623939"/>
                <a:gd name="connsiteY34" fmla="*/ 24765 h 754379"/>
                <a:gd name="connsiteX35" fmla="*/ 351975 w 623939"/>
                <a:gd name="connsiteY35" fmla="*/ 11430 h 754379"/>
                <a:gd name="connsiteX36" fmla="*/ 339592 w 623939"/>
                <a:gd name="connsiteY36" fmla="*/ 2858 h 754379"/>
                <a:gd name="connsiteX37" fmla="*/ 311970 w 623939"/>
                <a:gd name="connsiteY37" fmla="*/ 0 h 754379"/>
                <a:gd name="connsiteX38" fmla="*/ 207195 w 623939"/>
                <a:gd name="connsiteY38" fmla="*/ 39053 h 754379"/>
                <a:gd name="connsiteX39" fmla="*/ 151950 w 623939"/>
                <a:gd name="connsiteY39" fmla="*/ 165735 h 754379"/>
                <a:gd name="connsiteX40" fmla="*/ 151950 w 623939"/>
                <a:gd name="connsiteY40" fmla="*/ 404813 h 754379"/>
                <a:gd name="connsiteX41" fmla="*/ 199575 w 623939"/>
                <a:gd name="connsiteY41" fmla="*/ 249555 h 754379"/>
                <a:gd name="connsiteX42" fmla="*/ 206242 w 623939"/>
                <a:gd name="connsiteY42" fmla="*/ 171450 h 754379"/>
                <a:gd name="connsiteX43" fmla="*/ 416745 w 623939"/>
                <a:gd name="connsiteY43" fmla="*/ 171450 h 754379"/>
                <a:gd name="connsiteX44" fmla="*/ 423412 w 623939"/>
                <a:gd name="connsiteY44" fmla="*/ 249555 h 754379"/>
                <a:gd name="connsiteX45" fmla="*/ 290062 w 623939"/>
                <a:gd name="connsiteY45" fmla="*/ 340995 h 754379"/>
                <a:gd name="connsiteX46" fmla="*/ 199575 w 623939"/>
                <a:gd name="connsiteY46" fmla="*/ 249555 h 754379"/>
                <a:gd name="connsiteX47" fmla="*/ 237675 w 623939"/>
                <a:gd name="connsiteY47" fmla="*/ 408623 h 754379"/>
                <a:gd name="connsiteX48" fmla="*/ 254820 w 623939"/>
                <a:gd name="connsiteY48" fmla="*/ 371475 h 754379"/>
                <a:gd name="connsiteX49" fmla="*/ 254820 w 623939"/>
                <a:gd name="connsiteY49" fmla="*/ 369570 h 754379"/>
                <a:gd name="connsiteX50" fmla="*/ 369120 w 623939"/>
                <a:gd name="connsiteY50" fmla="*/ 369570 h 754379"/>
                <a:gd name="connsiteX51" fmla="*/ 369120 w 623939"/>
                <a:gd name="connsiteY51" fmla="*/ 371475 h 754379"/>
                <a:gd name="connsiteX52" fmla="*/ 386265 w 623939"/>
                <a:gd name="connsiteY52" fmla="*/ 408623 h 754379"/>
                <a:gd name="connsiteX53" fmla="*/ 311970 w 623939"/>
                <a:gd name="connsiteY53" fmla="*/ 419100 h 754379"/>
                <a:gd name="connsiteX54" fmla="*/ 237675 w 623939"/>
                <a:gd name="connsiteY54" fmla="*/ 408623 h 754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23939" h="754379">
                  <a:moveTo>
                    <a:pt x="151950" y="404813"/>
                  </a:moveTo>
                  <a:cubicBezTo>
                    <a:pt x="115755" y="419100"/>
                    <a:pt x="82417" y="438150"/>
                    <a:pt x="51937" y="461963"/>
                  </a:cubicBezTo>
                  <a:cubicBezTo>
                    <a:pt x="30982" y="479108"/>
                    <a:pt x="17647" y="504825"/>
                    <a:pt x="16695" y="532448"/>
                  </a:cubicBezTo>
                  <a:lnTo>
                    <a:pt x="502" y="673418"/>
                  </a:lnTo>
                  <a:cubicBezTo>
                    <a:pt x="-2355" y="694373"/>
                    <a:pt x="7170" y="715328"/>
                    <a:pt x="24315" y="726758"/>
                  </a:cubicBezTo>
                  <a:cubicBezTo>
                    <a:pt x="41460" y="738188"/>
                    <a:pt x="59557" y="746760"/>
                    <a:pt x="78607" y="754380"/>
                  </a:cubicBezTo>
                  <a:lnTo>
                    <a:pt x="87180" y="754380"/>
                  </a:lnTo>
                  <a:lnTo>
                    <a:pt x="87180" y="717233"/>
                  </a:lnTo>
                  <a:cubicBezTo>
                    <a:pt x="72892" y="711518"/>
                    <a:pt x="58605" y="703898"/>
                    <a:pt x="45270" y="695325"/>
                  </a:cubicBezTo>
                  <a:cubicBezTo>
                    <a:pt x="39555" y="691515"/>
                    <a:pt x="36697" y="684848"/>
                    <a:pt x="37650" y="678180"/>
                  </a:cubicBezTo>
                  <a:lnTo>
                    <a:pt x="54795" y="535305"/>
                  </a:lnTo>
                  <a:lnTo>
                    <a:pt x="54795" y="533400"/>
                  </a:lnTo>
                  <a:cubicBezTo>
                    <a:pt x="55747" y="516255"/>
                    <a:pt x="63367" y="501015"/>
                    <a:pt x="76702" y="490538"/>
                  </a:cubicBezTo>
                  <a:cubicBezTo>
                    <a:pt x="102420" y="468630"/>
                    <a:pt x="139567" y="448628"/>
                    <a:pt x="191002" y="429578"/>
                  </a:cubicBezTo>
                  <a:cubicBezTo>
                    <a:pt x="219577" y="446723"/>
                    <a:pt x="263392" y="457200"/>
                    <a:pt x="311970" y="457200"/>
                  </a:cubicBezTo>
                  <a:cubicBezTo>
                    <a:pt x="360547" y="457200"/>
                    <a:pt x="404362" y="446723"/>
                    <a:pt x="432937" y="429578"/>
                  </a:cubicBezTo>
                  <a:cubicBezTo>
                    <a:pt x="485325" y="448628"/>
                    <a:pt x="521520" y="468630"/>
                    <a:pt x="547237" y="490538"/>
                  </a:cubicBezTo>
                  <a:cubicBezTo>
                    <a:pt x="560572" y="501015"/>
                    <a:pt x="568192" y="517208"/>
                    <a:pt x="569145" y="533400"/>
                  </a:cubicBezTo>
                  <a:lnTo>
                    <a:pt x="586290" y="677228"/>
                  </a:lnTo>
                  <a:cubicBezTo>
                    <a:pt x="587242" y="683895"/>
                    <a:pt x="584385" y="690563"/>
                    <a:pt x="578670" y="694373"/>
                  </a:cubicBezTo>
                  <a:lnTo>
                    <a:pt x="578670" y="694373"/>
                  </a:lnTo>
                  <a:cubicBezTo>
                    <a:pt x="565335" y="702945"/>
                    <a:pt x="552000" y="710565"/>
                    <a:pt x="536760" y="716280"/>
                  </a:cubicBezTo>
                  <a:lnTo>
                    <a:pt x="536760" y="753428"/>
                  </a:lnTo>
                  <a:lnTo>
                    <a:pt x="545332" y="753428"/>
                  </a:lnTo>
                  <a:cubicBezTo>
                    <a:pt x="564382" y="746760"/>
                    <a:pt x="582480" y="737235"/>
                    <a:pt x="599625" y="725805"/>
                  </a:cubicBezTo>
                  <a:lnTo>
                    <a:pt x="599625" y="725805"/>
                  </a:lnTo>
                  <a:cubicBezTo>
                    <a:pt x="616770" y="713423"/>
                    <a:pt x="626295" y="693420"/>
                    <a:pt x="623437" y="672465"/>
                  </a:cubicBezTo>
                  <a:lnTo>
                    <a:pt x="607245" y="532448"/>
                  </a:lnTo>
                  <a:cubicBezTo>
                    <a:pt x="606292" y="504825"/>
                    <a:pt x="592957" y="479108"/>
                    <a:pt x="572002" y="461963"/>
                  </a:cubicBezTo>
                  <a:cubicBezTo>
                    <a:pt x="541522" y="438150"/>
                    <a:pt x="508185" y="418148"/>
                    <a:pt x="471990" y="404813"/>
                  </a:cubicBezTo>
                  <a:cubicBezTo>
                    <a:pt x="471990" y="356235"/>
                    <a:pt x="473895" y="222885"/>
                    <a:pt x="473895" y="168593"/>
                  </a:cubicBezTo>
                  <a:cubicBezTo>
                    <a:pt x="473895" y="153353"/>
                    <a:pt x="471990" y="138113"/>
                    <a:pt x="468180" y="122873"/>
                  </a:cubicBezTo>
                  <a:cubicBezTo>
                    <a:pt x="455797" y="77153"/>
                    <a:pt x="424365" y="39053"/>
                    <a:pt x="382455" y="17145"/>
                  </a:cubicBezTo>
                  <a:cubicBezTo>
                    <a:pt x="378645" y="15240"/>
                    <a:pt x="372930" y="15240"/>
                    <a:pt x="370072" y="18097"/>
                  </a:cubicBezTo>
                  <a:lnTo>
                    <a:pt x="361500" y="24765"/>
                  </a:lnTo>
                  <a:lnTo>
                    <a:pt x="351975" y="11430"/>
                  </a:lnTo>
                  <a:cubicBezTo>
                    <a:pt x="349117" y="6667"/>
                    <a:pt x="344355" y="3810"/>
                    <a:pt x="339592" y="2858"/>
                  </a:cubicBezTo>
                  <a:cubicBezTo>
                    <a:pt x="330067" y="953"/>
                    <a:pt x="321495" y="0"/>
                    <a:pt x="311970" y="0"/>
                  </a:cubicBezTo>
                  <a:cubicBezTo>
                    <a:pt x="273870" y="0"/>
                    <a:pt x="235770" y="14288"/>
                    <a:pt x="207195" y="39053"/>
                  </a:cubicBezTo>
                  <a:cubicBezTo>
                    <a:pt x="171000" y="71438"/>
                    <a:pt x="150997" y="117157"/>
                    <a:pt x="151950" y="165735"/>
                  </a:cubicBezTo>
                  <a:lnTo>
                    <a:pt x="151950" y="404813"/>
                  </a:lnTo>
                  <a:close/>
                  <a:moveTo>
                    <a:pt x="199575" y="249555"/>
                  </a:moveTo>
                  <a:lnTo>
                    <a:pt x="206242" y="171450"/>
                  </a:lnTo>
                  <a:lnTo>
                    <a:pt x="416745" y="171450"/>
                  </a:lnTo>
                  <a:lnTo>
                    <a:pt x="423412" y="249555"/>
                  </a:lnTo>
                  <a:cubicBezTo>
                    <a:pt x="411982" y="311468"/>
                    <a:pt x="352927" y="352425"/>
                    <a:pt x="290062" y="340995"/>
                  </a:cubicBezTo>
                  <a:cubicBezTo>
                    <a:pt x="244342" y="332423"/>
                    <a:pt x="208147" y="296228"/>
                    <a:pt x="199575" y="249555"/>
                  </a:cubicBezTo>
                  <a:close/>
                  <a:moveTo>
                    <a:pt x="237675" y="408623"/>
                  </a:moveTo>
                  <a:cubicBezTo>
                    <a:pt x="248152" y="400050"/>
                    <a:pt x="254820" y="385763"/>
                    <a:pt x="254820" y="371475"/>
                  </a:cubicBezTo>
                  <a:lnTo>
                    <a:pt x="254820" y="369570"/>
                  </a:lnTo>
                  <a:cubicBezTo>
                    <a:pt x="291015" y="384810"/>
                    <a:pt x="332925" y="384810"/>
                    <a:pt x="369120" y="369570"/>
                  </a:cubicBezTo>
                  <a:lnTo>
                    <a:pt x="369120" y="371475"/>
                  </a:lnTo>
                  <a:cubicBezTo>
                    <a:pt x="369120" y="385763"/>
                    <a:pt x="375787" y="399098"/>
                    <a:pt x="386265" y="408623"/>
                  </a:cubicBezTo>
                  <a:cubicBezTo>
                    <a:pt x="362452" y="416243"/>
                    <a:pt x="336735" y="419100"/>
                    <a:pt x="311970" y="419100"/>
                  </a:cubicBezTo>
                  <a:cubicBezTo>
                    <a:pt x="287205" y="419100"/>
                    <a:pt x="261487" y="416243"/>
                    <a:pt x="237675" y="408623"/>
                  </a:cubicBez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308" name="Freihandform: Form 307">
              <a:extLst>
                <a:ext uri="{FF2B5EF4-FFF2-40B4-BE49-F238E27FC236}">
                  <a16:creationId xmlns:a16="http://schemas.microsoft.com/office/drawing/2014/main" id="{E93071D9-BA20-1804-1E47-7453CD2C7EA7}"/>
                </a:ext>
              </a:extLst>
            </p:cNvPr>
            <p:cNvSpPr/>
            <p:nvPr/>
          </p:nvSpPr>
          <p:spPr>
            <a:xfrm>
              <a:off x="1733304" y="3483909"/>
              <a:ext cx="555307" cy="297180"/>
            </a:xfrm>
            <a:custGeom>
              <a:avLst/>
              <a:gdLst>
                <a:gd name="connsiteX0" fmla="*/ 482918 w 555307"/>
                <a:gd name="connsiteY0" fmla="*/ 23813 h 297180"/>
                <a:gd name="connsiteX1" fmla="*/ 459105 w 555307"/>
                <a:gd name="connsiteY1" fmla="*/ 0 h 297180"/>
                <a:gd name="connsiteX2" fmla="*/ 459105 w 555307"/>
                <a:gd name="connsiteY2" fmla="*/ 0 h 297180"/>
                <a:gd name="connsiteX3" fmla="*/ 96203 w 555307"/>
                <a:gd name="connsiteY3" fmla="*/ 0 h 297180"/>
                <a:gd name="connsiteX4" fmla="*/ 72390 w 555307"/>
                <a:gd name="connsiteY4" fmla="*/ 23813 h 297180"/>
                <a:gd name="connsiteX5" fmla="*/ 72390 w 555307"/>
                <a:gd name="connsiteY5" fmla="*/ 23813 h 297180"/>
                <a:gd name="connsiteX6" fmla="*/ 72390 w 555307"/>
                <a:gd name="connsiteY6" fmla="*/ 260985 h 297180"/>
                <a:gd name="connsiteX7" fmla="*/ 0 w 555307"/>
                <a:gd name="connsiteY7" fmla="*/ 260985 h 297180"/>
                <a:gd name="connsiteX8" fmla="*/ 0 w 555307"/>
                <a:gd name="connsiteY8" fmla="*/ 273368 h 297180"/>
                <a:gd name="connsiteX9" fmla="*/ 23813 w 555307"/>
                <a:gd name="connsiteY9" fmla="*/ 297180 h 297180"/>
                <a:gd name="connsiteX10" fmla="*/ 531495 w 555307"/>
                <a:gd name="connsiteY10" fmla="*/ 297180 h 297180"/>
                <a:gd name="connsiteX11" fmla="*/ 555308 w 555307"/>
                <a:gd name="connsiteY11" fmla="*/ 273368 h 297180"/>
                <a:gd name="connsiteX12" fmla="*/ 555308 w 555307"/>
                <a:gd name="connsiteY12" fmla="*/ 260985 h 297180"/>
                <a:gd name="connsiteX13" fmla="*/ 482918 w 555307"/>
                <a:gd name="connsiteY13" fmla="*/ 260985 h 297180"/>
                <a:gd name="connsiteX14" fmla="*/ 482918 w 555307"/>
                <a:gd name="connsiteY14" fmla="*/ 23813 h 297180"/>
                <a:gd name="connsiteX15" fmla="*/ 227648 w 555307"/>
                <a:gd name="connsiteY15" fmla="*/ 180975 h 297180"/>
                <a:gd name="connsiteX16" fmla="*/ 214313 w 555307"/>
                <a:gd name="connsiteY16" fmla="*/ 194310 h 297180"/>
                <a:gd name="connsiteX17" fmla="*/ 160973 w 555307"/>
                <a:gd name="connsiteY17" fmla="*/ 140970 h 297180"/>
                <a:gd name="connsiteX18" fmla="*/ 214313 w 555307"/>
                <a:gd name="connsiteY18" fmla="*/ 87630 h 297180"/>
                <a:gd name="connsiteX19" fmla="*/ 227648 w 555307"/>
                <a:gd name="connsiteY19" fmla="*/ 100965 h 297180"/>
                <a:gd name="connsiteX20" fmla="*/ 187642 w 555307"/>
                <a:gd name="connsiteY20" fmla="*/ 140970 h 297180"/>
                <a:gd name="connsiteX21" fmla="*/ 227648 w 555307"/>
                <a:gd name="connsiteY21" fmla="*/ 180975 h 297180"/>
                <a:gd name="connsiteX22" fmla="*/ 263843 w 555307"/>
                <a:gd name="connsiteY22" fmla="*/ 200978 h 297180"/>
                <a:gd name="connsiteX23" fmla="*/ 246698 w 555307"/>
                <a:gd name="connsiteY23" fmla="*/ 193358 h 297180"/>
                <a:gd name="connsiteX24" fmla="*/ 291465 w 555307"/>
                <a:gd name="connsiteY24" fmla="*/ 85725 h 297180"/>
                <a:gd name="connsiteX25" fmla="*/ 308610 w 555307"/>
                <a:gd name="connsiteY25" fmla="*/ 93345 h 297180"/>
                <a:gd name="connsiteX26" fmla="*/ 263843 w 555307"/>
                <a:gd name="connsiteY26" fmla="*/ 200978 h 297180"/>
                <a:gd name="connsiteX27" fmla="*/ 340043 w 555307"/>
                <a:gd name="connsiteY27" fmla="*/ 195263 h 297180"/>
                <a:gd name="connsiteX28" fmla="*/ 326708 w 555307"/>
                <a:gd name="connsiteY28" fmla="*/ 181928 h 297180"/>
                <a:gd name="connsiteX29" fmla="*/ 366713 w 555307"/>
                <a:gd name="connsiteY29" fmla="*/ 141922 h 297180"/>
                <a:gd name="connsiteX30" fmla="*/ 326708 w 555307"/>
                <a:gd name="connsiteY30" fmla="*/ 101918 h 297180"/>
                <a:gd name="connsiteX31" fmla="*/ 340043 w 555307"/>
                <a:gd name="connsiteY31" fmla="*/ 88582 h 297180"/>
                <a:gd name="connsiteX32" fmla="*/ 393383 w 555307"/>
                <a:gd name="connsiteY32" fmla="*/ 141922 h 297180"/>
                <a:gd name="connsiteX33" fmla="*/ 340043 w 555307"/>
                <a:gd name="connsiteY33" fmla="*/ 195263 h 297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555307" h="297180">
                  <a:moveTo>
                    <a:pt x="482918" y="23813"/>
                  </a:moveTo>
                  <a:cubicBezTo>
                    <a:pt x="482918" y="10478"/>
                    <a:pt x="472440" y="0"/>
                    <a:pt x="459105" y="0"/>
                  </a:cubicBezTo>
                  <a:lnTo>
                    <a:pt x="459105" y="0"/>
                  </a:lnTo>
                  <a:lnTo>
                    <a:pt x="96203" y="0"/>
                  </a:lnTo>
                  <a:cubicBezTo>
                    <a:pt x="82868" y="0"/>
                    <a:pt x="72390" y="10478"/>
                    <a:pt x="72390" y="23813"/>
                  </a:cubicBezTo>
                  <a:lnTo>
                    <a:pt x="72390" y="23813"/>
                  </a:lnTo>
                  <a:lnTo>
                    <a:pt x="72390" y="260985"/>
                  </a:lnTo>
                  <a:lnTo>
                    <a:pt x="0" y="260985"/>
                  </a:lnTo>
                  <a:lnTo>
                    <a:pt x="0" y="273368"/>
                  </a:lnTo>
                  <a:cubicBezTo>
                    <a:pt x="0" y="286703"/>
                    <a:pt x="10478" y="297180"/>
                    <a:pt x="23813" y="297180"/>
                  </a:cubicBezTo>
                  <a:lnTo>
                    <a:pt x="531495" y="297180"/>
                  </a:lnTo>
                  <a:cubicBezTo>
                    <a:pt x="544830" y="297180"/>
                    <a:pt x="555308" y="286703"/>
                    <a:pt x="555308" y="273368"/>
                  </a:cubicBezTo>
                  <a:lnTo>
                    <a:pt x="555308" y="260985"/>
                  </a:lnTo>
                  <a:lnTo>
                    <a:pt x="482918" y="260985"/>
                  </a:lnTo>
                  <a:lnTo>
                    <a:pt x="482918" y="23813"/>
                  </a:lnTo>
                  <a:close/>
                  <a:moveTo>
                    <a:pt x="227648" y="180975"/>
                  </a:moveTo>
                  <a:lnTo>
                    <a:pt x="214313" y="194310"/>
                  </a:lnTo>
                  <a:lnTo>
                    <a:pt x="160973" y="140970"/>
                  </a:lnTo>
                  <a:lnTo>
                    <a:pt x="214313" y="87630"/>
                  </a:lnTo>
                  <a:lnTo>
                    <a:pt x="227648" y="100965"/>
                  </a:lnTo>
                  <a:lnTo>
                    <a:pt x="187642" y="140970"/>
                  </a:lnTo>
                  <a:lnTo>
                    <a:pt x="227648" y="180975"/>
                  </a:lnTo>
                  <a:close/>
                  <a:moveTo>
                    <a:pt x="263843" y="200978"/>
                  </a:moveTo>
                  <a:lnTo>
                    <a:pt x="246698" y="193358"/>
                  </a:lnTo>
                  <a:lnTo>
                    <a:pt x="291465" y="85725"/>
                  </a:lnTo>
                  <a:lnTo>
                    <a:pt x="308610" y="93345"/>
                  </a:lnTo>
                  <a:lnTo>
                    <a:pt x="263843" y="200978"/>
                  </a:lnTo>
                  <a:close/>
                  <a:moveTo>
                    <a:pt x="340043" y="195263"/>
                  </a:moveTo>
                  <a:lnTo>
                    <a:pt x="326708" y="181928"/>
                  </a:lnTo>
                  <a:lnTo>
                    <a:pt x="366713" y="141922"/>
                  </a:lnTo>
                  <a:lnTo>
                    <a:pt x="326708" y="101918"/>
                  </a:lnTo>
                  <a:lnTo>
                    <a:pt x="340043" y="88582"/>
                  </a:lnTo>
                  <a:lnTo>
                    <a:pt x="393383" y="141922"/>
                  </a:lnTo>
                  <a:lnTo>
                    <a:pt x="340043" y="195263"/>
                  </a:ln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grpSp>
        <p:nvGrpSpPr>
          <p:cNvPr id="339" name="Gruppieren 338">
            <a:extLst>
              <a:ext uri="{FF2B5EF4-FFF2-40B4-BE49-F238E27FC236}">
                <a16:creationId xmlns:a16="http://schemas.microsoft.com/office/drawing/2014/main" id="{8B7763F0-B1A6-BAB0-B2EF-A51B2E231405}"/>
              </a:ext>
            </a:extLst>
          </p:cNvPr>
          <p:cNvGrpSpPr>
            <a:grpSpLocks noChangeAspect="1"/>
          </p:cNvGrpSpPr>
          <p:nvPr/>
        </p:nvGrpSpPr>
        <p:grpSpPr>
          <a:xfrm>
            <a:off x="789308" y="4677174"/>
            <a:ext cx="1277762" cy="903354"/>
            <a:chOff x="1454337" y="2081948"/>
            <a:chExt cx="2880198" cy="2036245"/>
          </a:xfrm>
        </p:grpSpPr>
        <p:grpSp>
          <p:nvGrpSpPr>
            <p:cNvPr id="340" name="Gruppieren 339">
              <a:extLst>
                <a:ext uri="{FF2B5EF4-FFF2-40B4-BE49-F238E27FC236}">
                  <a16:creationId xmlns:a16="http://schemas.microsoft.com/office/drawing/2014/main" id="{0B586702-5EEF-6279-12C2-6D865FD2CD93}"/>
                </a:ext>
              </a:extLst>
            </p:cNvPr>
            <p:cNvGrpSpPr/>
            <p:nvPr/>
          </p:nvGrpSpPr>
          <p:grpSpPr>
            <a:xfrm>
              <a:off x="1454337" y="2081948"/>
              <a:ext cx="2880198" cy="2036245"/>
              <a:chOff x="1417482" y="1871115"/>
              <a:chExt cx="2574953" cy="1808904"/>
            </a:xfrm>
          </p:grpSpPr>
          <p:sp>
            <p:nvSpPr>
              <p:cNvPr id="364" name="Freihandform: Form 363">
                <a:extLst>
                  <a:ext uri="{FF2B5EF4-FFF2-40B4-BE49-F238E27FC236}">
                    <a16:creationId xmlns:a16="http://schemas.microsoft.com/office/drawing/2014/main" id="{3CDD4D7B-1130-F78B-218B-5E95C71AA0D3}"/>
                  </a:ext>
                </a:extLst>
              </p:cNvPr>
              <p:cNvSpPr/>
              <p:nvPr/>
            </p:nvSpPr>
            <p:spPr>
              <a:xfrm>
                <a:off x="2479650" y="1871115"/>
                <a:ext cx="450616" cy="450616"/>
              </a:xfrm>
              <a:custGeom>
                <a:avLst/>
                <a:gdLst>
                  <a:gd name="connsiteX0" fmla="*/ 450617 w 450616"/>
                  <a:gd name="connsiteY0" fmla="*/ 225308 h 450616"/>
                  <a:gd name="connsiteX1" fmla="*/ 225308 w 450616"/>
                  <a:gd name="connsiteY1" fmla="*/ 450617 h 450616"/>
                  <a:gd name="connsiteX2" fmla="*/ 0 w 450616"/>
                  <a:gd name="connsiteY2" fmla="*/ 225308 h 450616"/>
                  <a:gd name="connsiteX3" fmla="*/ 225308 w 450616"/>
                  <a:gd name="connsiteY3" fmla="*/ 0 h 450616"/>
                  <a:gd name="connsiteX4" fmla="*/ 450617 w 450616"/>
                  <a:gd name="connsiteY4" fmla="*/ 225308 h 450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616" h="450616">
                    <a:moveTo>
                      <a:pt x="450617" y="225308"/>
                    </a:moveTo>
                    <a:cubicBezTo>
                      <a:pt x="450617" y="350837"/>
                      <a:pt x="350837" y="450617"/>
                      <a:pt x="225308" y="450617"/>
                    </a:cubicBezTo>
                    <a:cubicBezTo>
                      <a:pt x="99779" y="450617"/>
                      <a:pt x="0" y="350837"/>
                      <a:pt x="0" y="225308"/>
                    </a:cubicBezTo>
                    <a:cubicBezTo>
                      <a:pt x="0" y="99779"/>
                      <a:pt x="99779" y="0"/>
                      <a:pt x="225308" y="0"/>
                    </a:cubicBezTo>
                    <a:cubicBezTo>
                      <a:pt x="350837" y="0"/>
                      <a:pt x="450617" y="102998"/>
                      <a:pt x="450617" y="225308"/>
                    </a:cubicBezTo>
                  </a:path>
                </a:pathLst>
              </a:custGeom>
              <a:solidFill>
                <a:schemeClr val="accent1"/>
              </a:solidFill>
              <a:ln w="3214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365" name="Freihandform: Form 364">
                <a:extLst>
                  <a:ext uri="{FF2B5EF4-FFF2-40B4-BE49-F238E27FC236}">
                    <a16:creationId xmlns:a16="http://schemas.microsoft.com/office/drawing/2014/main" id="{DB3923BA-5206-604A-475A-EB6E1F4C1BE2}"/>
                  </a:ext>
                </a:extLst>
              </p:cNvPr>
              <p:cNvSpPr/>
              <p:nvPr/>
            </p:nvSpPr>
            <p:spPr>
              <a:xfrm>
                <a:off x="3380884" y="1999863"/>
                <a:ext cx="450616" cy="450616"/>
              </a:xfrm>
              <a:custGeom>
                <a:avLst/>
                <a:gdLst>
                  <a:gd name="connsiteX0" fmla="*/ 450617 w 450616"/>
                  <a:gd name="connsiteY0" fmla="*/ 225308 h 450616"/>
                  <a:gd name="connsiteX1" fmla="*/ 225308 w 450616"/>
                  <a:gd name="connsiteY1" fmla="*/ 450617 h 450616"/>
                  <a:gd name="connsiteX2" fmla="*/ 0 w 450616"/>
                  <a:gd name="connsiteY2" fmla="*/ 225308 h 450616"/>
                  <a:gd name="connsiteX3" fmla="*/ 225308 w 450616"/>
                  <a:gd name="connsiteY3" fmla="*/ 0 h 450616"/>
                  <a:gd name="connsiteX4" fmla="*/ 450617 w 450616"/>
                  <a:gd name="connsiteY4" fmla="*/ 225308 h 450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616" h="450616">
                    <a:moveTo>
                      <a:pt x="450617" y="225308"/>
                    </a:moveTo>
                    <a:cubicBezTo>
                      <a:pt x="450617" y="350837"/>
                      <a:pt x="350837" y="450617"/>
                      <a:pt x="225308" y="450617"/>
                    </a:cubicBezTo>
                    <a:cubicBezTo>
                      <a:pt x="99779" y="450617"/>
                      <a:pt x="0" y="350837"/>
                      <a:pt x="0" y="225308"/>
                    </a:cubicBezTo>
                    <a:cubicBezTo>
                      <a:pt x="0" y="99779"/>
                      <a:pt x="99779" y="0"/>
                      <a:pt x="225308" y="0"/>
                    </a:cubicBezTo>
                    <a:cubicBezTo>
                      <a:pt x="350837" y="0"/>
                      <a:pt x="450617" y="99779"/>
                      <a:pt x="450617" y="225308"/>
                    </a:cubicBezTo>
                  </a:path>
                </a:pathLst>
              </a:custGeom>
              <a:solidFill>
                <a:schemeClr val="accent1"/>
              </a:solidFill>
              <a:ln w="3214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366" name="Freihandform: Form 365">
                <a:extLst>
                  <a:ext uri="{FF2B5EF4-FFF2-40B4-BE49-F238E27FC236}">
                    <a16:creationId xmlns:a16="http://schemas.microsoft.com/office/drawing/2014/main" id="{B61FF18E-5B8C-BFBA-F1ED-714EDA0A9C56}"/>
                  </a:ext>
                </a:extLst>
              </p:cNvPr>
              <p:cNvSpPr/>
              <p:nvPr/>
            </p:nvSpPr>
            <p:spPr>
              <a:xfrm>
                <a:off x="1578416" y="1999863"/>
                <a:ext cx="450616" cy="450616"/>
              </a:xfrm>
              <a:custGeom>
                <a:avLst/>
                <a:gdLst>
                  <a:gd name="connsiteX0" fmla="*/ 450617 w 450616"/>
                  <a:gd name="connsiteY0" fmla="*/ 225308 h 450616"/>
                  <a:gd name="connsiteX1" fmla="*/ 225308 w 450616"/>
                  <a:gd name="connsiteY1" fmla="*/ 450617 h 450616"/>
                  <a:gd name="connsiteX2" fmla="*/ 0 w 450616"/>
                  <a:gd name="connsiteY2" fmla="*/ 225308 h 450616"/>
                  <a:gd name="connsiteX3" fmla="*/ 225308 w 450616"/>
                  <a:gd name="connsiteY3" fmla="*/ 0 h 450616"/>
                  <a:gd name="connsiteX4" fmla="*/ 450617 w 450616"/>
                  <a:gd name="connsiteY4" fmla="*/ 225308 h 450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616" h="450616">
                    <a:moveTo>
                      <a:pt x="450617" y="225308"/>
                    </a:moveTo>
                    <a:cubicBezTo>
                      <a:pt x="450617" y="350837"/>
                      <a:pt x="350837" y="450617"/>
                      <a:pt x="225308" y="450617"/>
                    </a:cubicBezTo>
                    <a:cubicBezTo>
                      <a:pt x="99779" y="450617"/>
                      <a:pt x="0" y="350837"/>
                      <a:pt x="0" y="225308"/>
                    </a:cubicBezTo>
                    <a:cubicBezTo>
                      <a:pt x="0" y="99779"/>
                      <a:pt x="99779" y="0"/>
                      <a:pt x="225308" y="0"/>
                    </a:cubicBezTo>
                    <a:cubicBezTo>
                      <a:pt x="350837" y="0"/>
                      <a:pt x="450617" y="99779"/>
                      <a:pt x="450617" y="225308"/>
                    </a:cubicBezTo>
                  </a:path>
                </a:pathLst>
              </a:custGeom>
              <a:solidFill>
                <a:schemeClr val="accent1"/>
              </a:solidFill>
              <a:ln w="3214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367" name="Freihandform: Form 366">
                <a:extLst>
                  <a:ext uri="{FF2B5EF4-FFF2-40B4-BE49-F238E27FC236}">
                    <a16:creationId xmlns:a16="http://schemas.microsoft.com/office/drawing/2014/main" id="{DDD473DE-E004-15F8-5926-D984759E16A5}"/>
                  </a:ext>
                </a:extLst>
              </p:cNvPr>
              <p:cNvSpPr/>
              <p:nvPr/>
            </p:nvSpPr>
            <p:spPr>
              <a:xfrm>
                <a:off x="1436794" y="2830285"/>
                <a:ext cx="2536329" cy="849734"/>
              </a:xfrm>
              <a:custGeom>
                <a:avLst/>
                <a:gdLst>
                  <a:gd name="connsiteX0" fmla="*/ 0 w 2536329"/>
                  <a:gd name="connsiteY0" fmla="*/ 849735 h 849734"/>
                  <a:gd name="connsiteX1" fmla="*/ 1268165 w 2536329"/>
                  <a:gd name="connsiteY1" fmla="*/ 0 h 849734"/>
                  <a:gd name="connsiteX2" fmla="*/ 2536329 w 2536329"/>
                  <a:gd name="connsiteY2" fmla="*/ 849735 h 849734"/>
                  <a:gd name="connsiteX3" fmla="*/ 0 w 2536329"/>
                  <a:gd name="connsiteY3" fmla="*/ 849735 h 849734"/>
                </a:gdLst>
                <a:ahLst/>
                <a:cxnLst>
                  <a:cxn ang="0">
                    <a:pos x="connsiteX0" y="connsiteY0"/>
                  </a:cxn>
                  <a:cxn ang="0">
                    <a:pos x="connsiteX1" y="connsiteY1"/>
                  </a:cxn>
                  <a:cxn ang="0">
                    <a:pos x="connsiteX2" y="connsiteY2"/>
                  </a:cxn>
                  <a:cxn ang="0">
                    <a:pos x="connsiteX3" y="connsiteY3"/>
                  </a:cxn>
                </a:cxnLst>
                <a:rect l="l" t="t" r="r" b="b"/>
                <a:pathLst>
                  <a:path w="2536329" h="849734">
                    <a:moveTo>
                      <a:pt x="0" y="849735"/>
                    </a:moveTo>
                    <a:cubicBezTo>
                      <a:pt x="0" y="379806"/>
                      <a:pt x="566490" y="0"/>
                      <a:pt x="1268165" y="0"/>
                    </a:cubicBezTo>
                    <a:cubicBezTo>
                      <a:pt x="1966621" y="0"/>
                      <a:pt x="2536329" y="379806"/>
                      <a:pt x="2536329" y="849735"/>
                    </a:cubicBezTo>
                    <a:lnTo>
                      <a:pt x="0" y="849735"/>
                    </a:lnTo>
                    <a:close/>
                  </a:path>
                </a:pathLst>
              </a:custGeom>
              <a:solidFill>
                <a:schemeClr val="accent1"/>
              </a:solidFill>
              <a:ln w="3214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368" name="Freihandform: Form 367">
                <a:extLst>
                  <a:ext uri="{FF2B5EF4-FFF2-40B4-BE49-F238E27FC236}">
                    <a16:creationId xmlns:a16="http://schemas.microsoft.com/office/drawing/2014/main" id="{744C9677-2046-85DC-2AB8-DA58BC61F955}"/>
                  </a:ext>
                </a:extLst>
              </p:cNvPr>
              <p:cNvSpPr/>
              <p:nvPr/>
            </p:nvSpPr>
            <p:spPr>
              <a:xfrm>
                <a:off x="1417482" y="2516055"/>
                <a:ext cx="772486" cy="739098"/>
              </a:xfrm>
              <a:custGeom>
                <a:avLst/>
                <a:gdLst>
                  <a:gd name="connsiteX0" fmla="*/ 308994 w 772486"/>
                  <a:gd name="connsiteY0" fmla="*/ 433322 h 739098"/>
                  <a:gd name="connsiteX1" fmla="*/ 772486 w 772486"/>
                  <a:gd name="connsiteY1" fmla="*/ 227326 h 739098"/>
                  <a:gd name="connsiteX2" fmla="*/ 772486 w 772486"/>
                  <a:gd name="connsiteY2" fmla="*/ 191920 h 739098"/>
                  <a:gd name="connsiteX3" fmla="*/ 733862 w 772486"/>
                  <a:gd name="connsiteY3" fmla="*/ 98578 h 739098"/>
                  <a:gd name="connsiteX4" fmla="*/ 672707 w 772486"/>
                  <a:gd name="connsiteY4" fmla="*/ 63173 h 739098"/>
                  <a:gd name="connsiteX5" fmla="*/ 106217 w 772486"/>
                  <a:gd name="connsiteY5" fmla="*/ 59954 h 739098"/>
                  <a:gd name="connsiteX6" fmla="*/ 35406 w 772486"/>
                  <a:gd name="connsiteY6" fmla="*/ 98578 h 739098"/>
                  <a:gd name="connsiteX7" fmla="*/ 0 w 772486"/>
                  <a:gd name="connsiteY7" fmla="*/ 191920 h 739098"/>
                  <a:gd name="connsiteX8" fmla="*/ 0 w 772486"/>
                  <a:gd name="connsiteY8" fmla="*/ 739098 h 739098"/>
                  <a:gd name="connsiteX9" fmla="*/ 308994 w 772486"/>
                  <a:gd name="connsiteY9" fmla="*/ 433322 h 739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72486" h="739098">
                    <a:moveTo>
                      <a:pt x="308994" y="433322"/>
                    </a:moveTo>
                    <a:cubicBezTo>
                      <a:pt x="444179" y="343199"/>
                      <a:pt x="601895" y="272388"/>
                      <a:pt x="772486" y="227326"/>
                    </a:cubicBezTo>
                    <a:lnTo>
                      <a:pt x="772486" y="191920"/>
                    </a:lnTo>
                    <a:cubicBezTo>
                      <a:pt x="772486" y="156515"/>
                      <a:pt x="756393" y="121109"/>
                      <a:pt x="733862" y="98578"/>
                    </a:cubicBezTo>
                    <a:cubicBezTo>
                      <a:pt x="724206" y="88922"/>
                      <a:pt x="701675" y="76048"/>
                      <a:pt x="672707" y="63173"/>
                    </a:cubicBezTo>
                    <a:cubicBezTo>
                      <a:pt x="495679" y="-20513"/>
                      <a:pt x="286464" y="-20513"/>
                      <a:pt x="106217" y="59954"/>
                    </a:cubicBezTo>
                    <a:cubicBezTo>
                      <a:pt x="74030" y="72829"/>
                      <a:pt x="48280" y="88922"/>
                      <a:pt x="35406" y="98578"/>
                    </a:cubicBezTo>
                    <a:cubicBezTo>
                      <a:pt x="16093" y="121109"/>
                      <a:pt x="0" y="156515"/>
                      <a:pt x="0" y="191920"/>
                    </a:cubicBezTo>
                    <a:lnTo>
                      <a:pt x="0" y="739098"/>
                    </a:lnTo>
                    <a:cubicBezTo>
                      <a:pt x="74030" y="626444"/>
                      <a:pt x="177028" y="520227"/>
                      <a:pt x="308994" y="433322"/>
                    </a:cubicBezTo>
                  </a:path>
                </a:pathLst>
              </a:custGeom>
              <a:solidFill>
                <a:schemeClr val="accent1"/>
              </a:solidFill>
              <a:ln w="3214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369" name="Freihandform: Form 368">
                <a:extLst>
                  <a:ext uri="{FF2B5EF4-FFF2-40B4-BE49-F238E27FC236}">
                    <a16:creationId xmlns:a16="http://schemas.microsoft.com/office/drawing/2014/main" id="{7CF1C77E-138D-CDFF-0FAF-E92793ED8CC8}"/>
                  </a:ext>
                </a:extLst>
              </p:cNvPr>
              <p:cNvSpPr/>
              <p:nvPr/>
            </p:nvSpPr>
            <p:spPr>
              <a:xfrm>
                <a:off x="2315497" y="2387307"/>
                <a:ext cx="775704" cy="323886"/>
              </a:xfrm>
              <a:custGeom>
                <a:avLst/>
                <a:gdLst>
                  <a:gd name="connsiteX0" fmla="*/ 775705 w 775704"/>
                  <a:gd name="connsiteY0" fmla="*/ 323887 h 323886"/>
                  <a:gd name="connsiteX1" fmla="*/ 775705 w 775704"/>
                  <a:gd name="connsiteY1" fmla="*/ 191920 h 323886"/>
                  <a:gd name="connsiteX2" fmla="*/ 737080 w 775704"/>
                  <a:gd name="connsiteY2" fmla="*/ 98578 h 323886"/>
                  <a:gd name="connsiteX3" fmla="*/ 675925 w 775704"/>
                  <a:gd name="connsiteY3" fmla="*/ 63173 h 323886"/>
                  <a:gd name="connsiteX4" fmla="*/ 109435 w 775704"/>
                  <a:gd name="connsiteY4" fmla="*/ 59954 h 323886"/>
                  <a:gd name="connsiteX5" fmla="*/ 38624 w 775704"/>
                  <a:gd name="connsiteY5" fmla="*/ 98578 h 323886"/>
                  <a:gd name="connsiteX6" fmla="*/ 0 w 775704"/>
                  <a:gd name="connsiteY6" fmla="*/ 191920 h 323886"/>
                  <a:gd name="connsiteX7" fmla="*/ 0 w 775704"/>
                  <a:gd name="connsiteY7" fmla="*/ 323887 h 323886"/>
                  <a:gd name="connsiteX8" fmla="*/ 386243 w 775704"/>
                  <a:gd name="connsiteY8" fmla="*/ 285262 h 323886"/>
                  <a:gd name="connsiteX9" fmla="*/ 775705 w 775704"/>
                  <a:gd name="connsiteY9" fmla="*/ 323887 h 323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75704" h="323886">
                    <a:moveTo>
                      <a:pt x="775705" y="323887"/>
                    </a:moveTo>
                    <a:lnTo>
                      <a:pt x="775705" y="191920"/>
                    </a:lnTo>
                    <a:cubicBezTo>
                      <a:pt x="775705" y="156515"/>
                      <a:pt x="759611" y="121109"/>
                      <a:pt x="737080" y="98578"/>
                    </a:cubicBezTo>
                    <a:cubicBezTo>
                      <a:pt x="727424" y="88922"/>
                      <a:pt x="704893" y="76048"/>
                      <a:pt x="675925" y="63173"/>
                    </a:cubicBezTo>
                    <a:cubicBezTo>
                      <a:pt x="498897" y="-20513"/>
                      <a:pt x="289682" y="-20513"/>
                      <a:pt x="109435" y="59954"/>
                    </a:cubicBezTo>
                    <a:cubicBezTo>
                      <a:pt x="77249" y="72829"/>
                      <a:pt x="51499" y="88922"/>
                      <a:pt x="38624" y="98578"/>
                    </a:cubicBezTo>
                    <a:cubicBezTo>
                      <a:pt x="12875" y="121109"/>
                      <a:pt x="0" y="156515"/>
                      <a:pt x="0" y="191920"/>
                    </a:cubicBezTo>
                    <a:lnTo>
                      <a:pt x="0" y="323887"/>
                    </a:lnTo>
                    <a:cubicBezTo>
                      <a:pt x="125529" y="298137"/>
                      <a:pt x="254277" y="285262"/>
                      <a:pt x="386243" y="285262"/>
                    </a:cubicBezTo>
                    <a:cubicBezTo>
                      <a:pt x="518209" y="285262"/>
                      <a:pt x="650176" y="301356"/>
                      <a:pt x="775705" y="323887"/>
                    </a:cubicBezTo>
                  </a:path>
                </a:pathLst>
              </a:custGeom>
              <a:solidFill>
                <a:schemeClr val="accent1"/>
              </a:solidFill>
              <a:ln w="3214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370" name="Freihandform: Form 369">
                <a:extLst>
                  <a:ext uri="{FF2B5EF4-FFF2-40B4-BE49-F238E27FC236}">
                    <a16:creationId xmlns:a16="http://schemas.microsoft.com/office/drawing/2014/main" id="{463E3454-AB4A-3906-E6D9-53E6F347C80C}"/>
                  </a:ext>
                </a:extLst>
              </p:cNvPr>
              <p:cNvSpPr/>
              <p:nvPr/>
            </p:nvSpPr>
            <p:spPr>
              <a:xfrm>
                <a:off x="3216731" y="2516055"/>
                <a:ext cx="775704" cy="739098"/>
              </a:xfrm>
              <a:custGeom>
                <a:avLst/>
                <a:gdLst>
                  <a:gd name="connsiteX0" fmla="*/ 775705 w 775704"/>
                  <a:gd name="connsiteY0" fmla="*/ 739098 h 739098"/>
                  <a:gd name="connsiteX1" fmla="*/ 775705 w 775704"/>
                  <a:gd name="connsiteY1" fmla="*/ 191920 h 739098"/>
                  <a:gd name="connsiteX2" fmla="*/ 737080 w 775704"/>
                  <a:gd name="connsiteY2" fmla="*/ 98578 h 739098"/>
                  <a:gd name="connsiteX3" fmla="*/ 675925 w 775704"/>
                  <a:gd name="connsiteY3" fmla="*/ 63173 h 739098"/>
                  <a:gd name="connsiteX4" fmla="*/ 109436 w 775704"/>
                  <a:gd name="connsiteY4" fmla="*/ 59954 h 739098"/>
                  <a:gd name="connsiteX5" fmla="*/ 38624 w 775704"/>
                  <a:gd name="connsiteY5" fmla="*/ 98578 h 739098"/>
                  <a:gd name="connsiteX6" fmla="*/ 0 w 775704"/>
                  <a:gd name="connsiteY6" fmla="*/ 191920 h 739098"/>
                  <a:gd name="connsiteX7" fmla="*/ 0 w 775704"/>
                  <a:gd name="connsiteY7" fmla="*/ 227326 h 739098"/>
                  <a:gd name="connsiteX8" fmla="*/ 463492 w 775704"/>
                  <a:gd name="connsiteY8" fmla="*/ 433322 h 739098"/>
                  <a:gd name="connsiteX9" fmla="*/ 775705 w 775704"/>
                  <a:gd name="connsiteY9" fmla="*/ 739098 h 739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75704" h="739098">
                    <a:moveTo>
                      <a:pt x="775705" y="739098"/>
                    </a:moveTo>
                    <a:lnTo>
                      <a:pt x="775705" y="191920"/>
                    </a:lnTo>
                    <a:cubicBezTo>
                      <a:pt x="775705" y="156515"/>
                      <a:pt x="759611" y="121109"/>
                      <a:pt x="737080" y="98578"/>
                    </a:cubicBezTo>
                    <a:cubicBezTo>
                      <a:pt x="727424" y="88922"/>
                      <a:pt x="704894" y="76048"/>
                      <a:pt x="675925" y="63173"/>
                    </a:cubicBezTo>
                    <a:cubicBezTo>
                      <a:pt x="498897" y="-20513"/>
                      <a:pt x="289682" y="-20513"/>
                      <a:pt x="109436" y="59954"/>
                    </a:cubicBezTo>
                    <a:cubicBezTo>
                      <a:pt x="77249" y="72829"/>
                      <a:pt x="51499" y="88922"/>
                      <a:pt x="38624" y="98578"/>
                    </a:cubicBezTo>
                    <a:cubicBezTo>
                      <a:pt x="12875" y="121109"/>
                      <a:pt x="0" y="156515"/>
                      <a:pt x="0" y="191920"/>
                    </a:cubicBezTo>
                    <a:lnTo>
                      <a:pt x="0" y="227326"/>
                    </a:lnTo>
                    <a:cubicBezTo>
                      <a:pt x="170591" y="272388"/>
                      <a:pt x="328306" y="343199"/>
                      <a:pt x="463492" y="433322"/>
                    </a:cubicBezTo>
                    <a:cubicBezTo>
                      <a:pt x="598677" y="520227"/>
                      <a:pt x="701675" y="626444"/>
                      <a:pt x="775705" y="739098"/>
                    </a:cubicBezTo>
                  </a:path>
                </a:pathLst>
              </a:custGeom>
              <a:solidFill>
                <a:schemeClr val="accent2"/>
              </a:solidFill>
              <a:ln w="3214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grpSp>
          <p:nvGrpSpPr>
            <p:cNvPr id="341" name="Gruppieren 340">
              <a:extLst>
                <a:ext uri="{FF2B5EF4-FFF2-40B4-BE49-F238E27FC236}">
                  <a16:creationId xmlns:a16="http://schemas.microsoft.com/office/drawing/2014/main" id="{A4BDFB8B-7EED-295F-5787-52864DDD8E14}"/>
                </a:ext>
              </a:extLst>
            </p:cNvPr>
            <p:cNvGrpSpPr/>
            <p:nvPr/>
          </p:nvGrpSpPr>
          <p:grpSpPr>
            <a:xfrm>
              <a:off x="2933727" y="3292713"/>
              <a:ext cx="590550" cy="762000"/>
              <a:chOff x="2477422" y="4279794"/>
              <a:chExt cx="590550" cy="762000"/>
            </a:xfrm>
          </p:grpSpPr>
          <p:grpSp>
            <p:nvGrpSpPr>
              <p:cNvPr id="354" name="Grafik 14" descr="Prüfliste mit einfarbiger Füllung">
                <a:extLst>
                  <a:ext uri="{FF2B5EF4-FFF2-40B4-BE49-F238E27FC236}">
                    <a16:creationId xmlns:a16="http://schemas.microsoft.com/office/drawing/2014/main" id="{797D8A87-BCB4-5360-588F-11D03FE84BCE}"/>
                  </a:ext>
                </a:extLst>
              </p:cNvPr>
              <p:cNvGrpSpPr/>
              <p:nvPr/>
            </p:nvGrpSpPr>
            <p:grpSpPr>
              <a:xfrm>
                <a:off x="2477422" y="4279794"/>
                <a:ext cx="590550" cy="762000"/>
                <a:chOff x="2477422" y="4279794"/>
                <a:chExt cx="590550" cy="762000"/>
              </a:xfrm>
              <a:solidFill>
                <a:srgbClr val="000000"/>
              </a:solidFill>
            </p:grpSpPr>
            <p:sp>
              <p:nvSpPr>
                <p:cNvPr id="356" name="Freihandform: Form 355">
                  <a:extLst>
                    <a:ext uri="{FF2B5EF4-FFF2-40B4-BE49-F238E27FC236}">
                      <a16:creationId xmlns:a16="http://schemas.microsoft.com/office/drawing/2014/main" id="{97534564-C390-15F4-AC1C-A03ACA6CD51E}"/>
                    </a:ext>
                  </a:extLst>
                </p:cNvPr>
                <p:cNvSpPr/>
                <p:nvPr/>
              </p:nvSpPr>
              <p:spPr>
                <a:xfrm>
                  <a:off x="2477422" y="4279794"/>
                  <a:ext cx="590550" cy="762000"/>
                </a:xfrm>
                <a:custGeom>
                  <a:avLst/>
                  <a:gdLst>
                    <a:gd name="connsiteX0" fmla="*/ 57150 w 590550"/>
                    <a:gd name="connsiteY0" fmla="*/ 57150 h 762000"/>
                    <a:gd name="connsiteX1" fmla="*/ 533400 w 590550"/>
                    <a:gd name="connsiteY1" fmla="*/ 57150 h 762000"/>
                    <a:gd name="connsiteX2" fmla="*/ 533400 w 590550"/>
                    <a:gd name="connsiteY2" fmla="*/ 704850 h 762000"/>
                    <a:gd name="connsiteX3" fmla="*/ 57150 w 590550"/>
                    <a:gd name="connsiteY3" fmla="*/ 704850 h 762000"/>
                    <a:gd name="connsiteX4" fmla="*/ 57150 w 590550"/>
                    <a:gd name="connsiteY4" fmla="*/ 57150 h 762000"/>
                    <a:gd name="connsiteX5" fmla="*/ 0 w 590550"/>
                    <a:gd name="connsiteY5" fmla="*/ 762000 h 762000"/>
                    <a:gd name="connsiteX6" fmla="*/ 590550 w 590550"/>
                    <a:gd name="connsiteY6" fmla="*/ 762000 h 762000"/>
                    <a:gd name="connsiteX7" fmla="*/ 590550 w 590550"/>
                    <a:gd name="connsiteY7" fmla="*/ 0 h 762000"/>
                    <a:gd name="connsiteX8" fmla="*/ 0 w 590550"/>
                    <a:gd name="connsiteY8" fmla="*/ 0 h 762000"/>
                    <a:gd name="connsiteX9" fmla="*/ 0 w 590550"/>
                    <a:gd name="connsiteY9" fmla="*/ 762000 h 76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90550" h="762000">
                      <a:moveTo>
                        <a:pt x="57150" y="57150"/>
                      </a:moveTo>
                      <a:lnTo>
                        <a:pt x="533400" y="57150"/>
                      </a:lnTo>
                      <a:lnTo>
                        <a:pt x="533400" y="704850"/>
                      </a:lnTo>
                      <a:lnTo>
                        <a:pt x="57150" y="704850"/>
                      </a:lnTo>
                      <a:lnTo>
                        <a:pt x="57150" y="57150"/>
                      </a:lnTo>
                      <a:close/>
                      <a:moveTo>
                        <a:pt x="0" y="762000"/>
                      </a:moveTo>
                      <a:lnTo>
                        <a:pt x="590550" y="762000"/>
                      </a:lnTo>
                      <a:lnTo>
                        <a:pt x="590550" y="0"/>
                      </a:lnTo>
                      <a:lnTo>
                        <a:pt x="0" y="0"/>
                      </a:lnTo>
                      <a:lnTo>
                        <a:pt x="0" y="762000"/>
                      </a:lnTo>
                      <a:close/>
                    </a:path>
                  </a:pathLst>
                </a:custGeom>
                <a:solidFill>
                  <a:schemeClr val="accent3"/>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357" name="Freihandform: Form 356">
                  <a:extLst>
                    <a:ext uri="{FF2B5EF4-FFF2-40B4-BE49-F238E27FC236}">
                      <a16:creationId xmlns:a16="http://schemas.microsoft.com/office/drawing/2014/main" id="{312D63A7-61C8-6EC1-A715-EC658E39C82E}"/>
                    </a:ext>
                  </a:extLst>
                </p:cNvPr>
                <p:cNvSpPr/>
                <p:nvPr/>
              </p:nvSpPr>
              <p:spPr>
                <a:xfrm>
                  <a:off x="2791747" y="4422669"/>
                  <a:ext cx="161925" cy="38100"/>
                </a:xfrm>
                <a:custGeom>
                  <a:avLst/>
                  <a:gdLst>
                    <a:gd name="connsiteX0" fmla="*/ 0 w 161925"/>
                    <a:gd name="connsiteY0" fmla="*/ 0 h 38100"/>
                    <a:gd name="connsiteX1" fmla="*/ 161925 w 161925"/>
                    <a:gd name="connsiteY1" fmla="*/ 0 h 38100"/>
                    <a:gd name="connsiteX2" fmla="*/ 161925 w 161925"/>
                    <a:gd name="connsiteY2" fmla="*/ 38100 h 38100"/>
                    <a:gd name="connsiteX3" fmla="*/ 0 w 161925"/>
                    <a:gd name="connsiteY3" fmla="*/ 38100 h 38100"/>
                  </a:gdLst>
                  <a:ahLst/>
                  <a:cxnLst>
                    <a:cxn ang="0">
                      <a:pos x="connsiteX0" y="connsiteY0"/>
                    </a:cxn>
                    <a:cxn ang="0">
                      <a:pos x="connsiteX1" y="connsiteY1"/>
                    </a:cxn>
                    <a:cxn ang="0">
                      <a:pos x="connsiteX2" y="connsiteY2"/>
                    </a:cxn>
                    <a:cxn ang="0">
                      <a:pos x="connsiteX3" y="connsiteY3"/>
                    </a:cxn>
                  </a:cxnLst>
                  <a:rect l="l" t="t" r="r" b="b"/>
                  <a:pathLst>
                    <a:path w="161925" h="38100">
                      <a:moveTo>
                        <a:pt x="0" y="0"/>
                      </a:moveTo>
                      <a:lnTo>
                        <a:pt x="161925" y="0"/>
                      </a:lnTo>
                      <a:lnTo>
                        <a:pt x="161925" y="38100"/>
                      </a:lnTo>
                      <a:lnTo>
                        <a:pt x="0" y="38100"/>
                      </a:lnTo>
                      <a:close/>
                    </a:path>
                  </a:pathLst>
                </a:custGeom>
                <a:solidFill>
                  <a:schemeClr val="accent3"/>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358" name="Freihandform: Form 357">
                  <a:extLst>
                    <a:ext uri="{FF2B5EF4-FFF2-40B4-BE49-F238E27FC236}">
                      <a16:creationId xmlns:a16="http://schemas.microsoft.com/office/drawing/2014/main" id="{13BDB1FB-3425-D618-964D-0A70625B595F}"/>
                    </a:ext>
                  </a:extLst>
                </p:cNvPr>
                <p:cNvSpPr/>
                <p:nvPr/>
              </p:nvSpPr>
              <p:spPr>
                <a:xfrm>
                  <a:off x="2791747" y="4575069"/>
                  <a:ext cx="161925" cy="38100"/>
                </a:xfrm>
                <a:custGeom>
                  <a:avLst/>
                  <a:gdLst>
                    <a:gd name="connsiteX0" fmla="*/ 0 w 161925"/>
                    <a:gd name="connsiteY0" fmla="*/ 0 h 38100"/>
                    <a:gd name="connsiteX1" fmla="*/ 161925 w 161925"/>
                    <a:gd name="connsiteY1" fmla="*/ 0 h 38100"/>
                    <a:gd name="connsiteX2" fmla="*/ 161925 w 161925"/>
                    <a:gd name="connsiteY2" fmla="*/ 38100 h 38100"/>
                    <a:gd name="connsiteX3" fmla="*/ 0 w 161925"/>
                    <a:gd name="connsiteY3" fmla="*/ 38100 h 38100"/>
                  </a:gdLst>
                  <a:ahLst/>
                  <a:cxnLst>
                    <a:cxn ang="0">
                      <a:pos x="connsiteX0" y="connsiteY0"/>
                    </a:cxn>
                    <a:cxn ang="0">
                      <a:pos x="connsiteX1" y="connsiteY1"/>
                    </a:cxn>
                    <a:cxn ang="0">
                      <a:pos x="connsiteX2" y="connsiteY2"/>
                    </a:cxn>
                    <a:cxn ang="0">
                      <a:pos x="connsiteX3" y="connsiteY3"/>
                    </a:cxn>
                  </a:cxnLst>
                  <a:rect l="l" t="t" r="r" b="b"/>
                  <a:pathLst>
                    <a:path w="161925" h="38100">
                      <a:moveTo>
                        <a:pt x="0" y="0"/>
                      </a:moveTo>
                      <a:lnTo>
                        <a:pt x="161925" y="0"/>
                      </a:lnTo>
                      <a:lnTo>
                        <a:pt x="161925" y="38100"/>
                      </a:lnTo>
                      <a:lnTo>
                        <a:pt x="0" y="38100"/>
                      </a:lnTo>
                      <a:close/>
                    </a:path>
                  </a:pathLst>
                </a:custGeom>
                <a:solidFill>
                  <a:schemeClr val="accent3"/>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359" name="Freihandform: Form 358">
                  <a:extLst>
                    <a:ext uri="{FF2B5EF4-FFF2-40B4-BE49-F238E27FC236}">
                      <a16:creationId xmlns:a16="http://schemas.microsoft.com/office/drawing/2014/main" id="{39D6EAD5-D65B-87CE-D660-77E824C7BC72}"/>
                    </a:ext>
                  </a:extLst>
                </p:cNvPr>
                <p:cNvSpPr/>
                <p:nvPr/>
              </p:nvSpPr>
              <p:spPr>
                <a:xfrm>
                  <a:off x="2791747" y="4879869"/>
                  <a:ext cx="161925" cy="38100"/>
                </a:xfrm>
                <a:custGeom>
                  <a:avLst/>
                  <a:gdLst>
                    <a:gd name="connsiteX0" fmla="*/ 0 w 161925"/>
                    <a:gd name="connsiteY0" fmla="*/ 0 h 38100"/>
                    <a:gd name="connsiteX1" fmla="*/ 161925 w 161925"/>
                    <a:gd name="connsiteY1" fmla="*/ 0 h 38100"/>
                    <a:gd name="connsiteX2" fmla="*/ 161925 w 161925"/>
                    <a:gd name="connsiteY2" fmla="*/ 38100 h 38100"/>
                    <a:gd name="connsiteX3" fmla="*/ 0 w 161925"/>
                    <a:gd name="connsiteY3" fmla="*/ 38100 h 38100"/>
                  </a:gdLst>
                  <a:ahLst/>
                  <a:cxnLst>
                    <a:cxn ang="0">
                      <a:pos x="connsiteX0" y="connsiteY0"/>
                    </a:cxn>
                    <a:cxn ang="0">
                      <a:pos x="connsiteX1" y="connsiteY1"/>
                    </a:cxn>
                    <a:cxn ang="0">
                      <a:pos x="connsiteX2" y="connsiteY2"/>
                    </a:cxn>
                    <a:cxn ang="0">
                      <a:pos x="connsiteX3" y="connsiteY3"/>
                    </a:cxn>
                  </a:cxnLst>
                  <a:rect l="l" t="t" r="r" b="b"/>
                  <a:pathLst>
                    <a:path w="161925" h="38100">
                      <a:moveTo>
                        <a:pt x="0" y="0"/>
                      </a:moveTo>
                      <a:lnTo>
                        <a:pt x="161925" y="0"/>
                      </a:lnTo>
                      <a:lnTo>
                        <a:pt x="161925" y="38100"/>
                      </a:lnTo>
                      <a:lnTo>
                        <a:pt x="0" y="38100"/>
                      </a:lnTo>
                      <a:close/>
                    </a:path>
                  </a:pathLst>
                </a:custGeom>
                <a:solidFill>
                  <a:schemeClr val="accent3"/>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360" name="Freihandform: Form 359">
                  <a:extLst>
                    <a:ext uri="{FF2B5EF4-FFF2-40B4-BE49-F238E27FC236}">
                      <a16:creationId xmlns:a16="http://schemas.microsoft.com/office/drawing/2014/main" id="{2D499AF0-C14E-09AE-FEFB-FEE7676909B4}"/>
                    </a:ext>
                  </a:extLst>
                </p:cNvPr>
                <p:cNvSpPr/>
                <p:nvPr/>
              </p:nvSpPr>
              <p:spPr>
                <a:xfrm>
                  <a:off x="2791747" y="4727469"/>
                  <a:ext cx="161925" cy="38100"/>
                </a:xfrm>
                <a:custGeom>
                  <a:avLst/>
                  <a:gdLst>
                    <a:gd name="connsiteX0" fmla="*/ 0 w 161925"/>
                    <a:gd name="connsiteY0" fmla="*/ 0 h 38100"/>
                    <a:gd name="connsiteX1" fmla="*/ 161925 w 161925"/>
                    <a:gd name="connsiteY1" fmla="*/ 0 h 38100"/>
                    <a:gd name="connsiteX2" fmla="*/ 161925 w 161925"/>
                    <a:gd name="connsiteY2" fmla="*/ 38100 h 38100"/>
                    <a:gd name="connsiteX3" fmla="*/ 0 w 161925"/>
                    <a:gd name="connsiteY3" fmla="*/ 38100 h 38100"/>
                  </a:gdLst>
                  <a:ahLst/>
                  <a:cxnLst>
                    <a:cxn ang="0">
                      <a:pos x="connsiteX0" y="connsiteY0"/>
                    </a:cxn>
                    <a:cxn ang="0">
                      <a:pos x="connsiteX1" y="connsiteY1"/>
                    </a:cxn>
                    <a:cxn ang="0">
                      <a:pos x="connsiteX2" y="connsiteY2"/>
                    </a:cxn>
                    <a:cxn ang="0">
                      <a:pos x="connsiteX3" y="connsiteY3"/>
                    </a:cxn>
                  </a:cxnLst>
                  <a:rect l="l" t="t" r="r" b="b"/>
                  <a:pathLst>
                    <a:path w="161925" h="38100">
                      <a:moveTo>
                        <a:pt x="0" y="0"/>
                      </a:moveTo>
                      <a:lnTo>
                        <a:pt x="161925" y="0"/>
                      </a:lnTo>
                      <a:lnTo>
                        <a:pt x="161925" y="38100"/>
                      </a:lnTo>
                      <a:lnTo>
                        <a:pt x="0" y="38100"/>
                      </a:lnTo>
                      <a:close/>
                    </a:path>
                  </a:pathLst>
                </a:custGeom>
                <a:solidFill>
                  <a:schemeClr val="accent3"/>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361" name="Freihandform: Form 360">
                  <a:extLst>
                    <a:ext uri="{FF2B5EF4-FFF2-40B4-BE49-F238E27FC236}">
                      <a16:creationId xmlns:a16="http://schemas.microsoft.com/office/drawing/2014/main" id="{0BFE2BEF-B04A-15A4-CF75-8F9BA2F443E6}"/>
                    </a:ext>
                  </a:extLst>
                </p:cNvPr>
                <p:cNvSpPr/>
                <p:nvPr/>
              </p:nvSpPr>
              <p:spPr>
                <a:xfrm>
                  <a:off x="2591722" y="4375044"/>
                  <a:ext cx="140969" cy="116205"/>
                </a:xfrm>
                <a:custGeom>
                  <a:avLst/>
                  <a:gdLst>
                    <a:gd name="connsiteX0" fmla="*/ 140970 w 140969"/>
                    <a:gd name="connsiteY0" fmla="*/ 26670 h 116205"/>
                    <a:gd name="connsiteX1" fmla="*/ 114300 w 140969"/>
                    <a:gd name="connsiteY1" fmla="*/ 0 h 116205"/>
                    <a:gd name="connsiteX2" fmla="*/ 51435 w 140969"/>
                    <a:gd name="connsiteY2" fmla="*/ 62865 h 116205"/>
                    <a:gd name="connsiteX3" fmla="*/ 26670 w 140969"/>
                    <a:gd name="connsiteY3" fmla="*/ 38100 h 116205"/>
                    <a:gd name="connsiteX4" fmla="*/ 0 w 140969"/>
                    <a:gd name="connsiteY4" fmla="*/ 64770 h 116205"/>
                    <a:gd name="connsiteX5" fmla="*/ 51435 w 140969"/>
                    <a:gd name="connsiteY5" fmla="*/ 116205 h 116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0969" h="116205">
                      <a:moveTo>
                        <a:pt x="140970" y="26670"/>
                      </a:moveTo>
                      <a:lnTo>
                        <a:pt x="114300" y="0"/>
                      </a:lnTo>
                      <a:lnTo>
                        <a:pt x="51435" y="62865"/>
                      </a:lnTo>
                      <a:lnTo>
                        <a:pt x="26670" y="38100"/>
                      </a:lnTo>
                      <a:lnTo>
                        <a:pt x="0" y="64770"/>
                      </a:lnTo>
                      <a:lnTo>
                        <a:pt x="51435" y="116205"/>
                      </a:ln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362" name="Freihandform: Form 361">
                  <a:extLst>
                    <a:ext uri="{FF2B5EF4-FFF2-40B4-BE49-F238E27FC236}">
                      <a16:creationId xmlns:a16="http://schemas.microsoft.com/office/drawing/2014/main" id="{32EB7DC6-84C5-A06D-B77B-F36A3F5F2AF3}"/>
                    </a:ext>
                  </a:extLst>
                </p:cNvPr>
                <p:cNvSpPr/>
                <p:nvPr/>
              </p:nvSpPr>
              <p:spPr>
                <a:xfrm>
                  <a:off x="2591722" y="4527444"/>
                  <a:ext cx="140969" cy="116205"/>
                </a:xfrm>
                <a:custGeom>
                  <a:avLst/>
                  <a:gdLst>
                    <a:gd name="connsiteX0" fmla="*/ 140970 w 140969"/>
                    <a:gd name="connsiteY0" fmla="*/ 26670 h 116205"/>
                    <a:gd name="connsiteX1" fmla="*/ 114300 w 140969"/>
                    <a:gd name="connsiteY1" fmla="*/ 0 h 116205"/>
                    <a:gd name="connsiteX2" fmla="*/ 51435 w 140969"/>
                    <a:gd name="connsiteY2" fmla="*/ 62865 h 116205"/>
                    <a:gd name="connsiteX3" fmla="*/ 26670 w 140969"/>
                    <a:gd name="connsiteY3" fmla="*/ 38100 h 116205"/>
                    <a:gd name="connsiteX4" fmla="*/ 0 w 140969"/>
                    <a:gd name="connsiteY4" fmla="*/ 64770 h 116205"/>
                    <a:gd name="connsiteX5" fmla="*/ 51435 w 140969"/>
                    <a:gd name="connsiteY5" fmla="*/ 116205 h 116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0969" h="116205">
                      <a:moveTo>
                        <a:pt x="140970" y="26670"/>
                      </a:moveTo>
                      <a:lnTo>
                        <a:pt x="114300" y="0"/>
                      </a:lnTo>
                      <a:lnTo>
                        <a:pt x="51435" y="62865"/>
                      </a:lnTo>
                      <a:lnTo>
                        <a:pt x="26670" y="38100"/>
                      </a:lnTo>
                      <a:lnTo>
                        <a:pt x="0" y="64770"/>
                      </a:lnTo>
                      <a:lnTo>
                        <a:pt x="51435" y="116205"/>
                      </a:ln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363" name="Freihandform: Form 362">
                  <a:extLst>
                    <a:ext uri="{FF2B5EF4-FFF2-40B4-BE49-F238E27FC236}">
                      <a16:creationId xmlns:a16="http://schemas.microsoft.com/office/drawing/2014/main" id="{B6F946F1-CFB1-7AEA-FD53-21BF469548C4}"/>
                    </a:ext>
                  </a:extLst>
                </p:cNvPr>
                <p:cNvSpPr/>
                <p:nvPr/>
              </p:nvSpPr>
              <p:spPr>
                <a:xfrm>
                  <a:off x="2591722" y="4830339"/>
                  <a:ext cx="140969" cy="116204"/>
                </a:xfrm>
                <a:custGeom>
                  <a:avLst/>
                  <a:gdLst>
                    <a:gd name="connsiteX0" fmla="*/ 140970 w 140969"/>
                    <a:gd name="connsiteY0" fmla="*/ 26670 h 116204"/>
                    <a:gd name="connsiteX1" fmla="*/ 114300 w 140969"/>
                    <a:gd name="connsiteY1" fmla="*/ 0 h 116204"/>
                    <a:gd name="connsiteX2" fmla="*/ 51435 w 140969"/>
                    <a:gd name="connsiteY2" fmla="*/ 62865 h 116204"/>
                    <a:gd name="connsiteX3" fmla="*/ 26670 w 140969"/>
                    <a:gd name="connsiteY3" fmla="*/ 38100 h 116204"/>
                    <a:gd name="connsiteX4" fmla="*/ 0 w 140969"/>
                    <a:gd name="connsiteY4" fmla="*/ 64770 h 116204"/>
                    <a:gd name="connsiteX5" fmla="*/ 51435 w 140969"/>
                    <a:gd name="connsiteY5" fmla="*/ 116205 h 116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0969" h="116204">
                      <a:moveTo>
                        <a:pt x="140970" y="26670"/>
                      </a:moveTo>
                      <a:lnTo>
                        <a:pt x="114300" y="0"/>
                      </a:lnTo>
                      <a:lnTo>
                        <a:pt x="51435" y="62865"/>
                      </a:lnTo>
                      <a:lnTo>
                        <a:pt x="26670" y="38100"/>
                      </a:lnTo>
                      <a:lnTo>
                        <a:pt x="0" y="64770"/>
                      </a:lnTo>
                      <a:lnTo>
                        <a:pt x="51435" y="116205"/>
                      </a:ln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sp>
            <p:nvSpPr>
              <p:cNvPr id="355" name="Kreuz 354">
                <a:extLst>
                  <a:ext uri="{FF2B5EF4-FFF2-40B4-BE49-F238E27FC236}">
                    <a16:creationId xmlns:a16="http://schemas.microsoft.com/office/drawing/2014/main" id="{CC89D314-E21D-4AEC-AFA6-817B1D1DA600}"/>
                  </a:ext>
                </a:extLst>
              </p:cNvPr>
              <p:cNvSpPr>
                <a:spLocks noChangeAspect="1"/>
              </p:cNvSpPr>
              <p:nvPr/>
            </p:nvSpPr>
            <p:spPr>
              <a:xfrm rot="2700000">
                <a:off x="2590076" y="4664994"/>
                <a:ext cx="144258" cy="144000"/>
              </a:xfrm>
              <a:prstGeom prst="plus">
                <a:avLst>
                  <a:gd name="adj" fmla="val 37231"/>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342" name="Gruppieren 341">
              <a:extLst>
                <a:ext uri="{FF2B5EF4-FFF2-40B4-BE49-F238E27FC236}">
                  <a16:creationId xmlns:a16="http://schemas.microsoft.com/office/drawing/2014/main" id="{A65C3A84-D70D-85CE-BF65-630E18A3371B}"/>
                </a:ext>
              </a:extLst>
            </p:cNvPr>
            <p:cNvGrpSpPr/>
            <p:nvPr/>
          </p:nvGrpSpPr>
          <p:grpSpPr>
            <a:xfrm>
              <a:off x="2211446" y="3298060"/>
              <a:ext cx="590550" cy="762000"/>
              <a:chOff x="2076163" y="4258847"/>
              <a:chExt cx="590550" cy="762000"/>
            </a:xfrm>
          </p:grpSpPr>
          <p:grpSp>
            <p:nvGrpSpPr>
              <p:cNvPr id="343" name="Gruppieren 342">
                <a:extLst>
                  <a:ext uri="{FF2B5EF4-FFF2-40B4-BE49-F238E27FC236}">
                    <a16:creationId xmlns:a16="http://schemas.microsoft.com/office/drawing/2014/main" id="{39B911D5-05F1-81A6-6D59-78C03DFCB350}"/>
                  </a:ext>
                </a:extLst>
              </p:cNvPr>
              <p:cNvGrpSpPr/>
              <p:nvPr/>
            </p:nvGrpSpPr>
            <p:grpSpPr>
              <a:xfrm>
                <a:off x="2076163" y="4258847"/>
                <a:ext cx="590550" cy="762000"/>
                <a:chOff x="2477422" y="4279794"/>
                <a:chExt cx="590550" cy="762000"/>
              </a:xfrm>
            </p:grpSpPr>
            <p:grpSp>
              <p:nvGrpSpPr>
                <p:cNvPr id="345" name="Grafik 14" descr="Prüfliste mit einfarbiger Füllung">
                  <a:extLst>
                    <a:ext uri="{FF2B5EF4-FFF2-40B4-BE49-F238E27FC236}">
                      <a16:creationId xmlns:a16="http://schemas.microsoft.com/office/drawing/2014/main" id="{F53CE9CD-7C7A-9CE1-2F7A-62117DB3C020}"/>
                    </a:ext>
                  </a:extLst>
                </p:cNvPr>
                <p:cNvGrpSpPr/>
                <p:nvPr/>
              </p:nvGrpSpPr>
              <p:grpSpPr>
                <a:xfrm>
                  <a:off x="2477422" y="4279794"/>
                  <a:ext cx="590550" cy="762000"/>
                  <a:chOff x="2477422" y="4279794"/>
                  <a:chExt cx="590550" cy="762000"/>
                </a:xfrm>
                <a:solidFill>
                  <a:srgbClr val="000000"/>
                </a:solidFill>
              </p:grpSpPr>
              <p:sp>
                <p:nvSpPr>
                  <p:cNvPr id="347" name="Freihandform: Form 346">
                    <a:extLst>
                      <a:ext uri="{FF2B5EF4-FFF2-40B4-BE49-F238E27FC236}">
                        <a16:creationId xmlns:a16="http://schemas.microsoft.com/office/drawing/2014/main" id="{48C8F8BF-7C99-3E6A-4D1B-07A6004A82BB}"/>
                      </a:ext>
                    </a:extLst>
                  </p:cNvPr>
                  <p:cNvSpPr/>
                  <p:nvPr/>
                </p:nvSpPr>
                <p:spPr>
                  <a:xfrm>
                    <a:off x="2477422" y="4279794"/>
                    <a:ext cx="590550" cy="762000"/>
                  </a:xfrm>
                  <a:custGeom>
                    <a:avLst/>
                    <a:gdLst>
                      <a:gd name="connsiteX0" fmla="*/ 57150 w 590550"/>
                      <a:gd name="connsiteY0" fmla="*/ 57150 h 762000"/>
                      <a:gd name="connsiteX1" fmla="*/ 533400 w 590550"/>
                      <a:gd name="connsiteY1" fmla="*/ 57150 h 762000"/>
                      <a:gd name="connsiteX2" fmla="*/ 533400 w 590550"/>
                      <a:gd name="connsiteY2" fmla="*/ 704850 h 762000"/>
                      <a:gd name="connsiteX3" fmla="*/ 57150 w 590550"/>
                      <a:gd name="connsiteY3" fmla="*/ 704850 h 762000"/>
                      <a:gd name="connsiteX4" fmla="*/ 57150 w 590550"/>
                      <a:gd name="connsiteY4" fmla="*/ 57150 h 762000"/>
                      <a:gd name="connsiteX5" fmla="*/ 0 w 590550"/>
                      <a:gd name="connsiteY5" fmla="*/ 762000 h 762000"/>
                      <a:gd name="connsiteX6" fmla="*/ 590550 w 590550"/>
                      <a:gd name="connsiteY6" fmla="*/ 762000 h 762000"/>
                      <a:gd name="connsiteX7" fmla="*/ 590550 w 590550"/>
                      <a:gd name="connsiteY7" fmla="*/ 0 h 762000"/>
                      <a:gd name="connsiteX8" fmla="*/ 0 w 590550"/>
                      <a:gd name="connsiteY8" fmla="*/ 0 h 762000"/>
                      <a:gd name="connsiteX9" fmla="*/ 0 w 590550"/>
                      <a:gd name="connsiteY9" fmla="*/ 762000 h 76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90550" h="762000">
                        <a:moveTo>
                          <a:pt x="57150" y="57150"/>
                        </a:moveTo>
                        <a:lnTo>
                          <a:pt x="533400" y="57150"/>
                        </a:lnTo>
                        <a:lnTo>
                          <a:pt x="533400" y="704850"/>
                        </a:lnTo>
                        <a:lnTo>
                          <a:pt x="57150" y="704850"/>
                        </a:lnTo>
                        <a:lnTo>
                          <a:pt x="57150" y="57150"/>
                        </a:lnTo>
                        <a:close/>
                        <a:moveTo>
                          <a:pt x="0" y="762000"/>
                        </a:moveTo>
                        <a:lnTo>
                          <a:pt x="590550" y="762000"/>
                        </a:lnTo>
                        <a:lnTo>
                          <a:pt x="590550" y="0"/>
                        </a:lnTo>
                        <a:lnTo>
                          <a:pt x="0" y="0"/>
                        </a:lnTo>
                        <a:lnTo>
                          <a:pt x="0" y="762000"/>
                        </a:lnTo>
                        <a:close/>
                      </a:path>
                    </a:pathLst>
                  </a:custGeom>
                  <a:solidFill>
                    <a:schemeClr val="accent3"/>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348" name="Freihandform: Form 347">
                    <a:extLst>
                      <a:ext uri="{FF2B5EF4-FFF2-40B4-BE49-F238E27FC236}">
                        <a16:creationId xmlns:a16="http://schemas.microsoft.com/office/drawing/2014/main" id="{E2441231-6D9B-2B50-9A17-FCC2C1E5DD8C}"/>
                      </a:ext>
                    </a:extLst>
                  </p:cNvPr>
                  <p:cNvSpPr/>
                  <p:nvPr/>
                </p:nvSpPr>
                <p:spPr>
                  <a:xfrm>
                    <a:off x="2791747" y="4422669"/>
                    <a:ext cx="161925" cy="38100"/>
                  </a:xfrm>
                  <a:custGeom>
                    <a:avLst/>
                    <a:gdLst>
                      <a:gd name="connsiteX0" fmla="*/ 0 w 161925"/>
                      <a:gd name="connsiteY0" fmla="*/ 0 h 38100"/>
                      <a:gd name="connsiteX1" fmla="*/ 161925 w 161925"/>
                      <a:gd name="connsiteY1" fmla="*/ 0 h 38100"/>
                      <a:gd name="connsiteX2" fmla="*/ 161925 w 161925"/>
                      <a:gd name="connsiteY2" fmla="*/ 38100 h 38100"/>
                      <a:gd name="connsiteX3" fmla="*/ 0 w 161925"/>
                      <a:gd name="connsiteY3" fmla="*/ 38100 h 38100"/>
                    </a:gdLst>
                    <a:ahLst/>
                    <a:cxnLst>
                      <a:cxn ang="0">
                        <a:pos x="connsiteX0" y="connsiteY0"/>
                      </a:cxn>
                      <a:cxn ang="0">
                        <a:pos x="connsiteX1" y="connsiteY1"/>
                      </a:cxn>
                      <a:cxn ang="0">
                        <a:pos x="connsiteX2" y="connsiteY2"/>
                      </a:cxn>
                      <a:cxn ang="0">
                        <a:pos x="connsiteX3" y="connsiteY3"/>
                      </a:cxn>
                    </a:cxnLst>
                    <a:rect l="l" t="t" r="r" b="b"/>
                    <a:pathLst>
                      <a:path w="161925" h="38100">
                        <a:moveTo>
                          <a:pt x="0" y="0"/>
                        </a:moveTo>
                        <a:lnTo>
                          <a:pt x="161925" y="0"/>
                        </a:lnTo>
                        <a:lnTo>
                          <a:pt x="161925" y="38100"/>
                        </a:lnTo>
                        <a:lnTo>
                          <a:pt x="0" y="38100"/>
                        </a:lnTo>
                        <a:close/>
                      </a:path>
                    </a:pathLst>
                  </a:custGeom>
                  <a:solidFill>
                    <a:schemeClr val="accent3"/>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349" name="Freihandform: Form 348">
                    <a:extLst>
                      <a:ext uri="{FF2B5EF4-FFF2-40B4-BE49-F238E27FC236}">
                        <a16:creationId xmlns:a16="http://schemas.microsoft.com/office/drawing/2014/main" id="{F3DF8898-EFB2-E5BA-E7ED-00A92CD24B7B}"/>
                      </a:ext>
                    </a:extLst>
                  </p:cNvPr>
                  <p:cNvSpPr/>
                  <p:nvPr/>
                </p:nvSpPr>
                <p:spPr>
                  <a:xfrm>
                    <a:off x="2791747" y="4575069"/>
                    <a:ext cx="161925" cy="38100"/>
                  </a:xfrm>
                  <a:custGeom>
                    <a:avLst/>
                    <a:gdLst>
                      <a:gd name="connsiteX0" fmla="*/ 0 w 161925"/>
                      <a:gd name="connsiteY0" fmla="*/ 0 h 38100"/>
                      <a:gd name="connsiteX1" fmla="*/ 161925 w 161925"/>
                      <a:gd name="connsiteY1" fmla="*/ 0 h 38100"/>
                      <a:gd name="connsiteX2" fmla="*/ 161925 w 161925"/>
                      <a:gd name="connsiteY2" fmla="*/ 38100 h 38100"/>
                      <a:gd name="connsiteX3" fmla="*/ 0 w 161925"/>
                      <a:gd name="connsiteY3" fmla="*/ 38100 h 38100"/>
                    </a:gdLst>
                    <a:ahLst/>
                    <a:cxnLst>
                      <a:cxn ang="0">
                        <a:pos x="connsiteX0" y="connsiteY0"/>
                      </a:cxn>
                      <a:cxn ang="0">
                        <a:pos x="connsiteX1" y="connsiteY1"/>
                      </a:cxn>
                      <a:cxn ang="0">
                        <a:pos x="connsiteX2" y="connsiteY2"/>
                      </a:cxn>
                      <a:cxn ang="0">
                        <a:pos x="connsiteX3" y="connsiteY3"/>
                      </a:cxn>
                    </a:cxnLst>
                    <a:rect l="l" t="t" r="r" b="b"/>
                    <a:pathLst>
                      <a:path w="161925" h="38100">
                        <a:moveTo>
                          <a:pt x="0" y="0"/>
                        </a:moveTo>
                        <a:lnTo>
                          <a:pt x="161925" y="0"/>
                        </a:lnTo>
                        <a:lnTo>
                          <a:pt x="161925" y="38100"/>
                        </a:lnTo>
                        <a:lnTo>
                          <a:pt x="0" y="38100"/>
                        </a:lnTo>
                        <a:close/>
                      </a:path>
                    </a:pathLst>
                  </a:custGeom>
                  <a:solidFill>
                    <a:schemeClr val="accent3"/>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350" name="Freihandform: Form 349">
                    <a:extLst>
                      <a:ext uri="{FF2B5EF4-FFF2-40B4-BE49-F238E27FC236}">
                        <a16:creationId xmlns:a16="http://schemas.microsoft.com/office/drawing/2014/main" id="{9E1C3DBA-8E91-80C8-5DE6-766B141A5B36}"/>
                      </a:ext>
                    </a:extLst>
                  </p:cNvPr>
                  <p:cNvSpPr/>
                  <p:nvPr/>
                </p:nvSpPr>
                <p:spPr>
                  <a:xfrm>
                    <a:off x="2791747" y="4879869"/>
                    <a:ext cx="161925" cy="38100"/>
                  </a:xfrm>
                  <a:custGeom>
                    <a:avLst/>
                    <a:gdLst>
                      <a:gd name="connsiteX0" fmla="*/ 0 w 161925"/>
                      <a:gd name="connsiteY0" fmla="*/ 0 h 38100"/>
                      <a:gd name="connsiteX1" fmla="*/ 161925 w 161925"/>
                      <a:gd name="connsiteY1" fmla="*/ 0 h 38100"/>
                      <a:gd name="connsiteX2" fmla="*/ 161925 w 161925"/>
                      <a:gd name="connsiteY2" fmla="*/ 38100 h 38100"/>
                      <a:gd name="connsiteX3" fmla="*/ 0 w 161925"/>
                      <a:gd name="connsiteY3" fmla="*/ 38100 h 38100"/>
                    </a:gdLst>
                    <a:ahLst/>
                    <a:cxnLst>
                      <a:cxn ang="0">
                        <a:pos x="connsiteX0" y="connsiteY0"/>
                      </a:cxn>
                      <a:cxn ang="0">
                        <a:pos x="connsiteX1" y="connsiteY1"/>
                      </a:cxn>
                      <a:cxn ang="0">
                        <a:pos x="connsiteX2" y="connsiteY2"/>
                      </a:cxn>
                      <a:cxn ang="0">
                        <a:pos x="connsiteX3" y="connsiteY3"/>
                      </a:cxn>
                    </a:cxnLst>
                    <a:rect l="l" t="t" r="r" b="b"/>
                    <a:pathLst>
                      <a:path w="161925" h="38100">
                        <a:moveTo>
                          <a:pt x="0" y="0"/>
                        </a:moveTo>
                        <a:lnTo>
                          <a:pt x="161925" y="0"/>
                        </a:lnTo>
                        <a:lnTo>
                          <a:pt x="161925" y="38100"/>
                        </a:lnTo>
                        <a:lnTo>
                          <a:pt x="0" y="38100"/>
                        </a:lnTo>
                        <a:close/>
                      </a:path>
                    </a:pathLst>
                  </a:custGeom>
                  <a:solidFill>
                    <a:schemeClr val="accent3"/>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351" name="Freihandform: Form 350">
                    <a:extLst>
                      <a:ext uri="{FF2B5EF4-FFF2-40B4-BE49-F238E27FC236}">
                        <a16:creationId xmlns:a16="http://schemas.microsoft.com/office/drawing/2014/main" id="{3188E3D3-235C-8E41-2A2B-AD9E3080EBC6}"/>
                      </a:ext>
                    </a:extLst>
                  </p:cNvPr>
                  <p:cNvSpPr/>
                  <p:nvPr/>
                </p:nvSpPr>
                <p:spPr>
                  <a:xfrm>
                    <a:off x="2791747" y="4727469"/>
                    <a:ext cx="161925" cy="38100"/>
                  </a:xfrm>
                  <a:custGeom>
                    <a:avLst/>
                    <a:gdLst>
                      <a:gd name="connsiteX0" fmla="*/ 0 w 161925"/>
                      <a:gd name="connsiteY0" fmla="*/ 0 h 38100"/>
                      <a:gd name="connsiteX1" fmla="*/ 161925 w 161925"/>
                      <a:gd name="connsiteY1" fmla="*/ 0 h 38100"/>
                      <a:gd name="connsiteX2" fmla="*/ 161925 w 161925"/>
                      <a:gd name="connsiteY2" fmla="*/ 38100 h 38100"/>
                      <a:gd name="connsiteX3" fmla="*/ 0 w 161925"/>
                      <a:gd name="connsiteY3" fmla="*/ 38100 h 38100"/>
                    </a:gdLst>
                    <a:ahLst/>
                    <a:cxnLst>
                      <a:cxn ang="0">
                        <a:pos x="connsiteX0" y="connsiteY0"/>
                      </a:cxn>
                      <a:cxn ang="0">
                        <a:pos x="connsiteX1" y="connsiteY1"/>
                      </a:cxn>
                      <a:cxn ang="0">
                        <a:pos x="connsiteX2" y="connsiteY2"/>
                      </a:cxn>
                      <a:cxn ang="0">
                        <a:pos x="connsiteX3" y="connsiteY3"/>
                      </a:cxn>
                    </a:cxnLst>
                    <a:rect l="l" t="t" r="r" b="b"/>
                    <a:pathLst>
                      <a:path w="161925" h="38100">
                        <a:moveTo>
                          <a:pt x="0" y="0"/>
                        </a:moveTo>
                        <a:lnTo>
                          <a:pt x="161925" y="0"/>
                        </a:lnTo>
                        <a:lnTo>
                          <a:pt x="161925" y="38100"/>
                        </a:lnTo>
                        <a:lnTo>
                          <a:pt x="0" y="38100"/>
                        </a:lnTo>
                        <a:close/>
                      </a:path>
                    </a:pathLst>
                  </a:custGeom>
                  <a:solidFill>
                    <a:schemeClr val="accent3"/>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352" name="Freihandform: Form 351">
                    <a:extLst>
                      <a:ext uri="{FF2B5EF4-FFF2-40B4-BE49-F238E27FC236}">
                        <a16:creationId xmlns:a16="http://schemas.microsoft.com/office/drawing/2014/main" id="{CB64F3DE-628B-FFD0-B7A1-10C8ECFF8973}"/>
                      </a:ext>
                    </a:extLst>
                  </p:cNvPr>
                  <p:cNvSpPr/>
                  <p:nvPr/>
                </p:nvSpPr>
                <p:spPr>
                  <a:xfrm>
                    <a:off x="2591722" y="4527444"/>
                    <a:ext cx="140969" cy="116205"/>
                  </a:xfrm>
                  <a:custGeom>
                    <a:avLst/>
                    <a:gdLst>
                      <a:gd name="connsiteX0" fmla="*/ 140970 w 140969"/>
                      <a:gd name="connsiteY0" fmla="*/ 26670 h 116205"/>
                      <a:gd name="connsiteX1" fmla="*/ 114300 w 140969"/>
                      <a:gd name="connsiteY1" fmla="*/ 0 h 116205"/>
                      <a:gd name="connsiteX2" fmla="*/ 51435 w 140969"/>
                      <a:gd name="connsiteY2" fmla="*/ 62865 h 116205"/>
                      <a:gd name="connsiteX3" fmla="*/ 26670 w 140969"/>
                      <a:gd name="connsiteY3" fmla="*/ 38100 h 116205"/>
                      <a:gd name="connsiteX4" fmla="*/ 0 w 140969"/>
                      <a:gd name="connsiteY4" fmla="*/ 64770 h 116205"/>
                      <a:gd name="connsiteX5" fmla="*/ 51435 w 140969"/>
                      <a:gd name="connsiteY5" fmla="*/ 116205 h 116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0969" h="116205">
                        <a:moveTo>
                          <a:pt x="140970" y="26670"/>
                        </a:moveTo>
                        <a:lnTo>
                          <a:pt x="114300" y="0"/>
                        </a:lnTo>
                        <a:lnTo>
                          <a:pt x="51435" y="62865"/>
                        </a:lnTo>
                        <a:lnTo>
                          <a:pt x="26670" y="38100"/>
                        </a:lnTo>
                        <a:lnTo>
                          <a:pt x="0" y="64770"/>
                        </a:lnTo>
                        <a:lnTo>
                          <a:pt x="51435" y="116205"/>
                        </a:ln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353" name="Freihandform: Form 352">
                    <a:extLst>
                      <a:ext uri="{FF2B5EF4-FFF2-40B4-BE49-F238E27FC236}">
                        <a16:creationId xmlns:a16="http://schemas.microsoft.com/office/drawing/2014/main" id="{F541087F-17B7-D744-833B-91D85E29BB91}"/>
                      </a:ext>
                    </a:extLst>
                  </p:cNvPr>
                  <p:cNvSpPr/>
                  <p:nvPr/>
                </p:nvSpPr>
                <p:spPr>
                  <a:xfrm>
                    <a:off x="2594994" y="4688750"/>
                    <a:ext cx="140969" cy="116204"/>
                  </a:xfrm>
                  <a:custGeom>
                    <a:avLst/>
                    <a:gdLst>
                      <a:gd name="connsiteX0" fmla="*/ 140970 w 140969"/>
                      <a:gd name="connsiteY0" fmla="*/ 26670 h 116204"/>
                      <a:gd name="connsiteX1" fmla="*/ 114300 w 140969"/>
                      <a:gd name="connsiteY1" fmla="*/ 0 h 116204"/>
                      <a:gd name="connsiteX2" fmla="*/ 51435 w 140969"/>
                      <a:gd name="connsiteY2" fmla="*/ 62865 h 116204"/>
                      <a:gd name="connsiteX3" fmla="*/ 26670 w 140969"/>
                      <a:gd name="connsiteY3" fmla="*/ 38100 h 116204"/>
                      <a:gd name="connsiteX4" fmla="*/ 0 w 140969"/>
                      <a:gd name="connsiteY4" fmla="*/ 64770 h 116204"/>
                      <a:gd name="connsiteX5" fmla="*/ 51435 w 140969"/>
                      <a:gd name="connsiteY5" fmla="*/ 116205 h 116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0969" h="116204">
                        <a:moveTo>
                          <a:pt x="140970" y="26670"/>
                        </a:moveTo>
                        <a:lnTo>
                          <a:pt x="114300" y="0"/>
                        </a:lnTo>
                        <a:lnTo>
                          <a:pt x="51435" y="62865"/>
                        </a:lnTo>
                        <a:lnTo>
                          <a:pt x="26670" y="38100"/>
                        </a:lnTo>
                        <a:lnTo>
                          <a:pt x="0" y="64770"/>
                        </a:lnTo>
                        <a:lnTo>
                          <a:pt x="51435" y="116205"/>
                        </a:ln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sp>
              <p:nvSpPr>
                <p:cNvPr id="346" name="Kreuz 345">
                  <a:extLst>
                    <a:ext uri="{FF2B5EF4-FFF2-40B4-BE49-F238E27FC236}">
                      <a16:creationId xmlns:a16="http://schemas.microsoft.com/office/drawing/2014/main" id="{F9EB337D-5338-9056-216E-D632D2ABE96A}"/>
                    </a:ext>
                  </a:extLst>
                </p:cNvPr>
                <p:cNvSpPr>
                  <a:spLocks noChangeAspect="1"/>
                </p:cNvSpPr>
                <p:nvPr/>
              </p:nvSpPr>
              <p:spPr>
                <a:xfrm rot="2700000">
                  <a:off x="2588049" y="4824281"/>
                  <a:ext cx="144258" cy="144000"/>
                </a:xfrm>
                <a:prstGeom prst="plus">
                  <a:avLst>
                    <a:gd name="adj" fmla="val 37231"/>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344" name="Kreuz 343">
                <a:extLst>
                  <a:ext uri="{FF2B5EF4-FFF2-40B4-BE49-F238E27FC236}">
                    <a16:creationId xmlns:a16="http://schemas.microsoft.com/office/drawing/2014/main" id="{400D5837-9ADA-BFAD-9ABA-AB35F3000537}"/>
                  </a:ext>
                </a:extLst>
              </p:cNvPr>
              <p:cNvSpPr>
                <a:spLocks noChangeAspect="1"/>
              </p:cNvSpPr>
              <p:nvPr/>
            </p:nvSpPr>
            <p:spPr>
              <a:xfrm rot="2700000">
                <a:off x="2186625" y="4352062"/>
                <a:ext cx="144258" cy="144000"/>
              </a:xfrm>
              <a:prstGeom prst="plus">
                <a:avLst>
                  <a:gd name="adj" fmla="val 37231"/>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a:ea typeface="+mn-ea"/>
                  <a:cs typeface="+mn-cs"/>
                </a:endParaRPr>
              </a:p>
            </p:txBody>
          </p:sp>
        </p:grpSp>
      </p:grpSp>
      <p:grpSp>
        <p:nvGrpSpPr>
          <p:cNvPr id="374" name="Gruppieren 373">
            <a:extLst>
              <a:ext uri="{FF2B5EF4-FFF2-40B4-BE49-F238E27FC236}">
                <a16:creationId xmlns:a16="http://schemas.microsoft.com/office/drawing/2014/main" id="{05981DB8-2D55-501B-4496-FD554CF2110A}"/>
              </a:ext>
            </a:extLst>
          </p:cNvPr>
          <p:cNvGrpSpPr>
            <a:grpSpLocks noChangeAspect="1"/>
          </p:cNvGrpSpPr>
          <p:nvPr/>
        </p:nvGrpSpPr>
        <p:grpSpPr>
          <a:xfrm>
            <a:off x="324822" y="2355679"/>
            <a:ext cx="578246" cy="751938"/>
            <a:chOff x="3310400" y="1358051"/>
            <a:chExt cx="979660" cy="1273927"/>
          </a:xfrm>
        </p:grpSpPr>
        <p:grpSp>
          <p:nvGrpSpPr>
            <p:cNvPr id="375" name="Gruppieren 374">
              <a:extLst>
                <a:ext uri="{FF2B5EF4-FFF2-40B4-BE49-F238E27FC236}">
                  <a16:creationId xmlns:a16="http://schemas.microsoft.com/office/drawing/2014/main" id="{F3ED0E52-8AB5-F4A4-18BA-AD0990C62B26}"/>
                </a:ext>
              </a:extLst>
            </p:cNvPr>
            <p:cNvGrpSpPr>
              <a:grpSpLocks noChangeAspect="1"/>
            </p:cNvGrpSpPr>
            <p:nvPr/>
          </p:nvGrpSpPr>
          <p:grpSpPr>
            <a:xfrm>
              <a:off x="3310400" y="1358051"/>
              <a:ext cx="979660" cy="1207998"/>
              <a:chOff x="380851" y="1000755"/>
              <a:chExt cx="609561" cy="751636"/>
            </a:xfrm>
          </p:grpSpPr>
          <p:sp>
            <p:nvSpPr>
              <p:cNvPr id="378" name="Freihandform: Form 377">
                <a:extLst>
                  <a:ext uri="{FF2B5EF4-FFF2-40B4-BE49-F238E27FC236}">
                    <a16:creationId xmlns:a16="http://schemas.microsoft.com/office/drawing/2014/main" id="{50C5C2C4-FCCB-B3C3-BFF2-1823E74838C4}"/>
                  </a:ext>
                </a:extLst>
              </p:cNvPr>
              <p:cNvSpPr/>
              <p:nvPr/>
            </p:nvSpPr>
            <p:spPr>
              <a:xfrm>
                <a:off x="638026" y="1429381"/>
                <a:ext cx="95250" cy="57150"/>
              </a:xfrm>
              <a:custGeom>
                <a:avLst/>
                <a:gdLst>
                  <a:gd name="connsiteX0" fmla="*/ 18478 w 95250"/>
                  <a:gd name="connsiteY0" fmla="*/ 57150 h 57150"/>
                  <a:gd name="connsiteX1" fmla="*/ 76772 w 95250"/>
                  <a:gd name="connsiteY1" fmla="*/ 57150 h 57150"/>
                  <a:gd name="connsiteX2" fmla="*/ 95250 w 95250"/>
                  <a:gd name="connsiteY2" fmla="*/ 0 h 57150"/>
                  <a:gd name="connsiteX3" fmla="*/ 0 w 95250"/>
                  <a:gd name="connsiteY3" fmla="*/ 0 h 57150"/>
                  <a:gd name="connsiteX4" fmla="*/ 18478 w 95250"/>
                  <a:gd name="connsiteY4" fmla="*/ 57150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57150">
                    <a:moveTo>
                      <a:pt x="18478" y="57150"/>
                    </a:moveTo>
                    <a:lnTo>
                      <a:pt x="76772" y="57150"/>
                    </a:lnTo>
                    <a:lnTo>
                      <a:pt x="95250" y="0"/>
                    </a:lnTo>
                    <a:lnTo>
                      <a:pt x="0" y="0"/>
                    </a:lnTo>
                    <a:lnTo>
                      <a:pt x="18478" y="57150"/>
                    </a:ln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379" name="Freihandform: Form 378">
                <a:extLst>
                  <a:ext uri="{FF2B5EF4-FFF2-40B4-BE49-F238E27FC236}">
                    <a16:creationId xmlns:a16="http://schemas.microsoft.com/office/drawing/2014/main" id="{5F190545-F453-763E-B100-1FAB708E0D61}"/>
                  </a:ext>
                </a:extLst>
              </p:cNvPr>
              <p:cNvSpPr/>
              <p:nvPr/>
            </p:nvSpPr>
            <p:spPr>
              <a:xfrm>
                <a:off x="644979" y="1505581"/>
                <a:ext cx="81343" cy="228600"/>
              </a:xfrm>
              <a:custGeom>
                <a:avLst/>
                <a:gdLst>
                  <a:gd name="connsiteX0" fmla="*/ 12954 w 81343"/>
                  <a:gd name="connsiteY0" fmla="*/ 0 h 228600"/>
                  <a:gd name="connsiteX1" fmla="*/ 0 w 81343"/>
                  <a:gd name="connsiteY1" fmla="*/ 187928 h 228600"/>
                  <a:gd name="connsiteX2" fmla="*/ 40672 w 81343"/>
                  <a:gd name="connsiteY2" fmla="*/ 228600 h 228600"/>
                  <a:gd name="connsiteX3" fmla="*/ 81344 w 81343"/>
                  <a:gd name="connsiteY3" fmla="*/ 187928 h 228600"/>
                  <a:gd name="connsiteX4" fmla="*/ 68390 w 81343"/>
                  <a:gd name="connsiteY4" fmla="*/ 0 h 228600"/>
                  <a:gd name="connsiteX5" fmla="*/ 12954 w 81343"/>
                  <a:gd name="connsiteY5" fmla="*/ 0 h 228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1343" h="228600">
                    <a:moveTo>
                      <a:pt x="12954" y="0"/>
                    </a:moveTo>
                    <a:lnTo>
                      <a:pt x="0" y="187928"/>
                    </a:lnTo>
                    <a:lnTo>
                      <a:pt x="40672" y="228600"/>
                    </a:lnTo>
                    <a:lnTo>
                      <a:pt x="81344" y="187928"/>
                    </a:lnTo>
                    <a:lnTo>
                      <a:pt x="68390" y="0"/>
                    </a:lnTo>
                    <a:lnTo>
                      <a:pt x="12954" y="0"/>
                    </a:ln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380" name="Freihandform: Form 379">
                <a:extLst>
                  <a:ext uri="{FF2B5EF4-FFF2-40B4-BE49-F238E27FC236}">
                    <a16:creationId xmlns:a16="http://schemas.microsoft.com/office/drawing/2014/main" id="{11C26586-6238-DFA0-7C36-888060287365}"/>
                  </a:ext>
                </a:extLst>
              </p:cNvPr>
              <p:cNvSpPr/>
              <p:nvPr/>
            </p:nvSpPr>
            <p:spPr>
              <a:xfrm>
                <a:off x="380851" y="1000755"/>
                <a:ext cx="609561" cy="751636"/>
              </a:xfrm>
              <a:custGeom>
                <a:avLst/>
                <a:gdLst>
                  <a:gd name="connsiteX0" fmla="*/ 609543 w 609561"/>
                  <a:gd name="connsiteY0" fmla="*/ 533019 h 751636"/>
                  <a:gd name="connsiteX1" fmla="*/ 573977 w 609561"/>
                  <a:gd name="connsiteY1" fmla="*/ 461582 h 751636"/>
                  <a:gd name="connsiteX2" fmla="*/ 452666 w 609561"/>
                  <a:gd name="connsiteY2" fmla="*/ 398774 h 751636"/>
                  <a:gd name="connsiteX3" fmla="*/ 405946 w 609561"/>
                  <a:gd name="connsiteY3" fmla="*/ 379600 h 751636"/>
                  <a:gd name="connsiteX4" fmla="*/ 400040 w 609561"/>
                  <a:gd name="connsiteY4" fmla="*/ 370789 h 751636"/>
                  <a:gd name="connsiteX5" fmla="*/ 400040 w 609561"/>
                  <a:gd name="connsiteY5" fmla="*/ 347415 h 751636"/>
                  <a:gd name="connsiteX6" fmla="*/ 457057 w 609561"/>
                  <a:gd name="connsiteY6" fmla="*/ 231562 h 751636"/>
                  <a:gd name="connsiteX7" fmla="*/ 481327 w 609561"/>
                  <a:gd name="connsiteY7" fmla="*/ 189929 h 751636"/>
                  <a:gd name="connsiteX8" fmla="*/ 485575 w 609561"/>
                  <a:gd name="connsiteY8" fmla="*/ 162716 h 751636"/>
                  <a:gd name="connsiteX9" fmla="*/ 385839 w 609561"/>
                  <a:gd name="connsiteY9" fmla="*/ 17936 h 751636"/>
                  <a:gd name="connsiteX10" fmla="*/ 371875 w 609561"/>
                  <a:gd name="connsiteY10" fmla="*/ 19183 h 751636"/>
                  <a:gd name="connsiteX11" fmla="*/ 362255 w 609561"/>
                  <a:gd name="connsiteY11" fmla="*/ 25851 h 751636"/>
                  <a:gd name="connsiteX12" fmla="*/ 351615 w 609561"/>
                  <a:gd name="connsiteY12" fmla="*/ 11306 h 751636"/>
                  <a:gd name="connsiteX13" fmla="*/ 337871 w 609561"/>
                  <a:gd name="connsiteY13" fmla="*/ 2553 h 751636"/>
                  <a:gd name="connsiteX14" fmla="*/ 307867 w 609561"/>
                  <a:gd name="connsiteY14" fmla="*/ 0 h 751636"/>
                  <a:gd name="connsiteX15" fmla="*/ 132512 w 609561"/>
                  <a:gd name="connsiteY15" fmla="*/ 145352 h 751636"/>
                  <a:gd name="connsiteX16" fmla="*/ 132131 w 609561"/>
                  <a:gd name="connsiteY16" fmla="*/ 147428 h 751636"/>
                  <a:gd name="connsiteX17" fmla="*/ 103975 w 609561"/>
                  <a:gd name="connsiteY17" fmla="*/ 216646 h 751636"/>
                  <a:gd name="connsiteX18" fmla="*/ 152438 w 609561"/>
                  <a:gd name="connsiteY18" fmla="*/ 216646 h 751636"/>
                  <a:gd name="connsiteX19" fmla="*/ 152438 w 609561"/>
                  <a:gd name="connsiteY19" fmla="*/ 228600 h 751636"/>
                  <a:gd name="connsiteX20" fmla="*/ 209493 w 609561"/>
                  <a:gd name="connsiteY20" fmla="*/ 347348 h 751636"/>
                  <a:gd name="connsiteX21" fmla="*/ 209493 w 609561"/>
                  <a:gd name="connsiteY21" fmla="*/ 370742 h 751636"/>
                  <a:gd name="connsiteX22" fmla="*/ 203587 w 609561"/>
                  <a:gd name="connsiteY22" fmla="*/ 379552 h 751636"/>
                  <a:gd name="connsiteX23" fmla="*/ 156915 w 609561"/>
                  <a:gd name="connsiteY23" fmla="*/ 398688 h 751636"/>
                  <a:gd name="connsiteX24" fmla="*/ 35814 w 609561"/>
                  <a:gd name="connsiteY24" fmla="*/ 461277 h 751636"/>
                  <a:gd name="connsiteX25" fmla="*/ 0 w 609561"/>
                  <a:gd name="connsiteY25" fmla="*/ 533400 h 751636"/>
                  <a:gd name="connsiteX26" fmla="*/ 0 w 609561"/>
                  <a:gd name="connsiteY26" fmla="*/ 700088 h 751636"/>
                  <a:gd name="connsiteX27" fmla="*/ 7620 w 609561"/>
                  <a:gd name="connsiteY27" fmla="*/ 705803 h 751636"/>
                  <a:gd name="connsiteX28" fmla="*/ 221933 w 609561"/>
                  <a:gd name="connsiteY28" fmla="*/ 750456 h 751636"/>
                  <a:gd name="connsiteX29" fmla="*/ 244345 w 609561"/>
                  <a:gd name="connsiteY29" fmla="*/ 751618 h 751636"/>
                  <a:gd name="connsiteX30" fmla="*/ 207274 w 609561"/>
                  <a:gd name="connsiteY30" fmla="*/ 419195 h 751636"/>
                  <a:gd name="connsiteX31" fmla="*/ 218046 w 609561"/>
                  <a:gd name="connsiteY31" fmla="*/ 414776 h 751636"/>
                  <a:gd name="connsiteX32" fmla="*/ 247593 w 609561"/>
                  <a:gd name="connsiteY32" fmla="*/ 370742 h 751636"/>
                  <a:gd name="connsiteX33" fmla="*/ 247593 w 609561"/>
                  <a:gd name="connsiteY33" fmla="*/ 369789 h 751636"/>
                  <a:gd name="connsiteX34" fmla="*/ 361950 w 609561"/>
                  <a:gd name="connsiteY34" fmla="*/ 369789 h 751636"/>
                  <a:gd name="connsiteX35" fmla="*/ 361950 w 609561"/>
                  <a:gd name="connsiteY35" fmla="*/ 370742 h 751636"/>
                  <a:gd name="connsiteX36" fmla="*/ 391478 w 609561"/>
                  <a:gd name="connsiteY36" fmla="*/ 414795 h 751636"/>
                  <a:gd name="connsiteX37" fmla="*/ 402250 w 609561"/>
                  <a:gd name="connsiteY37" fmla="*/ 419214 h 751636"/>
                  <a:gd name="connsiteX38" fmla="*/ 365169 w 609561"/>
                  <a:gd name="connsiteY38" fmla="*/ 751637 h 751636"/>
                  <a:gd name="connsiteX39" fmla="*/ 387572 w 609561"/>
                  <a:gd name="connsiteY39" fmla="*/ 750475 h 751636"/>
                  <a:gd name="connsiteX40" fmla="*/ 601942 w 609561"/>
                  <a:gd name="connsiteY40" fmla="*/ 705822 h 751636"/>
                  <a:gd name="connsiteX41" fmla="*/ 609562 w 609561"/>
                  <a:gd name="connsiteY41" fmla="*/ 700107 h 751636"/>
                  <a:gd name="connsiteX42" fmla="*/ 190538 w 609561"/>
                  <a:gd name="connsiteY42" fmla="*/ 228600 h 751636"/>
                  <a:gd name="connsiteX43" fmla="*/ 190538 w 609561"/>
                  <a:gd name="connsiteY43" fmla="*/ 216646 h 751636"/>
                  <a:gd name="connsiteX44" fmla="*/ 256918 w 609561"/>
                  <a:gd name="connsiteY44" fmla="*/ 216646 h 751636"/>
                  <a:gd name="connsiteX45" fmla="*/ 384362 w 609561"/>
                  <a:gd name="connsiteY45" fmla="*/ 127435 h 751636"/>
                  <a:gd name="connsiteX46" fmla="*/ 419138 w 609561"/>
                  <a:gd name="connsiteY46" fmla="*/ 131912 h 751636"/>
                  <a:gd name="connsiteX47" fmla="*/ 419138 w 609561"/>
                  <a:gd name="connsiteY47" fmla="*/ 228600 h 751636"/>
                  <a:gd name="connsiteX48" fmla="*/ 304838 w 609561"/>
                  <a:gd name="connsiteY48" fmla="*/ 342900 h 751636"/>
                  <a:gd name="connsiteX49" fmla="*/ 190538 w 609561"/>
                  <a:gd name="connsiteY49" fmla="*/ 228600 h 751636"/>
                  <a:gd name="connsiteX50" fmla="*/ 533390 w 609561"/>
                  <a:gd name="connsiteY50" fmla="*/ 581025 h 751636"/>
                  <a:gd name="connsiteX51" fmla="*/ 447665 w 609561"/>
                  <a:gd name="connsiteY51" fmla="*/ 581025 h 751636"/>
                  <a:gd name="connsiteX52" fmla="*/ 447665 w 609561"/>
                  <a:gd name="connsiteY52" fmla="*/ 561975 h 751636"/>
                  <a:gd name="connsiteX53" fmla="*/ 533390 w 609561"/>
                  <a:gd name="connsiteY53" fmla="*/ 561975 h 751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609561" h="751636">
                    <a:moveTo>
                      <a:pt x="609543" y="533019"/>
                    </a:moveTo>
                    <a:cubicBezTo>
                      <a:pt x="609008" y="505076"/>
                      <a:pt x="595951" y="478850"/>
                      <a:pt x="573977" y="461582"/>
                    </a:cubicBezTo>
                    <a:cubicBezTo>
                      <a:pt x="538391" y="432454"/>
                      <a:pt x="496567" y="414471"/>
                      <a:pt x="452666" y="398774"/>
                    </a:cubicBezTo>
                    <a:lnTo>
                      <a:pt x="405946" y="379600"/>
                    </a:lnTo>
                    <a:cubicBezTo>
                      <a:pt x="402373" y="378132"/>
                      <a:pt x="400040" y="374652"/>
                      <a:pt x="400040" y="370789"/>
                    </a:cubicBezTo>
                    <a:lnTo>
                      <a:pt x="400040" y="347415"/>
                    </a:lnTo>
                    <a:cubicBezTo>
                      <a:pt x="435313" y="319185"/>
                      <a:pt x="456206" y="276733"/>
                      <a:pt x="457057" y="231562"/>
                    </a:cubicBezTo>
                    <a:lnTo>
                      <a:pt x="481327" y="189929"/>
                    </a:lnTo>
                    <a:cubicBezTo>
                      <a:pt x="484961" y="181346"/>
                      <a:pt x="486420" y="171998"/>
                      <a:pt x="485575" y="162716"/>
                    </a:cubicBezTo>
                    <a:cubicBezTo>
                      <a:pt x="480054" y="100293"/>
                      <a:pt x="442197" y="45338"/>
                      <a:pt x="385839" y="17936"/>
                    </a:cubicBezTo>
                    <a:cubicBezTo>
                      <a:pt x="381299" y="15806"/>
                      <a:pt x="375965" y="16282"/>
                      <a:pt x="371875" y="19183"/>
                    </a:cubicBezTo>
                    <a:lnTo>
                      <a:pt x="362255" y="25851"/>
                    </a:lnTo>
                    <a:lnTo>
                      <a:pt x="351615" y="11306"/>
                    </a:lnTo>
                    <a:cubicBezTo>
                      <a:pt x="348341" y="6719"/>
                      <a:pt x="343413" y="3581"/>
                      <a:pt x="337871" y="2553"/>
                    </a:cubicBezTo>
                    <a:cubicBezTo>
                      <a:pt x="327961" y="843"/>
                      <a:pt x="317923" y="-11"/>
                      <a:pt x="307867" y="0"/>
                    </a:cubicBezTo>
                    <a:cubicBezTo>
                      <a:pt x="222079" y="11"/>
                      <a:pt x="148435" y="61054"/>
                      <a:pt x="132512" y="145352"/>
                    </a:cubicBezTo>
                    <a:lnTo>
                      <a:pt x="132131" y="147428"/>
                    </a:lnTo>
                    <a:cubicBezTo>
                      <a:pt x="127506" y="172163"/>
                      <a:pt x="117929" y="195706"/>
                      <a:pt x="103975" y="216646"/>
                    </a:cubicBezTo>
                    <a:lnTo>
                      <a:pt x="152438" y="216646"/>
                    </a:lnTo>
                    <a:lnTo>
                      <a:pt x="152438" y="228600"/>
                    </a:lnTo>
                    <a:cubicBezTo>
                      <a:pt x="152441" y="274793"/>
                      <a:pt x="173432" y="318481"/>
                      <a:pt x="209493" y="347348"/>
                    </a:cubicBezTo>
                    <a:lnTo>
                      <a:pt x="209493" y="370742"/>
                    </a:lnTo>
                    <a:cubicBezTo>
                      <a:pt x="209493" y="374604"/>
                      <a:pt x="207160" y="378085"/>
                      <a:pt x="203587" y="379552"/>
                    </a:cubicBezTo>
                    <a:lnTo>
                      <a:pt x="156915" y="398688"/>
                    </a:lnTo>
                    <a:cubicBezTo>
                      <a:pt x="112986" y="414395"/>
                      <a:pt x="71190" y="432349"/>
                      <a:pt x="35814" y="461277"/>
                    </a:cubicBezTo>
                    <a:cubicBezTo>
                      <a:pt x="13593" y="478673"/>
                      <a:pt x="430" y="505183"/>
                      <a:pt x="0" y="533400"/>
                    </a:cubicBezTo>
                    <a:lnTo>
                      <a:pt x="0" y="700088"/>
                    </a:lnTo>
                    <a:lnTo>
                      <a:pt x="7620" y="705803"/>
                    </a:lnTo>
                    <a:cubicBezTo>
                      <a:pt x="49387" y="737130"/>
                      <a:pt x="159849" y="747227"/>
                      <a:pt x="221933" y="750456"/>
                    </a:cubicBezTo>
                    <a:lnTo>
                      <a:pt x="244345" y="751618"/>
                    </a:lnTo>
                    <a:lnTo>
                      <a:pt x="207274" y="419195"/>
                    </a:lnTo>
                    <a:lnTo>
                      <a:pt x="218046" y="414776"/>
                    </a:lnTo>
                    <a:cubicBezTo>
                      <a:pt x="235941" y="407482"/>
                      <a:pt x="247626" y="390066"/>
                      <a:pt x="247593" y="370742"/>
                    </a:cubicBezTo>
                    <a:lnTo>
                      <a:pt x="247593" y="369789"/>
                    </a:lnTo>
                    <a:cubicBezTo>
                      <a:pt x="284243" y="384757"/>
                      <a:pt x="325300" y="384757"/>
                      <a:pt x="361950" y="369789"/>
                    </a:cubicBezTo>
                    <a:lnTo>
                      <a:pt x="361950" y="370742"/>
                    </a:lnTo>
                    <a:cubicBezTo>
                      <a:pt x="361905" y="390068"/>
                      <a:pt x="373584" y="407492"/>
                      <a:pt x="391478" y="414795"/>
                    </a:cubicBezTo>
                    <a:lnTo>
                      <a:pt x="402250" y="419214"/>
                    </a:lnTo>
                    <a:lnTo>
                      <a:pt x="365169" y="751637"/>
                    </a:lnTo>
                    <a:lnTo>
                      <a:pt x="387572" y="750475"/>
                    </a:lnTo>
                    <a:cubicBezTo>
                      <a:pt x="449704" y="747246"/>
                      <a:pt x="560165" y="737140"/>
                      <a:pt x="601942" y="705822"/>
                    </a:cubicBezTo>
                    <a:lnTo>
                      <a:pt x="609562" y="700107"/>
                    </a:lnTo>
                    <a:close/>
                    <a:moveTo>
                      <a:pt x="190538" y="228600"/>
                    </a:moveTo>
                    <a:lnTo>
                      <a:pt x="190538" y="216646"/>
                    </a:lnTo>
                    <a:lnTo>
                      <a:pt x="256918" y="216646"/>
                    </a:lnTo>
                    <a:cubicBezTo>
                      <a:pt x="354835" y="216646"/>
                      <a:pt x="341519" y="138608"/>
                      <a:pt x="384362" y="127435"/>
                    </a:cubicBezTo>
                    <a:cubicBezTo>
                      <a:pt x="396137" y="125242"/>
                      <a:pt x="408302" y="126808"/>
                      <a:pt x="419138" y="131912"/>
                    </a:cubicBezTo>
                    <a:lnTo>
                      <a:pt x="419138" y="228600"/>
                    </a:lnTo>
                    <a:cubicBezTo>
                      <a:pt x="419138" y="291726"/>
                      <a:pt x="367964" y="342900"/>
                      <a:pt x="304838" y="342900"/>
                    </a:cubicBezTo>
                    <a:cubicBezTo>
                      <a:pt x="241712" y="342900"/>
                      <a:pt x="190538" y="291726"/>
                      <a:pt x="190538" y="228600"/>
                    </a:cubicBezTo>
                    <a:close/>
                    <a:moveTo>
                      <a:pt x="533390" y="581025"/>
                    </a:moveTo>
                    <a:lnTo>
                      <a:pt x="447665" y="581025"/>
                    </a:lnTo>
                    <a:lnTo>
                      <a:pt x="447665" y="561975"/>
                    </a:lnTo>
                    <a:lnTo>
                      <a:pt x="533390" y="561975"/>
                    </a:lnTo>
                    <a:close/>
                  </a:path>
                </a:pathLst>
              </a:custGeom>
              <a:solidFill>
                <a:schemeClr val="tx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sp>
          <p:nvSpPr>
            <p:cNvPr id="376" name="Rechteck 375">
              <a:extLst>
                <a:ext uri="{FF2B5EF4-FFF2-40B4-BE49-F238E27FC236}">
                  <a16:creationId xmlns:a16="http://schemas.microsoft.com/office/drawing/2014/main" id="{FD604A51-E503-F95D-1141-436BB19B2230}"/>
                </a:ext>
              </a:extLst>
            </p:cNvPr>
            <p:cNvSpPr/>
            <p:nvPr/>
          </p:nvSpPr>
          <p:spPr>
            <a:xfrm>
              <a:off x="3649980" y="2262646"/>
              <a:ext cx="352425" cy="274136"/>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a:ea typeface="+mn-ea"/>
                <a:cs typeface="+mn-cs"/>
              </a:endParaRPr>
            </a:p>
          </p:txBody>
        </p:sp>
        <p:sp>
          <p:nvSpPr>
            <p:cNvPr id="377" name="Freihandform: Form 376">
              <a:extLst>
                <a:ext uri="{FF2B5EF4-FFF2-40B4-BE49-F238E27FC236}">
                  <a16:creationId xmlns:a16="http://schemas.microsoft.com/office/drawing/2014/main" id="{EA4F6041-3D9A-2E53-37EE-E4AA8652A749}"/>
                </a:ext>
              </a:extLst>
            </p:cNvPr>
            <p:cNvSpPr/>
            <p:nvPr/>
          </p:nvSpPr>
          <p:spPr>
            <a:xfrm>
              <a:off x="3455637" y="2202922"/>
              <a:ext cx="726124" cy="429056"/>
            </a:xfrm>
            <a:custGeom>
              <a:avLst/>
              <a:gdLst>
                <a:gd name="connsiteX0" fmla="*/ 482918 w 555307"/>
                <a:gd name="connsiteY0" fmla="*/ 23813 h 297180"/>
                <a:gd name="connsiteX1" fmla="*/ 459105 w 555307"/>
                <a:gd name="connsiteY1" fmla="*/ 0 h 297180"/>
                <a:gd name="connsiteX2" fmla="*/ 459105 w 555307"/>
                <a:gd name="connsiteY2" fmla="*/ 0 h 297180"/>
                <a:gd name="connsiteX3" fmla="*/ 96203 w 555307"/>
                <a:gd name="connsiteY3" fmla="*/ 0 h 297180"/>
                <a:gd name="connsiteX4" fmla="*/ 72390 w 555307"/>
                <a:gd name="connsiteY4" fmla="*/ 23813 h 297180"/>
                <a:gd name="connsiteX5" fmla="*/ 72390 w 555307"/>
                <a:gd name="connsiteY5" fmla="*/ 23813 h 297180"/>
                <a:gd name="connsiteX6" fmla="*/ 72390 w 555307"/>
                <a:gd name="connsiteY6" fmla="*/ 260985 h 297180"/>
                <a:gd name="connsiteX7" fmla="*/ 0 w 555307"/>
                <a:gd name="connsiteY7" fmla="*/ 260985 h 297180"/>
                <a:gd name="connsiteX8" fmla="*/ 0 w 555307"/>
                <a:gd name="connsiteY8" fmla="*/ 273368 h 297180"/>
                <a:gd name="connsiteX9" fmla="*/ 23813 w 555307"/>
                <a:gd name="connsiteY9" fmla="*/ 297180 h 297180"/>
                <a:gd name="connsiteX10" fmla="*/ 531495 w 555307"/>
                <a:gd name="connsiteY10" fmla="*/ 297180 h 297180"/>
                <a:gd name="connsiteX11" fmla="*/ 555308 w 555307"/>
                <a:gd name="connsiteY11" fmla="*/ 273368 h 297180"/>
                <a:gd name="connsiteX12" fmla="*/ 555308 w 555307"/>
                <a:gd name="connsiteY12" fmla="*/ 260985 h 297180"/>
                <a:gd name="connsiteX13" fmla="*/ 482918 w 555307"/>
                <a:gd name="connsiteY13" fmla="*/ 260985 h 297180"/>
                <a:gd name="connsiteX14" fmla="*/ 482918 w 555307"/>
                <a:gd name="connsiteY14" fmla="*/ 23813 h 297180"/>
                <a:gd name="connsiteX15" fmla="*/ 227648 w 555307"/>
                <a:gd name="connsiteY15" fmla="*/ 180975 h 297180"/>
                <a:gd name="connsiteX16" fmla="*/ 214313 w 555307"/>
                <a:gd name="connsiteY16" fmla="*/ 194310 h 297180"/>
                <a:gd name="connsiteX17" fmla="*/ 160973 w 555307"/>
                <a:gd name="connsiteY17" fmla="*/ 140970 h 297180"/>
                <a:gd name="connsiteX18" fmla="*/ 214313 w 555307"/>
                <a:gd name="connsiteY18" fmla="*/ 87630 h 297180"/>
                <a:gd name="connsiteX19" fmla="*/ 227648 w 555307"/>
                <a:gd name="connsiteY19" fmla="*/ 100965 h 297180"/>
                <a:gd name="connsiteX20" fmla="*/ 187642 w 555307"/>
                <a:gd name="connsiteY20" fmla="*/ 140970 h 297180"/>
                <a:gd name="connsiteX21" fmla="*/ 227648 w 555307"/>
                <a:gd name="connsiteY21" fmla="*/ 180975 h 297180"/>
                <a:gd name="connsiteX22" fmla="*/ 263843 w 555307"/>
                <a:gd name="connsiteY22" fmla="*/ 200978 h 297180"/>
                <a:gd name="connsiteX23" fmla="*/ 246698 w 555307"/>
                <a:gd name="connsiteY23" fmla="*/ 193358 h 297180"/>
                <a:gd name="connsiteX24" fmla="*/ 291465 w 555307"/>
                <a:gd name="connsiteY24" fmla="*/ 85725 h 297180"/>
                <a:gd name="connsiteX25" fmla="*/ 308610 w 555307"/>
                <a:gd name="connsiteY25" fmla="*/ 93345 h 297180"/>
                <a:gd name="connsiteX26" fmla="*/ 263843 w 555307"/>
                <a:gd name="connsiteY26" fmla="*/ 200978 h 297180"/>
                <a:gd name="connsiteX27" fmla="*/ 340043 w 555307"/>
                <a:gd name="connsiteY27" fmla="*/ 195263 h 297180"/>
                <a:gd name="connsiteX28" fmla="*/ 326708 w 555307"/>
                <a:gd name="connsiteY28" fmla="*/ 181928 h 297180"/>
                <a:gd name="connsiteX29" fmla="*/ 366713 w 555307"/>
                <a:gd name="connsiteY29" fmla="*/ 141922 h 297180"/>
                <a:gd name="connsiteX30" fmla="*/ 326708 w 555307"/>
                <a:gd name="connsiteY30" fmla="*/ 101918 h 297180"/>
                <a:gd name="connsiteX31" fmla="*/ 340043 w 555307"/>
                <a:gd name="connsiteY31" fmla="*/ 88582 h 297180"/>
                <a:gd name="connsiteX32" fmla="*/ 393383 w 555307"/>
                <a:gd name="connsiteY32" fmla="*/ 141922 h 297180"/>
                <a:gd name="connsiteX33" fmla="*/ 340043 w 555307"/>
                <a:gd name="connsiteY33" fmla="*/ 195263 h 297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555307" h="297180">
                  <a:moveTo>
                    <a:pt x="482918" y="23813"/>
                  </a:moveTo>
                  <a:cubicBezTo>
                    <a:pt x="482918" y="10478"/>
                    <a:pt x="472440" y="0"/>
                    <a:pt x="459105" y="0"/>
                  </a:cubicBezTo>
                  <a:lnTo>
                    <a:pt x="459105" y="0"/>
                  </a:lnTo>
                  <a:lnTo>
                    <a:pt x="96203" y="0"/>
                  </a:lnTo>
                  <a:cubicBezTo>
                    <a:pt x="82868" y="0"/>
                    <a:pt x="72390" y="10478"/>
                    <a:pt x="72390" y="23813"/>
                  </a:cubicBezTo>
                  <a:lnTo>
                    <a:pt x="72390" y="23813"/>
                  </a:lnTo>
                  <a:lnTo>
                    <a:pt x="72390" y="260985"/>
                  </a:lnTo>
                  <a:lnTo>
                    <a:pt x="0" y="260985"/>
                  </a:lnTo>
                  <a:lnTo>
                    <a:pt x="0" y="273368"/>
                  </a:lnTo>
                  <a:cubicBezTo>
                    <a:pt x="0" y="286703"/>
                    <a:pt x="10478" y="297180"/>
                    <a:pt x="23813" y="297180"/>
                  </a:cubicBezTo>
                  <a:lnTo>
                    <a:pt x="531495" y="297180"/>
                  </a:lnTo>
                  <a:cubicBezTo>
                    <a:pt x="544830" y="297180"/>
                    <a:pt x="555308" y="286703"/>
                    <a:pt x="555308" y="273368"/>
                  </a:cubicBezTo>
                  <a:lnTo>
                    <a:pt x="555308" y="260985"/>
                  </a:lnTo>
                  <a:lnTo>
                    <a:pt x="482918" y="260985"/>
                  </a:lnTo>
                  <a:lnTo>
                    <a:pt x="482918" y="23813"/>
                  </a:lnTo>
                  <a:close/>
                  <a:moveTo>
                    <a:pt x="227648" y="180975"/>
                  </a:moveTo>
                  <a:lnTo>
                    <a:pt x="214313" y="194310"/>
                  </a:lnTo>
                  <a:lnTo>
                    <a:pt x="160973" y="140970"/>
                  </a:lnTo>
                  <a:lnTo>
                    <a:pt x="214313" y="87630"/>
                  </a:lnTo>
                  <a:lnTo>
                    <a:pt x="227648" y="100965"/>
                  </a:lnTo>
                  <a:lnTo>
                    <a:pt x="187642" y="140970"/>
                  </a:lnTo>
                  <a:lnTo>
                    <a:pt x="227648" y="180975"/>
                  </a:lnTo>
                  <a:close/>
                  <a:moveTo>
                    <a:pt x="263843" y="200978"/>
                  </a:moveTo>
                  <a:lnTo>
                    <a:pt x="246698" y="193358"/>
                  </a:lnTo>
                  <a:lnTo>
                    <a:pt x="291465" y="85725"/>
                  </a:lnTo>
                  <a:lnTo>
                    <a:pt x="308610" y="93345"/>
                  </a:lnTo>
                  <a:lnTo>
                    <a:pt x="263843" y="200978"/>
                  </a:lnTo>
                  <a:close/>
                  <a:moveTo>
                    <a:pt x="340043" y="195263"/>
                  </a:moveTo>
                  <a:lnTo>
                    <a:pt x="326708" y="181928"/>
                  </a:lnTo>
                  <a:lnTo>
                    <a:pt x="366713" y="141922"/>
                  </a:lnTo>
                  <a:lnTo>
                    <a:pt x="326708" y="101918"/>
                  </a:lnTo>
                  <a:lnTo>
                    <a:pt x="340043" y="88582"/>
                  </a:lnTo>
                  <a:lnTo>
                    <a:pt x="393383" y="141922"/>
                  </a:lnTo>
                  <a:lnTo>
                    <a:pt x="340043" y="195263"/>
                  </a:lnTo>
                  <a:close/>
                </a:path>
              </a:pathLst>
            </a:custGeom>
            <a:solidFill>
              <a:schemeClr val="accent3"/>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grpSp>
        <p:nvGrpSpPr>
          <p:cNvPr id="66" name="Gruppieren 65">
            <a:extLst>
              <a:ext uri="{FF2B5EF4-FFF2-40B4-BE49-F238E27FC236}">
                <a16:creationId xmlns:a16="http://schemas.microsoft.com/office/drawing/2014/main" id="{5C45BD4D-4E7B-FED2-0171-D62B20A4B4E3}"/>
              </a:ext>
            </a:extLst>
          </p:cNvPr>
          <p:cNvGrpSpPr/>
          <p:nvPr/>
        </p:nvGrpSpPr>
        <p:grpSpPr>
          <a:xfrm>
            <a:off x="1250162" y="2474786"/>
            <a:ext cx="588365" cy="715885"/>
            <a:chOff x="1250163" y="2474787"/>
            <a:chExt cx="569114" cy="706260"/>
          </a:xfrm>
        </p:grpSpPr>
        <p:grpSp>
          <p:nvGrpSpPr>
            <p:cNvPr id="52" name="Grafik 381" descr="Benutzer mit einfarbiger Füllung">
              <a:extLst>
                <a:ext uri="{FF2B5EF4-FFF2-40B4-BE49-F238E27FC236}">
                  <a16:creationId xmlns:a16="http://schemas.microsoft.com/office/drawing/2014/main" id="{BD8B1BDE-1D51-9D7E-E14C-3C00BE47A7D9}"/>
                </a:ext>
              </a:extLst>
            </p:cNvPr>
            <p:cNvGrpSpPr/>
            <p:nvPr/>
          </p:nvGrpSpPr>
          <p:grpSpPr>
            <a:xfrm>
              <a:off x="1250163" y="2474787"/>
              <a:ext cx="569114" cy="645108"/>
              <a:chOff x="1250163" y="2474787"/>
              <a:chExt cx="569114" cy="645108"/>
            </a:xfrm>
            <a:solidFill>
              <a:srgbClr val="000000"/>
            </a:solidFill>
          </p:grpSpPr>
          <p:sp>
            <p:nvSpPr>
              <p:cNvPr id="63" name="Freihandform: Form 62">
                <a:extLst>
                  <a:ext uri="{FF2B5EF4-FFF2-40B4-BE49-F238E27FC236}">
                    <a16:creationId xmlns:a16="http://schemas.microsoft.com/office/drawing/2014/main" id="{9FC452A0-AE53-D671-5444-3EF3467862D6}"/>
                  </a:ext>
                </a:extLst>
              </p:cNvPr>
              <p:cNvSpPr/>
              <p:nvPr/>
            </p:nvSpPr>
            <p:spPr>
              <a:xfrm>
                <a:off x="1392442" y="2474787"/>
                <a:ext cx="284557" cy="303580"/>
              </a:xfrm>
              <a:custGeom>
                <a:avLst/>
                <a:gdLst>
                  <a:gd name="connsiteX0" fmla="*/ 284557 w 284557"/>
                  <a:gd name="connsiteY0" fmla="*/ 151790 h 303580"/>
                  <a:gd name="connsiteX1" fmla="*/ 142279 w 284557"/>
                  <a:gd name="connsiteY1" fmla="*/ 303581 h 303580"/>
                  <a:gd name="connsiteX2" fmla="*/ 0 w 284557"/>
                  <a:gd name="connsiteY2" fmla="*/ 151790 h 303580"/>
                  <a:gd name="connsiteX3" fmla="*/ 142279 w 284557"/>
                  <a:gd name="connsiteY3" fmla="*/ 0 h 303580"/>
                  <a:gd name="connsiteX4" fmla="*/ 284557 w 284557"/>
                  <a:gd name="connsiteY4" fmla="*/ 151790 h 303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4557" h="303580">
                    <a:moveTo>
                      <a:pt x="284557" y="151790"/>
                    </a:moveTo>
                    <a:cubicBezTo>
                      <a:pt x="284557" y="235622"/>
                      <a:pt x="220857" y="303581"/>
                      <a:pt x="142279" y="303581"/>
                    </a:cubicBezTo>
                    <a:cubicBezTo>
                      <a:pt x="63700" y="303581"/>
                      <a:pt x="0" y="235622"/>
                      <a:pt x="0" y="151790"/>
                    </a:cubicBezTo>
                    <a:cubicBezTo>
                      <a:pt x="0" y="67959"/>
                      <a:pt x="63700" y="0"/>
                      <a:pt x="142279" y="0"/>
                    </a:cubicBezTo>
                    <a:cubicBezTo>
                      <a:pt x="220857" y="0"/>
                      <a:pt x="284557" y="67959"/>
                      <a:pt x="284557" y="151790"/>
                    </a:cubicBezTo>
                    <a:close/>
                  </a:path>
                </a:pathLst>
              </a:custGeom>
              <a:solidFill>
                <a:srgbClr val="565656"/>
              </a:solidFill>
              <a:ln w="883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65" name="Freihandform: Form 64">
                <a:extLst>
                  <a:ext uri="{FF2B5EF4-FFF2-40B4-BE49-F238E27FC236}">
                    <a16:creationId xmlns:a16="http://schemas.microsoft.com/office/drawing/2014/main" id="{76FFCB02-9AC2-460D-8E65-F1AAC6AD6098}"/>
                  </a:ext>
                </a:extLst>
              </p:cNvPr>
              <p:cNvSpPr/>
              <p:nvPr/>
            </p:nvSpPr>
            <p:spPr>
              <a:xfrm>
                <a:off x="1250163" y="2816315"/>
                <a:ext cx="569114" cy="303580"/>
              </a:xfrm>
              <a:custGeom>
                <a:avLst/>
                <a:gdLst>
                  <a:gd name="connsiteX0" fmla="*/ 569115 w 569114"/>
                  <a:gd name="connsiteY0" fmla="*/ 303581 h 303580"/>
                  <a:gd name="connsiteX1" fmla="*/ 569115 w 569114"/>
                  <a:gd name="connsiteY1" fmla="*/ 151790 h 303580"/>
                  <a:gd name="connsiteX2" fmla="*/ 540659 w 569114"/>
                  <a:gd name="connsiteY2" fmla="*/ 91074 h 303580"/>
                  <a:gd name="connsiteX3" fmla="*/ 401937 w 569114"/>
                  <a:gd name="connsiteY3" fmla="*/ 18974 h 303580"/>
                  <a:gd name="connsiteX4" fmla="*/ 284557 w 569114"/>
                  <a:gd name="connsiteY4" fmla="*/ 0 h 303580"/>
                  <a:gd name="connsiteX5" fmla="*/ 167177 w 569114"/>
                  <a:gd name="connsiteY5" fmla="*/ 18974 h 303580"/>
                  <a:gd name="connsiteX6" fmla="*/ 28456 w 569114"/>
                  <a:gd name="connsiteY6" fmla="*/ 91074 h 303580"/>
                  <a:gd name="connsiteX7" fmla="*/ 0 w 569114"/>
                  <a:gd name="connsiteY7" fmla="*/ 151790 h 303580"/>
                  <a:gd name="connsiteX8" fmla="*/ 0 w 569114"/>
                  <a:gd name="connsiteY8" fmla="*/ 303581 h 303580"/>
                  <a:gd name="connsiteX9" fmla="*/ 569115 w 569114"/>
                  <a:gd name="connsiteY9" fmla="*/ 303581 h 303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69114" h="303580">
                    <a:moveTo>
                      <a:pt x="569115" y="303581"/>
                    </a:moveTo>
                    <a:lnTo>
                      <a:pt x="569115" y="151790"/>
                    </a:lnTo>
                    <a:cubicBezTo>
                      <a:pt x="569115" y="129022"/>
                      <a:pt x="558444" y="106253"/>
                      <a:pt x="540659" y="91074"/>
                    </a:cubicBezTo>
                    <a:cubicBezTo>
                      <a:pt x="501532" y="56921"/>
                      <a:pt x="451735" y="34153"/>
                      <a:pt x="401937" y="18974"/>
                    </a:cubicBezTo>
                    <a:cubicBezTo>
                      <a:pt x="366368" y="7590"/>
                      <a:pt x="327241" y="0"/>
                      <a:pt x="284557" y="0"/>
                    </a:cubicBezTo>
                    <a:cubicBezTo>
                      <a:pt x="245431" y="0"/>
                      <a:pt x="206304" y="7590"/>
                      <a:pt x="167177" y="18974"/>
                    </a:cubicBezTo>
                    <a:cubicBezTo>
                      <a:pt x="117380" y="34153"/>
                      <a:pt x="67582" y="60716"/>
                      <a:pt x="28456" y="91074"/>
                    </a:cubicBezTo>
                    <a:cubicBezTo>
                      <a:pt x="10671" y="106253"/>
                      <a:pt x="0" y="129022"/>
                      <a:pt x="0" y="151790"/>
                    </a:cubicBezTo>
                    <a:lnTo>
                      <a:pt x="0" y="303581"/>
                    </a:lnTo>
                    <a:lnTo>
                      <a:pt x="569115" y="303581"/>
                    </a:lnTo>
                    <a:close/>
                  </a:path>
                </a:pathLst>
              </a:custGeom>
              <a:solidFill>
                <a:schemeClr val="accent1"/>
              </a:solidFill>
              <a:ln w="883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sp>
          <p:nvSpPr>
            <p:cNvPr id="383" name="Freihandform: Form 382">
              <a:extLst>
                <a:ext uri="{FF2B5EF4-FFF2-40B4-BE49-F238E27FC236}">
                  <a16:creationId xmlns:a16="http://schemas.microsoft.com/office/drawing/2014/main" id="{E039022D-259D-C6BD-D395-59EC4D0478C8}"/>
                </a:ext>
              </a:extLst>
            </p:cNvPr>
            <p:cNvSpPr>
              <a:spLocks noChangeAspect="1"/>
            </p:cNvSpPr>
            <p:nvPr/>
          </p:nvSpPr>
          <p:spPr>
            <a:xfrm>
              <a:off x="1310885" y="2898841"/>
              <a:ext cx="447671" cy="282206"/>
            </a:xfrm>
            <a:custGeom>
              <a:avLst/>
              <a:gdLst>
                <a:gd name="connsiteX0" fmla="*/ 482918 w 555307"/>
                <a:gd name="connsiteY0" fmla="*/ 23813 h 297180"/>
                <a:gd name="connsiteX1" fmla="*/ 459105 w 555307"/>
                <a:gd name="connsiteY1" fmla="*/ 0 h 297180"/>
                <a:gd name="connsiteX2" fmla="*/ 459105 w 555307"/>
                <a:gd name="connsiteY2" fmla="*/ 0 h 297180"/>
                <a:gd name="connsiteX3" fmla="*/ 96203 w 555307"/>
                <a:gd name="connsiteY3" fmla="*/ 0 h 297180"/>
                <a:gd name="connsiteX4" fmla="*/ 72390 w 555307"/>
                <a:gd name="connsiteY4" fmla="*/ 23813 h 297180"/>
                <a:gd name="connsiteX5" fmla="*/ 72390 w 555307"/>
                <a:gd name="connsiteY5" fmla="*/ 23813 h 297180"/>
                <a:gd name="connsiteX6" fmla="*/ 72390 w 555307"/>
                <a:gd name="connsiteY6" fmla="*/ 260985 h 297180"/>
                <a:gd name="connsiteX7" fmla="*/ 0 w 555307"/>
                <a:gd name="connsiteY7" fmla="*/ 260985 h 297180"/>
                <a:gd name="connsiteX8" fmla="*/ 0 w 555307"/>
                <a:gd name="connsiteY8" fmla="*/ 273368 h 297180"/>
                <a:gd name="connsiteX9" fmla="*/ 23813 w 555307"/>
                <a:gd name="connsiteY9" fmla="*/ 297180 h 297180"/>
                <a:gd name="connsiteX10" fmla="*/ 531495 w 555307"/>
                <a:gd name="connsiteY10" fmla="*/ 297180 h 297180"/>
                <a:gd name="connsiteX11" fmla="*/ 555308 w 555307"/>
                <a:gd name="connsiteY11" fmla="*/ 273368 h 297180"/>
                <a:gd name="connsiteX12" fmla="*/ 555308 w 555307"/>
                <a:gd name="connsiteY12" fmla="*/ 260985 h 297180"/>
                <a:gd name="connsiteX13" fmla="*/ 482918 w 555307"/>
                <a:gd name="connsiteY13" fmla="*/ 260985 h 297180"/>
                <a:gd name="connsiteX14" fmla="*/ 482918 w 555307"/>
                <a:gd name="connsiteY14" fmla="*/ 23813 h 297180"/>
                <a:gd name="connsiteX15" fmla="*/ 227648 w 555307"/>
                <a:gd name="connsiteY15" fmla="*/ 180975 h 297180"/>
                <a:gd name="connsiteX16" fmla="*/ 214313 w 555307"/>
                <a:gd name="connsiteY16" fmla="*/ 194310 h 297180"/>
                <a:gd name="connsiteX17" fmla="*/ 160973 w 555307"/>
                <a:gd name="connsiteY17" fmla="*/ 140970 h 297180"/>
                <a:gd name="connsiteX18" fmla="*/ 214313 w 555307"/>
                <a:gd name="connsiteY18" fmla="*/ 87630 h 297180"/>
                <a:gd name="connsiteX19" fmla="*/ 227648 w 555307"/>
                <a:gd name="connsiteY19" fmla="*/ 100965 h 297180"/>
                <a:gd name="connsiteX20" fmla="*/ 187642 w 555307"/>
                <a:gd name="connsiteY20" fmla="*/ 140970 h 297180"/>
                <a:gd name="connsiteX21" fmla="*/ 227648 w 555307"/>
                <a:gd name="connsiteY21" fmla="*/ 180975 h 297180"/>
                <a:gd name="connsiteX22" fmla="*/ 263843 w 555307"/>
                <a:gd name="connsiteY22" fmla="*/ 200978 h 297180"/>
                <a:gd name="connsiteX23" fmla="*/ 246698 w 555307"/>
                <a:gd name="connsiteY23" fmla="*/ 193358 h 297180"/>
                <a:gd name="connsiteX24" fmla="*/ 291465 w 555307"/>
                <a:gd name="connsiteY24" fmla="*/ 85725 h 297180"/>
                <a:gd name="connsiteX25" fmla="*/ 308610 w 555307"/>
                <a:gd name="connsiteY25" fmla="*/ 93345 h 297180"/>
                <a:gd name="connsiteX26" fmla="*/ 263843 w 555307"/>
                <a:gd name="connsiteY26" fmla="*/ 200978 h 297180"/>
                <a:gd name="connsiteX27" fmla="*/ 340043 w 555307"/>
                <a:gd name="connsiteY27" fmla="*/ 195263 h 297180"/>
                <a:gd name="connsiteX28" fmla="*/ 326708 w 555307"/>
                <a:gd name="connsiteY28" fmla="*/ 181928 h 297180"/>
                <a:gd name="connsiteX29" fmla="*/ 366713 w 555307"/>
                <a:gd name="connsiteY29" fmla="*/ 141922 h 297180"/>
                <a:gd name="connsiteX30" fmla="*/ 326708 w 555307"/>
                <a:gd name="connsiteY30" fmla="*/ 101918 h 297180"/>
                <a:gd name="connsiteX31" fmla="*/ 340043 w 555307"/>
                <a:gd name="connsiteY31" fmla="*/ 88582 h 297180"/>
                <a:gd name="connsiteX32" fmla="*/ 393383 w 555307"/>
                <a:gd name="connsiteY32" fmla="*/ 141922 h 297180"/>
                <a:gd name="connsiteX33" fmla="*/ 340043 w 555307"/>
                <a:gd name="connsiteY33" fmla="*/ 195263 h 297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555307" h="297180">
                  <a:moveTo>
                    <a:pt x="482918" y="23813"/>
                  </a:moveTo>
                  <a:cubicBezTo>
                    <a:pt x="482918" y="10478"/>
                    <a:pt x="472440" y="0"/>
                    <a:pt x="459105" y="0"/>
                  </a:cubicBezTo>
                  <a:lnTo>
                    <a:pt x="459105" y="0"/>
                  </a:lnTo>
                  <a:lnTo>
                    <a:pt x="96203" y="0"/>
                  </a:lnTo>
                  <a:cubicBezTo>
                    <a:pt x="82868" y="0"/>
                    <a:pt x="72390" y="10478"/>
                    <a:pt x="72390" y="23813"/>
                  </a:cubicBezTo>
                  <a:lnTo>
                    <a:pt x="72390" y="23813"/>
                  </a:lnTo>
                  <a:lnTo>
                    <a:pt x="72390" y="260985"/>
                  </a:lnTo>
                  <a:lnTo>
                    <a:pt x="0" y="260985"/>
                  </a:lnTo>
                  <a:lnTo>
                    <a:pt x="0" y="273368"/>
                  </a:lnTo>
                  <a:cubicBezTo>
                    <a:pt x="0" y="286703"/>
                    <a:pt x="10478" y="297180"/>
                    <a:pt x="23813" y="297180"/>
                  </a:cubicBezTo>
                  <a:lnTo>
                    <a:pt x="531495" y="297180"/>
                  </a:lnTo>
                  <a:cubicBezTo>
                    <a:pt x="544830" y="297180"/>
                    <a:pt x="555308" y="286703"/>
                    <a:pt x="555308" y="273368"/>
                  </a:cubicBezTo>
                  <a:lnTo>
                    <a:pt x="555308" y="260985"/>
                  </a:lnTo>
                  <a:lnTo>
                    <a:pt x="482918" y="260985"/>
                  </a:lnTo>
                  <a:lnTo>
                    <a:pt x="482918" y="23813"/>
                  </a:lnTo>
                  <a:close/>
                  <a:moveTo>
                    <a:pt x="227648" y="180975"/>
                  </a:moveTo>
                  <a:lnTo>
                    <a:pt x="214313" y="194310"/>
                  </a:lnTo>
                  <a:lnTo>
                    <a:pt x="160973" y="140970"/>
                  </a:lnTo>
                  <a:lnTo>
                    <a:pt x="214313" y="87630"/>
                  </a:lnTo>
                  <a:lnTo>
                    <a:pt x="227648" y="100965"/>
                  </a:lnTo>
                  <a:lnTo>
                    <a:pt x="187642" y="140970"/>
                  </a:lnTo>
                  <a:lnTo>
                    <a:pt x="227648" y="180975"/>
                  </a:lnTo>
                  <a:close/>
                  <a:moveTo>
                    <a:pt x="263843" y="200978"/>
                  </a:moveTo>
                  <a:lnTo>
                    <a:pt x="246698" y="193358"/>
                  </a:lnTo>
                  <a:lnTo>
                    <a:pt x="291465" y="85725"/>
                  </a:lnTo>
                  <a:lnTo>
                    <a:pt x="308610" y="93345"/>
                  </a:lnTo>
                  <a:lnTo>
                    <a:pt x="263843" y="200978"/>
                  </a:lnTo>
                  <a:close/>
                  <a:moveTo>
                    <a:pt x="340043" y="195263"/>
                  </a:moveTo>
                  <a:lnTo>
                    <a:pt x="326708" y="181928"/>
                  </a:lnTo>
                  <a:lnTo>
                    <a:pt x="366713" y="141922"/>
                  </a:lnTo>
                  <a:lnTo>
                    <a:pt x="326708" y="101918"/>
                  </a:lnTo>
                  <a:lnTo>
                    <a:pt x="340043" y="88582"/>
                  </a:lnTo>
                  <a:lnTo>
                    <a:pt x="393383" y="141922"/>
                  </a:lnTo>
                  <a:lnTo>
                    <a:pt x="340043" y="195263"/>
                  </a:lnTo>
                  <a:close/>
                </a:path>
              </a:pathLst>
            </a:custGeom>
            <a:solidFill>
              <a:schemeClr val="accent3"/>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grpSp>
        <p:nvGrpSpPr>
          <p:cNvPr id="384" name="Gruppieren 383">
            <a:extLst>
              <a:ext uri="{FF2B5EF4-FFF2-40B4-BE49-F238E27FC236}">
                <a16:creationId xmlns:a16="http://schemas.microsoft.com/office/drawing/2014/main" id="{256ED7B5-05B2-081B-4433-5913DE35D564}"/>
              </a:ext>
            </a:extLst>
          </p:cNvPr>
          <p:cNvGrpSpPr>
            <a:grpSpLocks noChangeAspect="1"/>
          </p:cNvGrpSpPr>
          <p:nvPr/>
        </p:nvGrpSpPr>
        <p:grpSpPr>
          <a:xfrm>
            <a:off x="2431926" y="4751427"/>
            <a:ext cx="1291125" cy="912800"/>
            <a:chOff x="1454337" y="2081948"/>
            <a:chExt cx="2880198" cy="2036245"/>
          </a:xfrm>
        </p:grpSpPr>
        <p:grpSp>
          <p:nvGrpSpPr>
            <p:cNvPr id="385" name="Gruppieren 384">
              <a:extLst>
                <a:ext uri="{FF2B5EF4-FFF2-40B4-BE49-F238E27FC236}">
                  <a16:creationId xmlns:a16="http://schemas.microsoft.com/office/drawing/2014/main" id="{97954956-A7A5-D197-F8AB-3FCA837F766B}"/>
                </a:ext>
              </a:extLst>
            </p:cNvPr>
            <p:cNvGrpSpPr/>
            <p:nvPr/>
          </p:nvGrpSpPr>
          <p:grpSpPr>
            <a:xfrm>
              <a:off x="1454337" y="2081948"/>
              <a:ext cx="2880198" cy="2036245"/>
              <a:chOff x="1454337" y="2081948"/>
              <a:chExt cx="2880198" cy="2036245"/>
            </a:xfrm>
          </p:grpSpPr>
          <p:sp>
            <p:nvSpPr>
              <p:cNvPr id="409" name="Freihandform: Form 408">
                <a:extLst>
                  <a:ext uri="{FF2B5EF4-FFF2-40B4-BE49-F238E27FC236}">
                    <a16:creationId xmlns:a16="http://schemas.microsoft.com/office/drawing/2014/main" id="{8264A036-61D8-52F1-CEDA-9FC3B28A256B}"/>
                  </a:ext>
                </a:extLst>
              </p:cNvPr>
              <p:cNvSpPr/>
              <p:nvPr/>
            </p:nvSpPr>
            <p:spPr>
              <a:xfrm>
                <a:off x="2642419" y="2081948"/>
                <a:ext cx="504034" cy="507249"/>
              </a:xfrm>
              <a:custGeom>
                <a:avLst/>
                <a:gdLst>
                  <a:gd name="connsiteX0" fmla="*/ 450617 w 450616"/>
                  <a:gd name="connsiteY0" fmla="*/ 225308 h 450616"/>
                  <a:gd name="connsiteX1" fmla="*/ 225308 w 450616"/>
                  <a:gd name="connsiteY1" fmla="*/ 450617 h 450616"/>
                  <a:gd name="connsiteX2" fmla="*/ 0 w 450616"/>
                  <a:gd name="connsiteY2" fmla="*/ 225308 h 450616"/>
                  <a:gd name="connsiteX3" fmla="*/ 225308 w 450616"/>
                  <a:gd name="connsiteY3" fmla="*/ 0 h 450616"/>
                  <a:gd name="connsiteX4" fmla="*/ 450617 w 450616"/>
                  <a:gd name="connsiteY4" fmla="*/ 225308 h 450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616" h="450616">
                    <a:moveTo>
                      <a:pt x="450617" y="225308"/>
                    </a:moveTo>
                    <a:cubicBezTo>
                      <a:pt x="450617" y="350837"/>
                      <a:pt x="350837" y="450617"/>
                      <a:pt x="225308" y="450617"/>
                    </a:cubicBezTo>
                    <a:cubicBezTo>
                      <a:pt x="99779" y="450617"/>
                      <a:pt x="0" y="350837"/>
                      <a:pt x="0" y="225308"/>
                    </a:cubicBezTo>
                    <a:cubicBezTo>
                      <a:pt x="0" y="99779"/>
                      <a:pt x="99779" y="0"/>
                      <a:pt x="225308" y="0"/>
                    </a:cubicBezTo>
                    <a:cubicBezTo>
                      <a:pt x="350837" y="0"/>
                      <a:pt x="450617" y="102998"/>
                      <a:pt x="450617" y="225308"/>
                    </a:cubicBezTo>
                  </a:path>
                </a:pathLst>
              </a:custGeom>
              <a:solidFill>
                <a:schemeClr val="accent1"/>
              </a:solidFill>
              <a:ln w="3214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410" name="Freihandform: Form 409">
                <a:extLst>
                  <a:ext uri="{FF2B5EF4-FFF2-40B4-BE49-F238E27FC236}">
                    <a16:creationId xmlns:a16="http://schemas.microsoft.com/office/drawing/2014/main" id="{67A42E5B-639B-14C0-E0F0-BA1A1D2426A2}"/>
                  </a:ext>
                </a:extLst>
              </p:cNvPr>
              <p:cNvSpPr/>
              <p:nvPr/>
            </p:nvSpPr>
            <p:spPr>
              <a:xfrm>
                <a:off x="3650488" y="2226877"/>
                <a:ext cx="504034" cy="507249"/>
              </a:xfrm>
              <a:custGeom>
                <a:avLst/>
                <a:gdLst>
                  <a:gd name="connsiteX0" fmla="*/ 450617 w 450616"/>
                  <a:gd name="connsiteY0" fmla="*/ 225308 h 450616"/>
                  <a:gd name="connsiteX1" fmla="*/ 225308 w 450616"/>
                  <a:gd name="connsiteY1" fmla="*/ 450617 h 450616"/>
                  <a:gd name="connsiteX2" fmla="*/ 0 w 450616"/>
                  <a:gd name="connsiteY2" fmla="*/ 225308 h 450616"/>
                  <a:gd name="connsiteX3" fmla="*/ 225308 w 450616"/>
                  <a:gd name="connsiteY3" fmla="*/ 0 h 450616"/>
                  <a:gd name="connsiteX4" fmla="*/ 450617 w 450616"/>
                  <a:gd name="connsiteY4" fmla="*/ 225308 h 450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616" h="450616">
                    <a:moveTo>
                      <a:pt x="450617" y="225308"/>
                    </a:moveTo>
                    <a:cubicBezTo>
                      <a:pt x="450617" y="350837"/>
                      <a:pt x="350837" y="450617"/>
                      <a:pt x="225308" y="450617"/>
                    </a:cubicBezTo>
                    <a:cubicBezTo>
                      <a:pt x="99779" y="450617"/>
                      <a:pt x="0" y="350837"/>
                      <a:pt x="0" y="225308"/>
                    </a:cubicBezTo>
                    <a:cubicBezTo>
                      <a:pt x="0" y="99779"/>
                      <a:pt x="99779" y="0"/>
                      <a:pt x="225308" y="0"/>
                    </a:cubicBezTo>
                    <a:cubicBezTo>
                      <a:pt x="350837" y="0"/>
                      <a:pt x="450617" y="99779"/>
                      <a:pt x="450617" y="225308"/>
                    </a:cubicBezTo>
                  </a:path>
                </a:pathLst>
              </a:custGeom>
              <a:solidFill>
                <a:schemeClr val="accent1"/>
              </a:solidFill>
              <a:ln w="3214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411" name="Freihandform: Form 410">
                <a:extLst>
                  <a:ext uri="{FF2B5EF4-FFF2-40B4-BE49-F238E27FC236}">
                    <a16:creationId xmlns:a16="http://schemas.microsoft.com/office/drawing/2014/main" id="{69D68248-A544-C3BD-043C-E362FC012547}"/>
                  </a:ext>
                </a:extLst>
              </p:cNvPr>
              <p:cNvSpPr/>
              <p:nvPr/>
            </p:nvSpPr>
            <p:spPr>
              <a:xfrm>
                <a:off x="1634349" y="2226877"/>
                <a:ext cx="504034" cy="507249"/>
              </a:xfrm>
              <a:custGeom>
                <a:avLst/>
                <a:gdLst>
                  <a:gd name="connsiteX0" fmla="*/ 450617 w 450616"/>
                  <a:gd name="connsiteY0" fmla="*/ 225308 h 450616"/>
                  <a:gd name="connsiteX1" fmla="*/ 225308 w 450616"/>
                  <a:gd name="connsiteY1" fmla="*/ 450617 h 450616"/>
                  <a:gd name="connsiteX2" fmla="*/ 0 w 450616"/>
                  <a:gd name="connsiteY2" fmla="*/ 225308 h 450616"/>
                  <a:gd name="connsiteX3" fmla="*/ 225308 w 450616"/>
                  <a:gd name="connsiteY3" fmla="*/ 0 h 450616"/>
                  <a:gd name="connsiteX4" fmla="*/ 450617 w 450616"/>
                  <a:gd name="connsiteY4" fmla="*/ 225308 h 450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616" h="450616">
                    <a:moveTo>
                      <a:pt x="450617" y="225308"/>
                    </a:moveTo>
                    <a:cubicBezTo>
                      <a:pt x="450617" y="350837"/>
                      <a:pt x="350837" y="450617"/>
                      <a:pt x="225308" y="450617"/>
                    </a:cubicBezTo>
                    <a:cubicBezTo>
                      <a:pt x="99779" y="450617"/>
                      <a:pt x="0" y="350837"/>
                      <a:pt x="0" y="225308"/>
                    </a:cubicBezTo>
                    <a:cubicBezTo>
                      <a:pt x="0" y="99779"/>
                      <a:pt x="99779" y="0"/>
                      <a:pt x="225308" y="0"/>
                    </a:cubicBezTo>
                    <a:cubicBezTo>
                      <a:pt x="350837" y="0"/>
                      <a:pt x="450617" y="99779"/>
                      <a:pt x="450617" y="225308"/>
                    </a:cubicBezTo>
                  </a:path>
                </a:pathLst>
              </a:custGeom>
              <a:solidFill>
                <a:schemeClr val="accent1"/>
              </a:solidFill>
              <a:ln w="3214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412" name="Freihandform: Form 411">
                <a:extLst>
                  <a:ext uri="{FF2B5EF4-FFF2-40B4-BE49-F238E27FC236}">
                    <a16:creationId xmlns:a16="http://schemas.microsoft.com/office/drawing/2014/main" id="{376C76FB-AB91-E44E-53DC-24B589518594}"/>
                  </a:ext>
                </a:extLst>
              </p:cNvPr>
              <p:cNvSpPr/>
              <p:nvPr/>
            </p:nvSpPr>
            <p:spPr>
              <a:xfrm>
                <a:off x="1475938" y="3161664"/>
                <a:ext cx="2836995" cy="956529"/>
              </a:xfrm>
              <a:custGeom>
                <a:avLst/>
                <a:gdLst>
                  <a:gd name="connsiteX0" fmla="*/ 0 w 2536329"/>
                  <a:gd name="connsiteY0" fmla="*/ 849735 h 849734"/>
                  <a:gd name="connsiteX1" fmla="*/ 1268165 w 2536329"/>
                  <a:gd name="connsiteY1" fmla="*/ 0 h 849734"/>
                  <a:gd name="connsiteX2" fmla="*/ 2536329 w 2536329"/>
                  <a:gd name="connsiteY2" fmla="*/ 849735 h 849734"/>
                  <a:gd name="connsiteX3" fmla="*/ 0 w 2536329"/>
                  <a:gd name="connsiteY3" fmla="*/ 849735 h 849734"/>
                </a:gdLst>
                <a:ahLst/>
                <a:cxnLst>
                  <a:cxn ang="0">
                    <a:pos x="connsiteX0" y="connsiteY0"/>
                  </a:cxn>
                  <a:cxn ang="0">
                    <a:pos x="connsiteX1" y="connsiteY1"/>
                  </a:cxn>
                  <a:cxn ang="0">
                    <a:pos x="connsiteX2" y="connsiteY2"/>
                  </a:cxn>
                  <a:cxn ang="0">
                    <a:pos x="connsiteX3" y="connsiteY3"/>
                  </a:cxn>
                </a:cxnLst>
                <a:rect l="l" t="t" r="r" b="b"/>
                <a:pathLst>
                  <a:path w="2536329" h="849734">
                    <a:moveTo>
                      <a:pt x="0" y="849735"/>
                    </a:moveTo>
                    <a:cubicBezTo>
                      <a:pt x="0" y="379806"/>
                      <a:pt x="566490" y="0"/>
                      <a:pt x="1268165" y="0"/>
                    </a:cubicBezTo>
                    <a:cubicBezTo>
                      <a:pt x="1966621" y="0"/>
                      <a:pt x="2536329" y="379806"/>
                      <a:pt x="2536329" y="849735"/>
                    </a:cubicBezTo>
                    <a:lnTo>
                      <a:pt x="0" y="849735"/>
                    </a:lnTo>
                    <a:close/>
                  </a:path>
                </a:pathLst>
              </a:custGeom>
              <a:ln w="57150">
                <a:solidFill>
                  <a:schemeClr val="accent1"/>
                </a:solidFill>
              </a:ln>
            </p:spPr>
            <p:style>
              <a:lnRef idx="2">
                <a:schemeClr val="accent5"/>
              </a:lnRef>
              <a:fillRef idx="1">
                <a:schemeClr val="lt1"/>
              </a:fillRef>
              <a:effectRef idx="0">
                <a:schemeClr val="accent5"/>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413" name="Freihandform: Form 412">
                <a:extLst>
                  <a:ext uri="{FF2B5EF4-FFF2-40B4-BE49-F238E27FC236}">
                    <a16:creationId xmlns:a16="http://schemas.microsoft.com/office/drawing/2014/main" id="{8842A7D5-1473-5E3A-F510-BA08F33802BB}"/>
                  </a:ext>
                </a:extLst>
              </p:cNvPr>
              <p:cNvSpPr/>
              <p:nvPr/>
            </p:nvSpPr>
            <p:spPr>
              <a:xfrm>
                <a:off x="1454337" y="2807943"/>
                <a:ext cx="864060" cy="831987"/>
              </a:xfrm>
              <a:custGeom>
                <a:avLst/>
                <a:gdLst>
                  <a:gd name="connsiteX0" fmla="*/ 308994 w 772486"/>
                  <a:gd name="connsiteY0" fmla="*/ 433322 h 739098"/>
                  <a:gd name="connsiteX1" fmla="*/ 772486 w 772486"/>
                  <a:gd name="connsiteY1" fmla="*/ 227326 h 739098"/>
                  <a:gd name="connsiteX2" fmla="*/ 772486 w 772486"/>
                  <a:gd name="connsiteY2" fmla="*/ 191920 h 739098"/>
                  <a:gd name="connsiteX3" fmla="*/ 733862 w 772486"/>
                  <a:gd name="connsiteY3" fmla="*/ 98578 h 739098"/>
                  <a:gd name="connsiteX4" fmla="*/ 672707 w 772486"/>
                  <a:gd name="connsiteY4" fmla="*/ 63173 h 739098"/>
                  <a:gd name="connsiteX5" fmla="*/ 106217 w 772486"/>
                  <a:gd name="connsiteY5" fmla="*/ 59954 h 739098"/>
                  <a:gd name="connsiteX6" fmla="*/ 35406 w 772486"/>
                  <a:gd name="connsiteY6" fmla="*/ 98578 h 739098"/>
                  <a:gd name="connsiteX7" fmla="*/ 0 w 772486"/>
                  <a:gd name="connsiteY7" fmla="*/ 191920 h 739098"/>
                  <a:gd name="connsiteX8" fmla="*/ 0 w 772486"/>
                  <a:gd name="connsiteY8" fmla="*/ 739098 h 739098"/>
                  <a:gd name="connsiteX9" fmla="*/ 308994 w 772486"/>
                  <a:gd name="connsiteY9" fmla="*/ 433322 h 739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72486" h="739098">
                    <a:moveTo>
                      <a:pt x="308994" y="433322"/>
                    </a:moveTo>
                    <a:cubicBezTo>
                      <a:pt x="444179" y="343199"/>
                      <a:pt x="601895" y="272388"/>
                      <a:pt x="772486" y="227326"/>
                    </a:cubicBezTo>
                    <a:lnTo>
                      <a:pt x="772486" y="191920"/>
                    </a:lnTo>
                    <a:cubicBezTo>
                      <a:pt x="772486" y="156515"/>
                      <a:pt x="756393" y="121109"/>
                      <a:pt x="733862" y="98578"/>
                    </a:cubicBezTo>
                    <a:cubicBezTo>
                      <a:pt x="724206" y="88922"/>
                      <a:pt x="701675" y="76048"/>
                      <a:pt x="672707" y="63173"/>
                    </a:cubicBezTo>
                    <a:cubicBezTo>
                      <a:pt x="495679" y="-20513"/>
                      <a:pt x="286464" y="-20513"/>
                      <a:pt x="106217" y="59954"/>
                    </a:cubicBezTo>
                    <a:cubicBezTo>
                      <a:pt x="74030" y="72829"/>
                      <a:pt x="48280" y="88922"/>
                      <a:pt x="35406" y="98578"/>
                    </a:cubicBezTo>
                    <a:cubicBezTo>
                      <a:pt x="16093" y="121109"/>
                      <a:pt x="0" y="156515"/>
                      <a:pt x="0" y="191920"/>
                    </a:cubicBezTo>
                    <a:lnTo>
                      <a:pt x="0" y="739098"/>
                    </a:lnTo>
                    <a:cubicBezTo>
                      <a:pt x="74030" y="626444"/>
                      <a:pt x="177028" y="520227"/>
                      <a:pt x="308994" y="433322"/>
                    </a:cubicBezTo>
                  </a:path>
                </a:pathLst>
              </a:custGeom>
              <a:solidFill>
                <a:schemeClr val="accent1"/>
              </a:solidFill>
              <a:ln w="3214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414" name="Freihandform: Form 413">
                <a:extLst>
                  <a:ext uri="{FF2B5EF4-FFF2-40B4-BE49-F238E27FC236}">
                    <a16:creationId xmlns:a16="http://schemas.microsoft.com/office/drawing/2014/main" id="{C591400A-C1FF-9538-BF9C-5F78641BC304}"/>
                  </a:ext>
                </a:extLst>
              </p:cNvPr>
              <p:cNvSpPr/>
              <p:nvPr/>
            </p:nvSpPr>
            <p:spPr>
              <a:xfrm>
                <a:off x="2458806" y="2663014"/>
                <a:ext cx="867659" cy="364592"/>
              </a:xfrm>
              <a:custGeom>
                <a:avLst/>
                <a:gdLst>
                  <a:gd name="connsiteX0" fmla="*/ 775705 w 775704"/>
                  <a:gd name="connsiteY0" fmla="*/ 323887 h 323886"/>
                  <a:gd name="connsiteX1" fmla="*/ 775705 w 775704"/>
                  <a:gd name="connsiteY1" fmla="*/ 191920 h 323886"/>
                  <a:gd name="connsiteX2" fmla="*/ 737080 w 775704"/>
                  <a:gd name="connsiteY2" fmla="*/ 98578 h 323886"/>
                  <a:gd name="connsiteX3" fmla="*/ 675925 w 775704"/>
                  <a:gd name="connsiteY3" fmla="*/ 63173 h 323886"/>
                  <a:gd name="connsiteX4" fmla="*/ 109435 w 775704"/>
                  <a:gd name="connsiteY4" fmla="*/ 59954 h 323886"/>
                  <a:gd name="connsiteX5" fmla="*/ 38624 w 775704"/>
                  <a:gd name="connsiteY5" fmla="*/ 98578 h 323886"/>
                  <a:gd name="connsiteX6" fmla="*/ 0 w 775704"/>
                  <a:gd name="connsiteY6" fmla="*/ 191920 h 323886"/>
                  <a:gd name="connsiteX7" fmla="*/ 0 w 775704"/>
                  <a:gd name="connsiteY7" fmla="*/ 323887 h 323886"/>
                  <a:gd name="connsiteX8" fmla="*/ 386243 w 775704"/>
                  <a:gd name="connsiteY8" fmla="*/ 285262 h 323886"/>
                  <a:gd name="connsiteX9" fmla="*/ 775705 w 775704"/>
                  <a:gd name="connsiteY9" fmla="*/ 323887 h 323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75704" h="323886">
                    <a:moveTo>
                      <a:pt x="775705" y="323887"/>
                    </a:moveTo>
                    <a:lnTo>
                      <a:pt x="775705" y="191920"/>
                    </a:lnTo>
                    <a:cubicBezTo>
                      <a:pt x="775705" y="156515"/>
                      <a:pt x="759611" y="121109"/>
                      <a:pt x="737080" y="98578"/>
                    </a:cubicBezTo>
                    <a:cubicBezTo>
                      <a:pt x="727424" y="88922"/>
                      <a:pt x="704893" y="76048"/>
                      <a:pt x="675925" y="63173"/>
                    </a:cubicBezTo>
                    <a:cubicBezTo>
                      <a:pt x="498897" y="-20513"/>
                      <a:pt x="289682" y="-20513"/>
                      <a:pt x="109435" y="59954"/>
                    </a:cubicBezTo>
                    <a:cubicBezTo>
                      <a:pt x="77249" y="72829"/>
                      <a:pt x="51499" y="88922"/>
                      <a:pt x="38624" y="98578"/>
                    </a:cubicBezTo>
                    <a:cubicBezTo>
                      <a:pt x="12875" y="121109"/>
                      <a:pt x="0" y="156515"/>
                      <a:pt x="0" y="191920"/>
                    </a:cubicBezTo>
                    <a:lnTo>
                      <a:pt x="0" y="323887"/>
                    </a:lnTo>
                    <a:cubicBezTo>
                      <a:pt x="125529" y="298137"/>
                      <a:pt x="254277" y="285262"/>
                      <a:pt x="386243" y="285262"/>
                    </a:cubicBezTo>
                    <a:cubicBezTo>
                      <a:pt x="518209" y="285262"/>
                      <a:pt x="650176" y="301356"/>
                      <a:pt x="775705" y="323887"/>
                    </a:cubicBezTo>
                  </a:path>
                </a:pathLst>
              </a:custGeom>
              <a:solidFill>
                <a:schemeClr val="accent1"/>
              </a:solidFill>
              <a:ln w="3214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415" name="Freihandform: Form 414">
                <a:extLst>
                  <a:ext uri="{FF2B5EF4-FFF2-40B4-BE49-F238E27FC236}">
                    <a16:creationId xmlns:a16="http://schemas.microsoft.com/office/drawing/2014/main" id="{4388EFED-517A-4D23-5DB1-1ABE29BC8DF5}"/>
                  </a:ext>
                </a:extLst>
              </p:cNvPr>
              <p:cNvSpPr/>
              <p:nvPr/>
            </p:nvSpPr>
            <p:spPr>
              <a:xfrm>
                <a:off x="3466876" y="2807943"/>
                <a:ext cx="867659" cy="831987"/>
              </a:xfrm>
              <a:custGeom>
                <a:avLst/>
                <a:gdLst>
                  <a:gd name="connsiteX0" fmla="*/ 775705 w 775704"/>
                  <a:gd name="connsiteY0" fmla="*/ 739098 h 739098"/>
                  <a:gd name="connsiteX1" fmla="*/ 775705 w 775704"/>
                  <a:gd name="connsiteY1" fmla="*/ 191920 h 739098"/>
                  <a:gd name="connsiteX2" fmla="*/ 737080 w 775704"/>
                  <a:gd name="connsiteY2" fmla="*/ 98578 h 739098"/>
                  <a:gd name="connsiteX3" fmla="*/ 675925 w 775704"/>
                  <a:gd name="connsiteY3" fmla="*/ 63173 h 739098"/>
                  <a:gd name="connsiteX4" fmla="*/ 109436 w 775704"/>
                  <a:gd name="connsiteY4" fmla="*/ 59954 h 739098"/>
                  <a:gd name="connsiteX5" fmla="*/ 38624 w 775704"/>
                  <a:gd name="connsiteY5" fmla="*/ 98578 h 739098"/>
                  <a:gd name="connsiteX6" fmla="*/ 0 w 775704"/>
                  <a:gd name="connsiteY6" fmla="*/ 191920 h 739098"/>
                  <a:gd name="connsiteX7" fmla="*/ 0 w 775704"/>
                  <a:gd name="connsiteY7" fmla="*/ 227326 h 739098"/>
                  <a:gd name="connsiteX8" fmla="*/ 463492 w 775704"/>
                  <a:gd name="connsiteY8" fmla="*/ 433322 h 739098"/>
                  <a:gd name="connsiteX9" fmla="*/ 775705 w 775704"/>
                  <a:gd name="connsiteY9" fmla="*/ 739098 h 739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75704" h="739098">
                    <a:moveTo>
                      <a:pt x="775705" y="739098"/>
                    </a:moveTo>
                    <a:lnTo>
                      <a:pt x="775705" y="191920"/>
                    </a:lnTo>
                    <a:cubicBezTo>
                      <a:pt x="775705" y="156515"/>
                      <a:pt x="759611" y="121109"/>
                      <a:pt x="737080" y="98578"/>
                    </a:cubicBezTo>
                    <a:cubicBezTo>
                      <a:pt x="727424" y="88922"/>
                      <a:pt x="704894" y="76048"/>
                      <a:pt x="675925" y="63173"/>
                    </a:cubicBezTo>
                    <a:cubicBezTo>
                      <a:pt x="498897" y="-20513"/>
                      <a:pt x="289682" y="-20513"/>
                      <a:pt x="109436" y="59954"/>
                    </a:cubicBezTo>
                    <a:cubicBezTo>
                      <a:pt x="77249" y="72829"/>
                      <a:pt x="51499" y="88922"/>
                      <a:pt x="38624" y="98578"/>
                    </a:cubicBezTo>
                    <a:cubicBezTo>
                      <a:pt x="12875" y="121109"/>
                      <a:pt x="0" y="156515"/>
                      <a:pt x="0" y="191920"/>
                    </a:cubicBezTo>
                    <a:lnTo>
                      <a:pt x="0" y="227326"/>
                    </a:lnTo>
                    <a:cubicBezTo>
                      <a:pt x="170591" y="272388"/>
                      <a:pt x="328306" y="343199"/>
                      <a:pt x="463492" y="433322"/>
                    </a:cubicBezTo>
                    <a:cubicBezTo>
                      <a:pt x="598677" y="520227"/>
                      <a:pt x="701675" y="626444"/>
                      <a:pt x="775705" y="739098"/>
                    </a:cubicBezTo>
                  </a:path>
                </a:pathLst>
              </a:custGeom>
              <a:solidFill>
                <a:schemeClr val="accent2"/>
              </a:solidFill>
              <a:ln w="3214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grpSp>
          <p:nvGrpSpPr>
            <p:cNvPr id="386" name="Gruppieren 385">
              <a:extLst>
                <a:ext uri="{FF2B5EF4-FFF2-40B4-BE49-F238E27FC236}">
                  <a16:creationId xmlns:a16="http://schemas.microsoft.com/office/drawing/2014/main" id="{07668382-3B63-53AB-CF6B-CAFE421D36A3}"/>
                </a:ext>
              </a:extLst>
            </p:cNvPr>
            <p:cNvGrpSpPr/>
            <p:nvPr/>
          </p:nvGrpSpPr>
          <p:grpSpPr>
            <a:xfrm>
              <a:off x="2933727" y="3292713"/>
              <a:ext cx="590550" cy="762000"/>
              <a:chOff x="2477422" y="4279794"/>
              <a:chExt cx="590550" cy="762000"/>
            </a:xfrm>
          </p:grpSpPr>
          <p:grpSp>
            <p:nvGrpSpPr>
              <p:cNvPr id="399" name="Grafik 14" descr="Prüfliste mit einfarbiger Füllung">
                <a:extLst>
                  <a:ext uri="{FF2B5EF4-FFF2-40B4-BE49-F238E27FC236}">
                    <a16:creationId xmlns:a16="http://schemas.microsoft.com/office/drawing/2014/main" id="{2533D14C-8774-3354-AFA5-45866EB78691}"/>
                  </a:ext>
                </a:extLst>
              </p:cNvPr>
              <p:cNvGrpSpPr/>
              <p:nvPr/>
            </p:nvGrpSpPr>
            <p:grpSpPr>
              <a:xfrm>
                <a:off x="2477422" y="4279794"/>
                <a:ext cx="590550" cy="762000"/>
                <a:chOff x="2477422" y="4279794"/>
                <a:chExt cx="590550" cy="762000"/>
              </a:xfrm>
              <a:solidFill>
                <a:srgbClr val="000000"/>
              </a:solidFill>
            </p:grpSpPr>
            <p:sp>
              <p:nvSpPr>
                <p:cNvPr id="401" name="Freihandform: Form 400">
                  <a:extLst>
                    <a:ext uri="{FF2B5EF4-FFF2-40B4-BE49-F238E27FC236}">
                      <a16:creationId xmlns:a16="http://schemas.microsoft.com/office/drawing/2014/main" id="{99DC2FEA-5C91-8640-46FB-0E0EFD136FAC}"/>
                    </a:ext>
                  </a:extLst>
                </p:cNvPr>
                <p:cNvSpPr/>
                <p:nvPr/>
              </p:nvSpPr>
              <p:spPr>
                <a:xfrm>
                  <a:off x="2477422" y="4279794"/>
                  <a:ext cx="590550" cy="762000"/>
                </a:xfrm>
                <a:custGeom>
                  <a:avLst/>
                  <a:gdLst>
                    <a:gd name="connsiteX0" fmla="*/ 57150 w 590550"/>
                    <a:gd name="connsiteY0" fmla="*/ 57150 h 762000"/>
                    <a:gd name="connsiteX1" fmla="*/ 533400 w 590550"/>
                    <a:gd name="connsiteY1" fmla="*/ 57150 h 762000"/>
                    <a:gd name="connsiteX2" fmla="*/ 533400 w 590550"/>
                    <a:gd name="connsiteY2" fmla="*/ 704850 h 762000"/>
                    <a:gd name="connsiteX3" fmla="*/ 57150 w 590550"/>
                    <a:gd name="connsiteY3" fmla="*/ 704850 h 762000"/>
                    <a:gd name="connsiteX4" fmla="*/ 57150 w 590550"/>
                    <a:gd name="connsiteY4" fmla="*/ 57150 h 762000"/>
                    <a:gd name="connsiteX5" fmla="*/ 0 w 590550"/>
                    <a:gd name="connsiteY5" fmla="*/ 762000 h 762000"/>
                    <a:gd name="connsiteX6" fmla="*/ 590550 w 590550"/>
                    <a:gd name="connsiteY6" fmla="*/ 762000 h 762000"/>
                    <a:gd name="connsiteX7" fmla="*/ 590550 w 590550"/>
                    <a:gd name="connsiteY7" fmla="*/ 0 h 762000"/>
                    <a:gd name="connsiteX8" fmla="*/ 0 w 590550"/>
                    <a:gd name="connsiteY8" fmla="*/ 0 h 762000"/>
                    <a:gd name="connsiteX9" fmla="*/ 0 w 590550"/>
                    <a:gd name="connsiteY9" fmla="*/ 762000 h 76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90550" h="762000">
                      <a:moveTo>
                        <a:pt x="57150" y="57150"/>
                      </a:moveTo>
                      <a:lnTo>
                        <a:pt x="533400" y="57150"/>
                      </a:lnTo>
                      <a:lnTo>
                        <a:pt x="533400" y="704850"/>
                      </a:lnTo>
                      <a:lnTo>
                        <a:pt x="57150" y="704850"/>
                      </a:lnTo>
                      <a:lnTo>
                        <a:pt x="57150" y="57150"/>
                      </a:lnTo>
                      <a:close/>
                      <a:moveTo>
                        <a:pt x="0" y="762000"/>
                      </a:moveTo>
                      <a:lnTo>
                        <a:pt x="590550" y="762000"/>
                      </a:lnTo>
                      <a:lnTo>
                        <a:pt x="590550" y="0"/>
                      </a:lnTo>
                      <a:lnTo>
                        <a:pt x="0" y="0"/>
                      </a:lnTo>
                      <a:lnTo>
                        <a:pt x="0" y="762000"/>
                      </a:lnTo>
                      <a:close/>
                    </a:path>
                  </a:pathLst>
                </a:custGeom>
                <a:solidFill>
                  <a:schemeClr val="accent3"/>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402" name="Freihandform: Form 401">
                  <a:extLst>
                    <a:ext uri="{FF2B5EF4-FFF2-40B4-BE49-F238E27FC236}">
                      <a16:creationId xmlns:a16="http://schemas.microsoft.com/office/drawing/2014/main" id="{3116431C-83F5-10C0-6AB0-22FAD12DF597}"/>
                    </a:ext>
                  </a:extLst>
                </p:cNvPr>
                <p:cNvSpPr/>
                <p:nvPr/>
              </p:nvSpPr>
              <p:spPr>
                <a:xfrm>
                  <a:off x="2791747" y="4422669"/>
                  <a:ext cx="161925" cy="38100"/>
                </a:xfrm>
                <a:custGeom>
                  <a:avLst/>
                  <a:gdLst>
                    <a:gd name="connsiteX0" fmla="*/ 0 w 161925"/>
                    <a:gd name="connsiteY0" fmla="*/ 0 h 38100"/>
                    <a:gd name="connsiteX1" fmla="*/ 161925 w 161925"/>
                    <a:gd name="connsiteY1" fmla="*/ 0 h 38100"/>
                    <a:gd name="connsiteX2" fmla="*/ 161925 w 161925"/>
                    <a:gd name="connsiteY2" fmla="*/ 38100 h 38100"/>
                    <a:gd name="connsiteX3" fmla="*/ 0 w 161925"/>
                    <a:gd name="connsiteY3" fmla="*/ 38100 h 38100"/>
                  </a:gdLst>
                  <a:ahLst/>
                  <a:cxnLst>
                    <a:cxn ang="0">
                      <a:pos x="connsiteX0" y="connsiteY0"/>
                    </a:cxn>
                    <a:cxn ang="0">
                      <a:pos x="connsiteX1" y="connsiteY1"/>
                    </a:cxn>
                    <a:cxn ang="0">
                      <a:pos x="connsiteX2" y="connsiteY2"/>
                    </a:cxn>
                    <a:cxn ang="0">
                      <a:pos x="connsiteX3" y="connsiteY3"/>
                    </a:cxn>
                  </a:cxnLst>
                  <a:rect l="l" t="t" r="r" b="b"/>
                  <a:pathLst>
                    <a:path w="161925" h="38100">
                      <a:moveTo>
                        <a:pt x="0" y="0"/>
                      </a:moveTo>
                      <a:lnTo>
                        <a:pt x="161925" y="0"/>
                      </a:lnTo>
                      <a:lnTo>
                        <a:pt x="161925" y="38100"/>
                      </a:lnTo>
                      <a:lnTo>
                        <a:pt x="0" y="38100"/>
                      </a:lnTo>
                      <a:close/>
                    </a:path>
                  </a:pathLst>
                </a:custGeom>
                <a:solidFill>
                  <a:schemeClr val="accent3"/>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403" name="Freihandform: Form 402">
                  <a:extLst>
                    <a:ext uri="{FF2B5EF4-FFF2-40B4-BE49-F238E27FC236}">
                      <a16:creationId xmlns:a16="http://schemas.microsoft.com/office/drawing/2014/main" id="{107B1907-AFFD-BAA9-BDED-EB8A594E8BC8}"/>
                    </a:ext>
                  </a:extLst>
                </p:cNvPr>
                <p:cNvSpPr/>
                <p:nvPr/>
              </p:nvSpPr>
              <p:spPr>
                <a:xfrm>
                  <a:off x="2791747" y="4575069"/>
                  <a:ext cx="161925" cy="38100"/>
                </a:xfrm>
                <a:custGeom>
                  <a:avLst/>
                  <a:gdLst>
                    <a:gd name="connsiteX0" fmla="*/ 0 w 161925"/>
                    <a:gd name="connsiteY0" fmla="*/ 0 h 38100"/>
                    <a:gd name="connsiteX1" fmla="*/ 161925 w 161925"/>
                    <a:gd name="connsiteY1" fmla="*/ 0 h 38100"/>
                    <a:gd name="connsiteX2" fmla="*/ 161925 w 161925"/>
                    <a:gd name="connsiteY2" fmla="*/ 38100 h 38100"/>
                    <a:gd name="connsiteX3" fmla="*/ 0 w 161925"/>
                    <a:gd name="connsiteY3" fmla="*/ 38100 h 38100"/>
                  </a:gdLst>
                  <a:ahLst/>
                  <a:cxnLst>
                    <a:cxn ang="0">
                      <a:pos x="connsiteX0" y="connsiteY0"/>
                    </a:cxn>
                    <a:cxn ang="0">
                      <a:pos x="connsiteX1" y="connsiteY1"/>
                    </a:cxn>
                    <a:cxn ang="0">
                      <a:pos x="connsiteX2" y="connsiteY2"/>
                    </a:cxn>
                    <a:cxn ang="0">
                      <a:pos x="connsiteX3" y="connsiteY3"/>
                    </a:cxn>
                  </a:cxnLst>
                  <a:rect l="l" t="t" r="r" b="b"/>
                  <a:pathLst>
                    <a:path w="161925" h="38100">
                      <a:moveTo>
                        <a:pt x="0" y="0"/>
                      </a:moveTo>
                      <a:lnTo>
                        <a:pt x="161925" y="0"/>
                      </a:lnTo>
                      <a:lnTo>
                        <a:pt x="161925" y="38100"/>
                      </a:lnTo>
                      <a:lnTo>
                        <a:pt x="0" y="38100"/>
                      </a:lnTo>
                      <a:close/>
                    </a:path>
                  </a:pathLst>
                </a:custGeom>
                <a:solidFill>
                  <a:schemeClr val="accent3"/>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404" name="Freihandform: Form 403">
                  <a:extLst>
                    <a:ext uri="{FF2B5EF4-FFF2-40B4-BE49-F238E27FC236}">
                      <a16:creationId xmlns:a16="http://schemas.microsoft.com/office/drawing/2014/main" id="{EEB30C83-EA68-4C2F-F8E9-C6B8C6849EB1}"/>
                    </a:ext>
                  </a:extLst>
                </p:cNvPr>
                <p:cNvSpPr/>
                <p:nvPr/>
              </p:nvSpPr>
              <p:spPr>
                <a:xfrm>
                  <a:off x="2791747" y="4879869"/>
                  <a:ext cx="161925" cy="38100"/>
                </a:xfrm>
                <a:custGeom>
                  <a:avLst/>
                  <a:gdLst>
                    <a:gd name="connsiteX0" fmla="*/ 0 w 161925"/>
                    <a:gd name="connsiteY0" fmla="*/ 0 h 38100"/>
                    <a:gd name="connsiteX1" fmla="*/ 161925 w 161925"/>
                    <a:gd name="connsiteY1" fmla="*/ 0 h 38100"/>
                    <a:gd name="connsiteX2" fmla="*/ 161925 w 161925"/>
                    <a:gd name="connsiteY2" fmla="*/ 38100 h 38100"/>
                    <a:gd name="connsiteX3" fmla="*/ 0 w 161925"/>
                    <a:gd name="connsiteY3" fmla="*/ 38100 h 38100"/>
                  </a:gdLst>
                  <a:ahLst/>
                  <a:cxnLst>
                    <a:cxn ang="0">
                      <a:pos x="connsiteX0" y="connsiteY0"/>
                    </a:cxn>
                    <a:cxn ang="0">
                      <a:pos x="connsiteX1" y="connsiteY1"/>
                    </a:cxn>
                    <a:cxn ang="0">
                      <a:pos x="connsiteX2" y="connsiteY2"/>
                    </a:cxn>
                    <a:cxn ang="0">
                      <a:pos x="connsiteX3" y="connsiteY3"/>
                    </a:cxn>
                  </a:cxnLst>
                  <a:rect l="l" t="t" r="r" b="b"/>
                  <a:pathLst>
                    <a:path w="161925" h="38100">
                      <a:moveTo>
                        <a:pt x="0" y="0"/>
                      </a:moveTo>
                      <a:lnTo>
                        <a:pt x="161925" y="0"/>
                      </a:lnTo>
                      <a:lnTo>
                        <a:pt x="161925" y="38100"/>
                      </a:lnTo>
                      <a:lnTo>
                        <a:pt x="0" y="38100"/>
                      </a:lnTo>
                      <a:close/>
                    </a:path>
                  </a:pathLst>
                </a:custGeom>
                <a:solidFill>
                  <a:schemeClr val="accent3"/>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405" name="Freihandform: Form 404">
                  <a:extLst>
                    <a:ext uri="{FF2B5EF4-FFF2-40B4-BE49-F238E27FC236}">
                      <a16:creationId xmlns:a16="http://schemas.microsoft.com/office/drawing/2014/main" id="{D3DCAE82-1052-F9E5-F96A-A627069B3078}"/>
                    </a:ext>
                  </a:extLst>
                </p:cNvPr>
                <p:cNvSpPr/>
                <p:nvPr/>
              </p:nvSpPr>
              <p:spPr>
                <a:xfrm>
                  <a:off x="2791747" y="4727469"/>
                  <a:ext cx="161925" cy="38100"/>
                </a:xfrm>
                <a:custGeom>
                  <a:avLst/>
                  <a:gdLst>
                    <a:gd name="connsiteX0" fmla="*/ 0 w 161925"/>
                    <a:gd name="connsiteY0" fmla="*/ 0 h 38100"/>
                    <a:gd name="connsiteX1" fmla="*/ 161925 w 161925"/>
                    <a:gd name="connsiteY1" fmla="*/ 0 h 38100"/>
                    <a:gd name="connsiteX2" fmla="*/ 161925 w 161925"/>
                    <a:gd name="connsiteY2" fmla="*/ 38100 h 38100"/>
                    <a:gd name="connsiteX3" fmla="*/ 0 w 161925"/>
                    <a:gd name="connsiteY3" fmla="*/ 38100 h 38100"/>
                  </a:gdLst>
                  <a:ahLst/>
                  <a:cxnLst>
                    <a:cxn ang="0">
                      <a:pos x="connsiteX0" y="connsiteY0"/>
                    </a:cxn>
                    <a:cxn ang="0">
                      <a:pos x="connsiteX1" y="connsiteY1"/>
                    </a:cxn>
                    <a:cxn ang="0">
                      <a:pos x="connsiteX2" y="connsiteY2"/>
                    </a:cxn>
                    <a:cxn ang="0">
                      <a:pos x="connsiteX3" y="connsiteY3"/>
                    </a:cxn>
                  </a:cxnLst>
                  <a:rect l="l" t="t" r="r" b="b"/>
                  <a:pathLst>
                    <a:path w="161925" h="38100">
                      <a:moveTo>
                        <a:pt x="0" y="0"/>
                      </a:moveTo>
                      <a:lnTo>
                        <a:pt x="161925" y="0"/>
                      </a:lnTo>
                      <a:lnTo>
                        <a:pt x="161925" y="38100"/>
                      </a:lnTo>
                      <a:lnTo>
                        <a:pt x="0" y="38100"/>
                      </a:lnTo>
                      <a:close/>
                    </a:path>
                  </a:pathLst>
                </a:custGeom>
                <a:solidFill>
                  <a:schemeClr val="accent3"/>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406" name="Freihandform: Form 405">
                  <a:extLst>
                    <a:ext uri="{FF2B5EF4-FFF2-40B4-BE49-F238E27FC236}">
                      <a16:creationId xmlns:a16="http://schemas.microsoft.com/office/drawing/2014/main" id="{4EE8E2B0-6C2B-66C6-D490-C3620C34D7A0}"/>
                    </a:ext>
                  </a:extLst>
                </p:cNvPr>
                <p:cNvSpPr/>
                <p:nvPr/>
              </p:nvSpPr>
              <p:spPr>
                <a:xfrm>
                  <a:off x="2591722" y="4375044"/>
                  <a:ext cx="140969" cy="116205"/>
                </a:xfrm>
                <a:custGeom>
                  <a:avLst/>
                  <a:gdLst>
                    <a:gd name="connsiteX0" fmla="*/ 140970 w 140969"/>
                    <a:gd name="connsiteY0" fmla="*/ 26670 h 116205"/>
                    <a:gd name="connsiteX1" fmla="*/ 114300 w 140969"/>
                    <a:gd name="connsiteY1" fmla="*/ 0 h 116205"/>
                    <a:gd name="connsiteX2" fmla="*/ 51435 w 140969"/>
                    <a:gd name="connsiteY2" fmla="*/ 62865 h 116205"/>
                    <a:gd name="connsiteX3" fmla="*/ 26670 w 140969"/>
                    <a:gd name="connsiteY3" fmla="*/ 38100 h 116205"/>
                    <a:gd name="connsiteX4" fmla="*/ 0 w 140969"/>
                    <a:gd name="connsiteY4" fmla="*/ 64770 h 116205"/>
                    <a:gd name="connsiteX5" fmla="*/ 51435 w 140969"/>
                    <a:gd name="connsiteY5" fmla="*/ 116205 h 116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0969" h="116205">
                      <a:moveTo>
                        <a:pt x="140970" y="26670"/>
                      </a:moveTo>
                      <a:lnTo>
                        <a:pt x="114300" y="0"/>
                      </a:lnTo>
                      <a:lnTo>
                        <a:pt x="51435" y="62865"/>
                      </a:lnTo>
                      <a:lnTo>
                        <a:pt x="26670" y="38100"/>
                      </a:lnTo>
                      <a:lnTo>
                        <a:pt x="0" y="64770"/>
                      </a:lnTo>
                      <a:lnTo>
                        <a:pt x="51435" y="116205"/>
                      </a:ln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407" name="Freihandform: Form 406">
                  <a:extLst>
                    <a:ext uri="{FF2B5EF4-FFF2-40B4-BE49-F238E27FC236}">
                      <a16:creationId xmlns:a16="http://schemas.microsoft.com/office/drawing/2014/main" id="{88C621C0-9541-1810-D549-74B669BC51E3}"/>
                    </a:ext>
                  </a:extLst>
                </p:cNvPr>
                <p:cNvSpPr/>
                <p:nvPr/>
              </p:nvSpPr>
              <p:spPr>
                <a:xfrm>
                  <a:off x="2591722" y="4527444"/>
                  <a:ext cx="140969" cy="116205"/>
                </a:xfrm>
                <a:custGeom>
                  <a:avLst/>
                  <a:gdLst>
                    <a:gd name="connsiteX0" fmla="*/ 140970 w 140969"/>
                    <a:gd name="connsiteY0" fmla="*/ 26670 h 116205"/>
                    <a:gd name="connsiteX1" fmla="*/ 114300 w 140969"/>
                    <a:gd name="connsiteY1" fmla="*/ 0 h 116205"/>
                    <a:gd name="connsiteX2" fmla="*/ 51435 w 140969"/>
                    <a:gd name="connsiteY2" fmla="*/ 62865 h 116205"/>
                    <a:gd name="connsiteX3" fmla="*/ 26670 w 140969"/>
                    <a:gd name="connsiteY3" fmla="*/ 38100 h 116205"/>
                    <a:gd name="connsiteX4" fmla="*/ 0 w 140969"/>
                    <a:gd name="connsiteY4" fmla="*/ 64770 h 116205"/>
                    <a:gd name="connsiteX5" fmla="*/ 51435 w 140969"/>
                    <a:gd name="connsiteY5" fmla="*/ 116205 h 116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0969" h="116205">
                      <a:moveTo>
                        <a:pt x="140970" y="26670"/>
                      </a:moveTo>
                      <a:lnTo>
                        <a:pt x="114300" y="0"/>
                      </a:lnTo>
                      <a:lnTo>
                        <a:pt x="51435" y="62865"/>
                      </a:lnTo>
                      <a:lnTo>
                        <a:pt x="26670" y="38100"/>
                      </a:lnTo>
                      <a:lnTo>
                        <a:pt x="0" y="64770"/>
                      </a:lnTo>
                      <a:lnTo>
                        <a:pt x="51435" y="116205"/>
                      </a:ln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408" name="Freihandform: Form 407">
                  <a:extLst>
                    <a:ext uri="{FF2B5EF4-FFF2-40B4-BE49-F238E27FC236}">
                      <a16:creationId xmlns:a16="http://schemas.microsoft.com/office/drawing/2014/main" id="{621966F7-C573-E13B-2140-F8B2DE3191A6}"/>
                    </a:ext>
                  </a:extLst>
                </p:cNvPr>
                <p:cNvSpPr/>
                <p:nvPr/>
              </p:nvSpPr>
              <p:spPr>
                <a:xfrm>
                  <a:off x="2591722" y="4830339"/>
                  <a:ext cx="140969" cy="116204"/>
                </a:xfrm>
                <a:custGeom>
                  <a:avLst/>
                  <a:gdLst>
                    <a:gd name="connsiteX0" fmla="*/ 140970 w 140969"/>
                    <a:gd name="connsiteY0" fmla="*/ 26670 h 116204"/>
                    <a:gd name="connsiteX1" fmla="*/ 114300 w 140969"/>
                    <a:gd name="connsiteY1" fmla="*/ 0 h 116204"/>
                    <a:gd name="connsiteX2" fmla="*/ 51435 w 140969"/>
                    <a:gd name="connsiteY2" fmla="*/ 62865 h 116204"/>
                    <a:gd name="connsiteX3" fmla="*/ 26670 w 140969"/>
                    <a:gd name="connsiteY3" fmla="*/ 38100 h 116204"/>
                    <a:gd name="connsiteX4" fmla="*/ 0 w 140969"/>
                    <a:gd name="connsiteY4" fmla="*/ 64770 h 116204"/>
                    <a:gd name="connsiteX5" fmla="*/ 51435 w 140969"/>
                    <a:gd name="connsiteY5" fmla="*/ 116205 h 116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0969" h="116204">
                      <a:moveTo>
                        <a:pt x="140970" y="26670"/>
                      </a:moveTo>
                      <a:lnTo>
                        <a:pt x="114300" y="0"/>
                      </a:lnTo>
                      <a:lnTo>
                        <a:pt x="51435" y="62865"/>
                      </a:lnTo>
                      <a:lnTo>
                        <a:pt x="26670" y="38100"/>
                      </a:lnTo>
                      <a:lnTo>
                        <a:pt x="0" y="64770"/>
                      </a:lnTo>
                      <a:lnTo>
                        <a:pt x="51435" y="116205"/>
                      </a:ln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sp>
            <p:nvSpPr>
              <p:cNvPr id="400" name="Kreuz 399">
                <a:extLst>
                  <a:ext uri="{FF2B5EF4-FFF2-40B4-BE49-F238E27FC236}">
                    <a16:creationId xmlns:a16="http://schemas.microsoft.com/office/drawing/2014/main" id="{EA3EB594-1256-8918-A13F-BAF6F8BB24E7}"/>
                  </a:ext>
                </a:extLst>
              </p:cNvPr>
              <p:cNvSpPr>
                <a:spLocks noChangeAspect="1"/>
              </p:cNvSpPr>
              <p:nvPr/>
            </p:nvSpPr>
            <p:spPr>
              <a:xfrm rot="2700000">
                <a:off x="2590076" y="4664994"/>
                <a:ext cx="144258" cy="144000"/>
              </a:xfrm>
              <a:prstGeom prst="plus">
                <a:avLst>
                  <a:gd name="adj" fmla="val 37231"/>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387" name="Gruppieren 386">
              <a:extLst>
                <a:ext uri="{FF2B5EF4-FFF2-40B4-BE49-F238E27FC236}">
                  <a16:creationId xmlns:a16="http://schemas.microsoft.com/office/drawing/2014/main" id="{6B9FCDD6-E372-C9E8-79E5-CBA49F50F69E}"/>
                </a:ext>
              </a:extLst>
            </p:cNvPr>
            <p:cNvGrpSpPr/>
            <p:nvPr/>
          </p:nvGrpSpPr>
          <p:grpSpPr>
            <a:xfrm>
              <a:off x="2211446" y="3298060"/>
              <a:ext cx="590550" cy="762000"/>
              <a:chOff x="2076163" y="4258847"/>
              <a:chExt cx="590550" cy="762000"/>
            </a:xfrm>
          </p:grpSpPr>
          <p:grpSp>
            <p:nvGrpSpPr>
              <p:cNvPr id="388" name="Gruppieren 387">
                <a:extLst>
                  <a:ext uri="{FF2B5EF4-FFF2-40B4-BE49-F238E27FC236}">
                    <a16:creationId xmlns:a16="http://schemas.microsoft.com/office/drawing/2014/main" id="{E8A7F50E-9EFE-3BA2-0FB0-1B49AD54EF74}"/>
                  </a:ext>
                </a:extLst>
              </p:cNvPr>
              <p:cNvGrpSpPr/>
              <p:nvPr/>
            </p:nvGrpSpPr>
            <p:grpSpPr>
              <a:xfrm>
                <a:off x="2076163" y="4258847"/>
                <a:ext cx="590550" cy="762000"/>
                <a:chOff x="2477422" y="4279794"/>
                <a:chExt cx="590550" cy="762000"/>
              </a:xfrm>
            </p:grpSpPr>
            <p:grpSp>
              <p:nvGrpSpPr>
                <p:cNvPr id="390" name="Grafik 14" descr="Prüfliste mit einfarbiger Füllung">
                  <a:extLst>
                    <a:ext uri="{FF2B5EF4-FFF2-40B4-BE49-F238E27FC236}">
                      <a16:creationId xmlns:a16="http://schemas.microsoft.com/office/drawing/2014/main" id="{7635B462-2250-9035-8244-9310F288148B}"/>
                    </a:ext>
                  </a:extLst>
                </p:cNvPr>
                <p:cNvGrpSpPr/>
                <p:nvPr/>
              </p:nvGrpSpPr>
              <p:grpSpPr>
                <a:xfrm>
                  <a:off x="2477422" y="4279794"/>
                  <a:ext cx="590550" cy="762000"/>
                  <a:chOff x="2477422" y="4279794"/>
                  <a:chExt cx="590550" cy="762000"/>
                </a:xfrm>
                <a:solidFill>
                  <a:srgbClr val="000000"/>
                </a:solidFill>
              </p:grpSpPr>
              <p:sp>
                <p:nvSpPr>
                  <p:cNvPr id="392" name="Freihandform: Form 391">
                    <a:extLst>
                      <a:ext uri="{FF2B5EF4-FFF2-40B4-BE49-F238E27FC236}">
                        <a16:creationId xmlns:a16="http://schemas.microsoft.com/office/drawing/2014/main" id="{38430B5D-E214-8137-1131-8BA70405DE88}"/>
                      </a:ext>
                    </a:extLst>
                  </p:cNvPr>
                  <p:cNvSpPr/>
                  <p:nvPr/>
                </p:nvSpPr>
                <p:spPr>
                  <a:xfrm>
                    <a:off x="2477422" y="4279794"/>
                    <a:ext cx="590550" cy="762000"/>
                  </a:xfrm>
                  <a:custGeom>
                    <a:avLst/>
                    <a:gdLst>
                      <a:gd name="connsiteX0" fmla="*/ 57150 w 590550"/>
                      <a:gd name="connsiteY0" fmla="*/ 57150 h 762000"/>
                      <a:gd name="connsiteX1" fmla="*/ 533400 w 590550"/>
                      <a:gd name="connsiteY1" fmla="*/ 57150 h 762000"/>
                      <a:gd name="connsiteX2" fmla="*/ 533400 w 590550"/>
                      <a:gd name="connsiteY2" fmla="*/ 704850 h 762000"/>
                      <a:gd name="connsiteX3" fmla="*/ 57150 w 590550"/>
                      <a:gd name="connsiteY3" fmla="*/ 704850 h 762000"/>
                      <a:gd name="connsiteX4" fmla="*/ 57150 w 590550"/>
                      <a:gd name="connsiteY4" fmla="*/ 57150 h 762000"/>
                      <a:gd name="connsiteX5" fmla="*/ 0 w 590550"/>
                      <a:gd name="connsiteY5" fmla="*/ 762000 h 762000"/>
                      <a:gd name="connsiteX6" fmla="*/ 590550 w 590550"/>
                      <a:gd name="connsiteY6" fmla="*/ 762000 h 762000"/>
                      <a:gd name="connsiteX7" fmla="*/ 590550 w 590550"/>
                      <a:gd name="connsiteY7" fmla="*/ 0 h 762000"/>
                      <a:gd name="connsiteX8" fmla="*/ 0 w 590550"/>
                      <a:gd name="connsiteY8" fmla="*/ 0 h 762000"/>
                      <a:gd name="connsiteX9" fmla="*/ 0 w 590550"/>
                      <a:gd name="connsiteY9" fmla="*/ 762000 h 76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90550" h="762000">
                        <a:moveTo>
                          <a:pt x="57150" y="57150"/>
                        </a:moveTo>
                        <a:lnTo>
                          <a:pt x="533400" y="57150"/>
                        </a:lnTo>
                        <a:lnTo>
                          <a:pt x="533400" y="704850"/>
                        </a:lnTo>
                        <a:lnTo>
                          <a:pt x="57150" y="704850"/>
                        </a:lnTo>
                        <a:lnTo>
                          <a:pt x="57150" y="57150"/>
                        </a:lnTo>
                        <a:close/>
                        <a:moveTo>
                          <a:pt x="0" y="762000"/>
                        </a:moveTo>
                        <a:lnTo>
                          <a:pt x="590550" y="762000"/>
                        </a:lnTo>
                        <a:lnTo>
                          <a:pt x="590550" y="0"/>
                        </a:lnTo>
                        <a:lnTo>
                          <a:pt x="0" y="0"/>
                        </a:lnTo>
                        <a:lnTo>
                          <a:pt x="0" y="762000"/>
                        </a:lnTo>
                        <a:close/>
                      </a:path>
                    </a:pathLst>
                  </a:custGeom>
                  <a:solidFill>
                    <a:schemeClr val="accent3"/>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393" name="Freihandform: Form 392">
                    <a:extLst>
                      <a:ext uri="{FF2B5EF4-FFF2-40B4-BE49-F238E27FC236}">
                        <a16:creationId xmlns:a16="http://schemas.microsoft.com/office/drawing/2014/main" id="{815569EA-DD45-69EC-12ED-68624F52B216}"/>
                      </a:ext>
                    </a:extLst>
                  </p:cNvPr>
                  <p:cNvSpPr/>
                  <p:nvPr/>
                </p:nvSpPr>
                <p:spPr>
                  <a:xfrm>
                    <a:off x="2791747" y="4422669"/>
                    <a:ext cx="161925" cy="38100"/>
                  </a:xfrm>
                  <a:custGeom>
                    <a:avLst/>
                    <a:gdLst>
                      <a:gd name="connsiteX0" fmla="*/ 0 w 161925"/>
                      <a:gd name="connsiteY0" fmla="*/ 0 h 38100"/>
                      <a:gd name="connsiteX1" fmla="*/ 161925 w 161925"/>
                      <a:gd name="connsiteY1" fmla="*/ 0 h 38100"/>
                      <a:gd name="connsiteX2" fmla="*/ 161925 w 161925"/>
                      <a:gd name="connsiteY2" fmla="*/ 38100 h 38100"/>
                      <a:gd name="connsiteX3" fmla="*/ 0 w 161925"/>
                      <a:gd name="connsiteY3" fmla="*/ 38100 h 38100"/>
                    </a:gdLst>
                    <a:ahLst/>
                    <a:cxnLst>
                      <a:cxn ang="0">
                        <a:pos x="connsiteX0" y="connsiteY0"/>
                      </a:cxn>
                      <a:cxn ang="0">
                        <a:pos x="connsiteX1" y="connsiteY1"/>
                      </a:cxn>
                      <a:cxn ang="0">
                        <a:pos x="connsiteX2" y="connsiteY2"/>
                      </a:cxn>
                      <a:cxn ang="0">
                        <a:pos x="connsiteX3" y="connsiteY3"/>
                      </a:cxn>
                    </a:cxnLst>
                    <a:rect l="l" t="t" r="r" b="b"/>
                    <a:pathLst>
                      <a:path w="161925" h="38100">
                        <a:moveTo>
                          <a:pt x="0" y="0"/>
                        </a:moveTo>
                        <a:lnTo>
                          <a:pt x="161925" y="0"/>
                        </a:lnTo>
                        <a:lnTo>
                          <a:pt x="161925" y="38100"/>
                        </a:lnTo>
                        <a:lnTo>
                          <a:pt x="0" y="38100"/>
                        </a:lnTo>
                        <a:close/>
                      </a:path>
                    </a:pathLst>
                  </a:custGeom>
                  <a:solidFill>
                    <a:schemeClr val="accent3"/>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394" name="Freihandform: Form 393">
                    <a:extLst>
                      <a:ext uri="{FF2B5EF4-FFF2-40B4-BE49-F238E27FC236}">
                        <a16:creationId xmlns:a16="http://schemas.microsoft.com/office/drawing/2014/main" id="{3CA1A13F-B9C3-F836-BDA7-388B19CF6BAD}"/>
                      </a:ext>
                    </a:extLst>
                  </p:cNvPr>
                  <p:cNvSpPr/>
                  <p:nvPr/>
                </p:nvSpPr>
                <p:spPr>
                  <a:xfrm>
                    <a:off x="2791747" y="4575069"/>
                    <a:ext cx="161925" cy="38100"/>
                  </a:xfrm>
                  <a:custGeom>
                    <a:avLst/>
                    <a:gdLst>
                      <a:gd name="connsiteX0" fmla="*/ 0 w 161925"/>
                      <a:gd name="connsiteY0" fmla="*/ 0 h 38100"/>
                      <a:gd name="connsiteX1" fmla="*/ 161925 w 161925"/>
                      <a:gd name="connsiteY1" fmla="*/ 0 h 38100"/>
                      <a:gd name="connsiteX2" fmla="*/ 161925 w 161925"/>
                      <a:gd name="connsiteY2" fmla="*/ 38100 h 38100"/>
                      <a:gd name="connsiteX3" fmla="*/ 0 w 161925"/>
                      <a:gd name="connsiteY3" fmla="*/ 38100 h 38100"/>
                    </a:gdLst>
                    <a:ahLst/>
                    <a:cxnLst>
                      <a:cxn ang="0">
                        <a:pos x="connsiteX0" y="connsiteY0"/>
                      </a:cxn>
                      <a:cxn ang="0">
                        <a:pos x="connsiteX1" y="connsiteY1"/>
                      </a:cxn>
                      <a:cxn ang="0">
                        <a:pos x="connsiteX2" y="connsiteY2"/>
                      </a:cxn>
                      <a:cxn ang="0">
                        <a:pos x="connsiteX3" y="connsiteY3"/>
                      </a:cxn>
                    </a:cxnLst>
                    <a:rect l="l" t="t" r="r" b="b"/>
                    <a:pathLst>
                      <a:path w="161925" h="38100">
                        <a:moveTo>
                          <a:pt x="0" y="0"/>
                        </a:moveTo>
                        <a:lnTo>
                          <a:pt x="161925" y="0"/>
                        </a:lnTo>
                        <a:lnTo>
                          <a:pt x="161925" y="38100"/>
                        </a:lnTo>
                        <a:lnTo>
                          <a:pt x="0" y="38100"/>
                        </a:lnTo>
                        <a:close/>
                      </a:path>
                    </a:pathLst>
                  </a:custGeom>
                  <a:solidFill>
                    <a:schemeClr val="accent3"/>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395" name="Freihandform: Form 394">
                    <a:extLst>
                      <a:ext uri="{FF2B5EF4-FFF2-40B4-BE49-F238E27FC236}">
                        <a16:creationId xmlns:a16="http://schemas.microsoft.com/office/drawing/2014/main" id="{D870BB31-90C5-0E4A-BE37-6280DEF72654}"/>
                      </a:ext>
                    </a:extLst>
                  </p:cNvPr>
                  <p:cNvSpPr/>
                  <p:nvPr/>
                </p:nvSpPr>
                <p:spPr>
                  <a:xfrm>
                    <a:off x="2791747" y="4879869"/>
                    <a:ext cx="161925" cy="38100"/>
                  </a:xfrm>
                  <a:custGeom>
                    <a:avLst/>
                    <a:gdLst>
                      <a:gd name="connsiteX0" fmla="*/ 0 w 161925"/>
                      <a:gd name="connsiteY0" fmla="*/ 0 h 38100"/>
                      <a:gd name="connsiteX1" fmla="*/ 161925 w 161925"/>
                      <a:gd name="connsiteY1" fmla="*/ 0 h 38100"/>
                      <a:gd name="connsiteX2" fmla="*/ 161925 w 161925"/>
                      <a:gd name="connsiteY2" fmla="*/ 38100 h 38100"/>
                      <a:gd name="connsiteX3" fmla="*/ 0 w 161925"/>
                      <a:gd name="connsiteY3" fmla="*/ 38100 h 38100"/>
                    </a:gdLst>
                    <a:ahLst/>
                    <a:cxnLst>
                      <a:cxn ang="0">
                        <a:pos x="connsiteX0" y="connsiteY0"/>
                      </a:cxn>
                      <a:cxn ang="0">
                        <a:pos x="connsiteX1" y="connsiteY1"/>
                      </a:cxn>
                      <a:cxn ang="0">
                        <a:pos x="connsiteX2" y="connsiteY2"/>
                      </a:cxn>
                      <a:cxn ang="0">
                        <a:pos x="connsiteX3" y="connsiteY3"/>
                      </a:cxn>
                    </a:cxnLst>
                    <a:rect l="l" t="t" r="r" b="b"/>
                    <a:pathLst>
                      <a:path w="161925" h="38100">
                        <a:moveTo>
                          <a:pt x="0" y="0"/>
                        </a:moveTo>
                        <a:lnTo>
                          <a:pt x="161925" y="0"/>
                        </a:lnTo>
                        <a:lnTo>
                          <a:pt x="161925" y="38100"/>
                        </a:lnTo>
                        <a:lnTo>
                          <a:pt x="0" y="38100"/>
                        </a:lnTo>
                        <a:close/>
                      </a:path>
                    </a:pathLst>
                  </a:custGeom>
                  <a:solidFill>
                    <a:schemeClr val="accent3"/>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396" name="Freihandform: Form 395">
                    <a:extLst>
                      <a:ext uri="{FF2B5EF4-FFF2-40B4-BE49-F238E27FC236}">
                        <a16:creationId xmlns:a16="http://schemas.microsoft.com/office/drawing/2014/main" id="{D86B09E0-AC0B-7E87-99C7-2C27FCB44FE8}"/>
                      </a:ext>
                    </a:extLst>
                  </p:cNvPr>
                  <p:cNvSpPr/>
                  <p:nvPr/>
                </p:nvSpPr>
                <p:spPr>
                  <a:xfrm>
                    <a:off x="2791747" y="4727469"/>
                    <a:ext cx="161925" cy="38100"/>
                  </a:xfrm>
                  <a:custGeom>
                    <a:avLst/>
                    <a:gdLst>
                      <a:gd name="connsiteX0" fmla="*/ 0 w 161925"/>
                      <a:gd name="connsiteY0" fmla="*/ 0 h 38100"/>
                      <a:gd name="connsiteX1" fmla="*/ 161925 w 161925"/>
                      <a:gd name="connsiteY1" fmla="*/ 0 h 38100"/>
                      <a:gd name="connsiteX2" fmla="*/ 161925 w 161925"/>
                      <a:gd name="connsiteY2" fmla="*/ 38100 h 38100"/>
                      <a:gd name="connsiteX3" fmla="*/ 0 w 161925"/>
                      <a:gd name="connsiteY3" fmla="*/ 38100 h 38100"/>
                    </a:gdLst>
                    <a:ahLst/>
                    <a:cxnLst>
                      <a:cxn ang="0">
                        <a:pos x="connsiteX0" y="connsiteY0"/>
                      </a:cxn>
                      <a:cxn ang="0">
                        <a:pos x="connsiteX1" y="connsiteY1"/>
                      </a:cxn>
                      <a:cxn ang="0">
                        <a:pos x="connsiteX2" y="connsiteY2"/>
                      </a:cxn>
                      <a:cxn ang="0">
                        <a:pos x="connsiteX3" y="connsiteY3"/>
                      </a:cxn>
                    </a:cxnLst>
                    <a:rect l="l" t="t" r="r" b="b"/>
                    <a:pathLst>
                      <a:path w="161925" h="38100">
                        <a:moveTo>
                          <a:pt x="0" y="0"/>
                        </a:moveTo>
                        <a:lnTo>
                          <a:pt x="161925" y="0"/>
                        </a:lnTo>
                        <a:lnTo>
                          <a:pt x="161925" y="38100"/>
                        </a:lnTo>
                        <a:lnTo>
                          <a:pt x="0" y="38100"/>
                        </a:lnTo>
                        <a:close/>
                      </a:path>
                    </a:pathLst>
                  </a:custGeom>
                  <a:solidFill>
                    <a:schemeClr val="accent3"/>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397" name="Freihandform: Form 396">
                    <a:extLst>
                      <a:ext uri="{FF2B5EF4-FFF2-40B4-BE49-F238E27FC236}">
                        <a16:creationId xmlns:a16="http://schemas.microsoft.com/office/drawing/2014/main" id="{90E1B12E-5D60-2532-D25F-C9ED43B54637}"/>
                      </a:ext>
                    </a:extLst>
                  </p:cNvPr>
                  <p:cNvSpPr/>
                  <p:nvPr/>
                </p:nvSpPr>
                <p:spPr>
                  <a:xfrm>
                    <a:off x="2591722" y="4527444"/>
                    <a:ext cx="140969" cy="116205"/>
                  </a:xfrm>
                  <a:custGeom>
                    <a:avLst/>
                    <a:gdLst>
                      <a:gd name="connsiteX0" fmla="*/ 140970 w 140969"/>
                      <a:gd name="connsiteY0" fmla="*/ 26670 h 116205"/>
                      <a:gd name="connsiteX1" fmla="*/ 114300 w 140969"/>
                      <a:gd name="connsiteY1" fmla="*/ 0 h 116205"/>
                      <a:gd name="connsiteX2" fmla="*/ 51435 w 140969"/>
                      <a:gd name="connsiteY2" fmla="*/ 62865 h 116205"/>
                      <a:gd name="connsiteX3" fmla="*/ 26670 w 140969"/>
                      <a:gd name="connsiteY3" fmla="*/ 38100 h 116205"/>
                      <a:gd name="connsiteX4" fmla="*/ 0 w 140969"/>
                      <a:gd name="connsiteY4" fmla="*/ 64770 h 116205"/>
                      <a:gd name="connsiteX5" fmla="*/ 51435 w 140969"/>
                      <a:gd name="connsiteY5" fmla="*/ 116205 h 116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0969" h="116205">
                        <a:moveTo>
                          <a:pt x="140970" y="26670"/>
                        </a:moveTo>
                        <a:lnTo>
                          <a:pt x="114300" y="0"/>
                        </a:lnTo>
                        <a:lnTo>
                          <a:pt x="51435" y="62865"/>
                        </a:lnTo>
                        <a:lnTo>
                          <a:pt x="26670" y="38100"/>
                        </a:lnTo>
                        <a:lnTo>
                          <a:pt x="0" y="64770"/>
                        </a:lnTo>
                        <a:lnTo>
                          <a:pt x="51435" y="116205"/>
                        </a:ln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398" name="Freihandform: Form 397">
                    <a:extLst>
                      <a:ext uri="{FF2B5EF4-FFF2-40B4-BE49-F238E27FC236}">
                        <a16:creationId xmlns:a16="http://schemas.microsoft.com/office/drawing/2014/main" id="{F677E8B8-F54C-C9A9-2967-751CEE4111D7}"/>
                      </a:ext>
                    </a:extLst>
                  </p:cNvPr>
                  <p:cNvSpPr/>
                  <p:nvPr/>
                </p:nvSpPr>
                <p:spPr>
                  <a:xfrm>
                    <a:off x="2594994" y="4688750"/>
                    <a:ext cx="140969" cy="116204"/>
                  </a:xfrm>
                  <a:custGeom>
                    <a:avLst/>
                    <a:gdLst>
                      <a:gd name="connsiteX0" fmla="*/ 140970 w 140969"/>
                      <a:gd name="connsiteY0" fmla="*/ 26670 h 116204"/>
                      <a:gd name="connsiteX1" fmla="*/ 114300 w 140969"/>
                      <a:gd name="connsiteY1" fmla="*/ 0 h 116204"/>
                      <a:gd name="connsiteX2" fmla="*/ 51435 w 140969"/>
                      <a:gd name="connsiteY2" fmla="*/ 62865 h 116204"/>
                      <a:gd name="connsiteX3" fmla="*/ 26670 w 140969"/>
                      <a:gd name="connsiteY3" fmla="*/ 38100 h 116204"/>
                      <a:gd name="connsiteX4" fmla="*/ 0 w 140969"/>
                      <a:gd name="connsiteY4" fmla="*/ 64770 h 116204"/>
                      <a:gd name="connsiteX5" fmla="*/ 51435 w 140969"/>
                      <a:gd name="connsiteY5" fmla="*/ 116205 h 116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0969" h="116204">
                        <a:moveTo>
                          <a:pt x="140970" y="26670"/>
                        </a:moveTo>
                        <a:lnTo>
                          <a:pt x="114300" y="0"/>
                        </a:lnTo>
                        <a:lnTo>
                          <a:pt x="51435" y="62865"/>
                        </a:lnTo>
                        <a:lnTo>
                          <a:pt x="26670" y="38100"/>
                        </a:lnTo>
                        <a:lnTo>
                          <a:pt x="0" y="64770"/>
                        </a:lnTo>
                        <a:lnTo>
                          <a:pt x="51435" y="116205"/>
                        </a:ln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sp>
              <p:nvSpPr>
                <p:cNvPr id="391" name="Kreuz 390">
                  <a:extLst>
                    <a:ext uri="{FF2B5EF4-FFF2-40B4-BE49-F238E27FC236}">
                      <a16:creationId xmlns:a16="http://schemas.microsoft.com/office/drawing/2014/main" id="{165BDA92-1D8B-59C4-0323-3605AE1E0B7C}"/>
                    </a:ext>
                  </a:extLst>
                </p:cNvPr>
                <p:cNvSpPr>
                  <a:spLocks noChangeAspect="1"/>
                </p:cNvSpPr>
                <p:nvPr/>
              </p:nvSpPr>
              <p:spPr>
                <a:xfrm rot="2700000">
                  <a:off x="2588049" y="4824281"/>
                  <a:ext cx="144258" cy="144000"/>
                </a:xfrm>
                <a:prstGeom prst="plus">
                  <a:avLst>
                    <a:gd name="adj" fmla="val 37231"/>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389" name="Kreuz 388">
                <a:extLst>
                  <a:ext uri="{FF2B5EF4-FFF2-40B4-BE49-F238E27FC236}">
                    <a16:creationId xmlns:a16="http://schemas.microsoft.com/office/drawing/2014/main" id="{E610A836-41F9-4EF6-FDBA-3FE81FE61314}"/>
                  </a:ext>
                </a:extLst>
              </p:cNvPr>
              <p:cNvSpPr>
                <a:spLocks noChangeAspect="1"/>
              </p:cNvSpPr>
              <p:nvPr/>
            </p:nvSpPr>
            <p:spPr>
              <a:xfrm rot="2700000">
                <a:off x="2186625" y="4352062"/>
                <a:ext cx="144258" cy="144000"/>
              </a:xfrm>
              <a:prstGeom prst="plus">
                <a:avLst>
                  <a:gd name="adj" fmla="val 37231"/>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a:ea typeface="+mn-ea"/>
                  <a:cs typeface="+mn-cs"/>
                </a:endParaRPr>
              </a:p>
            </p:txBody>
          </p:sp>
        </p:grpSp>
      </p:grpSp>
      <p:grpSp>
        <p:nvGrpSpPr>
          <p:cNvPr id="2" name="Gruppieren 1">
            <a:extLst>
              <a:ext uri="{FF2B5EF4-FFF2-40B4-BE49-F238E27FC236}">
                <a16:creationId xmlns:a16="http://schemas.microsoft.com/office/drawing/2014/main" id="{83154A5F-295B-0892-3DD1-5F836147F46A}"/>
              </a:ext>
            </a:extLst>
          </p:cNvPr>
          <p:cNvGrpSpPr>
            <a:grpSpLocks noChangeAspect="1"/>
          </p:cNvGrpSpPr>
          <p:nvPr/>
        </p:nvGrpSpPr>
        <p:grpSpPr>
          <a:xfrm>
            <a:off x="8731379" y="1039395"/>
            <a:ext cx="2205723" cy="890350"/>
            <a:chOff x="8518372" y="1422510"/>
            <a:chExt cx="3412131" cy="1377322"/>
          </a:xfrm>
        </p:grpSpPr>
        <p:grpSp>
          <p:nvGrpSpPr>
            <p:cNvPr id="4" name="Gruppieren 3">
              <a:extLst>
                <a:ext uri="{FF2B5EF4-FFF2-40B4-BE49-F238E27FC236}">
                  <a16:creationId xmlns:a16="http://schemas.microsoft.com/office/drawing/2014/main" id="{AAA220B5-B8D5-0010-4B95-4550E0326EC1}"/>
                </a:ext>
              </a:extLst>
            </p:cNvPr>
            <p:cNvGrpSpPr>
              <a:grpSpLocks noChangeAspect="1"/>
            </p:cNvGrpSpPr>
            <p:nvPr/>
          </p:nvGrpSpPr>
          <p:grpSpPr>
            <a:xfrm>
              <a:off x="8518372" y="1843339"/>
              <a:ext cx="516013" cy="650706"/>
              <a:chOff x="2670450" y="3733092"/>
              <a:chExt cx="710548" cy="896019"/>
            </a:xfrm>
          </p:grpSpPr>
          <p:sp>
            <p:nvSpPr>
              <p:cNvPr id="30" name="Freihandform: Form 29">
                <a:extLst>
                  <a:ext uri="{FF2B5EF4-FFF2-40B4-BE49-F238E27FC236}">
                    <a16:creationId xmlns:a16="http://schemas.microsoft.com/office/drawing/2014/main" id="{018FF64E-7DF8-5A00-F5F3-4CFEA4DF6D4E}"/>
                  </a:ext>
                </a:extLst>
              </p:cNvPr>
              <p:cNvSpPr/>
              <p:nvPr/>
            </p:nvSpPr>
            <p:spPr>
              <a:xfrm>
                <a:off x="2670450" y="3733092"/>
                <a:ext cx="710548" cy="833825"/>
              </a:xfrm>
              <a:custGeom>
                <a:avLst/>
                <a:gdLst>
                  <a:gd name="connsiteX0" fmla="*/ 505489 w 710548"/>
                  <a:gd name="connsiteY0" fmla="*/ 480688 h 833825"/>
                  <a:gd name="connsiteX1" fmla="*/ 626715 w 710548"/>
                  <a:gd name="connsiteY1" fmla="*/ 542882 h 833825"/>
                  <a:gd name="connsiteX2" fmla="*/ 649906 w 710548"/>
                  <a:gd name="connsiteY2" fmla="*/ 590319 h 833825"/>
                  <a:gd name="connsiteX3" fmla="*/ 668881 w 710548"/>
                  <a:gd name="connsiteY3" fmla="*/ 753711 h 833825"/>
                  <a:gd name="connsiteX4" fmla="*/ 660448 w 710548"/>
                  <a:gd name="connsiteY4" fmla="*/ 772685 h 833825"/>
                  <a:gd name="connsiteX5" fmla="*/ 660448 w 710548"/>
                  <a:gd name="connsiteY5" fmla="*/ 772685 h 833825"/>
                  <a:gd name="connsiteX6" fmla="*/ 603524 w 710548"/>
                  <a:gd name="connsiteY6" fmla="*/ 800093 h 833825"/>
                  <a:gd name="connsiteX7" fmla="*/ 603524 w 710548"/>
                  <a:gd name="connsiteY7" fmla="*/ 833825 h 833825"/>
                  <a:gd name="connsiteX8" fmla="*/ 631986 w 710548"/>
                  <a:gd name="connsiteY8" fmla="*/ 833825 h 833825"/>
                  <a:gd name="connsiteX9" fmla="*/ 683639 w 710548"/>
                  <a:gd name="connsiteY9" fmla="*/ 807472 h 833825"/>
                  <a:gd name="connsiteX10" fmla="*/ 683639 w 710548"/>
                  <a:gd name="connsiteY10" fmla="*/ 807472 h 833825"/>
                  <a:gd name="connsiteX11" fmla="*/ 709992 w 710548"/>
                  <a:gd name="connsiteY11" fmla="*/ 748440 h 833825"/>
                  <a:gd name="connsiteX12" fmla="*/ 693126 w 710548"/>
                  <a:gd name="connsiteY12" fmla="*/ 589265 h 833825"/>
                  <a:gd name="connsiteX13" fmla="*/ 654123 w 710548"/>
                  <a:gd name="connsiteY13" fmla="*/ 511258 h 833825"/>
                  <a:gd name="connsiteX14" fmla="*/ 520247 w 710548"/>
                  <a:gd name="connsiteY14" fmla="*/ 441685 h 833825"/>
                  <a:gd name="connsiteX15" fmla="*/ 468594 w 710548"/>
                  <a:gd name="connsiteY15" fmla="*/ 420602 h 833825"/>
                  <a:gd name="connsiteX16" fmla="*/ 462269 w 710548"/>
                  <a:gd name="connsiteY16" fmla="*/ 411115 h 833825"/>
                  <a:gd name="connsiteX17" fmla="*/ 462269 w 710548"/>
                  <a:gd name="connsiteY17" fmla="*/ 385815 h 833825"/>
                  <a:gd name="connsiteX18" fmla="*/ 525518 w 710548"/>
                  <a:gd name="connsiteY18" fmla="*/ 254048 h 833825"/>
                  <a:gd name="connsiteX19" fmla="*/ 525518 w 710548"/>
                  <a:gd name="connsiteY19" fmla="*/ 216099 h 833825"/>
                  <a:gd name="connsiteX20" fmla="*/ 546601 w 710548"/>
                  <a:gd name="connsiteY20" fmla="*/ 222424 h 833825"/>
                  <a:gd name="connsiteX21" fmla="*/ 528680 w 710548"/>
                  <a:gd name="connsiteY21" fmla="*/ 169717 h 833825"/>
                  <a:gd name="connsiteX22" fmla="*/ 523410 w 710548"/>
                  <a:gd name="connsiteY22" fmla="*/ 147580 h 833825"/>
                  <a:gd name="connsiteX23" fmla="*/ 429591 w 710548"/>
                  <a:gd name="connsiteY23" fmla="*/ 18975 h 833825"/>
                  <a:gd name="connsiteX24" fmla="*/ 415887 w 710548"/>
                  <a:gd name="connsiteY24" fmla="*/ 20029 h 833825"/>
                  <a:gd name="connsiteX25" fmla="*/ 406400 w 710548"/>
                  <a:gd name="connsiteY25" fmla="*/ 27408 h 833825"/>
                  <a:gd name="connsiteX26" fmla="*/ 395858 w 710548"/>
                  <a:gd name="connsiteY26" fmla="*/ 12650 h 833825"/>
                  <a:gd name="connsiteX27" fmla="*/ 383209 w 710548"/>
                  <a:gd name="connsiteY27" fmla="*/ 3162 h 833825"/>
                  <a:gd name="connsiteX28" fmla="*/ 354747 w 710548"/>
                  <a:gd name="connsiteY28" fmla="*/ 0 h 833825"/>
                  <a:gd name="connsiteX29" fmla="*/ 187139 w 710548"/>
                  <a:gd name="connsiteY29" fmla="*/ 150742 h 833825"/>
                  <a:gd name="connsiteX30" fmla="*/ 187139 w 710548"/>
                  <a:gd name="connsiteY30" fmla="*/ 158121 h 833825"/>
                  <a:gd name="connsiteX31" fmla="*/ 187139 w 710548"/>
                  <a:gd name="connsiteY31" fmla="*/ 158121 h 833825"/>
                  <a:gd name="connsiteX32" fmla="*/ 187139 w 710548"/>
                  <a:gd name="connsiteY32" fmla="*/ 176042 h 833825"/>
                  <a:gd name="connsiteX33" fmla="*/ 173435 w 710548"/>
                  <a:gd name="connsiteY33" fmla="*/ 242452 h 833825"/>
                  <a:gd name="connsiteX34" fmla="*/ 155514 w 710548"/>
                  <a:gd name="connsiteY34" fmla="*/ 284618 h 833825"/>
                  <a:gd name="connsiteX35" fmla="*/ 189247 w 710548"/>
                  <a:gd name="connsiteY35" fmla="*/ 275131 h 833825"/>
                  <a:gd name="connsiteX36" fmla="*/ 250387 w 710548"/>
                  <a:gd name="connsiteY36" fmla="*/ 383707 h 833825"/>
                  <a:gd name="connsiteX37" fmla="*/ 250387 w 710548"/>
                  <a:gd name="connsiteY37" fmla="*/ 410061 h 833825"/>
                  <a:gd name="connsiteX38" fmla="*/ 244062 w 710548"/>
                  <a:gd name="connsiteY38" fmla="*/ 419548 h 833825"/>
                  <a:gd name="connsiteX39" fmla="*/ 192409 w 710548"/>
                  <a:gd name="connsiteY39" fmla="*/ 440631 h 833825"/>
                  <a:gd name="connsiteX40" fmla="*/ 58533 w 710548"/>
                  <a:gd name="connsiteY40" fmla="*/ 510204 h 833825"/>
                  <a:gd name="connsiteX41" fmla="*/ 18476 w 710548"/>
                  <a:gd name="connsiteY41" fmla="*/ 588211 h 833825"/>
                  <a:gd name="connsiteX42" fmla="*/ 556 w 710548"/>
                  <a:gd name="connsiteY42" fmla="*/ 748440 h 833825"/>
                  <a:gd name="connsiteX43" fmla="*/ 26909 w 710548"/>
                  <a:gd name="connsiteY43" fmla="*/ 807472 h 833825"/>
                  <a:gd name="connsiteX44" fmla="*/ 78562 w 710548"/>
                  <a:gd name="connsiteY44" fmla="*/ 833825 h 833825"/>
                  <a:gd name="connsiteX45" fmla="*/ 108078 w 710548"/>
                  <a:gd name="connsiteY45" fmla="*/ 833825 h 833825"/>
                  <a:gd name="connsiteX46" fmla="*/ 108078 w 710548"/>
                  <a:gd name="connsiteY46" fmla="*/ 801147 h 833825"/>
                  <a:gd name="connsiteX47" fmla="*/ 51154 w 710548"/>
                  <a:gd name="connsiteY47" fmla="*/ 773739 h 833825"/>
                  <a:gd name="connsiteX48" fmla="*/ 42721 w 710548"/>
                  <a:gd name="connsiteY48" fmla="*/ 754765 h 833825"/>
                  <a:gd name="connsiteX49" fmla="*/ 60642 w 710548"/>
                  <a:gd name="connsiteY49" fmla="*/ 592427 h 833825"/>
                  <a:gd name="connsiteX50" fmla="*/ 60642 w 710548"/>
                  <a:gd name="connsiteY50" fmla="*/ 590319 h 833825"/>
                  <a:gd name="connsiteX51" fmla="*/ 84887 w 710548"/>
                  <a:gd name="connsiteY51" fmla="*/ 542882 h 833825"/>
                  <a:gd name="connsiteX52" fmla="*/ 206113 w 710548"/>
                  <a:gd name="connsiteY52" fmla="*/ 480688 h 833825"/>
                  <a:gd name="connsiteX53" fmla="*/ 222979 w 710548"/>
                  <a:gd name="connsiteY53" fmla="*/ 475417 h 833825"/>
                  <a:gd name="connsiteX54" fmla="*/ 355801 w 710548"/>
                  <a:gd name="connsiteY54" fmla="*/ 505988 h 833825"/>
                  <a:gd name="connsiteX55" fmla="*/ 489677 w 710548"/>
                  <a:gd name="connsiteY55" fmla="*/ 475417 h 833825"/>
                  <a:gd name="connsiteX56" fmla="*/ 505489 w 710548"/>
                  <a:gd name="connsiteY56" fmla="*/ 480688 h 833825"/>
                  <a:gd name="connsiteX57" fmla="*/ 229304 w 710548"/>
                  <a:gd name="connsiteY57" fmla="*/ 262481 h 833825"/>
                  <a:gd name="connsiteX58" fmla="*/ 450674 w 710548"/>
                  <a:gd name="connsiteY58" fmla="*/ 137038 h 833825"/>
                  <a:gd name="connsiteX59" fmla="*/ 482298 w 710548"/>
                  <a:gd name="connsiteY59" fmla="*/ 179204 h 833825"/>
                  <a:gd name="connsiteX60" fmla="*/ 482298 w 710548"/>
                  <a:gd name="connsiteY60" fmla="*/ 252994 h 833825"/>
                  <a:gd name="connsiteX61" fmla="*/ 355801 w 710548"/>
                  <a:gd name="connsiteY61" fmla="*/ 379491 h 833825"/>
                  <a:gd name="connsiteX62" fmla="*/ 229304 w 710548"/>
                  <a:gd name="connsiteY62" fmla="*/ 262481 h 833825"/>
                  <a:gd name="connsiteX63" fmla="*/ 271470 w 710548"/>
                  <a:gd name="connsiteY63" fmla="*/ 452226 h 833825"/>
                  <a:gd name="connsiteX64" fmla="*/ 292553 w 710548"/>
                  <a:gd name="connsiteY64" fmla="*/ 410061 h 833825"/>
                  <a:gd name="connsiteX65" fmla="*/ 292553 w 710548"/>
                  <a:gd name="connsiteY65" fmla="*/ 409007 h 833825"/>
                  <a:gd name="connsiteX66" fmla="*/ 419050 w 710548"/>
                  <a:gd name="connsiteY66" fmla="*/ 409007 h 833825"/>
                  <a:gd name="connsiteX67" fmla="*/ 419050 w 710548"/>
                  <a:gd name="connsiteY67" fmla="*/ 410061 h 833825"/>
                  <a:gd name="connsiteX68" fmla="*/ 439078 w 710548"/>
                  <a:gd name="connsiteY68" fmla="*/ 452226 h 833825"/>
                  <a:gd name="connsiteX69" fmla="*/ 354747 w 710548"/>
                  <a:gd name="connsiteY69" fmla="*/ 463822 h 833825"/>
                  <a:gd name="connsiteX70" fmla="*/ 271470 w 710548"/>
                  <a:gd name="connsiteY70" fmla="*/ 452226 h 83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710548" h="833825">
                    <a:moveTo>
                      <a:pt x="505489" y="480688"/>
                    </a:moveTo>
                    <a:cubicBezTo>
                      <a:pt x="549763" y="496500"/>
                      <a:pt x="591929" y="514421"/>
                      <a:pt x="626715" y="542882"/>
                    </a:cubicBezTo>
                    <a:cubicBezTo>
                      <a:pt x="641473" y="554478"/>
                      <a:pt x="649906" y="571344"/>
                      <a:pt x="649906" y="590319"/>
                    </a:cubicBezTo>
                    <a:lnTo>
                      <a:pt x="668881" y="753711"/>
                    </a:lnTo>
                    <a:cubicBezTo>
                      <a:pt x="669935" y="761090"/>
                      <a:pt x="666773" y="768469"/>
                      <a:pt x="660448" y="772685"/>
                    </a:cubicBezTo>
                    <a:lnTo>
                      <a:pt x="660448" y="772685"/>
                    </a:lnTo>
                    <a:cubicBezTo>
                      <a:pt x="642527" y="784281"/>
                      <a:pt x="623553" y="793768"/>
                      <a:pt x="603524" y="800093"/>
                    </a:cubicBezTo>
                    <a:lnTo>
                      <a:pt x="603524" y="833825"/>
                    </a:lnTo>
                    <a:lnTo>
                      <a:pt x="631986" y="833825"/>
                    </a:lnTo>
                    <a:cubicBezTo>
                      <a:pt x="649906" y="826446"/>
                      <a:pt x="667827" y="818013"/>
                      <a:pt x="683639" y="807472"/>
                    </a:cubicBezTo>
                    <a:lnTo>
                      <a:pt x="683639" y="807472"/>
                    </a:lnTo>
                    <a:cubicBezTo>
                      <a:pt x="702613" y="794822"/>
                      <a:pt x="713155" y="771631"/>
                      <a:pt x="709992" y="748440"/>
                    </a:cubicBezTo>
                    <a:lnTo>
                      <a:pt x="693126" y="589265"/>
                    </a:lnTo>
                    <a:cubicBezTo>
                      <a:pt x="692072" y="558695"/>
                      <a:pt x="678368" y="530233"/>
                      <a:pt x="654123" y="511258"/>
                    </a:cubicBezTo>
                    <a:cubicBezTo>
                      <a:pt x="615120" y="478580"/>
                      <a:pt x="568738" y="458551"/>
                      <a:pt x="520247" y="441685"/>
                    </a:cubicBezTo>
                    <a:lnTo>
                      <a:pt x="468594" y="420602"/>
                    </a:lnTo>
                    <a:cubicBezTo>
                      <a:pt x="464378" y="418494"/>
                      <a:pt x="462269" y="415331"/>
                      <a:pt x="462269" y="411115"/>
                    </a:cubicBezTo>
                    <a:lnTo>
                      <a:pt x="462269" y="385815"/>
                    </a:lnTo>
                    <a:cubicBezTo>
                      <a:pt x="502327" y="354191"/>
                      <a:pt x="525518" y="305701"/>
                      <a:pt x="525518" y="254048"/>
                    </a:cubicBezTo>
                    <a:lnTo>
                      <a:pt x="525518" y="216099"/>
                    </a:lnTo>
                    <a:cubicBezTo>
                      <a:pt x="531843" y="220315"/>
                      <a:pt x="539222" y="221370"/>
                      <a:pt x="546601" y="222424"/>
                    </a:cubicBezTo>
                    <a:lnTo>
                      <a:pt x="528680" y="169717"/>
                    </a:lnTo>
                    <a:cubicBezTo>
                      <a:pt x="526572" y="162338"/>
                      <a:pt x="524464" y="154959"/>
                      <a:pt x="523410" y="147580"/>
                    </a:cubicBezTo>
                    <a:cubicBezTo>
                      <a:pt x="514976" y="87494"/>
                      <a:pt x="479136" y="45328"/>
                      <a:pt x="429591" y="18975"/>
                    </a:cubicBezTo>
                    <a:cubicBezTo>
                      <a:pt x="425374" y="16866"/>
                      <a:pt x="420104" y="16866"/>
                      <a:pt x="415887" y="20029"/>
                    </a:cubicBezTo>
                    <a:lnTo>
                      <a:pt x="406400" y="27408"/>
                    </a:lnTo>
                    <a:lnTo>
                      <a:pt x="395858" y="12650"/>
                    </a:lnTo>
                    <a:cubicBezTo>
                      <a:pt x="392696" y="8433"/>
                      <a:pt x="388479" y="4217"/>
                      <a:pt x="383209" y="3162"/>
                    </a:cubicBezTo>
                    <a:cubicBezTo>
                      <a:pt x="373722" y="1054"/>
                      <a:pt x="364234" y="0"/>
                      <a:pt x="354747" y="0"/>
                    </a:cubicBezTo>
                    <a:cubicBezTo>
                      <a:pt x="271470" y="0"/>
                      <a:pt x="201897" y="65357"/>
                      <a:pt x="187139" y="150742"/>
                    </a:cubicBezTo>
                    <a:lnTo>
                      <a:pt x="187139" y="158121"/>
                    </a:lnTo>
                    <a:lnTo>
                      <a:pt x="187139" y="158121"/>
                    </a:lnTo>
                    <a:lnTo>
                      <a:pt x="187139" y="176042"/>
                    </a:lnTo>
                    <a:cubicBezTo>
                      <a:pt x="187139" y="199233"/>
                      <a:pt x="182922" y="221370"/>
                      <a:pt x="173435" y="242452"/>
                    </a:cubicBezTo>
                    <a:lnTo>
                      <a:pt x="155514" y="284618"/>
                    </a:lnTo>
                    <a:cubicBezTo>
                      <a:pt x="155514" y="284618"/>
                      <a:pt x="168164" y="281456"/>
                      <a:pt x="189247" y="275131"/>
                    </a:cubicBezTo>
                    <a:cubicBezTo>
                      <a:pt x="194518" y="318350"/>
                      <a:pt x="216655" y="357354"/>
                      <a:pt x="250387" y="383707"/>
                    </a:cubicBezTo>
                    <a:lnTo>
                      <a:pt x="250387" y="410061"/>
                    </a:lnTo>
                    <a:cubicBezTo>
                      <a:pt x="250387" y="414277"/>
                      <a:pt x="248279" y="418494"/>
                      <a:pt x="244062" y="419548"/>
                    </a:cubicBezTo>
                    <a:lnTo>
                      <a:pt x="192409" y="440631"/>
                    </a:lnTo>
                    <a:cubicBezTo>
                      <a:pt x="143919" y="457497"/>
                      <a:pt x="97537" y="477526"/>
                      <a:pt x="58533" y="510204"/>
                    </a:cubicBezTo>
                    <a:cubicBezTo>
                      <a:pt x="34288" y="529179"/>
                      <a:pt x="19530" y="557640"/>
                      <a:pt x="18476" y="588211"/>
                    </a:cubicBezTo>
                    <a:lnTo>
                      <a:pt x="556" y="748440"/>
                    </a:lnTo>
                    <a:cubicBezTo>
                      <a:pt x="-2607" y="771631"/>
                      <a:pt x="7935" y="794822"/>
                      <a:pt x="26909" y="807472"/>
                    </a:cubicBezTo>
                    <a:cubicBezTo>
                      <a:pt x="42721" y="818013"/>
                      <a:pt x="60642" y="826446"/>
                      <a:pt x="78562" y="833825"/>
                    </a:cubicBezTo>
                    <a:lnTo>
                      <a:pt x="108078" y="833825"/>
                    </a:lnTo>
                    <a:lnTo>
                      <a:pt x="108078" y="801147"/>
                    </a:lnTo>
                    <a:cubicBezTo>
                      <a:pt x="88049" y="793768"/>
                      <a:pt x="69075" y="785335"/>
                      <a:pt x="51154" y="773739"/>
                    </a:cubicBezTo>
                    <a:cubicBezTo>
                      <a:pt x="44830" y="769523"/>
                      <a:pt x="41667" y="762144"/>
                      <a:pt x="42721" y="754765"/>
                    </a:cubicBezTo>
                    <a:lnTo>
                      <a:pt x="60642" y="592427"/>
                    </a:lnTo>
                    <a:lnTo>
                      <a:pt x="60642" y="590319"/>
                    </a:lnTo>
                    <a:cubicBezTo>
                      <a:pt x="60642" y="571344"/>
                      <a:pt x="70129" y="554478"/>
                      <a:pt x="84887" y="542882"/>
                    </a:cubicBezTo>
                    <a:cubicBezTo>
                      <a:pt x="119674" y="514421"/>
                      <a:pt x="161839" y="496500"/>
                      <a:pt x="206113" y="480688"/>
                    </a:cubicBezTo>
                    <a:lnTo>
                      <a:pt x="222979" y="475417"/>
                    </a:lnTo>
                    <a:cubicBezTo>
                      <a:pt x="253549" y="494392"/>
                      <a:pt x="302040" y="505988"/>
                      <a:pt x="355801" y="505988"/>
                    </a:cubicBezTo>
                    <a:cubicBezTo>
                      <a:pt x="409562" y="505988"/>
                      <a:pt x="458053" y="494392"/>
                      <a:pt x="489677" y="475417"/>
                    </a:cubicBezTo>
                    <a:lnTo>
                      <a:pt x="505489" y="480688"/>
                    </a:lnTo>
                    <a:close/>
                    <a:moveTo>
                      <a:pt x="229304" y="262481"/>
                    </a:moveTo>
                    <a:cubicBezTo>
                      <a:pt x="300986" y="238236"/>
                      <a:pt x="404292" y="196070"/>
                      <a:pt x="450674" y="137038"/>
                    </a:cubicBezTo>
                    <a:cubicBezTo>
                      <a:pt x="460161" y="151796"/>
                      <a:pt x="470702" y="165500"/>
                      <a:pt x="482298" y="179204"/>
                    </a:cubicBezTo>
                    <a:lnTo>
                      <a:pt x="482298" y="252994"/>
                    </a:lnTo>
                    <a:cubicBezTo>
                      <a:pt x="482298" y="322567"/>
                      <a:pt x="425374" y="379491"/>
                      <a:pt x="355801" y="379491"/>
                    </a:cubicBezTo>
                    <a:cubicBezTo>
                      <a:pt x="289390" y="379491"/>
                      <a:pt x="234575" y="328892"/>
                      <a:pt x="229304" y="262481"/>
                    </a:cubicBezTo>
                    <a:close/>
                    <a:moveTo>
                      <a:pt x="271470" y="452226"/>
                    </a:moveTo>
                    <a:cubicBezTo>
                      <a:pt x="284120" y="442739"/>
                      <a:pt x="292553" y="426927"/>
                      <a:pt x="292553" y="410061"/>
                    </a:cubicBezTo>
                    <a:lnTo>
                      <a:pt x="292553" y="409007"/>
                    </a:lnTo>
                    <a:cubicBezTo>
                      <a:pt x="332610" y="425873"/>
                      <a:pt x="378992" y="425873"/>
                      <a:pt x="419050" y="409007"/>
                    </a:cubicBezTo>
                    <a:lnTo>
                      <a:pt x="419050" y="410061"/>
                    </a:lnTo>
                    <a:cubicBezTo>
                      <a:pt x="419050" y="425873"/>
                      <a:pt x="426429" y="441685"/>
                      <a:pt x="439078" y="452226"/>
                    </a:cubicBezTo>
                    <a:cubicBezTo>
                      <a:pt x="411671" y="460659"/>
                      <a:pt x="383209" y="464876"/>
                      <a:pt x="354747" y="463822"/>
                    </a:cubicBezTo>
                    <a:cubicBezTo>
                      <a:pt x="327339" y="463822"/>
                      <a:pt x="298878" y="459605"/>
                      <a:pt x="271470" y="452226"/>
                    </a:cubicBezTo>
                    <a:close/>
                  </a:path>
                </a:pathLst>
              </a:custGeom>
              <a:solidFill>
                <a:schemeClr val="tx2"/>
              </a:solidFill>
              <a:ln w="105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31" name="Freihandform: Form 30">
                <a:extLst>
                  <a:ext uri="{FF2B5EF4-FFF2-40B4-BE49-F238E27FC236}">
                    <a16:creationId xmlns:a16="http://schemas.microsoft.com/office/drawing/2014/main" id="{8EE0D09E-5A47-2197-7558-AE7E3E317C84}"/>
                  </a:ext>
                </a:extLst>
              </p:cNvPr>
              <p:cNvSpPr/>
              <p:nvPr/>
            </p:nvSpPr>
            <p:spPr>
              <a:xfrm>
                <a:off x="2719496" y="4300220"/>
                <a:ext cx="614563" cy="328891"/>
              </a:xfrm>
              <a:custGeom>
                <a:avLst/>
                <a:gdLst>
                  <a:gd name="connsiteX0" fmla="*/ 534449 w 614563"/>
                  <a:gd name="connsiteY0" fmla="*/ 26354 h 328891"/>
                  <a:gd name="connsiteX1" fmla="*/ 508096 w 614563"/>
                  <a:gd name="connsiteY1" fmla="*/ 0 h 328891"/>
                  <a:gd name="connsiteX2" fmla="*/ 508096 w 614563"/>
                  <a:gd name="connsiteY2" fmla="*/ 0 h 328891"/>
                  <a:gd name="connsiteX3" fmla="*/ 106468 w 614563"/>
                  <a:gd name="connsiteY3" fmla="*/ 0 h 328891"/>
                  <a:gd name="connsiteX4" fmla="*/ 80115 w 614563"/>
                  <a:gd name="connsiteY4" fmla="*/ 26354 h 328891"/>
                  <a:gd name="connsiteX5" fmla="*/ 80115 w 614563"/>
                  <a:gd name="connsiteY5" fmla="*/ 26354 h 328891"/>
                  <a:gd name="connsiteX6" fmla="*/ 80115 w 614563"/>
                  <a:gd name="connsiteY6" fmla="*/ 288835 h 328891"/>
                  <a:gd name="connsiteX7" fmla="*/ 0 w 614563"/>
                  <a:gd name="connsiteY7" fmla="*/ 288835 h 328891"/>
                  <a:gd name="connsiteX8" fmla="*/ 0 w 614563"/>
                  <a:gd name="connsiteY8" fmla="*/ 302538 h 328891"/>
                  <a:gd name="connsiteX9" fmla="*/ 26354 w 614563"/>
                  <a:gd name="connsiteY9" fmla="*/ 328892 h 328891"/>
                  <a:gd name="connsiteX10" fmla="*/ 588210 w 614563"/>
                  <a:gd name="connsiteY10" fmla="*/ 328892 h 328891"/>
                  <a:gd name="connsiteX11" fmla="*/ 614564 w 614563"/>
                  <a:gd name="connsiteY11" fmla="*/ 302538 h 328891"/>
                  <a:gd name="connsiteX12" fmla="*/ 614564 w 614563"/>
                  <a:gd name="connsiteY12" fmla="*/ 288835 h 328891"/>
                  <a:gd name="connsiteX13" fmla="*/ 534449 w 614563"/>
                  <a:gd name="connsiteY13" fmla="*/ 288835 h 328891"/>
                  <a:gd name="connsiteX14" fmla="*/ 534449 w 614563"/>
                  <a:gd name="connsiteY14" fmla="*/ 26354 h 328891"/>
                  <a:gd name="connsiteX15" fmla="*/ 251940 w 614563"/>
                  <a:gd name="connsiteY15" fmla="*/ 200287 h 328891"/>
                  <a:gd name="connsiteX16" fmla="*/ 237182 w 614563"/>
                  <a:gd name="connsiteY16" fmla="*/ 215045 h 328891"/>
                  <a:gd name="connsiteX17" fmla="*/ 178150 w 614563"/>
                  <a:gd name="connsiteY17" fmla="*/ 156013 h 328891"/>
                  <a:gd name="connsiteX18" fmla="*/ 237182 w 614563"/>
                  <a:gd name="connsiteY18" fmla="*/ 96981 h 328891"/>
                  <a:gd name="connsiteX19" fmla="*/ 251940 w 614563"/>
                  <a:gd name="connsiteY19" fmla="*/ 111739 h 328891"/>
                  <a:gd name="connsiteX20" fmla="*/ 207666 w 614563"/>
                  <a:gd name="connsiteY20" fmla="*/ 156013 h 328891"/>
                  <a:gd name="connsiteX21" fmla="*/ 251940 w 614563"/>
                  <a:gd name="connsiteY21" fmla="*/ 200287 h 328891"/>
                  <a:gd name="connsiteX22" fmla="*/ 291997 w 614563"/>
                  <a:gd name="connsiteY22" fmla="*/ 222424 h 328891"/>
                  <a:gd name="connsiteX23" fmla="*/ 273022 w 614563"/>
                  <a:gd name="connsiteY23" fmla="*/ 213991 h 328891"/>
                  <a:gd name="connsiteX24" fmla="*/ 322567 w 614563"/>
                  <a:gd name="connsiteY24" fmla="*/ 94873 h 328891"/>
                  <a:gd name="connsiteX25" fmla="*/ 341542 w 614563"/>
                  <a:gd name="connsiteY25" fmla="*/ 103306 h 328891"/>
                  <a:gd name="connsiteX26" fmla="*/ 291997 w 614563"/>
                  <a:gd name="connsiteY26" fmla="*/ 222424 h 328891"/>
                  <a:gd name="connsiteX27" fmla="*/ 376328 w 614563"/>
                  <a:gd name="connsiteY27" fmla="*/ 216099 h 328891"/>
                  <a:gd name="connsiteX28" fmla="*/ 361570 w 614563"/>
                  <a:gd name="connsiteY28" fmla="*/ 201341 h 328891"/>
                  <a:gd name="connsiteX29" fmla="*/ 405844 w 614563"/>
                  <a:gd name="connsiteY29" fmla="*/ 157067 h 328891"/>
                  <a:gd name="connsiteX30" fmla="*/ 361570 w 614563"/>
                  <a:gd name="connsiteY30" fmla="*/ 112793 h 328891"/>
                  <a:gd name="connsiteX31" fmla="*/ 376328 w 614563"/>
                  <a:gd name="connsiteY31" fmla="*/ 98035 h 328891"/>
                  <a:gd name="connsiteX32" fmla="*/ 435360 w 614563"/>
                  <a:gd name="connsiteY32" fmla="*/ 157067 h 328891"/>
                  <a:gd name="connsiteX33" fmla="*/ 376328 w 614563"/>
                  <a:gd name="connsiteY33" fmla="*/ 216099 h 328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614563" h="328891">
                    <a:moveTo>
                      <a:pt x="534449" y="26354"/>
                    </a:moveTo>
                    <a:cubicBezTo>
                      <a:pt x="534449" y="11596"/>
                      <a:pt x="522854" y="0"/>
                      <a:pt x="508096" y="0"/>
                    </a:cubicBezTo>
                    <a:lnTo>
                      <a:pt x="508096" y="0"/>
                    </a:lnTo>
                    <a:lnTo>
                      <a:pt x="106468" y="0"/>
                    </a:lnTo>
                    <a:cubicBezTo>
                      <a:pt x="91710" y="0"/>
                      <a:pt x="80115" y="11596"/>
                      <a:pt x="80115" y="26354"/>
                    </a:cubicBezTo>
                    <a:lnTo>
                      <a:pt x="80115" y="26354"/>
                    </a:lnTo>
                    <a:lnTo>
                      <a:pt x="80115" y="288835"/>
                    </a:lnTo>
                    <a:lnTo>
                      <a:pt x="0" y="288835"/>
                    </a:lnTo>
                    <a:lnTo>
                      <a:pt x="0" y="302538"/>
                    </a:lnTo>
                    <a:cubicBezTo>
                      <a:pt x="0" y="317296"/>
                      <a:pt x="11596" y="328892"/>
                      <a:pt x="26354" y="328892"/>
                    </a:cubicBezTo>
                    <a:lnTo>
                      <a:pt x="588210" y="328892"/>
                    </a:lnTo>
                    <a:cubicBezTo>
                      <a:pt x="602968" y="328892"/>
                      <a:pt x="614564" y="317296"/>
                      <a:pt x="614564" y="302538"/>
                    </a:cubicBezTo>
                    <a:lnTo>
                      <a:pt x="614564" y="288835"/>
                    </a:lnTo>
                    <a:lnTo>
                      <a:pt x="534449" y="288835"/>
                    </a:lnTo>
                    <a:lnTo>
                      <a:pt x="534449" y="26354"/>
                    </a:lnTo>
                    <a:close/>
                    <a:moveTo>
                      <a:pt x="251940" y="200287"/>
                    </a:moveTo>
                    <a:lnTo>
                      <a:pt x="237182" y="215045"/>
                    </a:lnTo>
                    <a:lnTo>
                      <a:pt x="178150" y="156013"/>
                    </a:lnTo>
                    <a:lnTo>
                      <a:pt x="237182" y="96981"/>
                    </a:lnTo>
                    <a:lnTo>
                      <a:pt x="251940" y="111739"/>
                    </a:lnTo>
                    <a:lnTo>
                      <a:pt x="207666" y="156013"/>
                    </a:lnTo>
                    <a:lnTo>
                      <a:pt x="251940" y="200287"/>
                    </a:lnTo>
                    <a:close/>
                    <a:moveTo>
                      <a:pt x="291997" y="222424"/>
                    </a:moveTo>
                    <a:lnTo>
                      <a:pt x="273022" y="213991"/>
                    </a:lnTo>
                    <a:lnTo>
                      <a:pt x="322567" y="94873"/>
                    </a:lnTo>
                    <a:lnTo>
                      <a:pt x="341542" y="103306"/>
                    </a:lnTo>
                    <a:lnTo>
                      <a:pt x="291997" y="222424"/>
                    </a:lnTo>
                    <a:close/>
                    <a:moveTo>
                      <a:pt x="376328" y="216099"/>
                    </a:moveTo>
                    <a:lnTo>
                      <a:pt x="361570" y="201341"/>
                    </a:lnTo>
                    <a:lnTo>
                      <a:pt x="405844" y="157067"/>
                    </a:lnTo>
                    <a:lnTo>
                      <a:pt x="361570" y="112793"/>
                    </a:lnTo>
                    <a:lnTo>
                      <a:pt x="376328" y="98035"/>
                    </a:lnTo>
                    <a:lnTo>
                      <a:pt x="435360" y="157067"/>
                    </a:lnTo>
                    <a:lnTo>
                      <a:pt x="376328" y="216099"/>
                    </a:lnTo>
                    <a:close/>
                  </a:path>
                </a:pathLst>
              </a:custGeom>
              <a:solidFill>
                <a:schemeClr val="accent2"/>
              </a:solidFill>
              <a:ln w="105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cxnSp>
          <p:nvCxnSpPr>
            <p:cNvPr id="5" name="Gerade Verbindung mit Pfeil 4">
              <a:extLst>
                <a:ext uri="{FF2B5EF4-FFF2-40B4-BE49-F238E27FC236}">
                  <a16:creationId xmlns:a16="http://schemas.microsoft.com/office/drawing/2014/main" id="{BCE0DD90-0F0F-E253-D196-6D713AD3DD10}"/>
                </a:ext>
              </a:extLst>
            </p:cNvPr>
            <p:cNvCxnSpPr>
              <a:cxnSpLocks/>
            </p:cNvCxnSpPr>
            <p:nvPr/>
          </p:nvCxnSpPr>
          <p:spPr>
            <a:xfrm>
              <a:off x="9080740" y="2146109"/>
              <a:ext cx="59412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nvGrpSpPr>
            <p:cNvPr id="6" name="Gruppieren 5">
              <a:extLst>
                <a:ext uri="{FF2B5EF4-FFF2-40B4-BE49-F238E27FC236}">
                  <a16:creationId xmlns:a16="http://schemas.microsoft.com/office/drawing/2014/main" id="{3730F566-9949-6561-1582-4A2BBF151775}"/>
                </a:ext>
              </a:extLst>
            </p:cNvPr>
            <p:cNvGrpSpPr>
              <a:grpSpLocks noChangeAspect="1"/>
            </p:cNvGrpSpPr>
            <p:nvPr/>
          </p:nvGrpSpPr>
          <p:grpSpPr>
            <a:xfrm>
              <a:off x="9657679" y="1716297"/>
              <a:ext cx="914400" cy="914400"/>
              <a:chOff x="7220546" y="1909881"/>
              <a:chExt cx="914400" cy="914400"/>
            </a:xfrm>
          </p:grpSpPr>
          <p:pic>
            <p:nvPicPr>
              <p:cNvPr id="28" name="Grafik 27" descr="Laptop mit einfarbiger Füllung">
                <a:extLst>
                  <a:ext uri="{FF2B5EF4-FFF2-40B4-BE49-F238E27FC236}">
                    <a16:creationId xmlns:a16="http://schemas.microsoft.com/office/drawing/2014/main" id="{48651FD4-226F-7492-F095-FCB61F24953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220546" y="1909881"/>
                <a:ext cx="914400" cy="914400"/>
              </a:xfrm>
              <a:prstGeom prst="rect">
                <a:avLst/>
              </a:prstGeom>
            </p:spPr>
          </p:pic>
          <p:pic>
            <p:nvPicPr>
              <p:cNvPr id="29" name="Grafik 28" descr="Schlüssel mit einfarbiger Füllung">
                <a:extLst>
                  <a:ext uri="{FF2B5EF4-FFF2-40B4-BE49-F238E27FC236}">
                    <a16:creationId xmlns:a16="http://schemas.microsoft.com/office/drawing/2014/main" id="{C2449DA1-6B87-732B-231E-A1A4A5CC6D2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517214" y="2144224"/>
                <a:ext cx="334147" cy="334147"/>
              </a:xfrm>
              <a:prstGeom prst="rect">
                <a:avLst/>
              </a:prstGeom>
            </p:spPr>
          </p:pic>
        </p:grpSp>
        <p:cxnSp>
          <p:nvCxnSpPr>
            <p:cNvPr id="7" name="Gerade Verbindung mit Pfeil 6">
              <a:extLst>
                <a:ext uri="{FF2B5EF4-FFF2-40B4-BE49-F238E27FC236}">
                  <a16:creationId xmlns:a16="http://schemas.microsoft.com/office/drawing/2014/main" id="{98F0F0E6-4E78-4CB7-FBAD-6AFB10B98778}"/>
                </a:ext>
              </a:extLst>
            </p:cNvPr>
            <p:cNvCxnSpPr>
              <a:cxnSpLocks/>
            </p:cNvCxnSpPr>
            <p:nvPr/>
          </p:nvCxnSpPr>
          <p:spPr>
            <a:xfrm flipV="1">
              <a:off x="10583823" y="1630237"/>
              <a:ext cx="787122" cy="41987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8" name="Gerade Verbindung mit Pfeil 7">
              <a:extLst>
                <a:ext uri="{FF2B5EF4-FFF2-40B4-BE49-F238E27FC236}">
                  <a16:creationId xmlns:a16="http://schemas.microsoft.com/office/drawing/2014/main" id="{F87EACB3-6FDC-5419-D253-300514463F9E}"/>
                </a:ext>
              </a:extLst>
            </p:cNvPr>
            <p:cNvCxnSpPr>
              <a:cxnSpLocks/>
            </p:cNvCxnSpPr>
            <p:nvPr/>
          </p:nvCxnSpPr>
          <p:spPr>
            <a:xfrm>
              <a:off x="10583823" y="2173497"/>
              <a:ext cx="769977" cy="44059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3" name="Gerade Verbindung mit Pfeil 12">
              <a:extLst>
                <a:ext uri="{FF2B5EF4-FFF2-40B4-BE49-F238E27FC236}">
                  <a16:creationId xmlns:a16="http://schemas.microsoft.com/office/drawing/2014/main" id="{CA1A96F9-4927-D8CC-E86F-291DF76D6CD1}"/>
                </a:ext>
              </a:extLst>
            </p:cNvPr>
            <p:cNvCxnSpPr>
              <a:cxnSpLocks/>
            </p:cNvCxnSpPr>
            <p:nvPr/>
          </p:nvCxnSpPr>
          <p:spPr>
            <a:xfrm>
              <a:off x="10583823" y="2111802"/>
              <a:ext cx="769977"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nvGrpSpPr>
            <p:cNvPr id="14" name="Gruppieren 13">
              <a:extLst>
                <a:ext uri="{FF2B5EF4-FFF2-40B4-BE49-F238E27FC236}">
                  <a16:creationId xmlns:a16="http://schemas.microsoft.com/office/drawing/2014/main" id="{D150F396-8F8F-60D8-3ED6-6C7460CB1070}"/>
                </a:ext>
              </a:extLst>
            </p:cNvPr>
            <p:cNvGrpSpPr>
              <a:grpSpLocks noChangeAspect="1"/>
            </p:cNvGrpSpPr>
            <p:nvPr/>
          </p:nvGrpSpPr>
          <p:grpSpPr>
            <a:xfrm>
              <a:off x="11392405" y="1422510"/>
              <a:ext cx="536070" cy="415454"/>
              <a:chOff x="8187584" y="1848891"/>
              <a:chExt cx="762000" cy="590550"/>
            </a:xfrm>
          </p:grpSpPr>
          <p:sp>
            <p:nvSpPr>
              <p:cNvPr id="26" name="Freihandform: Form 25">
                <a:extLst>
                  <a:ext uri="{FF2B5EF4-FFF2-40B4-BE49-F238E27FC236}">
                    <a16:creationId xmlns:a16="http://schemas.microsoft.com/office/drawing/2014/main" id="{049EA8F7-4F23-A7AB-E514-ACD42A645D8D}"/>
                  </a:ext>
                </a:extLst>
              </p:cNvPr>
              <p:cNvSpPr/>
              <p:nvPr/>
            </p:nvSpPr>
            <p:spPr>
              <a:xfrm>
                <a:off x="8187584" y="1848891"/>
                <a:ext cx="762000" cy="590550"/>
              </a:xfrm>
              <a:custGeom>
                <a:avLst/>
                <a:gdLst>
                  <a:gd name="connsiteX0" fmla="*/ 0 w 762000"/>
                  <a:gd name="connsiteY0" fmla="*/ 0 h 590550"/>
                  <a:gd name="connsiteX1" fmla="*/ 0 w 762000"/>
                  <a:gd name="connsiteY1" fmla="*/ 590550 h 590550"/>
                  <a:gd name="connsiteX2" fmla="*/ 762000 w 762000"/>
                  <a:gd name="connsiteY2" fmla="*/ 590550 h 590550"/>
                  <a:gd name="connsiteX3" fmla="*/ 762000 w 762000"/>
                  <a:gd name="connsiteY3" fmla="*/ 0 h 590550"/>
                  <a:gd name="connsiteX4" fmla="*/ 657225 w 762000"/>
                  <a:gd name="connsiteY4" fmla="*/ 57150 h 590550"/>
                  <a:gd name="connsiteX5" fmla="*/ 676275 w 762000"/>
                  <a:gd name="connsiteY5" fmla="*/ 76200 h 590550"/>
                  <a:gd name="connsiteX6" fmla="*/ 657225 w 762000"/>
                  <a:gd name="connsiteY6" fmla="*/ 95250 h 590550"/>
                  <a:gd name="connsiteX7" fmla="*/ 638175 w 762000"/>
                  <a:gd name="connsiteY7" fmla="*/ 76200 h 590550"/>
                  <a:gd name="connsiteX8" fmla="*/ 657225 w 762000"/>
                  <a:gd name="connsiteY8" fmla="*/ 57150 h 590550"/>
                  <a:gd name="connsiteX9" fmla="*/ 590550 w 762000"/>
                  <a:gd name="connsiteY9" fmla="*/ 57150 h 590550"/>
                  <a:gd name="connsiteX10" fmla="*/ 609600 w 762000"/>
                  <a:gd name="connsiteY10" fmla="*/ 76200 h 590550"/>
                  <a:gd name="connsiteX11" fmla="*/ 590550 w 762000"/>
                  <a:gd name="connsiteY11" fmla="*/ 95250 h 590550"/>
                  <a:gd name="connsiteX12" fmla="*/ 571500 w 762000"/>
                  <a:gd name="connsiteY12" fmla="*/ 76200 h 590550"/>
                  <a:gd name="connsiteX13" fmla="*/ 590550 w 762000"/>
                  <a:gd name="connsiteY13" fmla="*/ 57150 h 590550"/>
                  <a:gd name="connsiteX14" fmla="*/ 523875 w 762000"/>
                  <a:gd name="connsiteY14" fmla="*/ 57150 h 590550"/>
                  <a:gd name="connsiteX15" fmla="*/ 542925 w 762000"/>
                  <a:gd name="connsiteY15" fmla="*/ 76200 h 590550"/>
                  <a:gd name="connsiteX16" fmla="*/ 523875 w 762000"/>
                  <a:gd name="connsiteY16" fmla="*/ 95250 h 590550"/>
                  <a:gd name="connsiteX17" fmla="*/ 504825 w 762000"/>
                  <a:gd name="connsiteY17" fmla="*/ 76200 h 590550"/>
                  <a:gd name="connsiteX18" fmla="*/ 523875 w 762000"/>
                  <a:gd name="connsiteY18" fmla="*/ 57150 h 590550"/>
                  <a:gd name="connsiteX19" fmla="*/ 704850 w 762000"/>
                  <a:gd name="connsiteY19" fmla="*/ 533400 h 590550"/>
                  <a:gd name="connsiteX20" fmla="*/ 57150 w 762000"/>
                  <a:gd name="connsiteY20" fmla="*/ 533400 h 590550"/>
                  <a:gd name="connsiteX21" fmla="*/ 57150 w 762000"/>
                  <a:gd name="connsiteY21" fmla="*/ 152400 h 590550"/>
                  <a:gd name="connsiteX22" fmla="*/ 704850 w 762000"/>
                  <a:gd name="connsiteY22" fmla="*/ 152400 h 590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62000" h="590550">
                    <a:moveTo>
                      <a:pt x="0" y="0"/>
                    </a:moveTo>
                    <a:lnTo>
                      <a:pt x="0" y="590550"/>
                    </a:lnTo>
                    <a:lnTo>
                      <a:pt x="762000" y="590550"/>
                    </a:lnTo>
                    <a:lnTo>
                      <a:pt x="762000" y="0"/>
                    </a:lnTo>
                    <a:close/>
                    <a:moveTo>
                      <a:pt x="657225" y="57150"/>
                    </a:moveTo>
                    <a:cubicBezTo>
                      <a:pt x="667746" y="57150"/>
                      <a:pt x="676275" y="65679"/>
                      <a:pt x="676275" y="76200"/>
                    </a:cubicBezTo>
                    <a:cubicBezTo>
                      <a:pt x="676275" y="86721"/>
                      <a:pt x="667746" y="95250"/>
                      <a:pt x="657225" y="95250"/>
                    </a:cubicBezTo>
                    <a:cubicBezTo>
                      <a:pt x="646704" y="95250"/>
                      <a:pt x="638175" y="86721"/>
                      <a:pt x="638175" y="76200"/>
                    </a:cubicBezTo>
                    <a:cubicBezTo>
                      <a:pt x="638175" y="65679"/>
                      <a:pt x="646704" y="57150"/>
                      <a:pt x="657225" y="57150"/>
                    </a:cubicBezTo>
                    <a:close/>
                    <a:moveTo>
                      <a:pt x="590550" y="57150"/>
                    </a:moveTo>
                    <a:cubicBezTo>
                      <a:pt x="601071" y="57150"/>
                      <a:pt x="609600" y="65679"/>
                      <a:pt x="609600" y="76200"/>
                    </a:cubicBezTo>
                    <a:cubicBezTo>
                      <a:pt x="609600" y="86721"/>
                      <a:pt x="601071" y="95250"/>
                      <a:pt x="590550" y="95250"/>
                    </a:cubicBezTo>
                    <a:cubicBezTo>
                      <a:pt x="580029" y="95250"/>
                      <a:pt x="571500" y="86721"/>
                      <a:pt x="571500" y="76200"/>
                    </a:cubicBezTo>
                    <a:cubicBezTo>
                      <a:pt x="571500" y="65679"/>
                      <a:pt x="580029" y="57150"/>
                      <a:pt x="590550" y="57150"/>
                    </a:cubicBezTo>
                    <a:close/>
                    <a:moveTo>
                      <a:pt x="523875" y="57150"/>
                    </a:moveTo>
                    <a:cubicBezTo>
                      <a:pt x="534396" y="57150"/>
                      <a:pt x="542925" y="65679"/>
                      <a:pt x="542925" y="76200"/>
                    </a:cubicBezTo>
                    <a:cubicBezTo>
                      <a:pt x="542925" y="86721"/>
                      <a:pt x="534396" y="95250"/>
                      <a:pt x="523875" y="95250"/>
                    </a:cubicBezTo>
                    <a:cubicBezTo>
                      <a:pt x="513354" y="95250"/>
                      <a:pt x="504825" y="86721"/>
                      <a:pt x="504825" y="76200"/>
                    </a:cubicBezTo>
                    <a:cubicBezTo>
                      <a:pt x="504825" y="65679"/>
                      <a:pt x="513354" y="57150"/>
                      <a:pt x="523875" y="57150"/>
                    </a:cubicBezTo>
                    <a:close/>
                    <a:moveTo>
                      <a:pt x="704850" y="533400"/>
                    </a:moveTo>
                    <a:lnTo>
                      <a:pt x="57150" y="533400"/>
                    </a:lnTo>
                    <a:lnTo>
                      <a:pt x="57150" y="152400"/>
                    </a:lnTo>
                    <a:lnTo>
                      <a:pt x="704850" y="152400"/>
                    </a:ln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27" name="Grafik 7" descr="Entsperren mit einfarbiger Füllung">
                <a:extLst>
                  <a:ext uri="{FF2B5EF4-FFF2-40B4-BE49-F238E27FC236}">
                    <a16:creationId xmlns:a16="http://schemas.microsoft.com/office/drawing/2014/main" id="{13B2BDAE-E78F-CDD9-6A55-F915FDAE59CF}"/>
                  </a:ext>
                </a:extLst>
              </p:cNvPr>
              <p:cNvSpPr>
                <a:spLocks noChangeAspect="1"/>
              </p:cNvSpPr>
              <p:nvPr/>
            </p:nvSpPr>
            <p:spPr>
              <a:xfrm>
                <a:off x="8460285" y="2044703"/>
                <a:ext cx="216598" cy="286850"/>
              </a:xfrm>
              <a:custGeom>
                <a:avLst/>
                <a:gdLst>
                  <a:gd name="connsiteX0" fmla="*/ 189612 w 379224"/>
                  <a:gd name="connsiteY0" fmla="*/ 257331 h 541749"/>
                  <a:gd name="connsiteX1" fmla="*/ 88034 w 379224"/>
                  <a:gd name="connsiteY1" fmla="*/ 264780 h 541749"/>
                  <a:gd name="connsiteX2" fmla="*/ 88034 w 379224"/>
                  <a:gd name="connsiteY2" fmla="*/ 142209 h 541749"/>
                  <a:gd name="connsiteX3" fmla="*/ 189612 w 379224"/>
                  <a:gd name="connsiteY3" fmla="*/ 40631 h 541749"/>
                  <a:gd name="connsiteX4" fmla="*/ 291190 w 379224"/>
                  <a:gd name="connsiteY4" fmla="*/ 142209 h 541749"/>
                  <a:gd name="connsiteX5" fmla="*/ 291190 w 379224"/>
                  <a:gd name="connsiteY5" fmla="*/ 182840 h 541749"/>
                  <a:gd name="connsiteX6" fmla="*/ 331821 w 379224"/>
                  <a:gd name="connsiteY6" fmla="*/ 182840 h 541749"/>
                  <a:gd name="connsiteX7" fmla="*/ 331821 w 379224"/>
                  <a:gd name="connsiteY7" fmla="*/ 142209 h 541749"/>
                  <a:gd name="connsiteX8" fmla="*/ 189612 w 379224"/>
                  <a:gd name="connsiteY8" fmla="*/ 0 h 541749"/>
                  <a:gd name="connsiteX9" fmla="*/ 47403 w 379224"/>
                  <a:gd name="connsiteY9" fmla="*/ 142209 h 541749"/>
                  <a:gd name="connsiteX10" fmla="*/ 47403 w 379224"/>
                  <a:gd name="connsiteY10" fmla="*/ 267489 h 541749"/>
                  <a:gd name="connsiteX11" fmla="*/ 0 w 379224"/>
                  <a:gd name="connsiteY11" fmla="*/ 270875 h 541749"/>
                  <a:gd name="connsiteX12" fmla="*/ 0 w 379224"/>
                  <a:gd name="connsiteY12" fmla="*/ 528205 h 541749"/>
                  <a:gd name="connsiteX13" fmla="*/ 189612 w 379224"/>
                  <a:gd name="connsiteY13" fmla="*/ 541749 h 541749"/>
                  <a:gd name="connsiteX14" fmla="*/ 379224 w 379224"/>
                  <a:gd name="connsiteY14" fmla="*/ 528205 h 541749"/>
                  <a:gd name="connsiteX15" fmla="*/ 379224 w 379224"/>
                  <a:gd name="connsiteY15" fmla="*/ 270875 h 541749"/>
                  <a:gd name="connsiteX16" fmla="*/ 189612 w 379224"/>
                  <a:gd name="connsiteY16" fmla="*/ 257331 h 541749"/>
                  <a:gd name="connsiteX17" fmla="*/ 203156 w 379224"/>
                  <a:gd name="connsiteY17" fmla="*/ 438140 h 541749"/>
                  <a:gd name="connsiteX18" fmla="*/ 203156 w 379224"/>
                  <a:gd name="connsiteY18" fmla="*/ 474031 h 541749"/>
                  <a:gd name="connsiteX19" fmla="*/ 176068 w 379224"/>
                  <a:gd name="connsiteY19" fmla="*/ 474031 h 541749"/>
                  <a:gd name="connsiteX20" fmla="*/ 176068 w 379224"/>
                  <a:gd name="connsiteY20" fmla="*/ 438140 h 541749"/>
                  <a:gd name="connsiteX21" fmla="*/ 148981 w 379224"/>
                  <a:gd name="connsiteY21" fmla="*/ 399540 h 541749"/>
                  <a:gd name="connsiteX22" fmla="*/ 189612 w 379224"/>
                  <a:gd name="connsiteY22" fmla="*/ 358909 h 541749"/>
                  <a:gd name="connsiteX23" fmla="*/ 230243 w 379224"/>
                  <a:gd name="connsiteY23" fmla="*/ 399540 h 541749"/>
                  <a:gd name="connsiteX24" fmla="*/ 203156 w 379224"/>
                  <a:gd name="connsiteY24" fmla="*/ 438140 h 541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79224" h="541749">
                    <a:moveTo>
                      <a:pt x="189612" y="257331"/>
                    </a:moveTo>
                    <a:lnTo>
                      <a:pt x="88034" y="264780"/>
                    </a:lnTo>
                    <a:lnTo>
                      <a:pt x="88034" y="142209"/>
                    </a:lnTo>
                    <a:cubicBezTo>
                      <a:pt x="88034" y="86003"/>
                      <a:pt x="133406" y="40631"/>
                      <a:pt x="189612" y="40631"/>
                    </a:cubicBezTo>
                    <a:cubicBezTo>
                      <a:pt x="245819" y="40631"/>
                      <a:pt x="291190" y="86003"/>
                      <a:pt x="291190" y="142209"/>
                    </a:cubicBezTo>
                    <a:lnTo>
                      <a:pt x="291190" y="182840"/>
                    </a:lnTo>
                    <a:lnTo>
                      <a:pt x="331821" y="182840"/>
                    </a:lnTo>
                    <a:lnTo>
                      <a:pt x="331821" y="142209"/>
                    </a:lnTo>
                    <a:cubicBezTo>
                      <a:pt x="331821" y="63656"/>
                      <a:pt x="268166" y="0"/>
                      <a:pt x="189612" y="0"/>
                    </a:cubicBezTo>
                    <a:cubicBezTo>
                      <a:pt x="111059" y="0"/>
                      <a:pt x="47403" y="63656"/>
                      <a:pt x="47403" y="142209"/>
                    </a:cubicBezTo>
                    <a:lnTo>
                      <a:pt x="47403" y="267489"/>
                    </a:lnTo>
                    <a:lnTo>
                      <a:pt x="0" y="270875"/>
                    </a:lnTo>
                    <a:lnTo>
                      <a:pt x="0" y="528205"/>
                    </a:lnTo>
                    <a:lnTo>
                      <a:pt x="189612" y="541749"/>
                    </a:lnTo>
                    <a:lnTo>
                      <a:pt x="379224" y="528205"/>
                    </a:lnTo>
                    <a:lnTo>
                      <a:pt x="379224" y="270875"/>
                    </a:lnTo>
                    <a:lnTo>
                      <a:pt x="189612" y="257331"/>
                    </a:lnTo>
                    <a:close/>
                    <a:moveTo>
                      <a:pt x="203156" y="438140"/>
                    </a:moveTo>
                    <a:lnTo>
                      <a:pt x="203156" y="474031"/>
                    </a:lnTo>
                    <a:lnTo>
                      <a:pt x="176068" y="474031"/>
                    </a:lnTo>
                    <a:lnTo>
                      <a:pt x="176068" y="438140"/>
                    </a:lnTo>
                    <a:cubicBezTo>
                      <a:pt x="160493" y="432722"/>
                      <a:pt x="148981" y="417824"/>
                      <a:pt x="148981" y="399540"/>
                    </a:cubicBezTo>
                    <a:cubicBezTo>
                      <a:pt x="148981" y="377193"/>
                      <a:pt x="167265" y="358909"/>
                      <a:pt x="189612" y="358909"/>
                    </a:cubicBezTo>
                    <a:cubicBezTo>
                      <a:pt x="211959" y="358909"/>
                      <a:pt x="230243" y="377193"/>
                      <a:pt x="230243" y="399540"/>
                    </a:cubicBezTo>
                    <a:cubicBezTo>
                      <a:pt x="230243" y="417147"/>
                      <a:pt x="218731" y="432045"/>
                      <a:pt x="203156" y="438140"/>
                    </a:cubicBezTo>
                    <a:close/>
                  </a:path>
                </a:pathLst>
              </a:custGeom>
              <a:solidFill>
                <a:schemeClr val="tx1"/>
              </a:solidFill>
              <a:ln w="674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grpSp>
          <p:nvGrpSpPr>
            <p:cNvPr id="15" name="Gruppieren 14">
              <a:extLst>
                <a:ext uri="{FF2B5EF4-FFF2-40B4-BE49-F238E27FC236}">
                  <a16:creationId xmlns:a16="http://schemas.microsoft.com/office/drawing/2014/main" id="{DE4B45F9-A532-E19B-BE53-58BF9A5A0682}"/>
                </a:ext>
              </a:extLst>
            </p:cNvPr>
            <p:cNvGrpSpPr>
              <a:grpSpLocks noChangeAspect="1"/>
            </p:cNvGrpSpPr>
            <p:nvPr/>
          </p:nvGrpSpPr>
          <p:grpSpPr>
            <a:xfrm>
              <a:off x="11394433" y="1902947"/>
              <a:ext cx="536070" cy="415454"/>
              <a:chOff x="8187584" y="1848891"/>
              <a:chExt cx="762000" cy="590550"/>
            </a:xfrm>
          </p:grpSpPr>
          <p:sp>
            <p:nvSpPr>
              <p:cNvPr id="24" name="Freihandform: Form 23">
                <a:extLst>
                  <a:ext uri="{FF2B5EF4-FFF2-40B4-BE49-F238E27FC236}">
                    <a16:creationId xmlns:a16="http://schemas.microsoft.com/office/drawing/2014/main" id="{377EBED2-C90D-01B9-96D2-556099EA259C}"/>
                  </a:ext>
                </a:extLst>
              </p:cNvPr>
              <p:cNvSpPr/>
              <p:nvPr/>
            </p:nvSpPr>
            <p:spPr>
              <a:xfrm>
                <a:off x="8187584" y="1848891"/>
                <a:ext cx="762000" cy="590550"/>
              </a:xfrm>
              <a:custGeom>
                <a:avLst/>
                <a:gdLst>
                  <a:gd name="connsiteX0" fmla="*/ 0 w 762000"/>
                  <a:gd name="connsiteY0" fmla="*/ 0 h 590550"/>
                  <a:gd name="connsiteX1" fmla="*/ 0 w 762000"/>
                  <a:gd name="connsiteY1" fmla="*/ 590550 h 590550"/>
                  <a:gd name="connsiteX2" fmla="*/ 762000 w 762000"/>
                  <a:gd name="connsiteY2" fmla="*/ 590550 h 590550"/>
                  <a:gd name="connsiteX3" fmla="*/ 762000 w 762000"/>
                  <a:gd name="connsiteY3" fmla="*/ 0 h 590550"/>
                  <a:gd name="connsiteX4" fmla="*/ 657225 w 762000"/>
                  <a:gd name="connsiteY4" fmla="*/ 57150 h 590550"/>
                  <a:gd name="connsiteX5" fmla="*/ 676275 w 762000"/>
                  <a:gd name="connsiteY5" fmla="*/ 76200 h 590550"/>
                  <a:gd name="connsiteX6" fmla="*/ 657225 w 762000"/>
                  <a:gd name="connsiteY6" fmla="*/ 95250 h 590550"/>
                  <a:gd name="connsiteX7" fmla="*/ 638175 w 762000"/>
                  <a:gd name="connsiteY7" fmla="*/ 76200 h 590550"/>
                  <a:gd name="connsiteX8" fmla="*/ 657225 w 762000"/>
                  <a:gd name="connsiteY8" fmla="*/ 57150 h 590550"/>
                  <a:gd name="connsiteX9" fmla="*/ 590550 w 762000"/>
                  <a:gd name="connsiteY9" fmla="*/ 57150 h 590550"/>
                  <a:gd name="connsiteX10" fmla="*/ 609600 w 762000"/>
                  <a:gd name="connsiteY10" fmla="*/ 76200 h 590550"/>
                  <a:gd name="connsiteX11" fmla="*/ 590550 w 762000"/>
                  <a:gd name="connsiteY11" fmla="*/ 95250 h 590550"/>
                  <a:gd name="connsiteX12" fmla="*/ 571500 w 762000"/>
                  <a:gd name="connsiteY12" fmla="*/ 76200 h 590550"/>
                  <a:gd name="connsiteX13" fmla="*/ 590550 w 762000"/>
                  <a:gd name="connsiteY13" fmla="*/ 57150 h 590550"/>
                  <a:gd name="connsiteX14" fmla="*/ 523875 w 762000"/>
                  <a:gd name="connsiteY14" fmla="*/ 57150 h 590550"/>
                  <a:gd name="connsiteX15" fmla="*/ 542925 w 762000"/>
                  <a:gd name="connsiteY15" fmla="*/ 76200 h 590550"/>
                  <a:gd name="connsiteX16" fmla="*/ 523875 w 762000"/>
                  <a:gd name="connsiteY16" fmla="*/ 95250 h 590550"/>
                  <a:gd name="connsiteX17" fmla="*/ 504825 w 762000"/>
                  <a:gd name="connsiteY17" fmla="*/ 76200 h 590550"/>
                  <a:gd name="connsiteX18" fmla="*/ 523875 w 762000"/>
                  <a:gd name="connsiteY18" fmla="*/ 57150 h 590550"/>
                  <a:gd name="connsiteX19" fmla="*/ 704850 w 762000"/>
                  <a:gd name="connsiteY19" fmla="*/ 533400 h 590550"/>
                  <a:gd name="connsiteX20" fmla="*/ 57150 w 762000"/>
                  <a:gd name="connsiteY20" fmla="*/ 533400 h 590550"/>
                  <a:gd name="connsiteX21" fmla="*/ 57150 w 762000"/>
                  <a:gd name="connsiteY21" fmla="*/ 152400 h 590550"/>
                  <a:gd name="connsiteX22" fmla="*/ 704850 w 762000"/>
                  <a:gd name="connsiteY22" fmla="*/ 152400 h 590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62000" h="590550">
                    <a:moveTo>
                      <a:pt x="0" y="0"/>
                    </a:moveTo>
                    <a:lnTo>
                      <a:pt x="0" y="590550"/>
                    </a:lnTo>
                    <a:lnTo>
                      <a:pt x="762000" y="590550"/>
                    </a:lnTo>
                    <a:lnTo>
                      <a:pt x="762000" y="0"/>
                    </a:lnTo>
                    <a:close/>
                    <a:moveTo>
                      <a:pt x="657225" y="57150"/>
                    </a:moveTo>
                    <a:cubicBezTo>
                      <a:pt x="667746" y="57150"/>
                      <a:pt x="676275" y="65679"/>
                      <a:pt x="676275" y="76200"/>
                    </a:cubicBezTo>
                    <a:cubicBezTo>
                      <a:pt x="676275" y="86721"/>
                      <a:pt x="667746" y="95250"/>
                      <a:pt x="657225" y="95250"/>
                    </a:cubicBezTo>
                    <a:cubicBezTo>
                      <a:pt x="646704" y="95250"/>
                      <a:pt x="638175" y="86721"/>
                      <a:pt x="638175" y="76200"/>
                    </a:cubicBezTo>
                    <a:cubicBezTo>
                      <a:pt x="638175" y="65679"/>
                      <a:pt x="646704" y="57150"/>
                      <a:pt x="657225" y="57150"/>
                    </a:cubicBezTo>
                    <a:close/>
                    <a:moveTo>
                      <a:pt x="590550" y="57150"/>
                    </a:moveTo>
                    <a:cubicBezTo>
                      <a:pt x="601071" y="57150"/>
                      <a:pt x="609600" y="65679"/>
                      <a:pt x="609600" y="76200"/>
                    </a:cubicBezTo>
                    <a:cubicBezTo>
                      <a:pt x="609600" y="86721"/>
                      <a:pt x="601071" y="95250"/>
                      <a:pt x="590550" y="95250"/>
                    </a:cubicBezTo>
                    <a:cubicBezTo>
                      <a:pt x="580029" y="95250"/>
                      <a:pt x="571500" y="86721"/>
                      <a:pt x="571500" y="76200"/>
                    </a:cubicBezTo>
                    <a:cubicBezTo>
                      <a:pt x="571500" y="65679"/>
                      <a:pt x="580029" y="57150"/>
                      <a:pt x="590550" y="57150"/>
                    </a:cubicBezTo>
                    <a:close/>
                    <a:moveTo>
                      <a:pt x="523875" y="57150"/>
                    </a:moveTo>
                    <a:cubicBezTo>
                      <a:pt x="534396" y="57150"/>
                      <a:pt x="542925" y="65679"/>
                      <a:pt x="542925" y="76200"/>
                    </a:cubicBezTo>
                    <a:cubicBezTo>
                      <a:pt x="542925" y="86721"/>
                      <a:pt x="534396" y="95250"/>
                      <a:pt x="523875" y="95250"/>
                    </a:cubicBezTo>
                    <a:cubicBezTo>
                      <a:pt x="513354" y="95250"/>
                      <a:pt x="504825" y="86721"/>
                      <a:pt x="504825" y="76200"/>
                    </a:cubicBezTo>
                    <a:cubicBezTo>
                      <a:pt x="504825" y="65679"/>
                      <a:pt x="513354" y="57150"/>
                      <a:pt x="523875" y="57150"/>
                    </a:cubicBezTo>
                    <a:close/>
                    <a:moveTo>
                      <a:pt x="704850" y="533400"/>
                    </a:moveTo>
                    <a:lnTo>
                      <a:pt x="57150" y="533400"/>
                    </a:lnTo>
                    <a:lnTo>
                      <a:pt x="57150" y="152400"/>
                    </a:lnTo>
                    <a:lnTo>
                      <a:pt x="704850" y="152400"/>
                    </a:ln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25" name="Grafik 7" descr="Entsperren mit einfarbiger Füllung">
                <a:extLst>
                  <a:ext uri="{FF2B5EF4-FFF2-40B4-BE49-F238E27FC236}">
                    <a16:creationId xmlns:a16="http://schemas.microsoft.com/office/drawing/2014/main" id="{A5B84ECA-5234-6B3E-A73C-EDC7471EF9B6}"/>
                  </a:ext>
                </a:extLst>
              </p:cNvPr>
              <p:cNvSpPr>
                <a:spLocks noChangeAspect="1"/>
              </p:cNvSpPr>
              <p:nvPr/>
            </p:nvSpPr>
            <p:spPr>
              <a:xfrm>
                <a:off x="8460285" y="2044703"/>
                <a:ext cx="216598" cy="286850"/>
              </a:xfrm>
              <a:custGeom>
                <a:avLst/>
                <a:gdLst>
                  <a:gd name="connsiteX0" fmla="*/ 189612 w 379224"/>
                  <a:gd name="connsiteY0" fmla="*/ 257331 h 541749"/>
                  <a:gd name="connsiteX1" fmla="*/ 88034 w 379224"/>
                  <a:gd name="connsiteY1" fmla="*/ 264780 h 541749"/>
                  <a:gd name="connsiteX2" fmla="*/ 88034 w 379224"/>
                  <a:gd name="connsiteY2" fmla="*/ 142209 h 541749"/>
                  <a:gd name="connsiteX3" fmla="*/ 189612 w 379224"/>
                  <a:gd name="connsiteY3" fmla="*/ 40631 h 541749"/>
                  <a:gd name="connsiteX4" fmla="*/ 291190 w 379224"/>
                  <a:gd name="connsiteY4" fmla="*/ 142209 h 541749"/>
                  <a:gd name="connsiteX5" fmla="*/ 291190 w 379224"/>
                  <a:gd name="connsiteY5" fmla="*/ 182840 h 541749"/>
                  <a:gd name="connsiteX6" fmla="*/ 331821 w 379224"/>
                  <a:gd name="connsiteY6" fmla="*/ 182840 h 541749"/>
                  <a:gd name="connsiteX7" fmla="*/ 331821 w 379224"/>
                  <a:gd name="connsiteY7" fmla="*/ 142209 h 541749"/>
                  <a:gd name="connsiteX8" fmla="*/ 189612 w 379224"/>
                  <a:gd name="connsiteY8" fmla="*/ 0 h 541749"/>
                  <a:gd name="connsiteX9" fmla="*/ 47403 w 379224"/>
                  <a:gd name="connsiteY9" fmla="*/ 142209 h 541749"/>
                  <a:gd name="connsiteX10" fmla="*/ 47403 w 379224"/>
                  <a:gd name="connsiteY10" fmla="*/ 267489 h 541749"/>
                  <a:gd name="connsiteX11" fmla="*/ 0 w 379224"/>
                  <a:gd name="connsiteY11" fmla="*/ 270875 h 541749"/>
                  <a:gd name="connsiteX12" fmla="*/ 0 w 379224"/>
                  <a:gd name="connsiteY12" fmla="*/ 528205 h 541749"/>
                  <a:gd name="connsiteX13" fmla="*/ 189612 w 379224"/>
                  <a:gd name="connsiteY13" fmla="*/ 541749 h 541749"/>
                  <a:gd name="connsiteX14" fmla="*/ 379224 w 379224"/>
                  <a:gd name="connsiteY14" fmla="*/ 528205 h 541749"/>
                  <a:gd name="connsiteX15" fmla="*/ 379224 w 379224"/>
                  <a:gd name="connsiteY15" fmla="*/ 270875 h 541749"/>
                  <a:gd name="connsiteX16" fmla="*/ 189612 w 379224"/>
                  <a:gd name="connsiteY16" fmla="*/ 257331 h 541749"/>
                  <a:gd name="connsiteX17" fmla="*/ 203156 w 379224"/>
                  <a:gd name="connsiteY17" fmla="*/ 438140 h 541749"/>
                  <a:gd name="connsiteX18" fmla="*/ 203156 w 379224"/>
                  <a:gd name="connsiteY18" fmla="*/ 474031 h 541749"/>
                  <a:gd name="connsiteX19" fmla="*/ 176068 w 379224"/>
                  <a:gd name="connsiteY19" fmla="*/ 474031 h 541749"/>
                  <a:gd name="connsiteX20" fmla="*/ 176068 w 379224"/>
                  <a:gd name="connsiteY20" fmla="*/ 438140 h 541749"/>
                  <a:gd name="connsiteX21" fmla="*/ 148981 w 379224"/>
                  <a:gd name="connsiteY21" fmla="*/ 399540 h 541749"/>
                  <a:gd name="connsiteX22" fmla="*/ 189612 w 379224"/>
                  <a:gd name="connsiteY22" fmla="*/ 358909 h 541749"/>
                  <a:gd name="connsiteX23" fmla="*/ 230243 w 379224"/>
                  <a:gd name="connsiteY23" fmla="*/ 399540 h 541749"/>
                  <a:gd name="connsiteX24" fmla="*/ 203156 w 379224"/>
                  <a:gd name="connsiteY24" fmla="*/ 438140 h 541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79224" h="541749">
                    <a:moveTo>
                      <a:pt x="189612" y="257331"/>
                    </a:moveTo>
                    <a:lnTo>
                      <a:pt x="88034" y="264780"/>
                    </a:lnTo>
                    <a:lnTo>
                      <a:pt x="88034" y="142209"/>
                    </a:lnTo>
                    <a:cubicBezTo>
                      <a:pt x="88034" y="86003"/>
                      <a:pt x="133406" y="40631"/>
                      <a:pt x="189612" y="40631"/>
                    </a:cubicBezTo>
                    <a:cubicBezTo>
                      <a:pt x="245819" y="40631"/>
                      <a:pt x="291190" y="86003"/>
                      <a:pt x="291190" y="142209"/>
                    </a:cubicBezTo>
                    <a:lnTo>
                      <a:pt x="291190" y="182840"/>
                    </a:lnTo>
                    <a:lnTo>
                      <a:pt x="331821" y="182840"/>
                    </a:lnTo>
                    <a:lnTo>
                      <a:pt x="331821" y="142209"/>
                    </a:lnTo>
                    <a:cubicBezTo>
                      <a:pt x="331821" y="63656"/>
                      <a:pt x="268166" y="0"/>
                      <a:pt x="189612" y="0"/>
                    </a:cubicBezTo>
                    <a:cubicBezTo>
                      <a:pt x="111059" y="0"/>
                      <a:pt x="47403" y="63656"/>
                      <a:pt x="47403" y="142209"/>
                    </a:cubicBezTo>
                    <a:lnTo>
                      <a:pt x="47403" y="267489"/>
                    </a:lnTo>
                    <a:lnTo>
                      <a:pt x="0" y="270875"/>
                    </a:lnTo>
                    <a:lnTo>
                      <a:pt x="0" y="528205"/>
                    </a:lnTo>
                    <a:lnTo>
                      <a:pt x="189612" y="541749"/>
                    </a:lnTo>
                    <a:lnTo>
                      <a:pt x="379224" y="528205"/>
                    </a:lnTo>
                    <a:lnTo>
                      <a:pt x="379224" y="270875"/>
                    </a:lnTo>
                    <a:lnTo>
                      <a:pt x="189612" y="257331"/>
                    </a:lnTo>
                    <a:close/>
                    <a:moveTo>
                      <a:pt x="203156" y="438140"/>
                    </a:moveTo>
                    <a:lnTo>
                      <a:pt x="203156" y="474031"/>
                    </a:lnTo>
                    <a:lnTo>
                      <a:pt x="176068" y="474031"/>
                    </a:lnTo>
                    <a:lnTo>
                      <a:pt x="176068" y="438140"/>
                    </a:lnTo>
                    <a:cubicBezTo>
                      <a:pt x="160493" y="432722"/>
                      <a:pt x="148981" y="417824"/>
                      <a:pt x="148981" y="399540"/>
                    </a:cubicBezTo>
                    <a:cubicBezTo>
                      <a:pt x="148981" y="377193"/>
                      <a:pt x="167265" y="358909"/>
                      <a:pt x="189612" y="358909"/>
                    </a:cubicBezTo>
                    <a:cubicBezTo>
                      <a:pt x="211959" y="358909"/>
                      <a:pt x="230243" y="377193"/>
                      <a:pt x="230243" y="399540"/>
                    </a:cubicBezTo>
                    <a:cubicBezTo>
                      <a:pt x="230243" y="417147"/>
                      <a:pt x="218731" y="432045"/>
                      <a:pt x="203156" y="438140"/>
                    </a:cubicBezTo>
                    <a:close/>
                  </a:path>
                </a:pathLst>
              </a:custGeom>
              <a:solidFill>
                <a:schemeClr val="tx1"/>
              </a:solidFill>
              <a:ln w="674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grpSp>
          <p:nvGrpSpPr>
            <p:cNvPr id="16" name="Gruppieren 15">
              <a:extLst>
                <a:ext uri="{FF2B5EF4-FFF2-40B4-BE49-F238E27FC236}">
                  <a16:creationId xmlns:a16="http://schemas.microsoft.com/office/drawing/2014/main" id="{016BD208-D67B-CCF5-1A02-FC156051B740}"/>
                </a:ext>
              </a:extLst>
            </p:cNvPr>
            <p:cNvGrpSpPr>
              <a:grpSpLocks noChangeAspect="1"/>
            </p:cNvGrpSpPr>
            <p:nvPr/>
          </p:nvGrpSpPr>
          <p:grpSpPr>
            <a:xfrm>
              <a:off x="11392405" y="2384378"/>
              <a:ext cx="536070" cy="415454"/>
              <a:chOff x="8187584" y="1848891"/>
              <a:chExt cx="762000" cy="590550"/>
            </a:xfrm>
          </p:grpSpPr>
          <p:sp>
            <p:nvSpPr>
              <p:cNvPr id="17" name="Freihandform: Form 16">
                <a:extLst>
                  <a:ext uri="{FF2B5EF4-FFF2-40B4-BE49-F238E27FC236}">
                    <a16:creationId xmlns:a16="http://schemas.microsoft.com/office/drawing/2014/main" id="{58199E82-2E17-8484-9E81-128CAD2EA138}"/>
                  </a:ext>
                </a:extLst>
              </p:cNvPr>
              <p:cNvSpPr/>
              <p:nvPr/>
            </p:nvSpPr>
            <p:spPr>
              <a:xfrm>
                <a:off x="8187584" y="1848891"/>
                <a:ext cx="762000" cy="590550"/>
              </a:xfrm>
              <a:custGeom>
                <a:avLst/>
                <a:gdLst>
                  <a:gd name="connsiteX0" fmla="*/ 0 w 762000"/>
                  <a:gd name="connsiteY0" fmla="*/ 0 h 590550"/>
                  <a:gd name="connsiteX1" fmla="*/ 0 w 762000"/>
                  <a:gd name="connsiteY1" fmla="*/ 590550 h 590550"/>
                  <a:gd name="connsiteX2" fmla="*/ 762000 w 762000"/>
                  <a:gd name="connsiteY2" fmla="*/ 590550 h 590550"/>
                  <a:gd name="connsiteX3" fmla="*/ 762000 w 762000"/>
                  <a:gd name="connsiteY3" fmla="*/ 0 h 590550"/>
                  <a:gd name="connsiteX4" fmla="*/ 657225 w 762000"/>
                  <a:gd name="connsiteY4" fmla="*/ 57150 h 590550"/>
                  <a:gd name="connsiteX5" fmla="*/ 676275 w 762000"/>
                  <a:gd name="connsiteY5" fmla="*/ 76200 h 590550"/>
                  <a:gd name="connsiteX6" fmla="*/ 657225 w 762000"/>
                  <a:gd name="connsiteY6" fmla="*/ 95250 h 590550"/>
                  <a:gd name="connsiteX7" fmla="*/ 638175 w 762000"/>
                  <a:gd name="connsiteY7" fmla="*/ 76200 h 590550"/>
                  <a:gd name="connsiteX8" fmla="*/ 657225 w 762000"/>
                  <a:gd name="connsiteY8" fmla="*/ 57150 h 590550"/>
                  <a:gd name="connsiteX9" fmla="*/ 590550 w 762000"/>
                  <a:gd name="connsiteY9" fmla="*/ 57150 h 590550"/>
                  <a:gd name="connsiteX10" fmla="*/ 609600 w 762000"/>
                  <a:gd name="connsiteY10" fmla="*/ 76200 h 590550"/>
                  <a:gd name="connsiteX11" fmla="*/ 590550 w 762000"/>
                  <a:gd name="connsiteY11" fmla="*/ 95250 h 590550"/>
                  <a:gd name="connsiteX12" fmla="*/ 571500 w 762000"/>
                  <a:gd name="connsiteY12" fmla="*/ 76200 h 590550"/>
                  <a:gd name="connsiteX13" fmla="*/ 590550 w 762000"/>
                  <a:gd name="connsiteY13" fmla="*/ 57150 h 590550"/>
                  <a:gd name="connsiteX14" fmla="*/ 523875 w 762000"/>
                  <a:gd name="connsiteY14" fmla="*/ 57150 h 590550"/>
                  <a:gd name="connsiteX15" fmla="*/ 542925 w 762000"/>
                  <a:gd name="connsiteY15" fmla="*/ 76200 h 590550"/>
                  <a:gd name="connsiteX16" fmla="*/ 523875 w 762000"/>
                  <a:gd name="connsiteY16" fmla="*/ 95250 h 590550"/>
                  <a:gd name="connsiteX17" fmla="*/ 504825 w 762000"/>
                  <a:gd name="connsiteY17" fmla="*/ 76200 h 590550"/>
                  <a:gd name="connsiteX18" fmla="*/ 523875 w 762000"/>
                  <a:gd name="connsiteY18" fmla="*/ 57150 h 590550"/>
                  <a:gd name="connsiteX19" fmla="*/ 704850 w 762000"/>
                  <a:gd name="connsiteY19" fmla="*/ 533400 h 590550"/>
                  <a:gd name="connsiteX20" fmla="*/ 57150 w 762000"/>
                  <a:gd name="connsiteY20" fmla="*/ 533400 h 590550"/>
                  <a:gd name="connsiteX21" fmla="*/ 57150 w 762000"/>
                  <a:gd name="connsiteY21" fmla="*/ 152400 h 590550"/>
                  <a:gd name="connsiteX22" fmla="*/ 704850 w 762000"/>
                  <a:gd name="connsiteY22" fmla="*/ 152400 h 590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62000" h="590550">
                    <a:moveTo>
                      <a:pt x="0" y="0"/>
                    </a:moveTo>
                    <a:lnTo>
                      <a:pt x="0" y="590550"/>
                    </a:lnTo>
                    <a:lnTo>
                      <a:pt x="762000" y="590550"/>
                    </a:lnTo>
                    <a:lnTo>
                      <a:pt x="762000" y="0"/>
                    </a:lnTo>
                    <a:close/>
                    <a:moveTo>
                      <a:pt x="657225" y="57150"/>
                    </a:moveTo>
                    <a:cubicBezTo>
                      <a:pt x="667746" y="57150"/>
                      <a:pt x="676275" y="65679"/>
                      <a:pt x="676275" y="76200"/>
                    </a:cubicBezTo>
                    <a:cubicBezTo>
                      <a:pt x="676275" y="86721"/>
                      <a:pt x="667746" y="95250"/>
                      <a:pt x="657225" y="95250"/>
                    </a:cubicBezTo>
                    <a:cubicBezTo>
                      <a:pt x="646704" y="95250"/>
                      <a:pt x="638175" y="86721"/>
                      <a:pt x="638175" y="76200"/>
                    </a:cubicBezTo>
                    <a:cubicBezTo>
                      <a:pt x="638175" y="65679"/>
                      <a:pt x="646704" y="57150"/>
                      <a:pt x="657225" y="57150"/>
                    </a:cubicBezTo>
                    <a:close/>
                    <a:moveTo>
                      <a:pt x="590550" y="57150"/>
                    </a:moveTo>
                    <a:cubicBezTo>
                      <a:pt x="601071" y="57150"/>
                      <a:pt x="609600" y="65679"/>
                      <a:pt x="609600" y="76200"/>
                    </a:cubicBezTo>
                    <a:cubicBezTo>
                      <a:pt x="609600" y="86721"/>
                      <a:pt x="601071" y="95250"/>
                      <a:pt x="590550" y="95250"/>
                    </a:cubicBezTo>
                    <a:cubicBezTo>
                      <a:pt x="580029" y="95250"/>
                      <a:pt x="571500" y="86721"/>
                      <a:pt x="571500" y="76200"/>
                    </a:cubicBezTo>
                    <a:cubicBezTo>
                      <a:pt x="571500" y="65679"/>
                      <a:pt x="580029" y="57150"/>
                      <a:pt x="590550" y="57150"/>
                    </a:cubicBezTo>
                    <a:close/>
                    <a:moveTo>
                      <a:pt x="523875" y="57150"/>
                    </a:moveTo>
                    <a:cubicBezTo>
                      <a:pt x="534396" y="57150"/>
                      <a:pt x="542925" y="65679"/>
                      <a:pt x="542925" y="76200"/>
                    </a:cubicBezTo>
                    <a:cubicBezTo>
                      <a:pt x="542925" y="86721"/>
                      <a:pt x="534396" y="95250"/>
                      <a:pt x="523875" y="95250"/>
                    </a:cubicBezTo>
                    <a:cubicBezTo>
                      <a:pt x="513354" y="95250"/>
                      <a:pt x="504825" y="86721"/>
                      <a:pt x="504825" y="76200"/>
                    </a:cubicBezTo>
                    <a:cubicBezTo>
                      <a:pt x="504825" y="65679"/>
                      <a:pt x="513354" y="57150"/>
                      <a:pt x="523875" y="57150"/>
                    </a:cubicBezTo>
                    <a:close/>
                    <a:moveTo>
                      <a:pt x="704850" y="533400"/>
                    </a:moveTo>
                    <a:lnTo>
                      <a:pt x="57150" y="533400"/>
                    </a:lnTo>
                    <a:lnTo>
                      <a:pt x="57150" y="152400"/>
                    </a:lnTo>
                    <a:lnTo>
                      <a:pt x="704850" y="152400"/>
                    </a:ln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20" name="Grafik 7" descr="Entsperren mit einfarbiger Füllung">
                <a:extLst>
                  <a:ext uri="{FF2B5EF4-FFF2-40B4-BE49-F238E27FC236}">
                    <a16:creationId xmlns:a16="http://schemas.microsoft.com/office/drawing/2014/main" id="{3824EE96-AB64-2447-6BEC-90A68767E5BD}"/>
                  </a:ext>
                </a:extLst>
              </p:cNvPr>
              <p:cNvSpPr>
                <a:spLocks noChangeAspect="1"/>
              </p:cNvSpPr>
              <p:nvPr/>
            </p:nvSpPr>
            <p:spPr>
              <a:xfrm>
                <a:off x="8460285" y="2044703"/>
                <a:ext cx="216598" cy="286850"/>
              </a:xfrm>
              <a:custGeom>
                <a:avLst/>
                <a:gdLst>
                  <a:gd name="connsiteX0" fmla="*/ 189612 w 379224"/>
                  <a:gd name="connsiteY0" fmla="*/ 257331 h 541749"/>
                  <a:gd name="connsiteX1" fmla="*/ 88034 w 379224"/>
                  <a:gd name="connsiteY1" fmla="*/ 264780 h 541749"/>
                  <a:gd name="connsiteX2" fmla="*/ 88034 w 379224"/>
                  <a:gd name="connsiteY2" fmla="*/ 142209 h 541749"/>
                  <a:gd name="connsiteX3" fmla="*/ 189612 w 379224"/>
                  <a:gd name="connsiteY3" fmla="*/ 40631 h 541749"/>
                  <a:gd name="connsiteX4" fmla="*/ 291190 w 379224"/>
                  <a:gd name="connsiteY4" fmla="*/ 142209 h 541749"/>
                  <a:gd name="connsiteX5" fmla="*/ 291190 w 379224"/>
                  <a:gd name="connsiteY5" fmla="*/ 182840 h 541749"/>
                  <a:gd name="connsiteX6" fmla="*/ 331821 w 379224"/>
                  <a:gd name="connsiteY6" fmla="*/ 182840 h 541749"/>
                  <a:gd name="connsiteX7" fmla="*/ 331821 w 379224"/>
                  <a:gd name="connsiteY7" fmla="*/ 142209 h 541749"/>
                  <a:gd name="connsiteX8" fmla="*/ 189612 w 379224"/>
                  <a:gd name="connsiteY8" fmla="*/ 0 h 541749"/>
                  <a:gd name="connsiteX9" fmla="*/ 47403 w 379224"/>
                  <a:gd name="connsiteY9" fmla="*/ 142209 h 541749"/>
                  <a:gd name="connsiteX10" fmla="*/ 47403 w 379224"/>
                  <a:gd name="connsiteY10" fmla="*/ 267489 h 541749"/>
                  <a:gd name="connsiteX11" fmla="*/ 0 w 379224"/>
                  <a:gd name="connsiteY11" fmla="*/ 270875 h 541749"/>
                  <a:gd name="connsiteX12" fmla="*/ 0 w 379224"/>
                  <a:gd name="connsiteY12" fmla="*/ 528205 h 541749"/>
                  <a:gd name="connsiteX13" fmla="*/ 189612 w 379224"/>
                  <a:gd name="connsiteY13" fmla="*/ 541749 h 541749"/>
                  <a:gd name="connsiteX14" fmla="*/ 379224 w 379224"/>
                  <a:gd name="connsiteY14" fmla="*/ 528205 h 541749"/>
                  <a:gd name="connsiteX15" fmla="*/ 379224 w 379224"/>
                  <a:gd name="connsiteY15" fmla="*/ 270875 h 541749"/>
                  <a:gd name="connsiteX16" fmla="*/ 189612 w 379224"/>
                  <a:gd name="connsiteY16" fmla="*/ 257331 h 541749"/>
                  <a:gd name="connsiteX17" fmla="*/ 203156 w 379224"/>
                  <a:gd name="connsiteY17" fmla="*/ 438140 h 541749"/>
                  <a:gd name="connsiteX18" fmla="*/ 203156 w 379224"/>
                  <a:gd name="connsiteY18" fmla="*/ 474031 h 541749"/>
                  <a:gd name="connsiteX19" fmla="*/ 176068 w 379224"/>
                  <a:gd name="connsiteY19" fmla="*/ 474031 h 541749"/>
                  <a:gd name="connsiteX20" fmla="*/ 176068 w 379224"/>
                  <a:gd name="connsiteY20" fmla="*/ 438140 h 541749"/>
                  <a:gd name="connsiteX21" fmla="*/ 148981 w 379224"/>
                  <a:gd name="connsiteY21" fmla="*/ 399540 h 541749"/>
                  <a:gd name="connsiteX22" fmla="*/ 189612 w 379224"/>
                  <a:gd name="connsiteY22" fmla="*/ 358909 h 541749"/>
                  <a:gd name="connsiteX23" fmla="*/ 230243 w 379224"/>
                  <a:gd name="connsiteY23" fmla="*/ 399540 h 541749"/>
                  <a:gd name="connsiteX24" fmla="*/ 203156 w 379224"/>
                  <a:gd name="connsiteY24" fmla="*/ 438140 h 541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79224" h="541749">
                    <a:moveTo>
                      <a:pt x="189612" y="257331"/>
                    </a:moveTo>
                    <a:lnTo>
                      <a:pt x="88034" y="264780"/>
                    </a:lnTo>
                    <a:lnTo>
                      <a:pt x="88034" y="142209"/>
                    </a:lnTo>
                    <a:cubicBezTo>
                      <a:pt x="88034" y="86003"/>
                      <a:pt x="133406" y="40631"/>
                      <a:pt x="189612" y="40631"/>
                    </a:cubicBezTo>
                    <a:cubicBezTo>
                      <a:pt x="245819" y="40631"/>
                      <a:pt x="291190" y="86003"/>
                      <a:pt x="291190" y="142209"/>
                    </a:cubicBezTo>
                    <a:lnTo>
                      <a:pt x="291190" y="182840"/>
                    </a:lnTo>
                    <a:lnTo>
                      <a:pt x="331821" y="182840"/>
                    </a:lnTo>
                    <a:lnTo>
                      <a:pt x="331821" y="142209"/>
                    </a:lnTo>
                    <a:cubicBezTo>
                      <a:pt x="331821" y="63656"/>
                      <a:pt x="268166" y="0"/>
                      <a:pt x="189612" y="0"/>
                    </a:cubicBezTo>
                    <a:cubicBezTo>
                      <a:pt x="111059" y="0"/>
                      <a:pt x="47403" y="63656"/>
                      <a:pt x="47403" y="142209"/>
                    </a:cubicBezTo>
                    <a:lnTo>
                      <a:pt x="47403" y="267489"/>
                    </a:lnTo>
                    <a:lnTo>
                      <a:pt x="0" y="270875"/>
                    </a:lnTo>
                    <a:lnTo>
                      <a:pt x="0" y="528205"/>
                    </a:lnTo>
                    <a:lnTo>
                      <a:pt x="189612" y="541749"/>
                    </a:lnTo>
                    <a:lnTo>
                      <a:pt x="379224" y="528205"/>
                    </a:lnTo>
                    <a:lnTo>
                      <a:pt x="379224" y="270875"/>
                    </a:lnTo>
                    <a:lnTo>
                      <a:pt x="189612" y="257331"/>
                    </a:lnTo>
                    <a:close/>
                    <a:moveTo>
                      <a:pt x="203156" y="438140"/>
                    </a:moveTo>
                    <a:lnTo>
                      <a:pt x="203156" y="474031"/>
                    </a:lnTo>
                    <a:lnTo>
                      <a:pt x="176068" y="474031"/>
                    </a:lnTo>
                    <a:lnTo>
                      <a:pt x="176068" y="438140"/>
                    </a:lnTo>
                    <a:cubicBezTo>
                      <a:pt x="160493" y="432722"/>
                      <a:pt x="148981" y="417824"/>
                      <a:pt x="148981" y="399540"/>
                    </a:cubicBezTo>
                    <a:cubicBezTo>
                      <a:pt x="148981" y="377193"/>
                      <a:pt x="167265" y="358909"/>
                      <a:pt x="189612" y="358909"/>
                    </a:cubicBezTo>
                    <a:cubicBezTo>
                      <a:pt x="211959" y="358909"/>
                      <a:pt x="230243" y="377193"/>
                      <a:pt x="230243" y="399540"/>
                    </a:cubicBezTo>
                    <a:cubicBezTo>
                      <a:pt x="230243" y="417147"/>
                      <a:pt x="218731" y="432045"/>
                      <a:pt x="203156" y="438140"/>
                    </a:cubicBezTo>
                    <a:close/>
                  </a:path>
                </a:pathLst>
              </a:custGeom>
              <a:solidFill>
                <a:schemeClr val="tx1"/>
              </a:solidFill>
              <a:ln w="674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grpSp>
      <p:grpSp>
        <p:nvGrpSpPr>
          <p:cNvPr id="38" name="Gruppieren 37">
            <a:extLst>
              <a:ext uri="{FF2B5EF4-FFF2-40B4-BE49-F238E27FC236}">
                <a16:creationId xmlns:a16="http://schemas.microsoft.com/office/drawing/2014/main" id="{8804CFB0-3190-1810-EB03-05F93E100927}"/>
              </a:ext>
            </a:extLst>
          </p:cNvPr>
          <p:cNvGrpSpPr>
            <a:grpSpLocks noChangeAspect="1"/>
          </p:cNvGrpSpPr>
          <p:nvPr/>
        </p:nvGrpSpPr>
        <p:grpSpPr>
          <a:xfrm rot="680566">
            <a:off x="8328645" y="2417093"/>
            <a:ext cx="110099" cy="157678"/>
            <a:chOff x="11460703" y="1227902"/>
            <a:chExt cx="343088" cy="491351"/>
          </a:xfrm>
        </p:grpSpPr>
        <p:sp>
          <p:nvSpPr>
            <p:cNvPr id="39" name="Freihandform: Form 38">
              <a:extLst>
                <a:ext uri="{FF2B5EF4-FFF2-40B4-BE49-F238E27FC236}">
                  <a16:creationId xmlns:a16="http://schemas.microsoft.com/office/drawing/2014/main" id="{DAE0083C-DFF7-6EE2-5EAC-0684C14444AC}"/>
                </a:ext>
              </a:extLst>
            </p:cNvPr>
            <p:cNvSpPr/>
            <p:nvPr/>
          </p:nvSpPr>
          <p:spPr>
            <a:xfrm>
              <a:off x="11460703" y="1229127"/>
              <a:ext cx="36759" cy="490126"/>
            </a:xfrm>
            <a:custGeom>
              <a:avLst/>
              <a:gdLst>
                <a:gd name="connsiteX0" fmla="*/ 18380 w 36759"/>
                <a:gd name="connsiteY0" fmla="*/ 0 h 490126"/>
                <a:gd name="connsiteX1" fmla="*/ 0 w 36759"/>
                <a:gd name="connsiteY1" fmla="*/ 18380 h 490126"/>
                <a:gd name="connsiteX2" fmla="*/ 0 w 36759"/>
                <a:gd name="connsiteY2" fmla="*/ 490127 h 490126"/>
                <a:gd name="connsiteX3" fmla="*/ 36760 w 36759"/>
                <a:gd name="connsiteY3" fmla="*/ 490127 h 490126"/>
                <a:gd name="connsiteX4" fmla="*/ 36760 w 36759"/>
                <a:gd name="connsiteY4" fmla="*/ 18380 h 490126"/>
                <a:gd name="connsiteX5" fmla="*/ 18380 w 36759"/>
                <a:gd name="connsiteY5" fmla="*/ 0 h 490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759" h="490126">
                  <a:moveTo>
                    <a:pt x="18380" y="0"/>
                  </a:moveTo>
                  <a:cubicBezTo>
                    <a:pt x="7965" y="0"/>
                    <a:pt x="0" y="7965"/>
                    <a:pt x="0" y="18380"/>
                  </a:cubicBezTo>
                  <a:lnTo>
                    <a:pt x="0" y="490127"/>
                  </a:lnTo>
                  <a:lnTo>
                    <a:pt x="36760" y="490127"/>
                  </a:lnTo>
                  <a:lnTo>
                    <a:pt x="36760" y="18380"/>
                  </a:lnTo>
                  <a:cubicBezTo>
                    <a:pt x="36760" y="7965"/>
                    <a:pt x="28795" y="0"/>
                    <a:pt x="18380" y="0"/>
                  </a:cubicBezTo>
                  <a:close/>
                </a:path>
              </a:pathLst>
            </a:custGeom>
            <a:solidFill>
              <a:schemeClr val="tx1"/>
            </a:solidFill>
            <a:ln w="605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565657"/>
                </a:solidFill>
                <a:effectLst/>
                <a:uLnTx/>
                <a:uFillTx/>
                <a:latin typeface="Calibri"/>
                <a:ea typeface="+mn-ea"/>
                <a:cs typeface="+mn-cs"/>
              </a:endParaRPr>
            </a:p>
          </p:txBody>
        </p:sp>
        <p:sp>
          <p:nvSpPr>
            <p:cNvPr id="40" name="Freihandform: Form 39">
              <a:extLst>
                <a:ext uri="{FF2B5EF4-FFF2-40B4-BE49-F238E27FC236}">
                  <a16:creationId xmlns:a16="http://schemas.microsoft.com/office/drawing/2014/main" id="{1154E237-58E2-8B1A-A210-324506CDAA78}"/>
                </a:ext>
              </a:extLst>
            </p:cNvPr>
            <p:cNvSpPr/>
            <p:nvPr/>
          </p:nvSpPr>
          <p:spPr>
            <a:xfrm>
              <a:off x="11521969" y="1227902"/>
              <a:ext cx="281822" cy="220557"/>
            </a:xfrm>
            <a:custGeom>
              <a:avLst/>
              <a:gdLst>
                <a:gd name="connsiteX0" fmla="*/ 77808 w 281822"/>
                <a:gd name="connsiteY0" fmla="*/ 0 h 220557"/>
                <a:gd name="connsiteX1" fmla="*/ 0 w 281822"/>
                <a:gd name="connsiteY1" fmla="*/ 17767 h 220557"/>
                <a:gd name="connsiteX2" fmla="*/ 0 w 281822"/>
                <a:gd name="connsiteY2" fmla="*/ 220557 h 220557"/>
                <a:gd name="connsiteX3" fmla="*/ 77808 w 281822"/>
                <a:gd name="connsiteY3" fmla="*/ 202790 h 220557"/>
                <a:gd name="connsiteX4" fmla="*/ 281823 w 281822"/>
                <a:gd name="connsiteY4" fmla="*/ 204015 h 220557"/>
                <a:gd name="connsiteX5" fmla="*/ 281823 w 281822"/>
                <a:gd name="connsiteY5" fmla="*/ 1225 h 220557"/>
                <a:gd name="connsiteX6" fmla="*/ 77808 w 281822"/>
                <a:gd name="connsiteY6" fmla="*/ 0 h 220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1822" h="220557">
                  <a:moveTo>
                    <a:pt x="77808" y="0"/>
                  </a:moveTo>
                  <a:cubicBezTo>
                    <a:pt x="23894" y="0"/>
                    <a:pt x="0" y="17767"/>
                    <a:pt x="0" y="17767"/>
                  </a:cubicBezTo>
                  <a:lnTo>
                    <a:pt x="0" y="220557"/>
                  </a:lnTo>
                  <a:cubicBezTo>
                    <a:pt x="0" y="220557"/>
                    <a:pt x="23281" y="202790"/>
                    <a:pt x="77808" y="202790"/>
                  </a:cubicBezTo>
                  <a:cubicBezTo>
                    <a:pt x="142749" y="202790"/>
                    <a:pt x="206466" y="238324"/>
                    <a:pt x="281823" y="204015"/>
                  </a:cubicBezTo>
                  <a:lnTo>
                    <a:pt x="281823" y="1225"/>
                  </a:lnTo>
                  <a:cubicBezTo>
                    <a:pt x="186861" y="29408"/>
                    <a:pt x="142749" y="0"/>
                    <a:pt x="77808" y="0"/>
                  </a:cubicBezTo>
                  <a:close/>
                </a:path>
              </a:pathLst>
            </a:custGeom>
            <a:blipFill dpi="0" rotWithShape="1">
              <a:blip r:embed="rId7">
                <a:extLst>
                  <a:ext uri="{28A0092B-C50C-407E-A947-70E740481C1C}">
                    <a14:useLocalDpi xmlns:a14="http://schemas.microsoft.com/office/drawing/2010/main" val="0"/>
                  </a:ext>
                </a:extLst>
              </a:blip>
              <a:srcRect/>
              <a:stretch>
                <a:fillRect/>
              </a:stretch>
            </a:blipFill>
            <a:ln w="605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565657"/>
                </a:solidFill>
                <a:effectLst/>
                <a:uLnTx/>
                <a:uFillTx/>
                <a:latin typeface="Calibri"/>
                <a:ea typeface="+mn-ea"/>
                <a:cs typeface="+mn-cs"/>
              </a:endParaRPr>
            </a:p>
          </p:txBody>
        </p:sp>
      </p:grpSp>
      <p:grpSp>
        <p:nvGrpSpPr>
          <p:cNvPr id="57" name="Gruppieren 56">
            <a:extLst>
              <a:ext uri="{FF2B5EF4-FFF2-40B4-BE49-F238E27FC236}">
                <a16:creationId xmlns:a16="http://schemas.microsoft.com/office/drawing/2014/main" id="{66D5001F-1AE4-BF6F-FA5B-8D5AA1FFFD73}"/>
              </a:ext>
            </a:extLst>
          </p:cNvPr>
          <p:cNvGrpSpPr/>
          <p:nvPr/>
        </p:nvGrpSpPr>
        <p:grpSpPr>
          <a:xfrm>
            <a:off x="5658906" y="3234884"/>
            <a:ext cx="936652" cy="945955"/>
            <a:chOff x="5658906" y="3234884"/>
            <a:chExt cx="936652" cy="945955"/>
          </a:xfrm>
        </p:grpSpPr>
        <p:grpSp>
          <p:nvGrpSpPr>
            <p:cNvPr id="32" name="Gruppieren 31">
              <a:extLst>
                <a:ext uri="{FF2B5EF4-FFF2-40B4-BE49-F238E27FC236}">
                  <a16:creationId xmlns:a16="http://schemas.microsoft.com/office/drawing/2014/main" id="{9FF0048A-0108-C6AE-85FC-EBF4188A0E6A}"/>
                </a:ext>
              </a:extLst>
            </p:cNvPr>
            <p:cNvGrpSpPr>
              <a:grpSpLocks noChangeAspect="1"/>
            </p:cNvGrpSpPr>
            <p:nvPr/>
          </p:nvGrpSpPr>
          <p:grpSpPr>
            <a:xfrm>
              <a:off x="5868090" y="3343495"/>
              <a:ext cx="498220" cy="628268"/>
              <a:chOff x="3776362" y="1568478"/>
              <a:chExt cx="642036" cy="809624"/>
            </a:xfrm>
          </p:grpSpPr>
          <p:sp>
            <p:nvSpPr>
              <p:cNvPr id="33" name="Freihandform: Form 32">
                <a:extLst>
                  <a:ext uri="{FF2B5EF4-FFF2-40B4-BE49-F238E27FC236}">
                    <a16:creationId xmlns:a16="http://schemas.microsoft.com/office/drawing/2014/main" id="{628B0694-41F4-738E-CA99-2EA462A611E4}"/>
                  </a:ext>
                </a:extLst>
              </p:cNvPr>
              <p:cNvSpPr/>
              <p:nvPr/>
            </p:nvSpPr>
            <p:spPr>
              <a:xfrm>
                <a:off x="3776362" y="1568478"/>
                <a:ext cx="642036" cy="753427"/>
              </a:xfrm>
              <a:custGeom>
                <a:avLst/>
                <a:gdLst>
                  <a:gd name="connsiteX0" fmla="*/ 456750 w 642036"/>
                  <a:gd name="connsiteY0" fmla="*/ 434340 h 753427"/>
                  <a:gd name="connsiteX1" fmla="*/ 566287 w 642036"/>
                  <a:gd name="connsiteY1" fmla="*/ 490538 h 753427"/>
                  <a:gd name="connsiteX2" fmla="*/ 587242 w 642036"/>
                  <a:gd name="connsiteY2" fmla="*/ 533400 h 753427"/>
                  <a:gd name="connsiteX3" fmla="*/ 604387 w 642036"/>
                  <a:gd name="connsiteY3" fmla="*/ 681038 h 753427"/>
                  <a:gd name="connsiteX4" fmla="*/ 596767 w 642036"/>
                  <a:gd name="connsiteY4" fmla="*/ 698183 h 753427"/>
                  <a:gd name="connsiteX5" fmla="*/ 596767 w 642036"/>
                  <a:gd name="connsiteY5" fmla="*/ 698183 h 753427"/>
                  <a:gd name="connsiteX6" fmla="*/ 545332 w 642036"/>
                  <a:gd name="connsiteY6" fmla="*/ 722948 h 753427"/>
                  <a:gd name="connsiteX7" fmla="*/ 545332 w 642036"/>
                  <a:gd name="connsiteY7" fmla="*/ 753428 h 753427"/>
                  <a:gd name="connsiteX8" fmla="*/ 571050 w 642036"/>
                  <a:gd name="connsiteY8" fmla="*/ 753428 h 753427"/>
                  <a:gd name="connsiteX9" fmla="*/ 617722 w 642036"/>
                  <a:gd name="connsiteY9" fmla="*/ 729615 h 753427"/>
                  <a:gd name="connsiteX10" fmla="*/ 617722 w 642036"/>
                  <a:gd name="connsiteY10" fmla="*/ 729615 h 753427"/>
                  <a:gd name="connsiteX11" fmla="*/ 641535 w 642036"/>
                  <a:gd name="connsiteY11" fmla="*/ 676275 h 753427"/>
                  <a:gd name="connsiteX12" fmla="*/ 626295 w 642036"/>
                  <a:gd name="connsiteY12" fmla="*/ 532448 h 753427"/>
                  <a:gd name="connsiteX13" fmla="*/ 591052 w 642036"/>
                  <a:gd name="connsiteY13" fmla="*/ 461963 h 753427"/>
                  <a:gd name="connsiteX14" fmla="*/ 470085 w 642036"/>
                  <a:gd name="connsiteY14" fmla="*/ 399098 h 753427"/>
                  <a:gd name="connsiteX15" fmla="*/ 423412 w 642036"/>
                  <a:gd name="connsiteY15" fmla="*/ 380048 h 753427"/>
                  <a:gd name="connsiteX16" fmla="*/ 417697 w 642036"/>
                  <a:gd name="connsiteY16" fmla="*/ 371475 h 753427"/>
                  <a:gd name="connsiteX17" fmla="*/ 417697 w 642036"/>
                  <a:gd name="connsiteY17" fmla="*/ 348615 h 753427"/>
                  <a:gd name="connsiteX18" fmla="*/ 474847 w 642036"/>
                  <a:gd name="connsiteY18" fmla="*/ 229552 h 753427"/>
                  <a:gd name="connsiteX19" fmla="*/ 474847 w 642036"/>
                  <a:gd name="connsiteY19" fmla="*/ 195263 h 753427"/>
                  <a:gd name="connsiteX20" fmla="*/ 493897 w 642036"/>
                  <a:gd name="connsiteY20" fmla="*/ 200978 h 753427"/>
                  <a:gd name="connsiteX21" fmla="*/ 477705 w 642036"/>
                  <a:gd name="connsiteY21" fmla="*/ 153353 h 753427"/>
                  <a:gd name="connsiteX22" fmla="*/ 472942 w 642036"/>
                  <a:gd name="connsiteY22" fmla="*/ 133350 h 753427"/>
                  <a:gd name="connsiteX23" fmla="*/ 388170 w 642036"/>
                  <a:gd name="connsiteY23" fmla="*/ 17145 h 753427"/>
                  <a:gd name="connsiteX24" fmla="*/ 375787 w 642036"/>
                  <a:gd name="connsiteY24" fmla="*/ 18097 h 753427"/>
                  <a:gd name="connsiteX25" fmla="*/ 367215 w 642036"/>
                  <a:gd name="connsiteY25" fmla="*/ 24765 h 753427"/>
                  <a:gd name="connsiteX26" fmla="*/ 357690 w 642036"/>
                  <a:gd name="connsiteY26" fmla="*/ 11430 h 753427"/>
                  <a:gd name="connsiteX27" fmla="*/ 346260 w 642036"/>
                  <a:gd name="connsiteY27" fmla="*/ 2858 h 753427"/>
                  <a:gd name="connsiteX28" fmla="*/ 320542 w 642036"/>
                  <a:gd name="connsiteY28" fmla="*/ 0 h 753427"/>
                  <a:gd name="connsiteX29" fmla="*/ 169095 w 642036"/>
                  <a:gd name="connsiteY29" fmla="*/ 136208 h 753427"/>
                  <a:gd name="connsiteX30" fmla="*/ 169095 w 642036"/>
                  <a:gd name="connsiteY30" fmla="*/ 142875 h 753427"/>
                  <a:gd name="connsiteX31" fmla="*/ 169095 w 642036"/>
                  <a:gd name="connsiteY31" fmla="*/ 142875 h 753427"/>
                  <a:gd name="connsiteX32" fmla="*/ 169095 w 642036"/>
                  <a:gd name="connsiteY32" fmla="*/ 159068 h 753427"/>
                  <a:gd name="connsiteX33" fmla="*/ 156712 w 642036"/>
                  <a:gd name="connsiteY33" fmla="*/ 219075 h 753427"/>
                  <a:gd name="connsiteX34" fmla="*/ 140520 w 642036"/>
                  <a:gd name="connsiteY34" fmla="*/ 257175 h 753427"/>
                  <a:gd name="connsiteX35" fmla="*/ 171000 w 642036"/>
                  <a:gd name="connsiteY35" fmla="*/ 248602 h 753427"/>
                  <a:gd name="connsiteX36" fmla="*/ 226245 w 642036"/>
                  <a:gd name="connsiteY36" fmla="*/ 346710 h 753427"/>
                  <a:gd name="connsiteX37" fmla="*/ 226245 w 642036"/>
                  <a:gd name="connsiteY37" fmla="*/ 370523 h 753427"/>
                  <a:gd name="connsiteX38" fmla="*/ 220530 w 642036"/>
                  <a:gd name="connsiteY38" fmla="*/ 379095 h 753427"/>
                  <a:gd name="connsiteX39" fmla="*/ 173857 w 642036"/>
                  <a:gd name="connsiteY39" fmla="*/ 398145 h 753427"/>
                  <a:gd name="connsiteX40" fmla="*/ 52890 w 642036"/>
                  <a:gd name="connsiteY40" fmla="*/ 461010 h 753427"/>
                  <a:gd name="connsiteX41" fmla="*/ 16695 w 642036"/>
                  <a:gd name="connsiteY41" fmla="*/ 531495 h 753427"/>
                  <a:gd name="connsiteX42" fmla="*/ 502 w 642036"/>
                  <a:gd name="connsiteY42" fmla="*/ 676275 h 753427"/>
                  <a:gd name="connsiteX43" fmla="*/ 24315 w 642036"/>
                  <a:gd name="connsiteY43" fmla="*/ 729615 h 753427"/>
                  <a:gd name="connsiteX44" fmla="*/ 70987 w 642036"/>
                  <a:gd name="connsiteY44" fmla="*/ 753428 h 753427"/>
                  <a:gd name="connsiteX45" fmla="*/ 97657 w 642036"/>
                  <a:gd name="connsiteY45" fmla="*/ 753428 h 753427"/>
                  <a:gd name="connsiteX46" fmla="*/ 97657 w 642036"/>
                  <a:gd name="connsiteY46" fmla="*/ 723900 h 753427"/>
                  <a:gd name="connsiteX47" fmla="*/ 46222 w 642036"/>
                  <a:gd name="connsiteY47" fmla="*/ 699135 h 753427"/>
                  <a:gd name="connsiteX48" fmla="*/ 38602 w 642036"/>
                  <a:gd name="connsiteY48" fmla="*/ 681990 h 753427"/>
                  <a:gd name="connsiteX49" fmla="*/ 54795 w 642036"/>
                  <a:gd name="connsiteY49" fmla="*/ 535305 h 753427"/>
                  <a:gd name="connsiteX50" fmla="*/ 54795 w 642036"/>
                  <a:gd name="connsiteY50" fmla="*/ 533400 h 753427"/>
                  <a:gd name="connsiteX51" fmla="*/ 76702 w 642036"/>
                  <a:gd name="connsiteY51" fmla="*/ 490538 h 753427"/>
                  <a:gd name="connsiteX52" fmla="*/ 186240 w 642036"/>
                  <a:gd name="connsiteY52" fmla="*/ 434340 h 753427"/>
                  <a:gd name="connsiteX53" fmla="*/ 201480 w 642036"/>
                  <a:gd name="connsiteY53" fmla="*/ 429578 h 753427"/>
                  <a:gd name="connsiteX54" fmla="*/ 321495 w 642036"/>
                  <a:gd name="connsiteY54" fmla="*/ 457200 h 753427"/>
                  <a:gd name="connsiteX55" fmla="*/ 442462 w 642036"/>
                  <a:gd name="connsiteY55" fmla="*/ 429578 h 753427"/>
                  <a:gd name="connsiteX56" fmla="*/ 456750 w 642036"/>
                  <a:gd name="connsiteY56" fmla="*/ 434340 h 753427"/>
                  <a:gd name="connsiteX57" fmla="*/ 207195 w 642036"/>
                  <a:gd name="connsiteY57" fmla="*/ 237173 h 753427"/>
                  <a:gd name="connsiteX58" fmla="*/ 407220 w 642036"/>
                  <a:gd name="connsiteY58" fmla="*/ 123825 h 753427"/>
                  <a:gd name="connsiteX59" fmla="*/ 435795 w 642036"/>
                  <a:gd name="connsiteY59" fmla="*/ 161925 h 753427"/>
                  <a:gd name="connsiteX60" fmla="*/ 435795 w 642036"/>
                  <a:gd name="connsiteY60" fmla="*/ 228600 h 753427"/>
                  <a:gd name="connsiteX61" fmla="*/ 321495 w 642036"/>
                  <a:gd name="connsiteY61" fmla="*/ 342900 h 753427"/>
                  <a:gd name="connsiteX62" fmla="*/ 207195 w 642036"/>
                  <a:gd name="connsiteY62" fmla="*/ 237173 h 753427"/>
                  <a:gd name="connsiteX63" fmla="*/ 245295 w 642036"/>
                  <a:gd name="connsiteY63" fmla="*/ 408623 h 753427"/>
                  <a:gd name="connsiteX64" fmla="*/ 264345 w 642036"/>
                  <a:gd name="connsiteY64" fmla="*/ 370523 h 753427"/>
                  <a:gd name="connsiteX65" fmla="*/ 264345 w 642036"/>
                  <a:gd name="connsiteY65" fmla="*/ 369570 h 753427"/>
                  <a:gd name="connsiteX66" fmla="*/ 378645 w 642036"/>
                  <a:gd name="connsiteY66" fmla="*/ 369570 h 753427"/>
                  <a:gd name="connsiteX67" fmla="*/ 378645 w 642036"/>
                  <a:gd name="connsiteY67" fmla="*/ 370523 h 753427"/>
                  <a:gd name="connsiteX68" fmla="*/ 396742 w 642036"/>
                  <a:gd name="connsiteY68" fmla="*/ 408623 h 753427"/>
                  <a:gd name="connsiteX69" fmla="*/ 320542 w 642036"/>
                  <a:gd name="connsiteY69" fmla="*/ 419100 h 753427"/>
                  <a:gd name="connsiteX70" fmla="*/ 245295 w 642036"/>
                  <a:gd name="connsiteY70" fmla="*/ 408623 h 753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42036" h="753427">
                    <a:moveTo>
                      <a:pt x="456750" y="434340"/>
                    </a:moveTo>
                    <a:cubicBezTo>
                      <a:pt x="496755" y="448628"/>
                      <a:pt x="534855" y="464820"/>
                      <a:pt x="566287" y="490538"/>
                    </a:cubicBezTo>
                    <a:cubicBezTo>
                      <a:pt x="579622" y="501015"/>
                      <a:pt x="587242" y="516255"/>
                      <a:pt x="587242" y="533400"/>
                    </a:cubicBezTo>
                    <a:lnTo>
                      <a:pt x="604387" y="681038"/>
                    </a:lnTo>
                    <a:cubicBezTo>
                      <a:pt x="605340" y="687705"/>
                      <a:pt x="602482" y="694373"/>
                      <a:pt x="596767" y="698183"/>
                    </a:cubicBezTo>
                    <a:lnTo>
                      <a:pt x="596767" y="698183"/>
                    </a:lnTo>
                    <a:cubicBezTo>
                      <a:pt x="580575" y="708660"/>
                      <a:pt x="563430" y="717233"/>
                      <a:pt x="545332" y="722948"/>
                    </a:cubicBezTo>
                    <a:lnTo>
                      <a:pt x="545332" y="753428"/>
                    </a:lnTo>
                    <a:lnTo>
                      <a:pt x="571050" y="753428"/>
                    </a:lnTo>
                    <a:cubicBezTo>
                      <a:pt x="587242" y="746760"/>
                      <a:pt x="603435" y="739140"/>
                      <a:pt x="617722" y="729615"/>
                    </a:cubicBezTo>
                    <a:lnTo>
                      <a:pt x="617722" y="729615"/>
                    </a:lnTo>
                    <a:cubicBezTo>
                      <a:pt x="634867" y="718185"/>
                      <a:pt x="644392" y="697230"/>
                      <a:pt x="641535" y="676275"/>
                    </a:cubicBezTo>
                    <a:lnTo>
                      <a:pt x="626295" y="532448"/>
                    </a:lnTo>
                    <a:cubicBezTo>
                      <a:pt x="625342" y="504825"/>
                      <a:pt x="612960" y="479108"/>
                      <a:pt x="591052" y="461963"/>
                    </a:cubicBezTo>
                    <a:cubicBezTo>
                      <a:pt x="555810" y="432435"/>
                      <a:pt x="513900" y="414338"/>
                      <a:pt x="470085" y="399098"/>
                    </a:cubicBezTo>
                    <a:lnTo>
                      <a:pt x="423412" y="380048"/>
                    </a:lnTo>
                    <a:cubicBezTo>
                      <a:pt x="419602" y="378143"/>
                      <a:pt x="417697" y="375285"/>
                      <a:pt x="417697" y="371475"/>
                    </a:cubicBezTo>
                    <a:lnTo>
                      <a:pt x="417697" y="348615"/>
                    </a:lnTo>
                    <a:cubicBezTo>
                      <a:pt x="453892" y="320040"/>
                      <a:pt x="474847" y="276225"/>
                      <a:pt x="474847" y="229552"/>
                    </a:cubicBezTo>
                    <a:lnTo>
                      <a:pt x="474847" y="195263"/>
                    </a:lnTo>
                    <a:cubicBezTo>
                      <a:pt x="480562" y="199073"/>
                      <a:pt x="487230" y="200025"/>
                      <a:pt x="493897" y="200978"/>
                    </a:cubicBezTo>
                    <a:lnTo>
                      <a:pt x="477705" y="153353"/>
                    </a:lnTo>
                    <a:cubicBezTo>
                      <a:pt x="475800" y="146685"/>
                      <a:pt x="473895" y="140018"/>
                      <a:pt x="472942" y="133350"/>
                    </a:cubicBezTo>
                    <a:cubicBezTo>
                      <a:pt x="465322" y="79057"/>
                      <a:pt x="432937" y="40958"/>
                      <a:pt x="388170" y="17145"/>
                    </a:cubicBezTo>
                    <a:cubicBezTo>
                      <a:pt x="384360" y="15240"/>
                      <a:pt x="379597" y="15240"/>
                      <a:pt x="375787" y="18097"/>
                    </a:cubicBezTo>
                    <a:lnTo>
                      <a:pt x="367215" y="24765"/>
                    </a:lnTo>
                    <a:lnTo>
                      <a:pt x="357690" y="11430"/>
                    </a:lnTo>
                    <a:cubicBezTo>
                      <a:pt x="354832" y="7620"/>
                      <a:pt x="351022" y="3810"/>
                      <a:pt x="346260" y="2858"/>
                    </a:cubicBezTo>
                    <a:cubicBezTo>
                      <a:pt x="337687" y="953"/>
                      <a:pt x="329115" y="0"/>
                      <a:pt x="320542" y="0"/>
                    </a:cubicBezTo>
                    <a:cubicBezTo>
                      <a:pt x="245295" y="0"/>
                      <a:pt x="182430" y="59055"/>
                      <a:pt x="169095" y="136208"/>
                    </a:cubicBezTo>
                    <a:lnTo>
                      <a:pt x="169095" y="142875"/>
                    </a:lnTo>
                    <a:lnTo>
                      <a:pt x="169095" y="142875"/>
                    </a:lnTo>
                    <a:lnTo>
                      <a:pt x="169095" y="159068"/>
                    </a:lnTo>
                    <a:cubicBezTo>
                      <a:pt x="169095" y="180023"/>
                      <a:pt x="165285" y="200025"/>
                      <a:pt x="156712" y="219075"/>
                    </a:cubicBezTo>
                    <a:lnTo>
                      <a:pt x="140520" y="257175"/>
                    </a:lnTo>
                    <a:cubicBezTo>
                      <a:pt x="140520" y="257175"/>
                      <a:pt x="151950" y="254318"/>
                      <a:pt x="171000" y="248602"/>
                    </a:cubicBezTo>
                    <a:cubicBezTo>
                      <a:pt x="175762" y="287655"/>
                      <a:pt x="195765" y="322898"/>
                      <a:pt x="226245" y="346710"/>
                    </a:cubicBezTo>
                    <a:lnTo>
                      <a:pt x="226245" y="370523"/>
                    </a:lnTo>
                    <a:cubicBezTo>
                      <a:pt x="226245" y="374333"/>
                      <a:pt x="224340" y="378143"/>
                      <a:pt x="220530" y="379095"/>
                    </a:cubicBezTo>
                    <a:lnTo>
                      <a:pt x="173857" y="398145"/>
                    </a:lnTo>
                    <a:cubicBezTo>
                      <a:pt x="130042" y="413385"/>
                      <a:pt x="88132" y="431483"/>
                      <a:pt x="52890" y="461010"/>
                    </a:cubicBezTo>
                    <a:cubicBezTo>
                      <a:pt x="30982" y="478155"/>
                      <a:pt x="17647" y="503873"/>
                      <a:pt x="16695" y="531495"/>
                    </a:cubicBezTo>
                    <a:lnTo>
                      <a:pt x="502" y="676275"/>
                    </a:lnTo>
                    <a:cubicBezTo>
                      <a:pt x="-2355" y="697230"/>
                      <a:pt x="7170" y="718185"/>
                      <a:pt x="24315" y="729615"/>
                    </a:cubicBezTo>
                    <a:cubicBezTo>
                      <a:pt x="38602" y="739140"/>
                      <a:pt x="54795" y="746760"/>
                      <a:pt x="70987" y="753428"/>
                    </a:cubicBezTo>
                    <a:lnTo>
                      <a:pt x="97657" y="753428"/>
                    </a:lnTo>
                    <a:lnTo>
                      <a:pt x="97657" y="723900"/>
                    </a:lnTo>
                    <a:cubicBezTo>
                      <a:pt x="79560" y="717233"/>
                      <a:pt x="62415" y="709613"/>
                      <a:pt x="46222" y="699135"/>
                    </a:cubicBezTo>
                    <a:cubicBezTo>
                      <a:pt x="40507" y="695325"/>
                      <a:pt x="37650" y="688658"/>
                      <a:pt x="38602" y="681990"/>
                    </a:cubicBezTo>
                    <a:lnTo>
                      <a:pt x="54795" y="535305"/>
                    </a:lnTo>
                    <a:lnTo>
                      <a:pt x="54795" y="533400"/>
                    </a:lnTo>
                    <a:cubicBezTo>
                      <a:pt x="54795" y="516255"/>
                      <a:pt x="63367" y="501015"/>
                      <a:pt x="76702" y="490538"/>
                    </a:cubicBezTo>
                    <a:cubicBezTo>
                      <a:pt x="108135" y="464820"/>
                      <a:pt x="146235" y="448628"/>
                      <a:pt x="186240" y="434340"/>
                    </a:cubicBezTo>
                    <a:lnTo>
                      <a:pt x="201480" y="429578"/>
                    </a:lnTo>
                    <a:cubicBezTo>
                      <a:pt x="229102" y="446723"/>
                      <a:pt x="272917" y="457200"/>
                      <a:pt x="321495" y="457200"/>
                    </a:cubicBezTo>
                    <a:cubicBezTo>
                      <a:pt x="370072" y="457200"/>
                      <a:pt x="413887" y="446723"/>
                      <a:pt x="442462" y="429578"/>
                    </a:cubicBezTo>
                    <a:lnTo>
                      <a:pt x="456750" y="434340"/>
                    </a:lnTo>
                    <a:close/>
                    <a:moveTo>
                      <a:pt x="207195" y="237173"/>
                    </a:moveTo>
                    <a:cubicBezTo>
                      <a:pt x="271965" y="215265"/>
                      <a:pt x="365310" y="177165"/>
                      <a:pt x="407220" y="123825"/>
                    </a:cubicBezTo>
                    <a:cubicBezTo>
                      <a:pt x="415792" y="137160"/>
                      <a:pt x="425317" y="149543"/>
                      <a:pt x="435795" y="161925"/>
                    </a:cubicBezTo>
                    <a:lnTo>
                      <a:pt x="435795" y="228600"/>
                    </a:lnTo>
                    <a:cubicBezTo>
                      <a:pt x="435795" y="291465"/>
                      <a:pt x="384360" y="342900"/>
                      <a:pt x="321495" y="342900"/>
                    </a:cubicBezTo>
                    <a:cubicBezTo>
                      <a:pt x="261487" y="342900"/>
                      <a:pt x="211957" y="297180"/>
                      <a:pt x="207195" y="237173"/>
                    </a:cubicBezTo>
                    <a:close/>
                    <a:moveTo>
                      <a:pt x="245295" y="408623"/>
                    </a:moveTo>
                    <a:cubicBezTo>
                      <a:pt x="256725" y="400050"/>
                      <a:pt x="264345" y="385763"/>
                      <a:pt x="264345" y="370523"/>
                    </a:cubicBezTo>
                    <a:lnTo>
                      <a:pt x="264345" y="369570"/>
                    </a:lnTo>
                    <a:cubicBezTo>
                      <a:pt x="300540" y="384810"/>
                      <a:pt x="342450" y="384810"/>
                      <a:pt x="378645" y="369570"/>
                    </a:cubicBezTo>
                    <a:lnTo>
                      <a:pt x="378645" y="370523"/>
                    </a:lnTo>
                    <a:cubicBezTo>
                      <a:pt x="378645" y="384810"/>
                      <a:pt x="385312" y="399098"/>
                      <a:pt x="396742" y="408623"/>
                    </a:cubicBezTo>
                    <a:cubicBezTo>
                      <a:pt x="371977" y="416243"/>
                      <a:pt x="346260" y="420053"/>
                      <a:pt x="320542" y="419100"/>
                    </a:cubicBezTo>
                    <a:cubicBezTo>
                      <a:pt x="295777" y="419100"/>
                      <a:pt x="270060" y="415290"/>
                      <a:pt x="245295" y="408623"/>
                    </a:cubicBez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34" name="Freihandform: Form 33">
                <a:extLst>
                  <a:ext uri="{FF2B5EF4-FFF2-40B4-BE49-F238E27FC236}">
                    <a16:creationId xmlns:a16="http://schemas.microsoft.com/office/drawing/2014/main" id="{B6B2D9BB-3BC4-A780-E8FE-FFCFBF2624AD}"/>
                  </a:ext>
                </a:extLst>
              </p:cNvPr>
              <p:cNvSpPr/>
              <p:nvPr/>
            </p:nvSpPr>
            <p:spPr>
              <a:xfrm>
                <a:off x="3820679" y="2080922"/>
                <a:ext cx="555307" cy="297180"/>
              </a:xfrm>
              <a:custGeom>
                <a:avLst/>
                <a:gdLst>
                  <a:gd name="connsiteX0" fmla="*/ 482918 w 555307"/>
                  <a:gd name="connsiteY0" fmla="*/ 23813 h 297180"/>
                  <a:gd name="connsiteX1" fmla="*/ 459105 w 555307"/>
                  <a:gd name="connsiteY1" fmla="*/ 0 h 297180"/>
                  <a:gd name="connsiteX2" fmla="*/ 459105 w 555307"/>
                  <a:gd name="connsiteY2" fmla="*/ 0 h 297180"/>
                  <a:gd name="connsiteX3" fmla="*/ 96203 w 555307"/>
                  <a:gd name="connsiteY3" fmla="*/ 0 h 297180"/>
                  <a:gd name="connsiteX4" fmla="*/ 72390 w 555307"/>
                  <a:gd name="connsiteY4" fmla="*/ 23813 h 297180"/>
                  <a:gd name="connsiteX5" fmla="*/ 72390 w 555307"/>
                  <a:gd name="connsiteY5" fmla="*/ 23813 h 297180"/>
                  <a:gd name="connsiteX6" fmla="*/ 72390 w 555307"/>
                  <a:gd name="connsiteY6" fmla="*/ 260985 h 297180"/>
                  <a:gd name="connsiteX7" fmla="*/ 0 w 555307"/>
                  <a:gd name="connsiteY7" fmla="*/ 260985 h 297180"/>
                  <a:gd name="connsiteX8" fmla="*/ 0 w 555307"/>
                  <a:gd name="connsiteY8" fmla="*/ 273368 h 297180"/>
                  <a:gd name="connsiteX9" fmla="*/ 23813 w 555307"/>
                  <a:gd name="connsiteY9" fmla="*/ 297180 h 297180"/>
                  <a:gd name="connsiteX10" fmla="*/ 531495 w 555307"/>
                  <a:gd name="connsiteY10" fmla="*/ 297180 h 297180"/>
                  <a:gd name="connsiteX11" fmla="*/ 555308 w 555307"/>
                  <a:gd name="connsiteY11" fmla="*/ 273368 h 297180"/>
                  <a:gd name="connsiteX12" fmla="*/ 555308 w 555307"/>
                  <a:gd name="connsiteY12" fmla="*/ 260985 h 297180"/>
                  <a:gd name="connsiteX13" fmla="*/ 482918 w 555307"/>
                  <a:gd name="connsiteY13" fmla="*/ 260985 h 297180"/>
                  <a:gd name="connsiteX14" fmla="*/ 482918 w 555307"/>
                  <a:gd name="connsiteY14" fmla="*/ 23813 h 297180"/>
                  <a:gd name="connsiteX15" fmla="*/ 227648 w 555307"/>
                  <a:gd name="connsiteY15" fmla="*/ 180975 h 297180"/>
                  <a:gd name="connsiteX16" fmla="*/ 214313 w 555307"/>
                  <a:gd name="connsiteY16" fmla="*/ 194310 h 297180"/>
                  <a:gd name="connsiteX17" fmla="*/ 160973 w 555307"/>
                  <a:gd name="connsiteY17" fmla="*/ 140970 h 297180"/>
                  <a:gd name="connsiteX18" fmla="*/ 214313 w 555307"/>
                  <a:gd name="connsiteY18" fmla="*/ 87630 h 297180"/>
                  <a:gd name="connsiteX19" fmla="*/ 227648 w 555307"/>
                  <a:gd name="connsiteY19" fmla="*/ 100965 h 297180"/>
                  <a:gd name="connsiteX20" fmla="*/ 187642 w 555307"/>
                  <a:gd name="connsiteY20" fmla="*/ 140970 h 297180"/>
                  <a:gd name="connsiteX21" fmla="*/ 227648 w 555307"/>
                  <a:gd name="connsiteY21" fmla="*/ 180975 h 297180"/>
                  <a:gd name="connsiteX22" fmla="*/ 263843 w 555307"/>
                  <a:gd name="connsiteY22" fmla="*/ 200978 h 297180"/>
                  <a:gd name="connsiteX23" fmla="*/ 246698 w 555307"/>
                  <a:gd name="connsiteY23" fmla="*/ 193358 h 297180"/>
                  <a:gd name="connsiteX24" fmla="*/ 291465 w 555307"/>
                  <a:gd name="connsiteY24" fmla="*/ 85725 h 297180"/>
                  <a:gd name="connsiteX25" fmla="*/ 308610 w 555307"/>
                  <a:gd name="connsiteY25" fmla="*/ 93345 h 297180"/>
                  <a:gd name="connsiteX26" fmla="*/ 263843 w 555307"/>
                  <a:gd name="connsiteY26" fmla="*/ 200978 h 297180"/>
                  <a:gd name="connsiteX27" fmla="*/ 340043 w 555307"/>
                  <a:gd name="connsiteY27" fmla="*/ 195263 h 297180"/>
                  <a:gd name="connsiteX28" fmla="*/ 326708 w 555307"/>
                  <a:gd name="connsiteY28" fmla="*/ 181928 h 297180"/>
                  <a:gd name="connsiteX29" fmla="*/ 366713 w 555307"/>
                  <a:gd name="connsiteY29" fmla="*/ 141922 h 297180"/>
                  <a:gd name="connsiteX30" fmla="*/ 326708 w 555307"/>
                  <a:gd name="connsiteY30" fmla="*/ 101918 h 297180"/>
                  <a:gd name="connsiteX31" fmla="*/ 340043 w 555307"/>
                  <a:gd name="connsiteY31" fmla="*/ 88582 h 297180"/>
                  <a:gd name="connsiteX32" fmla="*/ 393383 w 555307"/>
                  <a:gd name="connsiteY32" fmla="*/ 141922 h 297180"/>
                  <a:gd name="connsiteX33" fmla="*/ 340043 w 555307"/>
                  <a:gd name="connsiteY33" fmla="*/ 195263 h 297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555307" h="297180">
                    <a:moveTo>
                      <a:pt x="482918" y="23813"/>
                    </a:moveTo>
                    <a:cubicBezTo>
                      <a:pt x="482918" y="10478"/>
                      <a:pt x="472440" y="0"/>
                      <a:pt x="459105" y="0"/>
                    </a:cubicBezTo>
                    <a:lnTo>
                      <a:pt x="459105" y="0"/>
                    </a:lnTo>
                    <a:lnTo>
                      <a:pt x="96203" y="0"/>
                    </a:lnTo>
                    <a:cubicBezTo>
                      <a:pt x="82868" y="0"/>
                      <a:pt x="72390" y="10478"/>
                      <a:pt x="72390" y="23813"/>
                    </a:cubicBezTo>
                    <a:lnTo>
                      <a:pt x="72390" y="23813"/>
                    </a:lnTo>
                    <a:lnTo>
                      <a:pt x="72390" y="260985"/>
                    </a:lnTo>
                    <a:lnTo>
                      <a:pt x="0" y="260985"/>
                    </a:lnTo>
                    <a:lnTo>
                      <a:pt x="0" y="273368"/>
                    </a:lnTo>
                    <a:cubicBezTo>
                      <a:pt x="0" y="286703"/>
                      <a:pt x="10478" y="297180"/>
                      <a:pt x="23813" y="297180"/>
                    </a:cubicBezTo>
                    <a:lnTo>
                      <a:pt x="531495" y="297180"/>
                    </a:lnTo>
                    <a:cubicBezTo>
                      <a:pt x="544830" y="297180"/>
                      <a:pt x="555308" y="286703"/>
                      <a:pt x="555308" y="273368"/>
                    </a:cubicBezTo>
                    <a:lnTo>
                      <a:pt x="555308" y="260985"/>
                    </a:lnTo>
                    <a:lnTo>
                      <a:pt x="482918" y="260985"/>
                    </a:lnTo>
                    <a:lnTo>
                      <a:pt x="482918" y="23813"/>
                    </a:lnTo>
                    <a:close/>
                    <a:moveTo>
                      <a:pt x="227648" y="180975"/>
                    </a:moveTo>
                    <a:lnTo>
                      <a:pt x="214313" y="194310"/>
                    </a:lnTo>
                    <a:lnTo>
                      <a:pt x="160973" y="140970"/>
                    </a:lnTo>
                    <a:lnTo>
                      <a:pt x="214313" y="87630"/>
                    </a:lnTo>
                    <a:lnTo>
                      <a:pt x="227648" y="100965"/>
                    </a:lnTo>
                    <a:lnTo>
                      <a:pt x="187642" y="140970"/>
                    </a:lnTo>
                    <a:lnTo>
                      <a:pt x="227648" y="180975"/>
                    </a:lnTo>
                    <a:close/>
                    <a:moveTo>
                      <a:pt x="263843" y="200978"/>
                    </a:moveTo>
                    <a:lnTo>
                      <a:pt x="246698" y="193358"/>
                    </a:lnTo>
                    <a:lnTo>
                      <a:pt x="291465" y="85725"/>
                    </a:lnTo>
                    <a:lnTo>
                      <a:pt x="308610" y="93345"/>
                    </a:lnTo>
                    <a:lnTo>
                      <a:pt x="263843" y="200978"/>
                    </a:lnTo>
                    <a:close/>
                    <a:moveTo>
                      <a:pt x="340043" y="195263"/>
                    </a:moveTo>
                    <a:lnTo>
                      <a:pt x="326708" y="181928"/>
                    </a:lnTo>
                    <a:lnTo>
                      <a:pt x="366713" y="141922"/>
                    </a:lnTo>
                    <a:lnTo>
                      <a:pt x="326708" y="101918"/>
                    </a:lnTo>
                    <a:lnTo>
                      <a:pt x="340043" y="88582"/>
                    </a:lnTo>
                    <a:lnTo>
                      <a:pt x="393383" y="141922"/>
                    </a:lnTo>
                    <a:lnTo>
                      <a:pt x="340043" y="195263"/>
                    </a:ln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sp>
          <p:nvSpPr>
            <p:cNvPr id="53" name="Freihandform: Form 52">
              <a:extLst>
                <a:ext uri="{FF2B5EF4-FFF2-40B4-BE49-F238E27FC236}">
                  <a16:creationId xmlns:a16="http://schemas.microsoft.com/office/drawing/2014/main" id="{7F78E42C-B403-3A5F-AF63-9068BA327041}"/>
                </a:ext>
              </a:extLst>
            </p:cNvPr>
            <p:cNvSpPr/>
            <p:nvPr/>
          </p:nvSpPr>
          <p:spPr>
            <a:xfrm>
              <a:off x="5658906" y="3234884"/>
              <a:ext cx="936652" cy="945955"/>
            </a:xfrm>
            <a:custGeom>
              <a:avLst/>
              <a:gdLst>
                <a:gd name="connsiteX0" fmla="*/ 361950 w 723900"/>
                <a:gd name="connsiteY0" fmla="*/ 0 h 723900"/>
                <a:gd name="connsiteX1" fmla="*/ 0 w 723900"/>
                <a:gd name="connsiteY1" fmla="*/ 361950 h 723900"/>
                <a:gd name="connsiteX2" fmla="*/ 361950 w 723900"/>
                <a:gd name="connsiteY2" fmla="*/ 723900 h 723900"/>
                <a:gd name="connsiteX3" fmla="*/ 723900 w 723900"/>
                <a:gd name="connsiteY3" fmla="*/ 361950 h 723900"/>
                <a:gd name="connsiteX4" fmla="*/ 723900 w 723900"/>
                <a:gd name="connsiteY4" fmla="*/ 361950 h 723900"/>
                <a:gd name="connsiteX5" fmla="*/ 361950 w 723900"/>
                <a:gd name="connsiteY5" fmla="*/ 0 h 723900"/>
                <a:gd name="connsiteX6" fmla="*/ 361950 w 723900"/>
                <a:gd name="connsiteY6" fmla="*/ 0 h 723900"/>
                <a:gd name="connsiteX7" fmla="*/ 647700 w 723900"/>
                <a:gd name="connsiteY7" fmla="*/ 361950 h 723900"/>
                <a:gd name="connsiteX8" fmla="*/ 588645 w 723900"/>
                <a:gd name="connsiteY8" fmla="*/ 535305 h 723900"/>
                <a:gd name="connsiteX9" fmla="*/ 188595 w 723900"/>
                <a:gd name="connsiteY9" fmla="*/ 135255 h 723900"/>
                <a:gd name="connsiteX10" fmla="*/ 588645 w 723900"/>
                <a:gd name="connsiteY10" fmla="*/ 188595 h 723900"/>
                <a:gd name="connsiteX11" fmla="*/ 647700 w 723900"/>
                <a:gd name="connsiteY11" fmla="*/ 361950 h 723900"/>
                <a:gd name="connsiteX12" fmla="*/ 76200 w 723900"/>
                <a:gd name="connsiteY12" fmla="*/ 361950 h 723900"/>
                <a:gd name="connsiteX13" fmla="*/ 135255 w 723900"/>
                <a:gd name="connsiteY13" fmla="*/ 188595 h 723900"/>
                <a:gd name="connsiteX14" fmla="*/ 535305 w 723900"/>
                <a:gd name="connsiteY14" fmla="*/ 588645 h 723900"/>
                <a:gd name="connsiteX15" fmla="*/ 135255 w 723900"/>
                <a:gd name="connsiteY15" fmla="*/ 535305 h 723900"/>
                <a:gd name="connsiteX16" fmla="*/ 76200 w 723900"/>
                <a:gd name="connsiteY16" fmla="*/ 361950 h 723900"/>
                <a:gd name="connsiteX17" fmla="*/ 76200 w 723900"/>
                <a:gd name="connsiteY17" fmla="*/ 361950 h 72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23900" h="723900">
                  <a:moveTo>
                    <a:pt x="361950" y="0"/>
                  </a:moveTo>
                  <a:cubicBezTo>
                    <a:pt x="161925" y="0"/>
                    <a:pt x="0" y="161925"/>
                    <a:pt x="0" y="361950"/>
                  </a:cubicBezTo>
                  <a:cubicBezTo>
                    <a:pt x="0" y="561975"/>
                    <a:pt x="161925" y="723900"/>
                    <a:pt x="361950" y="723900"/>
                  </a:cubicBezTo>
                  <a:cubicBezTo>
                    <a:pt x="561975" y="723900"/>
                    <a:pt x="723900" y="561975"/>
                    <a:pt x="723900" y="361950"/>
                  </a:cubicBezTo>
                  <a:cubicBezTo>
                    <a:pt x="723900" y="361950"/>
                    <a:pt x="723900" y="361950"/>
                    <a:pt x="723900" y="361950"/>
                  </a:cubicBezTo>
                  <a:cubicBezTo>
                    <a:pt x="723900" y="161925"/>
                    <a:pt x="561975" y="0"/>
                    <a:pt x="361950" y="0"/>
                  </a:cubicBezTo>
                  <a:cubicBezTo>
                    <a:pt x="361950" y="0"/>
                    <a:pt x="361950" y="0"/>
                    <a:pt x="361950" y="0"/>
                  </a:cubicBezTo>
                  <a:close/>
                  <a:moveTo>
                    <a:pt x="647700" y="361950"/>
                  </a:moveTo>
                  <a:cubicBezTo>
                    <a:pt x="647700" y="424815"/>
                    <a:pt x="626745" y="485775"/>
                    <a:pt x="588645" y="535305"/>
                  </a:cubicBezTo>
                  <a:lnTo>
                    <a:pt x="188595" y="135255"/>
                  </a:lnTo>
                  <a:cubicBezTo>
                    <a:pt x="314325" y="39053"/>
                    <a:pt x="493395" y="63818"/>
                    <a:pt x="588645" y="188595"/>
                  </a:cubicBezTo>
                  <a:cubicBezTo>
                    <a:pt x="626745" y="238125"/>
                    <a:pt x="647700" y="299085"/>
                    <a:pt x="647700" y="361950"/>
                  </a:cubicBezTo>
                  <a:close/>
                  <a:moveTo>
                    <a:pt x="76200" y="361950"/>
                  </a:moveTo>
                  <a:cubicBezTo>
                    <a:pt x="76200" y="299085"/>
                    <a:pt x="97155" y="238125"/>
                    <a:pt x="135255" y="188595"/>
                  </a:cubicBezTo>
                  <a:lnTo>
                    <a:pt x="535305" y="588645"/>
                  </a:lnTo>
                  <a:cubicBezTo>
                    <a:pt x="410528" y="684848"/>
                    <a:pt x="230505" y="661035"/>
                    <a:pt x="135255" y="535305"/>
                  </a:cubicBezTo>
                  <a:cubicBezTo>
                    <a:pt x="97155" y="485775"/>
                    <a:pt x="76200" y="424815"/>
                    <a:pt x="76200" y="361950"/>
                  </a:cubicBezTo>
                  <a:lnTo>
                    <a:pt x="76200" y="361950"/>
                  </a:ln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grpSp>
        <p:nvGrpSpPr>
          <p:cNvPr id="523" name="Gruppieren 522">
            <a:extLst>
              <a:ext uri="{FF2B5EF4-FFF2-40B4-BE49-F238E27FC236}">
                <a16:creationId xmlns:a16="http://schemas.microsoft.com/office/drawing/2014/main" id="{AAEB8338-EA00-4B75-0346-D47242FA5051}"/>
              </a:ext>
            </a:extLst>
          </p:cNvPr>
          <p:cNvGrpSpPr>
            <a:grpSpLocks noChangeAspect="1"/>
          </p:cNvGrpSpPr>
          <p:nvPr/>
        </p:nvGrpSpPr>
        <p:grpSpPr>
          <a:xfrm>
            <a:off x="3824416" y="4432916"/>
            <a:ext cx="1824785" cy="1824785"/>
            <a:chOff x="3729216" y="3261534"/>
            <a:chExt cx="1416204" cy="1416204"/>
          </a:xfrm>
        </p:grpSpPr>
        <p:pic>
          <p:nvPicPr>
            <p:cNvPr id="524" name="Grafik 523" descr="Netzplandiagramm Silhouette">
              <a:extLst>
                <a:ext uri="{FF2B5EF4-FFF2-40B4-BE49-F238E27FC236}">
                  <a16:creationId xmlns:a16="http://schemas.microsoft.com/office/drawing/2014/main" id="{500F2A9F-46BC-50A9-FE01-F646D09CE6D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10800000">
              <a:off x="3729216" y="3261534"/>
              <a:ext cx="1416204" cy="1416204"/>
            </a:xfrm>
            <a:prstGeom prst="rect">
              <a:avLst/>
            </a:prstGeom>
          </p:spPr>
        </p:pic>
        <p:grpSp>
          <p:nvGrpSpPr>
            <p:cNvPr id="540" name="Gruppieren 539">
              <a:extLst>
                <a:ext uri="{FF2B5EF4-FFF2-40B4-BE49-F238E27FC236}">
                  <a16:creationId xmlns:a16="http://schemas.microsoft.com/office/drawing/2014/main" id="{1ECAA8BC-AFAA-ECF7-1E61-658206506414}"/>
                </a:ext>
              </a:extLst>
            </p:cNvPr>
            <p:cNvGrpSpPr>
              <a:grpSpLocks noChangeAspect="1"/>
            </p:cNvGrpSpPr>
            <p:nvPr/>
          </p:nvGrpSpPr>
          <p:grpSpPr>
            <a:xfrm>
              <a:off x="3981068" y="3918084"/>
              <a:ext cx="110872" cy="132749"/>
              <a:chOff x="1131085" y="1417371"/>
              <a:chExt cx="609295" cy="729520"/>
            </a:xfrm>
          </p:grpSpPr>
          <p:sp>
            <p:nvSpPr>
              <p:cNvPr id="544" name="Freihandform: Form 543">
                <a:extLst>
                  <a:ext uri="{FF2B5EF4-FFF2-40B4-BE49-F238E27FC236}">
                    <a16:creationId xmlns:a16="http://schemas.microsoft.com/office/drawing/2014/main" id="{B2D76D4E-25B6-5283-B454-BC9692C59CD8}"/>
                  </a:ext>
                </a:extLst>
              </p:cNvPr>
              <p:cNvSpPr/>
              <p:nvPr/>
            </p:nvSpPr>
            <p:spPr>
              <a:xfrm>
                <a:off x="1131085" y="1842177"/>
                <a:ext cx="609295" cy="304714"/>
              </a:xfrm>
              <a:custGeom>
                <a:avLst/>
                <a:gdLst>
                  <a:gd name="connsiteX0" fmla="*/ 609295 w 609295"/>
                  <a:gd name="connsiteY0" fmla="*/ 304714 h 304714"/>
                  <a:gd name="connsiteX1" fmla="*/ 609295 w 609295"/>
                  <a:gd name="connsiteY1" fmla="*/ 152400 h 304714"/>
                  <a:gd name="connsiteX2" fmla="*/ 578815 w 609295"/>
                  <a:gd name="connsiteY2" fmla="*/ 91440 h 304714"/>
                  <a:gd name="connsiteX3" fmla="*/ 430311 w 609295"/>
                  <a:gd name="connsiteY3" fmla="*/ 19050 h 304714"/>
                  <a:gd name="connsiteX4" fmla="*/ 304648 w 609295"/>
                  <a:gd name="connsiteY4" fmla="*/ 0 h 304714"/>
                  <a:gd name="connsiteX5" fmla="*/ 178984 w 609295"/>
                  <a:gd name="connsiteY5" fmla="*/ 19050 h 304714"/>
                  <a:gd name="connsiteX6" fmla="*/ 30480 w 609295"/>
                  <a:gd name="connsiteY6" fmla="*/ 91440 h 304714"/>
                  <a:gd name="connsiteX7" fmla="*/ 0 w 609295"/>
                  <a:gd name="connsiteY7" fmla="*/ 152400 h 304714"/>
                  <a:gd name="connsiteX8" fmla="*/ 0 w 609295"/>
                  <a:gd name="connsiteY8" fmla="*/ 304714 h 30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9295" h="304714">
                    <a:moveTo>
                      <a:pt x="609295" y="304714"/>
                    </a:moveTo>
                    <a:lnTo>
                      <a:pt x="609295" y="152400"/>
                    </a:lnTo>
                    <a:cubicBezTo>
                      <a:pt x="608805" y="128534"/>
                      <a:pt x="597614" y="106152"/>
                      <a:pt x="578815" y="91440"/>
                    </a:cubicBezTo>
                    <a:cubicBezTo>
                      <a:pt x="536905" y="57150"/>
                      <a:pt x="483622" y="34290"/>
                      <a:pt x="430311" y="19050"/>
                    </a:cubicBezTo>
                    <a:cubicBezTo>
                      <a:pt x="389583" y="6577"/>
                      <a:pt x="347242" y="158"/>
                      <a:pt x="304648" y="0"/>
                    </a:cubicBezTo>
                    <a:cubicBezTo>
                      <a:pt x="262099" y="734"/>
                      <a:pt x="219839" y="7141"/>
                      <a:pt x="178984" y="19050"/>
                    </a:cubicBezTo>
                    <a:cubicBezTo>
                      <a:pt x="125740" y="34594"/>
                      <a:pt x="75524" y="59072"/>
                      <a:pt x="30480" y="91440"/>
                    </a:cubicBezTo>
                    <a:cubicBezTo>
                      <a:pt x="11681" y="106151"/>
                      <a:pt x="490" y="128534"/>
                      <a:pt x="0" y="152400"/>
                    </a:cubicBezTo>
                    <a:lnTo>
                      <a:pt x="0" y="304714"/>
                    </a:lnTo>
                    <a:close/>
                  </a:path>
                </a:pathLst>
              </a:custGeom>
              <a:solidFill>
                <a:schemeClr val="tx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545" name="Freihandform: Form 544">
                <a:extLst>
                  <a:ext uri="{FF2B5EF4-FFF2-40B4-BE49-F238E27FC236}">
                    <a16:creationId xmlns:a16="http://schemas.microsoft.com/office/drawing/2014/main" id="{51B3288B-7C06-721C-546B-2C47B85DBAE2}"/>
                  </a:ext>
                </a:extLst>
              </p:cNvPr>
              <p:cNvSpPr/>
              <p:nvPr/>
            </p:nvSpPr>
            <p:spPr>
              <a:xfrm>
                <a:off x="1283388" y="1594861"/>
                <a:ext cx="304668" cy="209497"/>
              </a:xfrm>
              <a:custGeom>
                <a:avLst/>
                <a:gdLst>
                  <a:gd name="connsiteX0" fmla="*/ 11166 w 304668"/>
                  <a:gd name="connsiteY0" fmla="*/ 0 h 209497"/>
                  <a:gd name="connsiteX1" fmla="*/ 95212 w 304668"/>
                  <a:gd name="connsiteY1" fmla="*/ 198331 h 209497"/>
                  <a:gd name="connsiteX2" fmla="*/ 293544 w 304668"/>
                  <a:gd name="connsiteY2" fmla="*/ 114286 h 209497"/>
                  <a:gd name="connsiteX3" fmla="*/ 293544 w 304668"/>
                  <a:gd name="connsiteY3" fmla="*/ 0 h 209497"/>
                </a:gdLst>
                <a:ahLst/>
                <a:cxnLst>
                  <a:cxn ang="0">
                    <a:pos x="connsiteX0" y="connsiteY0"/>
                  </a:cxn>
                  <a:cxn ang="0">
                    <a:pos x="connsiteX1" y="connsiteY1"/>
                  </a:cxn>
                  <a:cxn ang="0">
                    <a:pos x="connsiteX2" y="connsiteY2"/>
                  </a:cxn>
                  <a:cxn ang="0">
                    <a:pos x="connsiteX3" y="connsiteY3"/>
                  </a:cxn>
                </a:cxnLst>
                <a:rect l="l" t="t" r="r" b="b"/>
                <a:pathLst>
                  <a:path w="304668" h="209497">
                    <a:moveTo>
                      <a:pt x="11166" y="0"/>
                    </a:moveTo>
                    <a:cubicBezTo>
                      <a:pt x="-20394" y="77976"/>
                      <a:pt x="17236" y="166772"/>
                      <a:pt x="95212" y="198331"/>
                    </a:cubicBezTo>
                    <a:cubicBezTo>
                      <a:pt x="173189" y="229891"/>
                      <a:pt x="261984" y="192262"/>
                      <a:pt x="293544" y="114286"/>
                    </a:cubicBezTo>
                    <a:cubicBezTo>
                      <a:pt x="308377" y="77634"/>
                      <a:pt x="308377" y="36651"/>
                      <a:pt x="293544" y="0"/>
                    </a:cubicBezTo>
                    <a:close/>
                  </a:path>
                </a:pathLst>
              </a:custGeom>
              <a:solidFill>
                <a:schemeClr val="tx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546" name="Freihandform: Form 545">
                <a:extLst>
                  <a:ext uri="{FF2B5EF4-FFF2-40B4-BE49-F238E27FC236}">
                    <a16:creationId xmlns:a16="http://schemas.microsoft.com/office/drawing/2014/main" id="{9480DFA5-C224-BF60-561C-EE7C9D153582}"/>
                  </a:ext>
                </a:extLst>
              </p:cNvPr>
              <p:cNvSpPr/>
              <p:nvPr/>
            </p:nvSpPr>
            <p:spPr>
              <a:xfrm>
                <a:off x="1283388" y="1417371"/>
                <a:ext cx="304668" cy="180984"/>
              </a:xfrm>
              <a:custGeom>
                <a:avLst/>
                <a:gdLst>
                  <a:gd name="connsiteX0" fmla="*/ 9030 w 334651"/>
                  <a:gd name="connsiteY0" fmla="*/ 180985 h 180984"/>
                  <a:gd name="connsiteX1" fmla="*/ 0 w 334651"/>
                  <a:gd name="connsiteY1" fmla="*/ 0 h 180984"/>
                  <a:gd name="connsiteX2" fmla="*/ 83658 w 334651"/>
                  <a:gd name="connsiteY2" fmla="*/ 60846 h 180984"/>
                  <a:gd name="connsiteX3" fmla="*/ 167326 w 334651"/>
                  <a:gd name="connsiteY3" fmla="*/ 0 h 180984"/>
                  <a:gd name="connsiteX4" fmla="*/ 250984 w 334651"/>
                  <a:gd name="connsiteY4" fmla="*/ 60846 h 180984"/>
                  <a:gd name="connsiteX5" fmla="*/ 334651 w 334651"/>
                  <a:gd name="connsiteY5" fmla="*/ 0 h 180984"/>
                  <a:gd name="connsiteX6" fmla="*/ 325622 w 334651"/>
                  <a:gd name="connsiteY6" fmla="*/ 180985 h 180984"/>
                  <a:gd name="connsiteX7" fmla="*/ 9030 w 334651"/>
                  <a:gd name="connsiteY7" fmla="*/ 180985 h 180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4651" h="180984">
                    <a:moveTo>
                      <a:pt x="9030" y="180985"/>
                    </a:moveTo>
                    <a:lnTo>
                      <a:pt x="0" y="0"/>
                    </a:lnTo>
                    <a:lnTo>
                      <a:pt x="83658" y="60846"/>
                    </a:lnTo>
                    <a:lnTo>
                      <a:pt x="167326" y="0"/>
                    </a:lnTo>
                    <a:lnTo>
                      <a:pt x="250984" y="60846"/>
                    </a:lnTo>
                    <a:lnTo>
                      <a:pt x="334651" y="0"/>
                    </a:lnTo>
                    <a:lnTo>
                      <a:pt x="325622" y="180985"/>
                    </a:lnTo>
                    <a:lnTo>
                      <a:pt x="9030" y="180985"/>
                    </a:ln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pic>
          <p:nvPicPr>
            <p:cNvPr id="541" name="Grafik 540" descr="Benutzer mit einfarbiger Füllung">
              <a:extLst>
                <a:ext uri="{FF2B5EF4-FFF2-40B4-BE49-F238E27FC236}">
                  <a16:creationId xmlns:a16="http://schemas.microsoft.com/office/drawing/2014/main" id="{72EAA1DA-0714-5F8A-307B-63AB2E9125FE}"/>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753314" y="3901945"/>
              <a:ext cx="162268" cy="173116"/>
            </a:xfrm>
            <a:prstGeom prst="rect">
              <a:avLst/>
            </a:prstGeom>
          </p:spPr>
        </p:pic>
        <p:pic>
          <p:nvPicPr>
            <p:cNvPr id="542" name="Grafik 541" descr="Benutzer mit einfarbiger Füllung">
              <a:extLst>
                <a:ext uri="{FF2B5EF4-FFF2-40B4-BE49-F238E27FC236}">
                  <a16:creationId xmlns:a16="http://schemas.microsoft.com/office/drawing/2014/main" id="{448A3FAF-BE76-2505-F844-65BBAB402DAE}"/>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754447" y="3501002"/>
              <a:ext cx="162268" cy="173116"/>
            </a:xfrm>
            <a:prstGeom prst="rect">
              <a:avLst/>
            </a:prstGeom>
          </p:spPr>
        </p:pic>
        <p:pic>
          <p:nvPicPr>
            <p:cNvPr id="543" name="Grafik 542" descr="Benutzer mit einfarbiger Füllung">
              <a:extLst>
                <a:ext uri="{FF2B5EF4-FFF2-40B4-BE49-F238E27FC236}">
                  <a16:creationId xmlns:a16="http://schemas.microsoft.com/office/drawing/2014/main" id="{AFCA87AA-3164-BE46-F268-ED61EC88071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753314" y="4300715"/>
              <a:ext cx="162268" cy="173116"/>
            </a:xfrm>
            <a:prstGeom prst="rect">
              <a:avLst/>
            </a:prstGeom>
          </p:spPr>
        </p:pic>
      </p:grpSp>
      <p:pic>
        <p:nvPicPr>
          <p:cNvPr id="41" name="Grafik 40" descr="Kapitän">
            <a:extLst>
              <a:ext uri="{FF2B5EF4-FFF2-40B4-BE49-F238E27FC236}">
                <a16:creationId xmlns:a16="http://schemas.microsoft.com/office/drawing/2014/main" id="{4235FE70-5D46-BA0A-CBD2-48929C753C05}"/>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265824" y="3341401"/>
            <a:ext cx="969104" cy="969104"/>
          </a:xfrm>
          <a:prstGeom prst="rect">
            <a:avLst/>
          </a:prstGeom>
        </p:spPr>
      </p:pic>
      <p:pic>
        <p:nvPicPr>
          <p:cNvPr id="42" name="Grafik 41" descr="Elektriker">
            <a:extLst>
              <a:ext uri="{FF2B5EF4-FFF2-40B4-BE49-F238E27FC236}">
                <a16:creationId xmlns:a16="http://schemas.microsoft.com/office/drawing/2014/main" id="{1284F8CD-A09F-049D-3697-8F1D8C969330}"/>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264635" y="3370913"/>
            <a:ext cx="914400" cy="914400"/>
          </a:xfrm>
          <a:prstGeom prst="rect">
            <a:avLst/>
          </a:prstGeom>
        </p:spPr>
      </p:pic>
      <p:pic>
        <p:nvPicPr>
          <p:cNvPr id="43" name="Grafik 42" descr="Bauarbeiter">
            <a:extLst>
              <a:ext uri="{FF2B5EF4-FFF2-40B4-BE49-F238E27FC236}">
                <a16:creationId xmlns:a16="http://schemas.microsoft.com/office/drawing/2014/main" id="{16F88BA1-42FB-A2B6-71FE-BE9861F5C264}"/>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2143231" y="3368753"/>
            <a:ext cx="914400" cy="914400"/>
          </a:xfrm>
          <a:prstGeom prst="rect">
            <a:avLst/>
          </a:prstGeom>
        </p:spPr>
      </p:pic>
      <p:pic>
        <p:nvPicPr>
          <p:cNvPr id="59" name="Grafik 58" descr="Management mit einfarbiger Füllung">
            <a:extLst>
              <a:ext uri="{FF2B5EF4-FFF2-40B4-BE49-F238E27FC236}">
                <a16:creationId xmlns:a16="http://schemas.microsoft.com/office/drawing/2014/main" id="{20A0CBCD-43A3-8ECB-F321-62B86779FC59}"/>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8520940" y="4320233"/>
            <a:ext cx="914400" cy="914400"/>
          </a:xfrm>
          <a:prstGeom prst="rect">
            <a:avLst/>
          </a:prstGeom>
        </p:spPr>
      </p:pic>
      <p:grpSp>
        <p:nvGrpSpPr>
          <p:cNvPr id="68" name="Gruppieren 67">
            <a:extLst>
              <a:ext uri="{FF2B5EF4-FFF2-40B4-BE49-F238E27FC236}">
                <a16:creationId xmlns:a16="http://schemas.microsoft.com/office/drawing/2014/main" id="{30776772-3245-10D6-251B-F9B55164D1BE}"/>
              </a:ext>
            </a:extLst>
          </p:cNvPr>
          <p:cNvGrpSpPr/>
          <p:nvPr/>
        </p:nvGrpSpPr>
        <p:grpSpPr>
          <a:xfrm>
            <a:off x="6096000" y="5332116"/>
            <a:ext cx="284494" cy="303398"/>
            <a:chOff x="7054354" y="5211466"/>
            <a:chExt cx="284494" cy="303398"/>
          </a:xfrm>
        </p:grpSpPr>
        <p:sp>
          <p:nvSpPr>
            <p:cNvPr id="60" name="Freihandform: Form 59">
              <a:extLst>
                <a:ext uri="{FF2B5EF4-FFF2-40B4-BE49-F238E27FC236}">
                  <a16:creationId xmlns:a16="http://schemas.microsoft.com/office/drawing/2014/main" id="{8B256D05-33DB-C702-06D0-06DA4E38F7F0}"/>
                </a:ext>
              </a:extLst>
            </p:cNvPr>
            <p:cNvSpPr/>
            <p:nvPr/>
          </p:nvSpPr>
          <p:spPr>
            <a:xfrm>
              <a:off x="7054354" y="5373033"/>
              <a:ext cx="284494" cy="141831"/>
            </a:xfrm>
            <a:custGeom>
              <a:avLst/>
              <a:gdLst>
                <a:gd name="connsiteX0" fmla="*/ 0 w 296525"/>
                <a:gd name="connsiteY0" fmla="*/ 147830 h 147829"/>
                <a:gd name="connsiteX1" fmla="*/ 0 w 296525"/>
                <a:gd name="connsiteY1" fmla="*/ 73725 h 147829"/>
                <a:gd name="connsiteX2" fmla="*/ 14859 w 296525"/>
                <a:gd name="connsiteY2" fmla="*/ 44103 h 147829"/>
                <a:gd name="connsiteX3" fmla="*/ 87344 w 296525"/>
                <a:gd name="connsiteY3" fmla="*/ 9527 h 147829"/>
                <a:gd name="connsiteX4" fmla="*/ 148209 w 296525"/>
                <a:gd name="connsiteY4" fmla="*/ 2 h 147829"/>
                <a:gd name="connsiteX5" fmla="*/ 209169 w 296525"/>
                <a:gd name="connsiteY5" fmla="*/ 9527 h 147829"/>
                <a:gd name="connsiteX6" fmla="*/ 281654 w 296525"/>
                <a:gd name="connsiteY6" fmla="*/ 44103 h 147829"/>
                <a:gd name="connsiteX7" fmla="*/ 296513 w 296525"/>
                <a:gd name="connsiteY7" fmla="*/ 73725 h 147829"/>
                <a:gd name="connsiteX8" fmla="*/ 296513 w 296525"/>
                <a:gd name="connsiteY8" fmla="*/ 147830 h 147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6525" h="147829">
                  <a:moveTo>
                    <a:pt x="0" y="147830"/>
                  </a:moveTo>
                  <a:lnTo>
                    <a:pt x="0" y="73725"/>
                  </a:lnTo>
                  <a:cubicBezTo>
                    <a:pt x="45" y="62070"/>
                    <a:pt x="5544" y="51107"/>
                    <a:pt x="14859" y="44103"/>
                  </a:cubicBezTo>
                  <a:cubicBezTo>
                    <a:pt x="36757" y="28332"/>
                    <a:pt x="61308" y="16621"/>
                    <a:pt x="87344" y="9527"/>
                  </a:cubicBezTo>
                  <a:cubicBezTo>
                    <a:pt x="106995" y="3128"/>
                    <a:pt x="127543" y="-88"/>
                    <a:pt x="148209" y="2"/>
                  </a:cubicBezTo>
                  <a:cubicBezTo>
                    <a:pt x="168859" y="487"/>
                    <a:pt x="189355" y="3690"/>
                    <a:pt x="209169" y="9527"/>
                  </a:cubicBezTo>
                  <a:cubicBezTo>
                    <a:pt x="235573" y="15599"/>
                    <a:pt x="260319" y="27402"/>
                    <a:pt x="281654" y="44103"/>
                  </a:cubicBezTo>
                  <a:cubicBezTo>
                    <a:pt x="291244" y="50876"/>
                    <a:pt x="296819" y="61990"/>
                    <a:pt x="296513" y="73725"/>
                  </a:cubicBezTo>
                  <a:lnTo>
                    <a:pt x="296513" y="147830"/>
                  </a:ln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64" name="Freihandform: Form 63">
              <a:extLst>
                <a:ext uri="{FF2B5EF4-FFF2-40B4-BE49-F238E27FC236}">
                  <a16:creationId xmlns:a16="http://schemas.microsoft.com/office/drawing/2014/main" id="{0AD77F88-97F7-AEEA-28AB-67B3ABF5D645}"/>
                </a:ext>
              </a:extLst>
            </p:cNvPr>
            <p:cNvSpPr/>
            <p:nvPr/>
          </p:nvSpPr>
          <p:spPr>
            <a:xfrm>
              <a:off x="7125452" y="5211466"/>
              <a:ext cx="142196" cy="142196"/>
            </a:xfrm>
            <a:custGeom>
              <a:avLst/>
              <a:gdLst>
                <a:gd name="connsiteX0" fmla="*/ 148209 w 148209"/>
                <a:gd name="connsiteY0" fmla="*/ 74105 h 148209"/>
                <a:gd name="connsiteX1" fmla="*/ 74105 w 148209"/>
                <a:gd name="connsiteY1" fmla="*/ 148209 h 148209"/>
                <a:gd name="connsiteX2" fmla="*/ 0 w 148209"/>
                <a:gd name="connsiteY2" fmla="*/ 74105 h 148209"/>
                <a:gd name="connsiteX3" fmla="*/ 74105 w 148209"/>
                <a:gd name="connsiteY3" fmla="*/ 0 h 148209"/>
                <a:gd name="connsiteX4" fmla="*/ 148209 w 148209"/>
                <a:gd name="connsiteY4" fmla="*/ 74105 h 1482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209" h="148209">
                  <a:moveTo>
                    <a:pt x="148209" y="74105"/>
                  </a:moveTo>
                  <a:cubicBezTo>
                    <a:pt x="148209" y="115031"/>
                    <a:pt x="115031" y="148209"/>
                    <a:pt x="74105" y="148209"/>
                  </a:cubicBezTo>
                  <a:cubicBezTo>
                    <a:pt x="33178" y="148209"/>
                    <a:pt x="0" y="115031"/>
                    <a:pt x="0" y="74105"/>
                  </a:cubicBezTo>
                  <a:cubicBezTo>
                    <a:pt x="0" y="33178"/>
                    <a:pt x="33178" y="0"/>
                    <a:pt x="74105" y="0"/>
                  </a:cubicBezTo>
                  <a:cubicBezTo>
                    <a:pt x="115031" y="0"/>
                    <a:pt x="148209" y="33178"/>
                    <a:pt x="148209" y="74105"/>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grpSp>
        <p:nvGrpSpPr>
          <p:cNvPr id="62" name="Gruppieren 61">
            <a:extLst>
              <a:ext uri="{FF2B5EF4-FFF2-40B4-BE49-F238E27FC236}">
                <a16:creationId xmlns:a16="http://schemas.microsoft.com/office/drawing/2014/main" id="{4A6CE3BB-90CF-E229-356B-DF72E32A172F}"/>
              </a:ext>
            </a:extLst>
          </p:cNvPr>
          <p:cNvGrpSpPr/>
          <p:nvPr/>
        </p:nvGrpSpPr>
        <p:grpSpPr>
          <a:xfrm>
            <a:off x="6888784" y="3940147"/>
            <a:ext cx="914400" cy="914400"/>
            <a:chOff x="6633807" y="4010354"/>
            <a:chExt cx="914400" cy="914400"/>
          </a:xfrm>
        </p:grpSpPr>
        <p:pic>
          <p:nvPicPr>
            <p:cNvPr id="45" name="Grafik 44" descr="Pfeil Kreis mit einfarbiger Füllung">
              <a:extLst>
                <a:ext uri="{FF2B5EF4-FFF2-40B4-BE49-F238E27FC236}">
                  <a16:creationId xmlns:a16="http://schemas.microsoft.com/office/drawing/2014/main" id="{C9743DE9-D509-F1AB-DB4F-96E5533ECC5A}"/>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6633807" y="4010354"/>
              <a:ext cx="914400" cy="914400"/>
            </a:xfrm>
            <a:prstGeom prst="rect">
              <a:avLst/>
            </a:prstGeom>
          </p:spPr>
        </p:pic>
        <p:grpSp>
          <p:nvGrpSpPr>
            <p:cNvPr id="46" name="Gruppieren 45">
              <a:extLst>
                <a:ext uri="{FF2B5EF4-FFF2-40B4-BE49-F238E27FC236}">
                  <a16:creationId xmlns:a16="http://schemas.microsoft.com/office/drawing/2014/main" id="{2A8916E9-A393-0BFE-C19D-EDE4681E5F7E}"/>
                </a:ext>
              </a:extLst>
            </p:cNvPr>
            <p:cNvGrpSpPr/>
            <p:nvPr/>
          </p:nvGrpSpPr>
          <p:grpSpPr>
            <a:xfrm>
              <a:off x="6975136" y="4284214"/>
              <a:ext cx="284494" cy="303398"/>
              <a:chOff x="7054354" y="5211466"/>
              <a:chExt cx="284494" cy="303398"/>
            </a:xfrm>
          </p:grpSpPr>
          <p:sp>
            <p:nvSpPr>
              <p:cNvPr id="47" name="Freihandform: Form 46">
                <a:extLst>
                  <a:ext uri="{FF2B5EF4-FFF2-40B4-BE49-F238E27FC236}">
                    <a16:creationId xmlns:a16="http://schemas.microsoft.com/office/drawing/2014/main" id="{0C08AC01-84DB-B765-5ABD-FA72C844DCE6}"/>
                  </a:ext>
                </a:extLst>
              </p:cNvPr>
              <p:cNvSpPr/>
              <p:nvPr/>
            </p:nvSpPr>
            <p:spPr>
              <a:xfrm>
                <a:off x="7054354" y="5373033"/>
                <a:ext cx="284494" cy="141831"/>
              </a:xfrm>
              <a:custGeom>
                <a:avLst/>
                <a:gdLst>
                  <a:gd name="connsiteX0" fmla="*/ 0 w 296525"/>
                  <a:gd name="connsiteY0" fmla="*/ 147830 h 147829"/>
                  <a:gd name="connsiteX1" fmla="*/ 0 w 296525"/>
                  <a:gd name="connsiteY1" fmla="*/ 73725 h 147829"/>
                  <a:gd name="connsiteX2" fmla="*/ 14859 w 296525"/>
                  <a:gd name="connsiteY2" fmla="*/ 44103 h 147829"/>
                  <a:gd name="connsiteX3" fmla="*/ 87344 w 296525"/>
                  <a:gd name="connsiteY3" fmla="*/ 9527 h 147829"/>
                  <a:gd name="connsiteX4" fmla="*/ 148209 w 296525"/>
                  <a:gd name="connsiteY4" fmla="*/ 2 h 147829"/>
                  <a:gd name="connsiteX5" fmla="*/ 209169 w 296525"/>
                  <a:gd name="connsiteY5" fmla="*/ 9527 h 147829"/>
                  <a:gd name="connsiteX6" fmla="*/ 281654 w 296525"/>
                  <a:gd name="connsiteY6" fmla="*/ 44103 h 147829"/>
                  <a:gd name="connsiteX7" fmla="*/ 296513 w 296525"/>
                  <a:gd name="connsiteY7" fmla="*/ 73725 h 147829"/>
                  <a:gd name="connsiteX8" fmla="*/ 296513 w 296525"/>
                  <a:gd name="connsiteY8" fmla="*/ 147830 h 147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6525" h="147829">
                    <a:moveTo>
                      <a:pt x="0" y="147830"/>
                    </a:moveTo>
                    <a:lnTo>
                      <a:pt x="0" y="73725"/>
                    </a:lnTo>
                    <a:cubicBezTo>
                      <a:pt x="45" y="62070"/>
                      <a:pt x="5544" y="51107"/>
                      <a:pt x="14859" y="44103"/>
                    </a:cubicBezTo>
                    <a:cubicBezTo>
                      <a:pt x="36757" y="28332"/>
                      <a:pt x="61308" y="16621"/>
                      <a:pt x="87344" y="9527"/>
                    </a:cubicBezTo>
                    <a:cubicBezTo>
                      <a:pt x="106995" y="3128"/>
                      <a:pt x="127543" y="-88"/>
                      <a:pt x="148209" y="2"/>
                    </a:cubicBezTo>
                    <a:cubicBezTo>
                      <a:pt x="168859" y="487"/>
                      <a:pt x="189355" y="3690"/>
                      <a:pt x="209169" y="9527"/>
                    </a:cubicBezTo>
                    <a:cubicBezTo>
                      <a:pt x="235573" y="15599"/>
                      <a:pt x="260319" y="27402"/>
                      <a:pt x="281654" y="44103"/>
                    </a:cubicBezTo>
                    <a:cubicBezTo>
                      <a:pt x="291244" y="50876"/>
                      <a:pt x="296819" y="61990"/>
                      <a:pt x="296513" y="73725"/>
                    </a:cubicBezTo>
                    <a:lnTo>
                      <a:pt x="296513" y="147830"/>
                    </a:ln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49" name="Freihandform: Form 48">
                <a:extLst>
                  <a:ext uri="{FF2B5EF4-FFF2-40B4-BE49-F238E27FC236}">
                    <a16:creationId xmlns:a16="http://schemas.microsoft.com/office/drawing/2014/main" id="{25CCA21C-0B08-A20B-3F1D-676FCB0C99D5}"/>
                  </a:ext>
                </a:extLst>
              </p:cNvPr>
              <p:cNvSpPr/>
              <p:nvPr/>
            </p:nvSpPr>
            <p:spPr>
              <a:xfrm>
                <a:off x="7125452" y="5211466"/>
                <a:ext cx="142196" cy="142196"/>
              </a:xfrm>
              <a:custGeom>
                <a:avLst/>
                <a:gdLst>
                  <a:gd name="connsiteX0" fmla="*/ 148209 w 148209"/>
                  <a:gd name="connsiteY0" fmla="*/ 74105 h 148209"/>
                  <a:gd name="connsiteX1" fmla="*/ 74105 w 148209"/>
                  <a:gd name="connsiteY1" fmla="*/ 148209 h 148209"/>
                  <a:gd name="connsiteX2" fmla="*/ 0 w 148209"/>
                  <a:gd name="connsiteY2" fmla="*/ 74105 h 148209"/>
                  <a:gd name="connsiteX3" fmla="*/ 74105 w 148209"/>
                  <a:gd name="connsiteY3" fmla="*/ 0 h 148209"/>
                  <a:gd name="connsiteX4" fmla="*/ 148209 w 148209"/>
                  <a:gd name="connsiteY4" fmla="*/ 74105 h 1482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209" h="148209">
                    <a:moveTo>
                      <a:pt x="148209" y="74105"/>
                    </a:moveTo>
                    <a:cubicBezTo>
                      <a:pt x="148209" y="115031"/>
                      <a:pt x="115031" y="148209"/>
                      <a:pt x="74105" y="148209"/>
                    </a:cubicBezTo>
                    <a:cubicBezTo>
                      <a:pt x="33178" y="148209"/>
                      <a:pt x="0" y="115031"/>
                      <a:pt x="0" y="74105"/>
                    </a:cubicBezTo>
                    <a:cubicBezTo>
                      <a:pt x="0" y="33178"/>
                      <a:pt x="33178" y="0"/>
                      <a:pt x="74105" y="0"/>
                    </a:cubicBezTo>
                    <a:cubicBezTo>
                      <a:pt x="115031" y="0"/>
                      <a:pt x="148209" y="33178"/>
                      <a:pt x="148209" y="74105"/>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grpSp>
      <p:grpSp>
        <p:nvGrpSpPr>
          <p:cNvPr id="44" name="Gruppieren 43">
            <a:extLst>
              <a:ext uri="{FF2B5EF4-FFF2-40B4-BE49-F238E27FC236}">
                <a16:creationId xmlns:a16="http://schemas.microsoft.com/office/drawing/2014/main" id="{94A3D34B-9AFD-D849-D441-884F1C2BD0AD}"/>
              </a:ext>
            </a:extLst>
          </p:cNvPr>
          <p:cNvGrpSpPr/>
          <p:nvPr/>
        </p:nvGrpSpPr>
        <p:grpSpPr>
          <a:xfrm>
            <a:off x="10330476" y="4713701"/>
            <a:ext cx="639306" cy="914400"/>
            <a:chOff x="231176" y="4775428"/>
            <a:chExt cx="495299" cy="715394"/>
          </a:xfrm>
        </p:grpSpPr>
        <p:sp>
          <p:nvSpPr>
            <p:cNvPr id="58" name="Grafik 32" descr="Milchkaffeetasse mit einfarbiger Füllung">
              <a:extLst>
                <a:ext uri="{FF2B5EF4-FFF2-40B4-BE49-F238E27FC236}">
                  <a16:creationId xmlns:a16="http://schemas.microsoft.com/office/drawing/2014/main" id="{377B3D58-D0A0-6B29-C9C7-9137585757F8}"/>
                </a:ext>
              </a:extLst>
            </p:cNvPr>
            <p:cNvSpPr/>
            <p:nvPr/>
          </p:nvSpPr>
          <p:spPr>
            <a:xfrm>
              <a:off x="231176" y="4775428"/>
              <a:ext cx="495299" cy="715394"/>
            </a:xfrm>
            <a:custGeom>
              <a:avLst/>
              <a:gdLst>
                <a:gd name="connsiteX0" fmla="*/ 495300 w 495299"/>
                <a:gd name="connsiteY0" fmla="*/ 96269 h 715394"/>
                <a:gd name="connsiteX1" fmla="*/ 474859 w 495299"/>
                <a:gd name="connsiteY1" fmla="*/ 96269 h 715394"/>
                <a:gd name="connsiteX2" fmla="*/ 437255 w 495299"/>
                <a:gd name="connsiteY2" fmla="*/ 21022 h 715394"/>
                <a:gd name="connsiteX3" fmla="*/ 68580 w 495299"/>
                <a:gd name="connsiteY3" fmla="*/ 0 h 715394"/>
                <a:gd name="connsiteX4" fmla="*/ 20441 w 495299"/>
                <a:gd name="connsiteY4" fmla="*/ 96269 h 715394"/>
                <a:gd name="connsiteX5" fmla="*/ 0 w 495299"/>
                <a:gd name="connsiteY5" fmla="*/ 96269 h 715394"/>
                <a:gd name="connsiteX6" fmla="*/ 0 w 495299"/>
                <a:gd name="connsiteY6" fmla="*/ 229619 h 715394"/>
                <a:gd name="connsiteX7" fmla="*/ 37586 w 495299"/>
                <a:gd name="connsiteY7" fmla="*/ 229619 h 715394"/>
                <a:gd name="connsiteX8" fmla="*/ 85211 w 495299"/>
                <a:gd name="connsiteY8" fmla="*/ 715394 h 715394"/>
                <a:gd name="connsiteX9" fmla="*/ 413261 w 495299"/>
                <a:gd name="connsiteY9" fmla="*/ 715394 h 715394"/>
                <a:gd name="connsiteX10" fmla="*/ 460886 w 495299"/>
                <a:gd name="connsiteY10" fmla="*/ 229619 h 715394"/>
                <a:gd name="connsiteX11" fmla="*/ 495300 w 495299"/>
                <a:gd name="connsiteY11" fmla="*/ 229619 h 715394"/>
                <a:gd name="connsiteX12" fmla="*/ 57150 w 495299"/>
                <a:gd name="connsiteY12" fmla="*/ 143894 h 715394"/>
                <a:gd name="connsiteX13" fmla="*/ 438150 w 495299"/>
                <a:gd name="connsiteY13" fmla="*/ 143894 h 715394"/>
                <a:gd name="connsiteX14" fmla="*/ 438150 w 495299"/>
                <a:gd name="connsiteY14" fmla="*/ 172469 h 715394"/>
                <a:gd name="connsiteX15" fmla="*/ 57150 w 495299"/>
                <a:gd name="connsiteY15" fmla="*/ 172469 h 715394"/>
                <a:gd name="connsiteX16" fmla="*/ 400955 w 495299"/>
                <a:gd name="connsiteY16" fmla="*/ 76267 h 715394"/>
                <a:gd name="connsiteX17" fmla="*/ 415728 w 495299"/>
                <a:gd name="connsiteY17" fmla="*/ 105794 h 715394"/>
                <a:gd name="connsiteX18" fmla="*/ 79572 w 495299"/>
                <a:gd name="connsiteY18" fmla="*/ 105794 h 715394"/>
                <a:gd name="connsiteX19" fmla="*/ 102870 w 495299"/>
                <a:gd name="connsiteY19" fmla="*/ 59188 h 715394"/>
                <a:gd name="connsiteX20" fmla="*/ 137036 w 495299"/>
                <a:gd name="connsiteY20" fmla="*/ 658244 h 715394"/>
                <a:gd name="connsiteX21" fmla="*/ 126759 w 495299"/>
                <a:gd name="connsiteY21" fmla="*/ 553469 h 715394"/>
                <a:gd name="connsiteX22" fmla="*/ 371713 w 495299"/>
                <a:gd name="connsiteY22" fmla="*/ 553469 h 715394"/>
                <a:gd name="connsiteX23" fmla="*/ 361436 w 495299"/>
                <a:gd name="connsiteY23" fmla="*/ 658244 h 715394"/>
                <a:gd name="connsiteX24" fmla="*/ 394125 w 495299"/>
                <a:gd name="connsiteY24" fmla="*/ 324869 h 715394"/>
                <a:gd name="connsiteX25" fmla="*/ 104346 w 495299"/>
                <a:gd name="connsiteY25" fmla="*/ 324869 h 715394"/>
                <a:gd name="connsiteX26" fmla="*/ 95012 w 495299"/>
                <a:gd name="connsiteY26" fmla="*/ 229619 h 715394"/>
                <a:gd name="connsiteX27" fmla="*/ 403460 w 495299"/>
                <a:gd name="connsiteY27" fmla="*/ 229619 h 715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95299" h="715394">
                  <a:moveTo>
                    <a:pt x="495300" y="96269"/>
                  </a:moveTo>
                  <a:lnTo>
                    <a:pt x="474859" y="96269"/>
                  </a:lnTo>
                  <a:lnTo>
                    <a:pt x="437255" y="21022"/>
                  </a:lnTo>
                  <a:lnTo>
                    <a:pt x="68580" y="0"/>
                  </a:lnTo>
                  <a:lnTo>
                    <a:pt x="20441" y="96269"/>
                  </a:lnTo>
                  <a:lnTo>
                    <a:pt x="0" y="96269"/>
                  </a:lnTo>
                  <a:lnTo>
                    <a:pt x="0" y="229619"/>
                  </a:lnTo>
                  <a:lnTo>
                    <a:pt x="37586" y="229619"/>
                  </a:lnTo>
                  <a:lnTo>
                    <a:pt x="85211" y="715394"/>
                  </a:lnTo>
                  <a:lnTo>
                    <a:pt x="413261" y="715394"/>
                  </a:lnTo>
                  <a:lnTo>
                    <a:pt x="460886" y="229619"/>
                  </a:lnTo>
                  <a:lnTo>
                    <a:pt x="495300" y="229619"/>
                  </a:lnTo>
                  <a:close/>
                  <a:moveTo>
                    <a:pt x="57150" y="143894"/>
                  </a:moveTo>
                  <a:lnTo>
                    <a:pt x="438150" y="143894"/>
                  </a:lnTo>
                  <a:lnTo>
                    <a:pt x="438150" y="172469"/>
                  </a:lnTo>
                  <a:lnTo>
                    <a:pt x="57150" y="172469"/>
                  </a:lnTo>
                  <a:close/>
                  <a:moveTo>
                    <a:pt x="400955" y="76267"/>
                  </a:moveTo>
                  <a:lnTo>
                    <a:pt x="415728" y="105794"/>
                  </a:lnTo>
                  <a:lnTo>
                    <a:pt x="79572" y="105794"/>
                  </a:lnTo>
                  <a:lnTo>
                    <a:pt x="102870" y="59188"/>
                  </a:lnTo>
                  <a:close/>
                  <a:moveTo>
                    <a:pt x="137036" y="658244"/>
                  </a:moveTo>
                  <a:lnTo>
                    <a:pt x="126759" y="553469"/>
                  </a:lnTo>
                  <a:lnTo>
                    <a:pt x="371713" y="553469"/>
                  </a:lnTo>
                  <a:lnTo>
                    <a:pt x="361436" y="658244"/>
                  </a:lnTo>
                  <a:close/>
                  <a:moveTo>
                    <a:pt x="394125" y="324869"/>
                  </a:moveTo>
                  <a:lnTo>
                    <a:pt x="104346" y="324869"/>
                  </a:lnTo>
                  <a:lnTo>
                    <a:pt x="95012" y="229619"/>
                  </a:lnTo>
                  <a:lnTo>
                    <a:pt x="403460" y="229619"/>
                  </a:ln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61" name="Trapez 60">
              <a:extLst>
                <a:ext uri="{FF2B5EF4-FFF2-40B4-BE49-F238E27FC236}">
                  <a16:creationId xmlns:a16="http://schemas.microsoft.com/office/drawing/2014/main" id="{0AE4C2C2-20D6-8AD0-A62A-19AD60E1E0FD}"/>
                </a:ext>
              </a:extLst>
            </p:cNvPr>
            <p:cNvSpPr/>
            <p:nvPr/>
          </p:nvSpPr>
          <p:spPr>
            <a:xfrm rot="10800000">
              <a:off x="333219" y="5098355"/>
              <a:ext cx="294934" cy="251999"/>
            </a:xfrm>
            <a:prstGeom prst="trapezoid">
              <a:avLst>
                <a:gd name="adj" fmla="val 11176"/>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67" name="Gruppieren 66">
            <a:extLst>
              <a:ext uri="{FF2B5EF4-FFF2-40B4-BE49-F238E27FC236}">
                <a16:creationId xmlns:a16="http://schemas.microsoft.com/office/drawing/2014/main" id="{089ABED1-22FE-7B4F-6837-9BCAA62DEF45}"/>
              </a:ext>
            </a:extLst>
          </p:cNvPr>
          <p:cNvGrpSpPr/>
          <p:nvPr/>
        </p:nvGrpSpPr>
        <p:grpSpPr>
          <a:xfrm>
            <a:off x="9313475" y="2444619"/>
            <a:ext cx="1011126" cy="765033"/>
            <a:chOff x="4172307" y="1812416"/>
            <a:chExt cx="3992468" cy="3020764"/>
          </a:xfrm>
        </p:grpSpPr>
        <p:grpSp>
          <p:nvGrpSpPr>
            <p:cNvPr id="69" name="Grafik 4" descr="Gehen mit einfarbiger Füllung">
              <a:extLst>
                <a:ext uri="{FF2B5EF4-FFF2-40B4-BE49-F238E27FC236}">
                  <a16:creationId xmlns:a16="http://schemas.microsoft.com/office/drawing/2014/main" id="{03A15FB5-69F6-7B95-EF51-C3CB940EC34B}"/>
                </a:ext>
              </a:extLst>
            </p:cNvPr>
            <p:cNvGrpSpPr/>
            <p:nvPr/>
          </p:nvGrpSpPr>
          <p:grpSpPr>
            <a:xfrm>
              <a:off x="4172307" y="2148189"/>
              <a:ext cx="1749545" cy="2684991"/>
              <a:chOff x="4172307" y="2148189"/>
              <a:chExt cx="1749545" cy="2684991"/>
            </a:xfrm>
            <a:solidFill>
              <a:srgbClr val="000000"/>
            </a:solidFill>
          </p:grpSpPr>
          <p:sp>
            <p:nvSpPr>
              <p:cNvPr id="72" name="Freihandform: Form 71">
                <a:extLst>
                  <a:ext uri="{FF2B5EF4-FFF2-40B4-BE49-F238E27FC236}">
                    <a16:creationId xmlns:a16="http://schemas.microsoft.com/office/drawing/2014/main" id="{0140E01F-42C9-C986-0DB3-B751F3ABE6BA}"/>
                  </a:ext>
                </a:extLst>
              </p:cNvPr>
              <p:cNvSpPr/>
              <p:nvPr/>
            </p:nvSpPr>
            <p:spPr>
              <a:xfrm>
                <a:off x="4953680" y="2148189"/>
                <a:ext cx="499533" cy="499533"/>
              </a:xfrm>
              <a:custGeom>
                <a:avLst/>
                <a:gdLst>
                  <a:gd name="connsiteX0" fmla="*/ 499533 w 499533"/>
                  <a:gd name="connsiteY0" fmla="*/ 249767 h 499533"/>
                  <a:gd name="connsiteX1" fmla="*/ 249767 w 499533"/>
                  <a:gd name="connsiteY1" fmla="*/ 499533 h 499533"/>
                  <a:gd name="connsiteX2" fmla="*/ 0 w 499533"/>
                  <a:gd name="connsiteY2" fmla="*/ 249767 h 499533"/>
                  <a:gd name="connsiteX3" fmla="*/ 249767 w 499533"/>
                  <a:gd name="connsiteY3" fmla="*/ 0 h 499533"/>
                  <a:gd name="connsiteX4" fmla="*/ 499533 w 499533"/>
                  <a:gd name="connsiteY4" fmla="*/ 249767 h 4995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533" h="499533">
                    <a:moveTo>
                      <a:pt x="499533" y="249767"/>
                    </a:moveTo>
                    <a:cubicBezTo>
                      <a:pt x="499533" y="387709"/>
                      <a:pt x="387709" y="499533"/>
                      <a:pt x="249767" y="499533"/>
                    </a:cubicBezTo>
                    <a:cubicBezTo>
                      <a:pt x="111824" y="499533"/>
                      <a:pt x="0" y="387709"/>
                      <a:pt x="0" y="249767"/>
                    </a:cubicBezTo>
                    <a:cubicBezTo>
                      <a:pt x="0" y="111824"/>
                      <a:pt x="111824" y="0"/>
                      <a:pt x="249767" y="0"/>
                    </a:cubicBezTo>
                    <a:cubicBezTo>
                      <a:pt x="387709" y="0"/>
                      <a:pt x="499533" y="111824"/>
                      <a:pt x="499533" y="249767"/>
                    </a:cubicBezTo>
                    <a:close/>
                  </a:path>
                </a:pathLst>
              </a:custGeom>
              <a:solidFill>
                <a:schemeClr val="tx2"/>
              </a:solidFill>
              <a:ln w="3115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73" name="Freihandform: Form 72">
                <a:extLst>
                  <a:ext uri="{FF2B5EF4-FFF2-40B4-BE49-F238E27FC236}">
                    <a16:creationId xmlns:a16="http://schemas.microsoft.com/office/drawing/2014/main" id="{A10C7EEF-00A7-DFA1-C5DE-52EBB686B067}"/>
                  </a:ext>
                </a:extLst>
              </p:cNvPr>
              <p:cNvSpPr/>
              <p:nvPr/>
            </p:nvSpPr>
            <p:spPr>
              <a:xfrm>
                <a:off x="4172307" y="2710164"/>
                <a:ext cx="1749545" cy="2123016"/>
              </a:xfrm>
              <a:custGeom>
                <a:avLst/>
                <a:gdLst>
                  <a:gd name="connsiteX0" fmla="*/ 1664923 w 1749545"/>
                  <a:gd name="connsiteY0" fmla="*/ 661882 h 2123016"/>
                  <a:gd name="connsiteX1" fmla="*/ 1343348 w 1749545"/>
                  <a:gd name="connsiteY1" fmla="*/ 555731 h 2123016"/>
                  <a:gd name="connsiteX2" fmla="*/ 1159145 w 1749545"/>
                  <a:gd name="connsiteY2" fmla="*/ 131128 h 2123016"/>
                  <a:gd name="connsiteX3" fmla="*/ 940599 w 1749545"/>
                  <a:gd name="connsiteY3" fmla="*/ 0 h 2123016"/>
                  <a:gd name="connsiteX4" fmla="*/ 834449 w 1749545"/>
                  <a:gd name="connsiteY4" fmla="*/ 24977 h 2123016"/>
                  <a:gd name="connsiteX5" fmla="*/ 397357 w 1749545"/>
                  <a:gd name="connsiteY5" fmla="*/ 196691 h 2123016"/>
                  <a:gd name="connsiteX6" fmla="*/ 328671 w 1749545"/>
                  <a:gd name="connsiteY6" fmla="*/ 265377 h 2123016"/>
                  <a:gd name="connsiteX7" fmla="*/ 172567 w 1749545"/>
                  <a:gd name="connsiteY7" fmla="*/ 640027 h 2123016"/>
                  <a:gd name="connsiteX8" fmla="*/ 241253 w 1749545"/>
                  <a:gd name="connsiteY8" fmla="*/ 802375 h 2123016"/>
                  <a:gd name="connsiteX9" fmla="*/ 288084 w 1749545"/>
                  <a:gd name="connsiteY9" fmla="*/ 811742 h 2123016"/>
                  <a:gd name="connsiteX10" fmla="*/ 403601 w 1749545"/>
                  <a:gd name="connsiteY10" fmla="*/ 733690 h 2123016"/>
                  <a:gd name="connsiteX11" fmla="*/ 531607 w 1749545"/>
                  <a:gd name="connsiteY11" fmla="*/ 408993 h 2123016"/>
                  <a:gd name="connsiteX12" fmla="*/ 662734 w 1749545"/>
                  <a:gd name="connsiteY12" fmla="*/ 359040 h 2123016"/>
                  <a:gd name="connsiteX13" fmla="*/ 447310 w 1749545"/>
                  <a:gd name="connsiteY13" fmla="*/ 1411182 h 2123016"/>
                  <a:gd name="connsiteX14" fmla="*/ 28951 w 1749545"/>
                  <a:gd name="connsiteY14" fmla="*/ 1920081 h 2123016"/>
                  <a:gd name="connsiteX15" fmla="*/ 44561 w 1749545"/>
                  <a:gd name="connsiteY15" fmla="*/ 2094918 h 2123016"/>
                  <a:gd name="connsiteX16" fmla="*/ 122614 w 1749545"/>
                  <a:gd name="connsiteY16" fmla="*/ 2123017 h 2123016"/>
                  <a:gd name="connsiteX17" fmla="*/ 219398 w 1749545"/>
                  <a:gd name="connsiteY17" fmla="*/ 2076185 h 2123016"/>
                  <a:gd name="connsiteX18" fmla="*/ 656490 w 1749545"/>
                  <a:gd name="connsiteY18" fmla="*/ 1545431 h 2123016"/>
                  <a:gd name="connsiteX19" fmla="*/ 681467 w 1749545"/>
                  <a:gd name="connsiteY19" fmla="*/ 1492356 h 2123016"/>
                  <a:gd name="connsiteX20" fmla="*/ 756397 w 1749545"/>
                  <a:gd name="connsiteY20" fmla="*/ 1130194 h 2123016"/>
                  <a:gd name="connsiteX21" fmla="*/ 1093582 w 1749545"/>
                  <a:gd name="connsiteY21" fmla="*/ 1373717 h 2123016"/>
                  <a:gd name="connsiteX22" fmla="*/ 1093582 w 1749545"/>
                  <a:gd name="connsiteY22" fmla="*/ 1998133 h 2123016"/>
                  <a:gd name="connsiteX23" fmla="*/ 1218465 w 1749545"/>
                  <a:gd name="connsiteY23" fmla="*/ 2123017 h 2123016"/>
                  <a:gd name="connsiteX24" fmla="*/ 1343348 w 1749545"/>
                  <a:gd name="connsiteY24" fmla="*/ 1998133 h 2123016"/>
                  <a:gd name="connsiteX25" fmla="*/ 1343348 w 1749545"/>
                  <a:gd name="connsiteY25" fmla="*/ 1311275 h 2123016"/>
                  <a:gd name="connsiteX26" fmla="*/ 1293395 w 1749545"/>
                  <a:gd name="connsiteY26" fmla="*/ 1211368 h 2123016"/>
                  <a:gd name="connsiteX27" fmla="*/ 990553 w 1749545"/>
                  <a:gd name="connsiteY27" fmla="*/ 989700 h 2123016"/>
                  <a:gd name="connsiteX28" fmla="*/ 1074849 w 1749545"/>
                  <a:gd name="connsiteY28" fmla="*/ 568219 h 2123016"/>
                  <a:gd name="connsiteX29" fmla="*/ 1134169 w 1749545"/>
                  <a:gd name="connsiteY29" fmla="*/ 705591 h 2123016"/>
                  <a:gd name="connsiteX30" fmla="*/ 1209099 w 1749545"/>
                  <a:gd name="connsiteY30" fmla="*/ 774277 h 2123016"/>
                  <a:gd name="connsiteX31" fmla="*/ 1583749 w 1749545"/>
                  <a:gd name="connsiteY31" fmla="*/ 899160 h 2123016"/>
                  <a:gd name="connsiteX32" fmla="*/ 1624336 w 1749545"/>
                  <a:gd name="connsiteY32" fmla="*/ 905404 h 2123016"/>
                  <a:gd name="connsiteX33" fmla="*/ 1742975 w 1749545"/>
                  <a:gd name="connsiteY33" fmla="*/ 821108 h 2123016"/>
                  <a:gd name="connsiteX34" fmla="*/ 1664923 w 1749545"/>
                  <a:gd name="connsiteY34" fmla="*/ 661882 h 2123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749545" h="2123016">
                    <a:moveTo>
                      <a:pt x="1664923" y="661882"/>
                    </a:moveTo>
                    <a:lnTo>
                      <a:pt x="1343348" y="555731"/>
                    </a:lnTo>
                    <a:cubicBezTo>
                      <a:pt x="1343348" y="555731"/>
                      <a:pt x="1165389" y="143616"/>
                      <a:pt x="1159145" y="131128"/>
                    </a:cubicBezTo>
                    <a:cubicBezTo>
                      <a:pt x="1115436" y="53075"/>
                      <a:pt x="1034262" y="0"/>
                      <a:pt x="940599" y="0"/>
                    </a:cubicBezTo>
                    <a:cubicBezTo>
                      <a:pt x="903135" y="0"/>
                      <a:pt x="865669" y="9366"/>
                      <a:pt x="834449" y="24977"/>
                    </a:cubicBezTo>
                    <a:lnTo>
                      <a:pt x="397357" y="196691"/>
                    </a:lnTo>
                    <a:cubicBezTo>
                      <a:pt x="366136" y="209180"/>
                      <a:pt x="341159" y="234156"/>
                      <a:pt x="328671" y="265377"/>
                    </a:cubicBezTo>
                    <a:lnTo>
                      <a:pt x="172567" y="640027"/>
                    </a:lnTo>
                    <a:cubicBezTo>
                      <a:pt x="147590" y="702469"/>
                      <a:pt x="175689" y="777399"/>
                      <a:pt x="241253" y="802375"/>
                    </a:cubicBezTo>
                    <a:cubicBezTo>
                      <a:pt x="256863" y="808620"/>
                      <a:pt x="272474" y="811742"/>
                      <a:pt x="288084" y="811742"/>
                    </a:cubicBezTo>
                    <a:cubicBezTo>
                      <a:pt x="338037" y="811742"/>
                      <a:pt x="384869" y="783643"/>
                      <a:pt x="403601" y="733690"/>
                    </a:cubicBezTo>
                    <a:lnTo>
                      <a:pt x="531607" y="408993"/>
                    </a:lnTo>
                    <a:lnTo>
                      <a:pt x="662734" y="359040"/>
                    </a:lnTo>
                    <a:lnTo>
                      <a:pt x="447310" y="1411182"/>
                    </a:lnTo>
                    <a:lnTo>
                      <a:pt x="28951" y="1920081"/>
                    </a:lnTo>
                    <a:cubicBezTo>
                      <a:pt x="-14758" y="1973157"/>
                      <a:pt x="-8514" y="2051209"/>
                      <a:pt x="44561" y="2094918"/>
                    </a:cubicBezTo>
                    <a:cubicBezTo>
                      <a:pt x="66416" y="2113650"/>
                      <a:pt x="94515" y="2123017"/>
                      <a:pt x="122614" y="2123017"/>
                    </a:cubicBezTo>
                    <a:cubicBezTo>
                      <a:pt x="160079" y="2123017"/>
                      <a:pt x="194422" y="2107406"/>
                      <a:pt x="219398" y="2076185"/>
                    </a:cubicBezTo>
                    <a:lnTo>
                      <a:pt x="656490" y="1545431"/>
                    </a:lnTo>
                    <a:cubicBezTo>
                      <a:pt x="668978" y="1529821"/>
                      <a:pt x="678344" y="1511088"/>
                      <a:pt x="681467" y="1492356"/>
                    </a:cubicBezTo>
                    <a:lnTo>
                      <a:pt x="756397" y="1130194"/>
                    </a:lnTo>
                    <a:lnTo>
                      <a:pt x="1093582" y="1373717"/>
                    </a:lnTo>
                    <a:lnTo>
                      <a:pt x="1093582" y="1998133"/>
                    </a:lnTo>
                    <a:cubicBezTo>
                      <a:pt x="1093582" y="2066819"/>
                      <a:pt x="1149779" y="2123017"/>
                      <a:pt x="1218465" y="2123017"/>
                    </a:cubicBezTo>
                    <a:cubicBezTo>
                      <a:pt x="1287151" y="2123017"/>
                      <a:pt x="1343348" y="2066819"/>
                      <a:pt x="1343348" y="1998133"/>
                    </a:cubicBezTo>
                    <a:lnTo>
                      <a:pt x="1343348" y="1311275"/>
                    </a:lnTo>
                    <a:cubicBezTo>
                      <a:pt x="1343348" y="1270688"/>
                      <a:pt x="1324616" y="1233223"/>
                      <a:pt x="1293395" y="1211368"/>
                    </a:cubicBezTo>
                    <a:lnTo>
                      <a:pt x="990553" y="989700"/>
                    </a:lnTo>
                    <a:lnTo>
                      <a:pt x="1074849" y="568219"/>
                    </a:lnTo>
                    <a:lnTo>
                      <a:pt x="1134169" y="705591"/>
                    </a:lnTo>
                    <a:cubicBezTo>
                      <a:pt x="1149779" y="736812"/>
                      <a:pt x="1174756" y="761788"/>
                      <a:pt x="1209099" y="774277"/>
                    </a:cubicBezTo>
                    <a:lnTo>
                      <a:pt x="1583749" y="899160"/>
                    </a:lnTo>
                    <a:cubicBezTo>
                      <a:pt x="1596237" y="902282"/>
                      <a:pt x="1608725" y="905404"/>
                      <a:pt x="1624336" y="905404"/>
                    </a:cubicBezTo>
                    <a:cubicBezTo>
                      <a:pt x="1677411" y="905404"/>
                      <a:pt x="1724242" y="871061"/>
                      <a:pt x="1742975" y="821108"/>
                    </a:cubicBezTo>
                    <a:cubicBezTo>
                      <a:pt x="1764829" y="755544"/>
                      <a:pt x="1730487" y="683736"/>
                      <a:pt x="1664923" y="661882"/>
                    </a:cubicBezTo>
                    <a:close/>
                  </a:path>
                </a:pathLst>
              </a:custGeom>
              <a:solidFill>
                <a:schemeClr val="tx1"/>
              </a:solidFill>
              <a:ln w="3115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sp>
          <p:nvSpPr>
            <p:cNvPr id="70" name="Freihandform: Form 69">
              <a:extLst>
                <a:ext uri="{FF2B5EF4-FFF2-40B4-BE49-F238E27FC236}">
                  <a16:creationId xmlns:a16="http://schemas.microsoft.com/office/drawing/2014/main" id="{C05617B4-A484-9BB7-82C5-853DF0C7F7A5}"/>
                </a:ext>
              </a:extLst>
            </p:cNvPr>
            <p:cNvSpPr/>
            <p:nvPr/>
          </p:nvSpPr>
          <p:spPr>
            <a:xfrm>
              <a:off x="5712486" y="1812416"/>
              <a:ext cx="2452289" cy="2581357"/>
            </a:xfrm>
            <a:custGeom>
              <a:avLst/>
              <a:gdLst>
                <a:gd name="connsiteX0" fmla="*/ 2065086 w 2452289"/>
                <a:gd name="connsiteY0" fmla="*/ 2387756 h 2581357"/>
                <a:gd name="connsiteX1" fmla="*/ 2065086 w 2452289"/>
                <a:gd name="connsiteY1" fmla="*/ 0 h 2581357"/>
                <a:gd name="connsiteX2" fmla="*/ 387204 w 2452289"/>
                <a:gd name="connsiteY2" fmla="*/ 0 h 2581357"/>
                <a:gd name="connsiteX3" fmla="*/ 387204 w 2452289"/>
                <a:gd name="connsiteY3" fmla="*/ 2387756 h 2581357"/>
                <a:gd name="connsiteX4" fmla="*/ 0 w 2452289"/>
                <a:gd name="connsiteY4" fmla="*/ 2387756 h 2581357"/>
                <a:gd name="connsiteX5" fmla="*/ 0 w 2452289"/>
                <a:gd name="connsiteY5" fmla="*/ 2581358 h 2581357"/>
                <a:gd name="connsiteX6" fmla="*/ 387204 w 2452289"/>
                <a:gd name="connsiteY6" fmla="*/ 2581358 h 2581357"/>
                <a:gd name="connsiteX7" fmla="*/ 451705 w 2452289"/>
                <a:gd name="connsiteY7" fmla="*/ 2581358 h 2581357"/>
                <a:gd name="connsiteX8" fmla="*/ 580805 w 2452289"/>
                <a:gd name="connsiteY8" fmla="*/ 2581358 h 2581357"/>
                <a:gd name="connsiteX9" fmla="*/ 580805 w 2452289"/>
                <a:gd name="connsiteY9" fmla="*/ 193602 h 2581357"/>
                <a:gd name="connsiteX10" fmla="*/ 1871484 w 2452289"/>
                <a:gd name="connsiteY10" fmla="*/ 193602 h 2581357"/>
                <a:gd name="connsiteX11" fmla="*/ 1871484 w 2452289"/>
                <a:gd name="connsiteY11" fmla="*/ 2581358 h 2581357"/>
                <a:gd name="connsiteX12" fmla="*/ 2000552 w 2452289"/>
                <a:gd name="connsiteY12" fmla="*/ 2581358 h 2581357"/>
                <a:gd name="connsiteX13" fmla="*/ 2065086 w 2452289"/>
                <a:gd name="connsiteY13" fmla="*/ 2581358 h 2581357"/>
                <a:gd name="connsiteX14" fmla="*/ 2452290 w 2452289"/>
                <a:gd name="connsiteY14" fmla="*/ 2581358 h 2581357"/>
                <a:gd name="connsiteX15" fmla="*/ 2452290 w 2452289"/>
                <a:gd name="connsiteY15" fmla="*/ 2387756 h 2581357"/>
                <a:gd name="connsiteX16" fmla="*/ 2065086 w 2452289"/>
                <a:gd name="connsiteY16" fmla="*/ 2387756 h 2581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452289" h="2581357">
                  <a:moveTo>
                    <a:pt x="2065086" y="2387756"/>
                  </a:moveTo>
                  <a:lnTo>
                    <a:pt x="2065086" y="0"/>
                  </a:lnTo>
                  <a:lnTo>
                    <a:pt x="387204" y="0"/>
                  </a:lnTo>
                  <a:lnTo>
                    <a:pt x="387204" y="2387756"/>
                  </a:lnTo>
                  <a:lnTo>
                    <a:pt x="0" y="2387756"/>
                  </a:lnTo>
                  <a:lnTo>
                    <a:pt x="0" y="2581358"/>
                  </a:lnTo>
                  <a:lnTo>
                    <a:pt x="387204" y="2581358"/>
                  </a:lnTo>
                  <a:lnTo>
                    <a:pt x="451705" y="2581358"/>
                  </a:lnTo>
                  <a:lnTo>
                    <a:pt x="580805" y="2581358"/>
                  </a:lnTo>
                  <a:lnTo>
                    <a:pt x="580805" y="193602"/>
                  </a:lnTo>
                  <a:lnTo>
                    <a:pt x="1871484" y="193602"/>
                  </a:lnTo>
                  <a:lnTo>
                    <a:pt x="1871484" y="2581358"/>
                  </a:lnTo>
                  <a:lnTo>
                    <a:pt x="2000552" y="2581358"/>
                  </a:lnTo>
                  <a:lnTo>
                    <a:pt x="2065086" y="2581358"/>
                  </a:lnTo>
                  <a:lnTo>
                    <a:pt x="2452290" y="2581358"/>
                  </a:lnTo>
                  <a:lnTo>
                    <a:pt x="2452290" y="2387756"/>
                  </a:lnTo>
                  <a:lnTo>
                    <a:pt x="2065086" y="2387756"/>
                  </a:lnTo>
                  <a:close/>
                </a:path>
              </a:pathLst>
            </a:custGeom>
            <a:solidFill>
              <a:schemeClr val="tx1"/>
            </a:solidFill>
            <a:ln w="3224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71" name="Freihandform: Form 70">
              <a:extLst>
                <a:ext uri="{FF2B5EF4-FFF2-40B4-BE49-F238E27FC236}">
                  <a16:creationId xmlns:a16="http://schemas.microsoft.com/office/drawing/2014/main" id="{DA2F8AEC-30D6-BD8D-2742-E7FD43ADF11C}"/>
                </a:ext>
              </a:extLst>
            </p:cNvPr>
            <p:cNvSpPr/>
            <p:nvPr/>
          </p:nvSpPr>
          <p:spPr>
            <a:xfrm>
              <a:off x="6390092" y="2102851"/>
              <a:ext cx="935742" cy="2290954"/>
            </a:xfrm>
            <a:custGeom>
              <a:avLst/>
              <a:gdLst>
                <a:gd name="connsiteX0" fmla="*/ 0 w 935742"/>
                <a:gd name="connsiteY0" fmla="*/ 2290955 h 2290954"/>
                <a:gd name="connsiteX1" fmla="*/ 935742 w 935742"/>
                <a:gd name="connsiteY1" fmla="*/ 2161887 h 2290954"/>
                <a:gd name="connsiteX2" fmla="*/ 935742 w 935742"/>
                <a:gd name="connsiteY2" fmla="*/ 129068 h 2290954"/>
                <a:gd name="connsiteX3" fmla="*/ 0 w 935742"/>
                <a:gd name="connsiteY3" fmla="*/ 0 h 2290954"/>
                <a:gd name="connsiteX4" fmla="*/ 580644 w 935742"/>
                <a:gd name="connsiteY4" fmla="*/ 1129344 h 2290954"/>
                <a:gd name="connsiteX5" fmla="*/ 724232 w 935742"/>
                <a:gd name="connsiteY5" fmla="*/ 1129344 h 2290954"/>
                <a:gd name="connsiteX6" fmla="*/ 795220 w 935742"/>
                <a:gd name="connsiteY6" fmla="*/ 1064810 h 2290954"/>
                <a:gd name="connsiteX7" fmla="*/ 871047 w 935742"/>
                <a:gd name="connsiteY7" fmla="*/ 1161611 h 2290954"/>
                <a:gd name="connsiteX8" fmla="*/ 795284 w 935742"/>
                <a:gd name="connsiteY8" fmla="*/ 1258412 h 2290954"/>
                <a:gd name="connsiteX9" fmla="*/ 724297 w 935742"/>
                <a:gd name="connsiteY9" fmla="*/ 1193878 h 2290954"/>
                <a:gd name="connsiteX10" fmla="*/ 580644 w 935742"/>
                <a:gd name="connsiteY10" fmla="*/ 1193878 h 2290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35742" h="2290954">
                  <a:moveTo>
                    <a:pt x="0" y="2290955"/>
                  </a:moveTo>
                  <a:lnTo>
                    <a:pt x="935742" y="2161887"/>
                  </a:lnTo>
                  <a:lnTo>
                    <a:pt x="935742" y="129068"/>
                  </a:lnTo>
                  <a:lnTo>
                    <a:pt x="0" y="0"/>
                  </a:lnTo>
                  <a:close/>
                  <a:moveTo>
                    <a:pt x="580644" y="1129344"/>
                  </a:moveTo>
                  <a:lnTo>
                    <a:pt x="724232" y="1129344"/>
                  </a:lnTo>
                  <a:cubicBezTo>
                    <a:pt x="730769" y="1094360"/>
                    <a:pt x="759774" y="1067992"/>
                    <a:pt x="795220" y="1064810"/>
                  </a:cubicBezTo>
                  <a:cubicBezTo>
                    <a:pt x="837199" y="1064810"/>
                    <a:pt x="871047" y="1108145"/>
                    <a:pt x="871047" y="1161611"/>
                  </a:cubicBezTo>
                  <a:cubicBezTo>
                    <a:pt x="871047" y="1215077"/>
                    <a:pt x="837134" y="1258412"/>
                    <a:pt x="795284" y="1258412"/>
                  </a:cubicBezTo>
                  <a:cubicBezTo>
                    <a:pt x="759839" y="1255230"/>
                    <a:pt x="730834" y="1228862"/>
                    <a:pt x="724297" y="1193878"/>
                  </a:cubicBezTo>
                  <a:lnTo>
                    <a:pt x="580644" y="1193878"/>
                  </a:lnTo>
                  <a:close/>
                </a:path>
              </a:pathLst>
            </a:custGeom>
            <a:solidFill>
              <a:schemeClr val="accent2"/>
            </a:solidFill>
            <a:ln w="3224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pic>
        <p:nvPicPr>
          <p:cNvPr id="74" name="Picture 73">
            <a:extLst>
              <a:ext uri="{FF2B5EF4-FFF2-40B4-BE49-F238E27FC236}">
                <a16:creationId xmlns:a16="http://schemas.microsoft.com/office/drawing/2014/main" id="{51F13C0A-D62E-7300-C866-04D29DF59FB6}"/>
              </a:ext>
            </a:extLst>
          </p:cNvPr>
          <p:cNvPicPr>
            <a:picLocks noChangeAspect="1"/>
          </p:cNvPicPr>
          <p:nvPr/>
        </p:nvPicPr>
        <p:blipFill>
          <a:blip r:embed="rId22"/>
          <a:stretch>
            <a:fillRect/>
          </a:stretch>
        </p:blipFill>
        <p:spPr>
          <a:xfrm>
            <a:off x="7159758" y="5662382"/>
            <a:ext cx="397182" cy="591813"/>
          </a:xfrm>
          <a:prstGeom prst="rect">
            <a:avLst/>
          </a:prstGeom>
        </p:spPr>
      </p:pic>
      <p:grpSp>
        <p:nvGrpSpPr>
          <p:cNvPr id="76" name="Gruppieren 75">
            <a:extLst>
              <a:ext uri="{FF2B5EF4-FFF2-40B4-BE49-F238E27FC236}">
                <a16:creationId xmlns:a16="http://schemas.microsoft.com/office/drawing/2014/main" id="{EFA28727-6433-26EF-B350-4CFC0ADBDB27}"/>
              </a:ext>
            </a:extLst>
          </p:cNvPr>
          <p:cNvGrpSpPr/>
          <p:nvPr/>
        </p:nvGrpSpPr>
        <p:grpSpPr>
          <a:xfrm>
            <a:off x="3789874" y="3812392"/>
            <a:ext cx="468000" cy="468000"/>
            <a:chOff x="4339695" y="1789615"/>
            <a:chExt cx="581134" cy="581134"/>
          </a:xfrm>
        </p:grpSpPr>
        <p:sp>
          <p:nvSpPr>
            <p:cNvPr id="77" name="Oval 13">
              <a:extLst>
                <a:ext uri="{FF2B5EF4-FFF2-40B4-BE49-F238E27FC236}">
                  <a16:creationId xmlns:a16="http://schemas.microsoft.com/office/drawing/2014/main" id="{3A0CAE3A-022C-BA22-C2BC-6D7CB223DD96}"/>
                </a:ext>
              </a:extLst>
            </p:cNvPr>
            <p:cNvSpPr>
              <a:spLocks noChangeAspect="1"/>
            </p:cNvSpPr>
            <p:nvPr/>
          </p:nvSpPr>
          <p:spPr>
            <a:xfrm>
              <a:off x="4339695" y="1789615"/>
              <a:ext cx="581134" cy="581134"/>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Lato Light" panose="020F0502020204030203" pitchFamily="34" charset="0"/>
                <a:ea typeface="+mn-ea"/>
                <a:cs typeface="+mn-cs"/>
              </a:endParaRPr>
            </a:p>
          </p:txBody>
        </p:sp>
        <p:sp>
          <p:nvSpPr>
            <p:cNvPr id="79" name="Freeform 1">
              <a:extLst>
                <a:ext uri="{FF2B5EF4-FFF2-40B4-BE49-F238E27FC236}">
                  <a16:creationId xmlns:a16="http://schemas.microsoft.com/office/drawing/2014/main" id="{679A3731-4833-C40E-8C10-8C9C082DA038}"/>
                </a:ext>
              </a:extLst>
            </p:cNvPr>
            <p:cNvSpPr>
              <a:spLocks noChangeArrowheads="1"/>
            </p:cNvSpPr>
            <p:nvPr/>
          </p:nvSpPr>
          <p:spPr bwMode="auto">
            <a:xfrm>
              <a:off x="4476057" y="1959382"/>
              <a:ext cx="308410" cy="241600"/>
            </a:xfrm>
            <a:custGeom>
              <a:avLst/>
              <a:gdLst>
                <a:gd name="T0" fmla="*/ 1845 w 5250"/>
                <a:gd name="T1" fmla="*/ 4112 h 4113"/>
                <a:gd name="T2" fmla="*/ 205 w 5250"/>
                <a:gd name="T3" fmla="*/ 2473 h 4113"/>
                <a:gd name="T4" fmla="*/ 205 w 5250"/>
                <a:gd name="T5" fmla="*/ 2473 h 4113"/>
                <a:gd name="T6" fmla="*/ 205 w 5250"/>
                <a:gd name="T7" fmla="*/ 1730 h 4113"/>
                <a:gd name="T8" fmla="*/ 205 w 5250"/>
                <a:gd name="T9" fmla="*/ 1730 h 4113"/>
                <a:gd name="T10" fmla="*/ 948 w 5250"/>
                <a:gd name="T11" fmla="*/ 1730 h 4113"/>
                <a:gd name="T12" fmla="*/ 1849 w 5250"/>
                <a:gd name="T13" fmla="*/ 2630 h 4113"/>
                <a:gd name="T14" fmla="*/ 4302 w 5250"/>
                <a:gd name="T15" fmla="*/ 205 h 4113"/>
                <a:gd name="T16" fmla="*/ 4302 w 5250"/>
                <a:gd name="T17" fmla="*/ 205 h 4113"/>
                <a:gd name="T18" fmla="*/ 5045 w 5250"/>
                <a:gd name="T19" fmla="*/ 209 h 4113"/>
                <a:gd name="T20" fmla="*/ 5045 w 5250"/>
                <a:gd name="T21" fmla="*/ 209 h 4113"/>
                <a:gd name="T22" fmla="*/ 5041 w 5250"/>
                <a:gd name="T23" fmla="*/ 952 h 4113"/>
                <a:gd name="T24" fmla="*/ 1845 w 5250"/>
                <a:gd name="T25" fmla="*/ 4112 h 4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250" h="4113">
                  <a:moveTo>
                    <a:pt x="1845" y="4112"/>
                  </a:moveTo>
                  <a:lnTo>
                    <a:pt x="205" y="2473"/>
                  </a:lnTo>
                  <a:lnTo>
                    <a:pt x="205" y="2473"/>
                  </a:lnTo>
                  <a:cubicBezTo>
                    <a:pt x="0" y="2267"/>
                    <a:pt x="0" y="1935"/>
                    <a:pt x="205" y="1730"/>
                  </a:cubicBezTo>
                  <a:lnTo>
                    <a:pt x="205" y="1730"/>
                  </a:lnTo>
                  <a:cubicBezTo>
                    <a:pt x="410" y="1524"/>
                    <a:pt x="743" y="1524"/>
                    <a:pt x="948" y="1730"/>
                  </a:cubicBezTo>
                  <a:lnTo>
                    <a:pt x="1849" y="2630"/>
                  </a:lnTo>
                  <a:lnTo>
                    <a:pt x="4302" y="205"/>
                  </a:lnTo>
                  <a:lnTo>
                    <a:pt x="4302" y="205"/>
                  </a:lnTo>
                  <a:cubicBezTo>
                    <a:pt x="4508" y="0"/>
                    <a:pt x="4841" y="2"/>
                    <a:pt x="5045" y="209"/>
                  </a:cubicBezTo>
                  <a:lnTo>
                    <a:pt x="5045" y="209"/>
                  </a:lnTo>
                  <a:cubicBezTo>
                    <a:pt x="5249" y="415"/>
                    <a:pt x="5247" y="748"/>
                    <a:pt x="5041" y="952"/>
                  </a:cubicBezTo>
                  <a:lnTo>
                    <a:pt x="1845" y="4112"/>
                  </a:lnTo>
                </a:path>
              </a:pathLst>
            </a:custGeom>
            <a:solidFill>
              <a:schemeClr val="bg1"/>
            </a:solidFill>
            <a:ln>
              <a:noFill/>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565657"/>
                </a:solidFill>
                <a:effectLst/>
                <a:uLnTx/>
                <a:uFillTx/>
                <a:latin typeface="Lato Light" panose="020F0502020204030203" pitchFamily="34" charset="0"/>
                <a:ea typeface="+mn-ea"/>
                <a:cs typeface="+mn-cs"/>
              </a:endParaRPr>
            </a:p>
          </p:txBody>
        </p:sp>
      </p:grpSp>
      <p:grpSp>
        <p:nvGrpSpPr>
          <p:cNvPr id="80" name="Gruppieren 79">
            <a:extLst>
              <a:ext uri="{FF2B5EF4-FFF2-40B4-BE49-F238E27FC236}">
                <a16:creationId xmlns:a16="http://schemas.microsoft.com/office/drawing/2014/main" id="{47566E1F-096D-64EC-F4BE-83595C90B60D}"/>
              </a:ext>
            </a:extLst>
          </p:cNvPr>
          <p:cNvGrpSpPr/>
          <p:nvPr/>
        </p:nvGrpSpPr>
        <p:grpSpPr>
          <a:xfrm>
            <a:off x="3175723" y="3835817"/>
            <a:ext cx="468000" cy="468000"/>
            <a:chOff x="7050900" y="1917188"/>
            <a:chExt cx="468000" cy="468000"/>
          </a:xfrm>
        </p:grpSpPr>
        <p:sp>
          <p:nvSpPr>
            <p:cNvPr id="82" name="Oval 26">
              <a:extLst>
                <a:ext uri="{FF2B5EF4-FFF2-40B4-BE49-F238E27FC236}">
                  <a16:creationId xmlns:a16="http://schemas.microsoft.com/office/drawing/2014/main" id="{038B7CAD-F1E9-E40A-4E4B-61F9C335E193}"/>
                </a:ext>
              </a:extLst>
            </p:cNvPr>
            <p:cNvSpPr>
              <a:spLocks noChangeAspect="1"/>
            </p:cNvSpPr>
            <p:nvPr/>
          </p:nvSpPr>
          <p:spPr>
            <a:xfrm>
              <a:off x="7050900" y="1917188"/>
              <a:ext cx="468000" cy="468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Lato Light" panose="020F0502020204030203" pitchFamily="34" charset="0"/>
                <a:ea typeface="+mn-ea"/>
                <a:cs typeface="+mn-cs"/>
              </a:endParaRPr>
            </a:p>
          </p:txBody>
        </p:sp>
        <p:sp>
          <p:nvSpPr>
            <p:cNvPr id="84" name="Freeform 27">
              <a:extLst>
                <a:ext uri="{FF2B5EF4-FFF2-40B4-BE49-F238E27FC236}">
                  <a16:creationId xmlns:a16="http://schemas.microsoft.com/office/drawing/2014/main" id="{BD9D23C4-85FF-1C59-15CE-3220386CBC40}"/>
                </a:ext>
              </a:extLst>
            </p:cNvPr>
            <p:cNvSpPr>
              <a:spLocks noChangeArrowheads="1"/>
            </p:cNvSpPr>
            <p:nvPr/>
          </p:nvSpPr>
          <p:spPr bwMode="auto">
            <a:xfrm>
              <a:off x="7194746" y="2061136"/>
              <a:ext cx="180308" cy="180104"/>
            </a:xfrm>
            <a:custGeom>
              <a:avLst/>
              <a:gdLst>
                <a:gd name="connsiteX0" fmla="*/ 92404 w 672526"/>
                <a:gd name="connsiteY0" fmla="*/ 0 h 671763"/>
                <a:gd name="connsiteX1" fmla="*/ 157940 w 672526"/>
                <a:gd name="connsiteY1" fmla="*/ 26977 h 671763"/>
                <a:gd name="connsiteX2" fmla="*/ 336263 w 672526"/>
                <a:gd name="connsiteY2" fmla="*/ 205079 h 671763"/>
                <a:gd name="connsiteX3" fmla="*/ 514585 w 672526"/>
                <a:gd name="connsiteY3" fmla="*/ 26977 h 671763"/>
                <a:gd name="connsiteX4" fmla="*/ 645526 w 672526"/>
                <a:gd name="connsiteY4" fmla="*/ 26977 h 671763"/>
                <a:gd name="connsiteX5" fmla="*/ 645526 w 672526"/>
                <a:gd name="connsiteY5" fmla="*/ 157803 h 671763"/>
                <a:gd name="connsiteX6" fmla="*/ 467227 w 672526"/>
                <a:gd name="connsiteY6" fmla="*/ 335882 h 671763"/>
                <a:gd name="connsiteX7" fmla="*/ 645526 w 672526"/>
                <a:gd name="connsiteY7" fmla="*/ 513961 h 671763"/>
                <a:gd name="connsiteX8" fmla="*/ 645526 w 672526"/>
                <a:gd name="connsiteY8" fmla="*/ 644787 h 671763"/>
                <a:gd name="connsiteX9" fmla="*/ 514585 w 672526"/>
                <a:gd name="connsiteY9" fmla="*/ 644787 h 671763"/>
                <a:gd name="connsiteX10" fmla="*/ 336263 w 672526"/>
                <a:gd name="connsiteY10" fmla="*/ 466685 h 671763"/>
                <a:gd name="connsiteX11" fmla="*/ 157940 w 672526"/>
                <a:gd name="connsiteY11" fmla="*/ 644787 h 671763"/>
                <a:gd name="connsiteX12" fmla="*/ 27000 w 672526"/>
                <a:gd name="connsiteY12" fmla="*/ 644787 h 671763"/>
                <a:gd name="connsiteX13" fmla="*/ 27000 w 672526"/>
                <a:gd name="connsiteY13" fmla="*/ 513961 h 671763"/>
                <a:gd name="connsiteX14" fmla="*/ 205299 w 672526"/>
                <a:gd name="connsiteY14" fmla="*/ 335882 h 671763"/>
                <a:gd name="connsiteX15" fmla="*/ 27000 w 672526"/>
                <a:gd name="connsiteY15" fmla="*/ 157803 h 671763"/>
                <a:gd name="connsiteX16" fmla="*/ 27000 w 672526"/>
                <a:gd name="connsiteY16" fmla="*/ 26977 h 671763"/>
                <a:gd name="connsiteX17" fmla="*/ 92404 w 672526"/>
                <a:gd name="connsiteY17" fmla="*/ 0 h 671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72526" h="671763">
                  <a:moveTo>
                    <a:pt x="92404" y="0"/>
                  </a:moveTo>
                  <a:cubicBezTo>
                    <a:pt x="116117" y="0"/>
                    <a:pt x="139852" y="8993"/>
                    <a:pt x="157940" y="26977"/>
                  </a:cubicBezTo>
                  <a:lnTo>
                    <a:pt x="336263" y="205079"/>
                  </a:lnTo>
                  <a:lnTo>
                    <a:pt x="514585" y="26977"/>
                  </a:lnTo>
                  <a:cubicBezTo>
                    <a:pt x="550585" y="-8992"/>
                    <a:pt x="609526" y="-8992"/>
                    <a:pt x="645526" y="26977"/>
                  </a:cubicBezTo>
                  <a:cubicBezTo>
                    <a:pt x="681526" y="62945"/>
                    <a:pt x="681526" y="121658"/>
                    <a:pt x="645526" y="157803"/>
                  </a:cubicBezTo>
                  <a:lnTo>
                    <a:pt x="467227" y="335882"/>
                  </a:lnTo>
                  <a:lnTo>
                    <a:pt x="645526" y="513961"/>
                  </a:lnTo>
                  <a:cubicBezTo>
                    <a:pt x="681526" y="549930"/>
                    <a:pt x="681526" y="608819"/>
                    <a:pt x="645526" y="644787"/>
                  </a:cubicBezTo>
                  <a:cubicBezTo>
                    <a:pt x="609526" y="680756"/>
                    <a:pt x="550585" y="680756"/>
                    <a:pt x="514585" y="644787"/>
                  </a:cubicBezTo>
                  <a:lnTo>
                    <a:pt x="336263" y="466685"/>
                  </a:lnTo>
                  <a:lnTo>
                    <a:pt x="157940" y="644787"/>
                  </a:lnTo>
                  <a:cubicBezTo>
                    <a:pt x="121764" y="680756"/>
                    <a:pt x="63000" y="680756"/>
                    <a:pt x="27000" y="644787"/>
                  </a:cubicBezTo>
                  <a:cubicBezTo>
                    <a:pt x="-9000" y="608819"/>
                    <a:pt x="-9000" y="549930"/>
                    <a:pt x="27000" y="513961"/>
                  </a:cubicBezTo>
                  <a:lnTo>
                    <a:pt x="205299" y="335882"/>
                  </a:lnTo>
                  <a:lnTo>
                    <a:pt x="27000" y="157803"/>
                  </a:lnTo>
                  <a:cubicBezTo>
                    <a:pt x="-9000" y="121658"/>
                    <a:pt x="-9000" y="62945"/>
                    <a:pt x="27000" y="26977"/>
                  </a:cubicBezTo>
                  <a:cubicBezTo>
                    <a:pt x="45000" y="8993"/>
                    <a:pt x="68691" y="0"/>
                    <a:pt x="92404" y="0"/>
                  </a:cubicBezTo>
                  <a:close/>
                </a:path>
              </a:pathLst>
            </a:custGeom>
            <a:solidFill>
              <a:schemeClr val="bg1"/>
            </a:solidFill>
            <a:ln>
              <a:noFill/>
            </a:ln>
            <a:effectLst/>
          </p:spPr>
          <p:txBody>
            <a:bodyPr wrap="square"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565657"/>
                </a:solidFill>
                <a:effectLst/>
                <a:uLnTx/>
                <a:uFillTx/>
                <a:latin typeface="Lato Light" panose="020F0502020204030203" pitchFamily="34" charset="0"/>
                <a:ea typeface="+mn-ea"/>
                <a:cs typeface="+mn-cs"/>
              </a:endParaRPr>
            </a:p>
          </p:txBody>
        </p:sp>
      </p:grpSp>
      <p:grpSp>
        <p:nvGrpSpPr>
          <p:cNvPr id="85" name="Gruppieren 84">
            <a:extLst>
              <a:ext uri="{FF2B5EF4-FFF2-40B4-BE49-F238E27FC236}">
                <a16:creationId xmlns:a16="http://schemas.microsoft.com/office/drawing/2014/main" id="{A4C241DF-A55F-7B15-6DBC-EF7BFD895C58}"/>
              </a:ext>
            </a:extLst>
          </p:cNvPr>
          <p:cNvGrpSpPr/>
          <p:nvPr/>
        </p:nvGrpSpPr>
        <p:grpSpPr>
          <a:xfrm>
            <a:off x="4485353" y="3801680"/>
            <a:ext cx="468000" cy="468000"/>
            <a:chOff x="4339695" y="1789615"/>
            <a:chExt cx="581134" cy="581134"/>
          </a:xfrm>
        </p:grpSpPr>
        <p:sp>
          <p:nvSpPr>
            <p:cNvPr id="86" name="Oval 13">
              <a:extLst>
                <a:ext uri="{FF2B5EF4-FFF2-40B4-BE49-F238E27FC236}">
                  <a16:creationId xmlns:a16="http://schemas.microsoft.com/office/drawing/2014/main" id="{A9AAAE0E-EF1A-99C1-2D51-0E2BD84CAF8D}"/>
                </a:ext>
              </a:extLst>
            </p:cNvPr>
            <p:cNvSpPr>
              <a:spLocks noChangeAspect="1"/>
            </p:cNvSpPr>
            <p:nvPr/>
          </p:nvSpPr>
          <p:spPr>
            <a:xfrm>
              <a:off x="4339695" y="1789615"/>
              <a:ext cx="581134" cy="581134"/>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Lato Light" panose="020F0502020204030203" pitchFamily="34" charset="0"/>
                <a:ea typeface="+mn-ea"/>
                <a:cs typeface="+mn-cs"/>
              </a:endParaRPr>
            </a:p>
          </p:txBody>
        </p:sp>
        <p:sp>
          <p:nvSpPr>
            <p:cNvPr id="87" name="Freeform 1">
              <a:extLst>
                <a:ext uri="{FF2B5EF4-FFF2-40B4-BE49-F238E27FC236}">
                  <a16:creationId xmlns:a16="http://schemas.microsoft.com/office/drawing/2014/main" id="{B4CCC2C3-77EF-34A1-750E-CD37204DC7E0}"/>
                </a:ext>
              </a:extLst>
            </p:cNvPr>
            <p:cNvSpPr>
              <a:spLocks noChangeArrowheads="1"/>
            </p:cNvSpPr>
            <p:nvPr/>
          </p:nvSpPr>
          <p:spPr bwMode="auto">
            <a:xfrm>
              <a:off x="4476057" y="1959382"/>
              <a:ext cx="308410" cy="241600"/>
            </a:xfrm>
            <a:custGeom>
              <a:avLst/>
              <a:gdLst>
                <a:gd name="T0" fmla="*/ 1845 w 5250"/>
                <a:gd name="T1" fmla="*/ 4112 h 4113"/>
                <a:gd name="T2" fmla="*/ 205 w 5250"/>
                <a:gd name="T3" fmla="*/ 2473 h 4113"/>
                <a:gd name="T4" fmla="*/ 205 w 5250"/>
                <a:gd name="T5" fmla="*/ 2473 h 4113"/>
                <a:gd name="T6" fmla="*/ 205 w 5250"/>
                <a:gd name="T7" fmla="*/ 1730 h 4113"/>
                <a:gd name="T8" fmla="*/ 205 w 5250"/>
                <a:gd name="T9" fmla="*/ 1730 h 4113"/>
                <a:gd name="T10" fmla="*/ 948 w 5250"/>
                <a:gd name="T11" fmla="*/ 1730 h 4113"/>
                <a:gd name="T12" fmla="*/ 1849 w 5250"/>
                <a:gd name="T13" fmla="*/ 2630 h 4113"/>
                <a:gd name="T14" fmla="*/ 4302 w 5250"/>
                <a:gd name="T15" fmla="*/ 205 h 4113"/>
                <a:gd name="T16" fmla="*/ 4302 w 5250"/>
                <a:gd name="T17" fmla="*/ 205 h 4113"/>
                <a:gd name="T18" fmla="*/ 5045 w 5250"/>
                <a:gd name="T19" fmla="*/ 209 h 4113"/>
                <a:gd name="T20" fmla="*/ 5045 w 5250"/>
                <a:gd name="T21" fmla="*/ 209 h 4113"/>
                <a:gd name="T22" fmla="*/ 5041 w 5250"/>
                <a:gd name="T23" fmla="*/ 952 h 4113"/>
                <a:gd name="T24" fmla="*/ 1845 w 5250"/>
                <a:gd name="T25" fmla="*/ 4112 h 4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250" h="4113">
                  <a:moveTo>
                    <a:pt x="1845" y="4112"/>
                  </a:moveTo>
                  <a:lnTo>
                    <a:pt x="205" y="2473"/>
                  </a:lnTo>
                  <a:lnTo>
                    <a:pt x="205" y="2473"/>
                  </a:lnTo>
                  <a:cubicBezTo>
                    <a:pt x="0" y="2267"/>
                    <a:pt x="0" y="1935"/>
                    <a:pt x="205" y="1730"/>
                  </a:cubicBezTo>
                  <a:lnTo>
                    <a:pt x="205" y="1730"/>
                  </a:lnTo>
                  <a:cubicBezTo>
                    <a:pt x="410" y="1524"/>
                    <a:pt x="743" y="1524"/>
                    <a:pt x="948" y="1730"/>
                  </a:cubicBezTo>
                  <a:lnTo>
                    <a:pt x="1849" y="2630"/>
                  </a:lnTo>
                  <a:lnTo>
                    <a:pt x="4302" y="205"/>
                  </a:lnTo>
                  <a:lnTo>
                    <a:pt x="4302" y="205"/>
                  </a:lnTo>
                  <a:cubicBezTo>
                    <a:pt x="4508" y="0"/>
                    <a:pt x="4841" y="2"/>
                    <a:pt x="5045" y="209"/>
                  </a:cubicBezTo>
                  <a:lnTo>
                    <a:pt x="5045" y="209"/>
                  </a:lnTo>
                  <a:cubicBezTo>
                    <a:pt x="5249" y="415"/>
                    <a:pt x="5247" y="748"/>
                    <a:pt x="5041" y="952"/>
                  </a:cubicBezTo>
                  <a:lnTo>
                    <a:pt x="1845" y="4112"/>
                  </a:lnTo>
                </a:path>
              </a:pathLst>
            </a:custGeom>
            <a:solidFill>
              <a:schemeClr val="bg1"/>
            </a:solidFill>
            <a:ln>
              <a:noFill/>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565657"/>
                </a:solidFill>
                <a:effectLst/>
                <a:uLnTx/>
                <a:uFillTx/>
                <a:latin typeface="Lato Light" panose="020F0502020204030203" pitchFamily="34" charset="0"/>
                <a:ea typeface="+mn-ea"/>
                <a:cs typeface="+mn-cs"/>
              </a:endParaRPr>
            </a:p>
          </p:txBody>
        </p:sp>
      </p:grpSp>
      <p:grpSp>
        <p:nvGrpSpPr>
          <p:cNvPr id="75" name="Gruppieren 74">
            <a:extLst>
              <a:ext uri="{FF2B5EF4-FFF2-40B4-BE49-F238E27FC236}">
                <a16:creationId xmlns:a16="http://schemas.microsoft.com/office/drawing/2014/main" id="{3EDA02F4-91B1-BA9B-726F-DF0000B942E9}"/>
              </a:ext>
            </a:extLst>
          </p:cNvPr>
          <p:cNvGrpSpPr>
            <a:grpSpLocks noChangeAspect="1"/>
          </p:cNvGrpSpPr>
          <p:nvPr/>
        </p:nvGrpSpPr>
        <p:grpSpPr>
          <a:xfrm>
            <a:off x="6810926" y="119036"/>
            <a:ext cx="1094847" cy="993554"/>
            <a:chOff x="140081" y="4084873"/>
            <a:chExt cx="808197" cy="733424"/>
          </a:xfrm>
        </p:grpSpPr>
        <p:sp>
          <p:nvSpPr>
            <p:cNvPr id="88" name="Ellipse 87">
              <a:extLst>
                <a:ext uri="{FF2B5EF4-FFF2-40B4-BE49-F238E27FC236}">
                  <a16:creationId xmlns:a16="http://schemas.microsoft.com/office/drawing/2014/main" id="{52635860-D079-A3A9-6054-79C336E2A9AE}"/>
                </a:ext>
              </a:extLst>
            </p:cNvPr>
            <p:cNvSpPr/>
            <p:nvPr/>
          </p:nvSpPr>
          <p:spPr>
            <a:xfrm>
              <a:off x="438976" y="4595413"/>
              <a:ext cx="86486" cy="86487"/>
            </a:xfrm>
            <a:prstGeom prst="ellipse">
              <a:avLst/>
            </a:prstGeom>
            <a:solidFill>
              <a:schemeClr val="accent4"/>
            </a:solidFill>
            <a:ln w="1270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89" name="Freihandform: Form 88">
              <a:extLst>
                <a:ext uri="{FF2B5EF4-FFF2-40B4-BE49-F238E27FC236}">
                  <a16:creationId xmlns:a16="http://schemas.microsoft.com/office/drawing/2014/main" id="{52BA5B74-C227-03BE-0227-78BE95151490}"/>
                </a:ext>
              </a:extLst>
            </p:cNvPr>
            <p:cNvSpPr/>
            <p:nvPr/>
          </p:nvSpPr>
          <p:spPr>
            <a:xfrm>
              <a:off x="395828" y="4693806"/>
              <a:ext cx="171450" cy="86391"/>
            </a:xfrm>
            <a:custGeom>
              <a:avLst/>
              <a:gdLst>
                <a:gd name="csX0" fmla="*/ 171450 w 171450"/>
                <a:gd name="csY0" fmla="*/ 86392 h 86391"/>
                <a:gd name="csX1" fmla="*/ 171450 w 171450"/>
                <a:gd name="csY1" fmla="*/ 43148 h 86391"/>
                <a:gd name="csX2" fmla="*/ 162877 w 171450"/>
                <a:gd name="csY2" fmla="*/ 25908 h 86391"/>
                <a:gd name="csX3" fmla="*/ 121063 w 171450"/>
                <a:gd name="csY3" fmla="*/ 5334 h 86391"/>
                <a:gd name="csX4" fmla="*/ 85725 w 171450"/>
                <a:gd name="csY4" fmla="*/ 0 h 86391"/>
                <a:gd name="csX5" fmla="*/ 50387 w 171450"/>
                <a:gd name="csY5" fmla="*/ 5334 h 86391"/>
                <a:gd name="csX6" fmla="*/ 8573 w 171450"/>
                <a:gd name="csY6" fmla="*/ 25908 h 86391"/>
                <a:gd name="csX7" fmla="*/ 0 w 171450"/>
                <a:gd name="csY7" fmla="*/ 43148 h 86391"/>
                <a:gd name="csX8" fmla="*/ 0 w 171450"/>
                <a:gd name="csY8" fmla="*/ 86392 h 8639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71450" h="86391">
                  <a:moveTo>
                    <a:pt x="171450" y="86392"/>
                  </a:moveTo>
                  <a:lnTo>
                    <a:pt x="171450" y="43148"/>
                  </a:lnTo>
                  <a:cubicBezTo>
                    <a:pt x="171309" y="36410"/>
                    <a:pt x="168166" y="30087"/>
                    <a:pt x="162877" y="25908"/>
                  </a:cubicBezTo>
                  <a:cubicBezTo>
                    <a:pt x="150451" y="16330"/>
                    <a:pt x="136233" y="9335"/>
                    <a:pt x="121063" y="5334"/>
                  </a:cubicBezTo>
                  <a:cubicBezTo>
                    <a:pt x="109612" y="1819"/>
                    <a:pt x="97703" y="21"/>
                    <a:pt x="85725" y="0"/>
                  </a:cubicBezTo>
                  <a:cubicBezTo>
                    <a:pt x="73760" y="185"/>
                    <a:pt x="61873" y="1978"/>
                    <a:pt x="50387" y="5334"/>
                  </a:cubicBezTo>
                  <a:cubicBezTo>
                    <a:pt x="35385" y="9775"/>
                    <a:pt x="21246" y="16733"/>
                    <a:pt x="8573" y="25908"/>
                  </a:cubicBezTo>
                  <a:cubicBezTo>
                    <a:pt x="3284" y="30087"/>
                    <a:pt x="141" y="36410"/>
                    <a:pt x="0" y="43148"/>
                  </a:cubicBezTo>
                  <a:lnTo>
                    <a:pt x="0" y="86392"/>
                  </a:lnTo>
                  <a:close/>
                </a:path>
              </a:pathLst>
            </a:custGeom>
            <a:solidFill>
              <a:schemeClr val="accent4"/>
            </a:solidFill>
            <a:ln w="1270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90" name="Ellipse 89">
              <a:extLst>
                <a:ext uri="{FF2B5EF4-FFF2-40B4-BE49-F238E27FC236}">
                  <a16:creationId xmlns:a16="http://schemas.microsoft.com/office/drawing/2014/main" id="{FEDC3C09-B2EB-3503-E289-A7A81027105D}"/>
                </a:ext>
              </a:extLst>
            </p:cNvPr>
            <p:cNvSpPr/>
            <p:nvPr/>
          </p:nvSpPr>
          <p:spPr>
            <a:xfrm>
              <a:off x="628142" y="4595413"/>
              <a:ext cx="86486" cy="86487"/>
            </a:xfrm>
            <a:prstGeom prst="ellipse">
              <a:avLst/>
            </a:prstGeom>
            <a:solidFill>
              <a:schemeClr val="accent4"/>
            </a:solidFill>
            <a:ln w="1270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91" name="Freihandform: Form 90">
              <a:extLst>
                <a:ext uri="{FF2B5EF4-FFF2-40B4-BE49-F238E27FC236}">
                  <a16:creationId xmlns:a16="http://schemas.microsoft.com/office/drawing/2014/main" id="{6E7454C7-513A-0DEE-4E36-C177E528100D}"/>
                </a:ext>
              </a:extLst>
            </p:cNvPr>
            <p:cNvSpPr/>
            <p:nvPr/>
          </p:nvSpPr>
          <p:spPr>
            <a:xfrm>
              <a:off x="586328" y="4693806"/>
              <a:ext cx="171450" cy="86391"/>
            </a:xfrm>
            <a:custGeom>
              <a:avLst/>
              <a:gdLst>
                <a:gd name="csX0" fmla="*/ 171450 w 171450"/>
                <a:gd name="csY0" fmla="*/ 86392 h 86391"/>
                <a:gd name="csX1" fmla="*/ 171450 w 171450"/>
                <a:gd name="csY1" fmla="*/ 43148 h 86391"/>
                <a:gd name="csX2" fmla="*/ 162877 w 171450"/>
                <a:gd name="csY2" fmla="*/ 25908 h 86391"/>
                <a:gd name="csX3" fmla="*/ 121063 w 171450"/>
                <a:gd name="csY3" fmla="*/ 5334 h 86391"/>
                <a:gd name="csX4" fmla="*/ 85725 w 171450"/>
                <a:gd name="csY4" fmla="*/ 0 h 86391"/>
                <a:gd name="csX5" fmla="*/ 50387 w 171450"/>
                <a:gd name="csY5" fmla="*/ 5334 h 86391"/>
                <a:gd name="csX6" fmla="*/ 8573 w 171450"/>
                <a:gd name="csY6" fmla="*/ 25908 h 86391"/>
                <a:gd name="csX7" fmla="*/ 0 w 171450"/>
                <a:gd name="csY7" fmla="*/ 43148 h 86391"/>
                <a:gd name="csX8" fmla="*/ 0 w 171450"/>
                <a:gd name="csY8" fmla="*/ 86392 h 8639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71450" h="86391">
                  <a:moveTo>
                    <a:pt x="171450" y="86392"/>
                  </a:moveTo>
                  <a:lnTo>
                    <a:pt x="171450" y="43148"/>
                  </a:lnTo>
                  <a:cubicBezTo>
                    <a:pt x="171309" y="36410"/>
                    <a:pt x="168166" y="30087"/>
                    <a:pt x="162877" y="25908"/>
                  </a:cubicBezTo>
                  <a:cubicBezTo>
                    <a:pt x="150451" y="16330"/>
                    <a:pt x="136233" y="9335"/>
                    <a:pt x="121063" y="5334"/>
                  </a:cubicBezTo>
                  <a:cubicBezTo>
                    <a:pt x="109612" y="1819"/>
                    <a:pt x="97703" y="21"/>
                    <a:pt x="85725" y="0"/>
                  </a:cubicBezTo>
                  <a:cubicBezTo>
                    <a:pt x="73760" y="185"/>
                    <a:pt x="61873" y="1978"/>
                    <a:pt x="50387" y="5334"/>
                  </a:cubicBezTo>
                  <a:cubicBezTo>
                    <a:pt x="35385" y="9775"/>
                    <a:pt x="21246" y="16733"/>
                    <a:pt x="8573" y="25908"/>
                  </a:cubicBezTo>
                  <a:cubicBezTo>
                    <a:pt x="3284" y="30087"/>
                    <a:pt x="141" y="36410"/>
                    <a:pt x="0" y="43148"/>
                  </a:cubicBezTo>
                  <a:lnTo>
                    <a:pt x="0" y="86392"/>
                  </a:lnTo>
                  <a:close/>
                </a:path>
              </a:pathLst>
            </a:custGeom>
            <a:solidFill>
              <a:schemeClr val="accent4"/>
            </a:solidFill>
            <a:ln w="1270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92" name="Ellipse 91">
              <a:extLst>
                <a:ext uri="{FF2B5EF4-FFF2-40B4-BE49-F238E27FC236}">
                  <a16:creationId xmlns:a16="http://schemas.microsoft.com/office/drawing/2014/main" id="{231099B3-90CE-4DD5-9033-96869E523BA7}"/>
                </a:ext>
              </a:extLst>
            </p:cNvPr>
            <p:cNvSpPr/>
            <p:nvPr/>
          </p:nvSpPr>
          <p:spPr>
            <a:xfrm>
              <a:off x="818642" y="4595413"/>
              <a:ext cx="86487" cy="86487"/>
            </a:xfrm>
            <a:prstGeom prst="ellipse">
              <a:avLst/>
            </a:prstGeom>
            <a:solidFill>
              <a:schemeClr val="accent4"/>
            </a:solidFill>
            <a:ln w="1270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93" name="Freihandform: Form 92">
              <a:extLst>
                <a:ext uri="{FF2B5EF4-FFF2-40B4-BE49-F238E27FC236}">
                  <a16:creationId xmlns:a16="http://schemas.microsoft.com/office/drawing/2014/main" id="{24BE6C88-AB84-7473-819C-11D5C9E435C1}"/>
                </a:ext>
              </a:extLst>
            </p:cNvPr>
            <p:cNvSpPr/>
            <p:nvPr/>
          </p:nvSpPr>
          <p:spPr>
            <a:xfrm>
              <a:off x="776828" y="4693806"/>
              <a:ext cx="171450" cy="86391"/>
            </a:xfrm>
            <a:custGeom>
              <a:avLst/>
              <a:gdLst>
                <a:gd name="csX0" fmla="*/ 171450 w 171450"/>
                <a:gd name="csY0" fmla="*/ 86392 h 86391"/>
                <a:gd name="csX1" fmla="*/ 171450 w 171450"/>
                <a:gd name="csY1" fmla="*/ 43148 h 86391"/>
                <a:gd name="csX2" fmla="*/ 162877 w 171450"/>
                <a:gd name="csY2" fmla="*/ 25908 h 86391"/>
                <a:gd name="csX3" fmla="*/ 121063 w 171450"/>
                <a:gd name="csY3" fmla="*/ 5334 h 86391"/>
                <a:gd name="csX4" fmla="*/ 85725 w 171450"/>
                <a:gd name="csY4" fmla="*/ 0 h 86391"/>
                <a:gd name="csX5" fmla="*/ 50387 w 171450"/>
                <a:gd name="csY5" fmla="*/ 5334 h 86391"/>
                <a:gd name="csX6" fmla="*/ 8573 w 171450"/>
                <a:gd name="csY6" fmla="*/ 25908 h 86391"/>
                <a:gd name="csX7" fmla="*/ 0 w 171450"/>
                <a:gd name="csY7" fmla="*/ 43148 h 86391"/>
                <a:gd name="csX8" fmla="*/ 0 w 171450"/>
                <a:gd name="csY8" fmla="*/ 86392 h 8639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71450" h="86391">
                  <a:moveTo>
                    <a:pt x="171450" y="86392"/>
                  </a:moveTo>
                  <a:lnTo>
                    <a:pt x="171450" y="43148"/>
                  </a:lnTo>
                  <a:cubicBezTo>
                    <a:pt x="171309" y="36410"/>
                    <a:pt x="168166" y="30087"/>
                    <a:pt x="162877" y="25908"/>
                  </a:cubicBezTo>
                  <a:cubicBezTo>
                    <a:pt x="150451" y="16330"/>
                    <a:pt x="136233" y="9335"/>
                    <a:pt x="121063" y="5334"/>
                  </a:cubicBezTo>
                  <a:cubicBezTo>
                    <a:pt x="109612" y="1819"/>
                    <a:pt x="97703" y="21"/>
                    <a:pt x="85725" y="0"/>
                  </a:cubicBezTo>
                  <a:cubicBezTo>
                    <a:pt x="73760" y="185"/>
                    <a:pt x="61873" y="1978"/>
                    <a:pt x="50387" y="5334"/>
                  </a:cubicBezTo>
                  <a:cubicBezTo>
                    <a:pt x="35385" y="9775"/>
                    <a:pt x="21246" y="16733"/>
                    <a:pt x="8573" y="25908"/>
                  </a:cubicBezTo>
                  <a:cubicBezTo>
                    <a:pt x="3284" y="30087"/>
                    <a:pt x="141" y="36410"/>
                    <a:pt x="0" y="43148"/>
                  </a:cubicBezTo>
                  <a:lnTo>
                    <a:pt x="0" y="86392"/>
                  </a:lnTo>
                  <a:close/>
                </a:path>
              </a:pathLst>
            </a:custGeom>
            <a:solidFill>
              <a:schemeClr val="accent4"/>
            </a:solidFill>
            <a:ln w="1270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94" name="Ellipse 93">
              <a:extLst>
                <a:ext uri="{FF2B5EF4-FFF2-40B4-BE49-F238E27FC236}">
                  <a16:creationId xmlns:a16="http://schemas.microsoft.com/office/drawing/2014/main" id="{5FC3EED5-46F3-B79C-ACA6-7D53E1CD985F}"/>
                </a:ext>
              </a:extLst>
            </p:cNvPr>
            <p:cNvSpPr/>
            <p:nvPr/>
          </p:nvSpPr>
          <p:spPr>
            <a:xfrm>
              <a:off x="239046" y="4182218"/>
              <a:ext cx="113157" cy="113157"/>
            </a:xfrm>
            <a:prstGeom prst="ellipse">
              <a:avLst/>
            </a:prstGeom>
            <a:solidFill>
              <a:schemeClr val="accent2"/>
            </a:solidFill>
            <a:ln w="1270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95" name="Freihandform: Form 94">
              <a:extLst>
                <a:ext uri="{FF2B5EF4-FFF2-40B4-BE49-F238E27FC236}">
                  <a16:creationId xmlns:a16="http://schemas.microsoft.com/office/drawing/2014/main" id="{688A4427-78A8-7841-83BF-695ACBB7BA91}"/>
                </a:ext>
              </a:extLst>
            </p:cNvPr>
            <p:cNvSpPr/>
            <p:nvPr/>
          </p:nvSpPr>
          <p:spPr>
            <a:xfrm>
              <a:off x="140081" y="4212844"/>
              <a:ext cx="493343" cy="605453"/>
            </a:xfrm>
            <a:custGeom>
              <a:avLst/>
              <a:gdLst>
                <a:gd name="csX0" fmla="*/ 489204 w 493343"/>
                <a:gd name="csY0" fmla="*/ 4140 h 605453"/>
                <a:gd name="csX1" fmla="*/ 469011 w 493343"/>
                <a:gd name="csY1" fmla="*/ 4140 h 605453"/>
                <a:gd name="csX2" fmla="*/ 345948 w 493343"/>
                <a:gd name="csY2" fmla="*/ 127203 h 605453"/>
                <a:gd name="csX3" fmla="*/ 318230 w 493343"/>
                <a:gd name="csY3" fmla="*/ 134251 h 605453"/>
                <a:gd name="csX4" fmla="*/ 280702 w 493343"/>
                <a:gd name="csY4" fmla="*/ 194354 h 605453"/>
                <a:gd name="csX5" fmla="*/ 270034 w 493343"/>
                <a:gd name="csY5" fmla="*/ 148920 h 605453"/>
                <a:gd name="csX6" fmla="*/ 261557 w 493343"/>
                <a:gd name="csY6" fmla="*/ 133299 h 605453"/>
                <a:gd name="csX7" fmla="*/ 202121 w 493343"/>
                <a:gd name="csY7" fmla="*/ 102247 h 605453"/>
                <a:gd name="csX8" fmla="*/ 155543 w 493343"/>
                <a:gd name="csY8" fmla="*/ 96628 h 605453"/>
                <a:gd name="csX9" fmla="*/ 108871 w 493343"/>
                <a:gd name="csY9" fmla="*/ 103676 h 605453"/>
                <a:gd name="csX10" fmla="*/ 49530 w 493343"/>
                <a:gd name="csY10" fmla="*/ 134728 h 605453"/>
                <a:gd name="csX11" fmla="*/ 41053 w 493343"/>
                <a:gd name="csY11" fmla="*/ 150349 h 605453"/>
                <a:gd name="csX12" fmla="*/ 0 w 493343"/>
                <a:gd name="csY12" fmla="*/ 325609 h 605453"/>
                <a:gd name="csX13" fmla="*/ 28575 w 493343"/>
                <a:gd name="csY13" fmla="*/ 354184 h 605453"/>
                <a:gd name="csX14" fmla="*/ 55436 w 493343"/>
                <a:gd name="csY14" fmla="*/ 333038 h 605453"/>
                <a:gd name="csX15" fmla="*/ 85154 w 493343"/>
                <a:gd name="csY15" fmla="*/ 210070 h 605453"/>
                <a:gd name="csX16" fmla="*/ 85154 w 493343"/>
                <a:gd name="csY16" fmla="*/ 605453 h 605453"/>
                <a:gd name="csX17" fmla="*/ 141446 w 493343"/>
                <a:gd name="csY17" fmla="*/ 605453 h 605453"/>
                <a:gd name="csX18" fmla="*/ 141446 w 493343"/>
                <a:gd name="csY18" fmla="*/ 351040 h 605453"/>
                <a:gd name="csX19" fmla="*/ 170021 w 493343"/>
                <a:gd name="csY19" fmla="*/ 351040 h 605453"/>
                <a:gd name="csX20" fmla="*/ 170021 w 493343"/>
                <a:gd name="csY20" fmla="*/ 605453 h 605453"/>
                <a:gd name="csX21" fmla="*/ 226219 w 493343"/>
                <a:gd name="csY21" fmla="*/ 605453 h 605453"/>
                <a:gd name="csX22" fmla="*/ 226219 w 493343"/>
                <a:gd name="csY22" fmla="*/ 208261 h 605453"/>
                <a:gd name="csX23" fmla="*/ 236696 w 493343"/>
                <a:gd name="csY23" fmla="*/ 253028 h 605453"/>
                <a:gd name="csX24" fmla="*/ 242316 w 493343"/>
                <a:gd name="csY24" fmla="*/ 260172 h 605453"/>
                <a:gd name="csX25" fmla="*/ 280416 w 493343"/>
                <a:gd name="csY25" fmla="*/ 273602 h 605453"/>
                <a:gd name="csX26" fmla="*/ 303276 w 493343"/>
                <a:gd name="csY26" fmla="*/ 263220 h 605453"/>
                <a:gd name="csX27" fmla="*/ 361379 w 493343"/>
                <a:gd name="csY27" fmla="*/ 167970 h 605453"/>
                <a:gd name="csX28" fmla="*/ 365284 w 493343"/>
                <a:gd name="csY28" fmla="*/ 148253 h 605453"/>
                <a:gd name="csX29" fmla="*/ 489109 w 493343"/>
                <a:gd name="csY29" fmla="*/ 24428 h 605453"/>
                <a:gd name="csX30" fmla="*/ 489204 w 493343"/>
                <a:gd name="csY30" fmla="*/ 4140 h 6054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493343" h="605453">
                  <a:moveTo>
                    <a:pt x="489204" y="4140"/>
                  </a:moveTo>
                  <a:cubicBezTo>
                    <a:pt x="483604" y="-1380"/>
                    <a:pt x="474611" y="-1380"/>
                    <a:pt x="469011" y="4140"/>
                  </a:cubicBezTo>
                  <a:lnTo>
                    <a:pt x="345948" y="127203"/>
                  </a:lnTo>
                  <a:cubicBezTo>
                    <a:pt x="336113" y="124427"/>
                    <a:pt x="325545" y="127114"/>
                    <a:pt x="318230" y="134251"/>
                  </a:cubicBezTo>
                  <a:cubicBezTo>
                    <a:pt x="316230" y="136252"/>
                    <a:pt x="280702" y="194354"/>
                    <a:pt x="280702" y="194354"/>
                  </a:cubicBezTo>
                  <a:lnTo>
                    <a:pt x="270034" y="148920"/>
                  </a:lnTo>
                  <a:cubicBezTo>
                    <a:pt x="268621" y="143062"/>
                    <a:pt x="265699" y="137676"/>
                    <a:pt x="261557" y="133299"/>
                  </a:cubicBezTo>
                  <a:cubicBezTo>
                    <a:pt x="244001" y="119108"/>
                    <a:pt x="223797" y="108552"/>
                    <a:pt x="202121" y="102247"/>
                  </a:cubicBezTo>
                  <a:cubicBezTo>
                    <a:pt x="186797" y="98970"/>
                    <a:pt x="171207" y="97089"/>
                    <a:pt x="155543" y="96628"/>
                  </a:cubicBezTo>
                  <a:cubicBezTo>
                    <a:pt x="139740" y="96871"/>
                    <a:pt x="124041" y="99242"/>
                    <a:pt x="108871" y="103676"/>
                  </a:cubicBezTo>
                  <a:cubicBezTo>
                    <a:pt x="86998" y="109410"/>
                    <a:pt x="66710" y="120027"/>
                    <a:pt x="49530" y="134728"/>
                  </a:cubicBezTo>
                  <a:cubicBezTo>
                    <a:pt x="45351" y="139078"/>
                    <a:pt x="42422" y="144474"/>
                    <a:pt x="41053" y="150349"/>
                  </a:cubicBezTo>
                  <a:cubicBezTo>
                    <a:pt x="41053" y="150349"/>
                    <a:pt x="0" y="322751"/>
                    <a:pt x="0" y="325609"/>
                  </a:cubicBezTo>
                  <a:cubicBezTo>
                    <a:pt x="0" y="341391"/>
                    <a:pt x="12794" y="354184"/>
                    <a:pt x="28575" y="354184"/>
                  </a:cubicBezTo>
                  <a:cubicBezTo>
                    <a:pt x="41222" y="353859"/>
                    <a:pt x="52150" y="345256"/>
                    <a:pt x="55436" y="333038"/>
                  </a:cubicBezTo>
                  <a:lnTo>
                    <a:pt x="85154" y="210070"/>
                  </a:lnTo>
                  <a:lnTo>
                    <a:pt x="85154" y="605453"/>
                  </a:lnTo>
                  <a:lnTo>
                    <a:pt x="141446" y="605453"/>
                  </a:lnTo>
                  <a:lnTo>
                    <a:pt x="141446" y="351040"/>
                  </a:lnTo>
                  <a:lnTo>
                    <a:pt x="170021" y="351040"/>
                  </a:lnTo>
                  <a:lnTo>
                    <a:pt x="170021" y="605453"/>
                  </a:lnTo>
                  <a:lnTo>
                    <a:pt x="226219" y="605453"/>
                  </a:lnTo>
                  <a:lnTo>
                    <a:pt x="226219" y="208261"/>
                  </a:lnTo>
                  <a:lnTo>
                    <a:pt x="236696" y="253028"/>
                  </a:lnTo>
                  <a:cubicBezTo>
                    <a:pt x="237423" y="256123"/>
                    <a:pt x="239479" y="258737"/>
                    <a:pt x="242316" y="260172"/>
                  </a:cubicBezTo>
                  <a:cubicBezTo>
                    <a:pt x="253269" y="268579"/>
                    <a:pt x="266612" y="273282"/>
                    <a:pt x="280416" y="273602"/>
                  </a:cubicBezTo>
                  <a:cubicBezTo>
                    <a:pt x="289404" y="274860"/>
                    <a:pt x="298310" y="270815"/>
                    <a:pt x="303276" y="263220"/>
                  </a:cubicBezTo>
                  <a:lnTo>
                    <a:pt x="361379" y="167970"/>
                  </a:lnTo>
                  <a:cubicBezTo>
                    <a:pt x="365092" y="162114"/>
                    <a:pt x="366486" y="155082"/>
                    <a:pt x="365284" y="148253"/>
                  </a:cubicBezTo>
                  <a:lnTo>
                    <a:pt x="489109" y="24428"/>
                  </a:lnTo>
                  <a:cubicBezTo>
                    <a:pt x="494717" y="18844"/>
                    <a:pt x="494760" y="9777"/>
                    <a:pt x="489204" y="4140"/>
                  </a:cubicBezTo>
                  <a:close/>
                </a:path>
              </a:pathLst>
            </a:custGeom>
            <a:solidFill>
              <a:schemeClr val="accent2"/>
            </a:solidFill>
            <a:ln w="1270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96" name="Freihandform: Form 95">
              <a:extLst>
                <a:ext uri="{FF2B5EF4-FFF2-40B4-BE49-F238E27FC236}">
                  <a16:creationId xmlns:a16="http://schemas.microsoft.com/office/drawing/2014/main" id="{1F83D953-3B8D-7B34-430F-E9D953C6BC84}"/>
                </a:ext>
              </a:extLst>
            </p:cNvPr>
            <p:cNvSpPr/>
            <p:nvPr/>
          </p:nvSpPr>
          <p:spPr>
            <a:xfrm>
              <a:off x="319628" y="4084873"/>
              <a:ext cx="542925" cy="390525"/>
            </a:xfrm>
            <a:custGeom>
              <a:avLst/>
              <a:gdLst>
                <a:gd name="csX0" fmla="*/ 504825 w 542925"/>
                <a:gd name="csY0" fmla="*/ 0 h 390525"/>
                <a:gd name="csX1" fmla="*/ 38100 w 542925"/>
                <a:gd name="csY1" fmla="*/ 0 h 390525"/>
                <a:gd name="csX2" fmla="*/ 0 w 542925"/>
                <a:gd name="csY2" fmla="*/ 38100 h 390525"/>
                <a:gd name="csX3" fmla="*/ 0 w 542925"/>
                <a:gd name="csY3" fmla="*/ 72390 h 390525"/>
                <a:gd name="csX4" fmla="*/ 38100 w 542925"/>
                <a:gd name="csY4" fmla="*/ 95250 h 390525"/>
                <a:gd name="csX5" fmla="*/ 38100 w 542925"/>
                <a:gd name="csY5" fmla="*/ 38100 h 390525"/>
                <a:gd name="csX6" fmla="*/ 504825 w 542925"/>
                <a:gd name="csY6" fmla="*/ 38100 h 390525"/>
                <a:gd name="csX7" fmla="*/ 504825 w 542925"/>
                <a:gd name="csY7" fmla="*/ 352425 h 390525"/>
                <a:gd name="csX8" fmla="*/ 179737 w 542925"/>
                <a:gd name="csY8" fmla="*/ 352425 h 390525"/>
                <a:gd name="csX9" fmla="*/ 156496 w 542925"/>
                <a:gd name="csY9" fmla="*/ 390525 h 390525"/>
                <a:gd name="csX10" fmla="*/ 504825 w 542925"/>
                <a:gd name="csY10" fmla="*/ 390525 h 390525"/>
                <a:gd name="csX11" fmla="*/ 542925 w 542925"/>
                <a:gd name="csY11" fmla="*/ 352425 h 390525"/>
                <a:gd name="csX12" fmla="*/ 542925 w 542925"/>
                <a:gd name="csY12" fmla="*/ 38100 h 390525"/>
                <a:gd name="csX13" fmla="*/ 504825 w 542925"/>
                <a:gd name="csY13" fmla="*/ 0 h 3905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542925" h="390525">
                  <a:moveTo>
                    <a:pt x="504825" y="0"/>
                  </a:moveTo>
                  <a:lnTo>
                    <a:pt x="38100" y="0"/>
                  </a:lnTo>
                  <a:cubicBezTo>
                    <a:pt x="17058" y="0"/>
                    <a:pt x="0" y="17058"/>
                    <a:pt x="0" y="38100"/>
                  </a:cubicBezTo>
                  <a:lnTo>
                    <a:pt x="0" y="72390"/>
                  </a:lnTo>
                  <a:cubicBezTo>
                    <a:pt x="14564" y="76354"/>
                    <a:pt x="27748" y="84266"/>
                    <a:pt x="38100" y="95250"/>
                  </a:cubicBezTo>
                  <a:lnTo>
                    <a:pt x="38100" y="38100"/>
                  </a:lnTo>
                  <a:lnTo>
                    <a:pt x="504825" y="38100"/>
                  </a:lnTo>
                  <a:lnTo>
                    <a:pt x="504825" y="352425"/>
                  </a:lnTo>
                  <a:lnTo>
                    <a:pt x="179737" y="352425"/>
                  </a:lnTo>
                  <a:lnTo>
                    <a:pt x="156496" y="390525"/>
                  </a:lnTo>
                  <a:lnTo>
                    <a:pt x="504825" y="390525"/>
                  </a:lnTo>
                  <a:cubicBezTo>
                    <a:pt x="525867" y="390525"/>
                    <a:pt x="542925" y="373467"/>
                    <a:pt x="542925" y="352425"/>
                  </a:cubicBezTo>
                  <a:lnTo>
                    <a:pt x="542925" y="38100"/>
                  </a:lnTo>
                  <a:cubicBezTo>
                    <a:pt x="542925" y="17058"/>
                    <a:pt x="525867" y="0"/>
                    <a:pt x="504825" y="0"/>
                  </a:cubicBezTo>
                  <a:close/>
                </a:path>
              </a:pathLst>
            </a:custGeom>
            <a:solidFill>
              <a:schemeClr val="accent4"/>
            </a:solidFill>
            <a:ln w="1270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spTree>
    <p:extLst>
      <p:ext uri="{BB962C8B-B14F-4D97-AF65-F5344CB8AC3E}">
        <p14:creationId xmlns:p14="http://schemas.microsoft.com/office/powerpoint/2010/main" val="2875121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ECF5527C-B530-B3E2-6F39-6A690E6CC98C}"/>
              </a:ext>
            </a:extLst>
          </p:cNvPr>
          <p:cNvSpPr>
            <a:spLocks noGrp="1" noChangeAspect="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256C18-6D8C-4341-B569-3B1E941D5C64}" type="slidenum">
              <a:rPr kumimoji="0" lang="de-DE" sz="1200" b="0" i="0" u="none" strike="noStrike" kern="1200" cap="none" spc="0" normalizeH="0" baseline="0" noProof="0" smtClean="0">
                <a:ln>
                  <a:noFill/>
                </a:ln>
                <a:solidFill>
                  <a:srgbClr val="565657">
                    <a:tint val="75000"/>
                  </a:srgb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de-DE" sz="1200" b="0" i="0" u="none" strike="noStrike" kern="1200" cap="none" spc="0" normalizeH="0" baseline="0" noProof="0">
              <a:ln>
                <a:noFill/>
              </a:ln>
              <a:solidFill>
                <a:srgbClr val="565657">
                  <a:tint val="75000"/>
                </a:srgbClr>
              </a:solidFill>
              <a:effectLst/>
              <a:uLnTx/>
              <a:uFillTx/>
              <a:latin typeface="Calibri"/>
              <a:ea typeface="+mn-ea"/>
              <a:cs typeface="+mn-cs"/>
            </a:endParaRPr>
          </a:p>
        </p:txBody>
      </p:sp>
      <p:sp>
        <p:nvSpPr>
          <p:cNvPr id="3" name="Titel 2">
            <a:extLst>
              <a:ext uri="{FF2B5EF4-FFF2-40B4-BE49-F238E27FC236}">
                <a16:creationId xmlns:a16="http://schemas.microsoft.com/office/drawing/2014/main" id="{97A41AAD-1EC2-754E-AB07-9C198A3A3A4F}"/>
              </a:ext>
            </a:extLst>
          </p:cNvPr>
          <p:cNvSpPr>
            <a:spLocks noGrp="1"/>
          </p:cNvSpPr>
          <p:nvPr>
            <p:ph type="title"/>
          </p:nvPr>
        </p:nvSpPr>
        <p:spPr/>
        <p:txBody>
          <a:bodyPr/>
          <a:lstStyle/>
          <a:p>
            <a:r>
              <a:rPr lang="de-DE"/>
              <a:t>Piktogramme – Symbole &amp; Zeichen</a:t>
            </a:r>
          </a:p>
        </p:txBody>
      </p:sp>
      <p:grpSp>
        <p:nvGrpSpPr>
          <p:cNvPr id="49" name="Gruppieren 48">
            <a:extLst>
              <a:ext uri="{FF2B5EF4-FFF2-40B4-BE49-F238E27FC236}">
                <a16:creationId xmlns:a16="http://schemas.microsoft.com/office/drawing/2014/main" id="{B3EC428D-AC95-CE17-7514-1967C658134D}"/>
              </a:ext>
            </a:extLst>
          </p:cNvPr>
          <p:cNvGrpSpPr>
            <a:grpSpLocks noChangeAspect="1"/>
          </p:cNvGrpSpPr>
          <p:nvPr/>
        </p:nvGrpSpPr>
        <p:grpSpPr>
          <a:xfrm>
            <a:off x="6929052" y="4122913"/>
            <a:ext cx="790147" cy="780318"/>
            <a:chOff x="3638520" y="2742200"/>
            <a:chExt cx="790147" cy="780318"/>
          </a:xfrm>
        </p:grpSpPr>
        <p:sp>
          <p:nvSpPr>
            <p:cNvPr id="13" name="Freihandform: Form 12">
              <a:extLst>
                <a:ext uri="{FF2B5EF4-FFF2-40B4-BE49-F238E27FC236}">
                  <a16:creationId xmlns:a16="http://schemas.microsoft.com/office/drawing/2014/main" id="{B090C341-21B9-24C2-CE60-3D9449B23077}"/>
                </a:ext>
              </a:extLst>
            </p:cNvPr>
            <p:cNvSpPr/>
            <p:nvPr/>
          </p:nvSpPr>
          <p:spPr>
            <a:xfrm flipH="1">
              <a:off x="3638520" y="2742231"/>
              <a:ext cx="374009" cy="780287"/>
            </a:xfrm>
            <a:custGeom>
              <a:avLst/>
              <a:gdLst>
                <a:gd name="connsiteX0" fmla="*/ 374010 w 374009"/>
                <a:gd name="connsiteY0" fmla="*/ 491515 h 780287"/>
                <a:gd name="connsiteX1" fmla="*/ 335091 w 374009"/>
                <a:gd name="connsiteY1" fmla="*/ 399615 h 780287"/>
                <a:gd name="connsiteX2" fmla="*/ 293242 w 374009"/>
                <a:gd name="connsiteY2" fmla="*/ 231502 h 780287"/>
                <a:gd name="connsiteX3" fmla="*/ 284281 w 374009"/>
                <a:gd name="connsiteY3" fmla="*/ 226610 h 780287"/>
                <a:gd name="connsiteX4" fmla="*/ 216226 w 374009"/>
                <a:gd name="connsiteY4" fmla="*/ 100575 h 780287"/>
                <a:gd name="connsiteX5" fmla="*/ 213358 w 374009"/>
                <a:gd name="connsiteY5" fmla="*/ 99765 h 780287"/>
                <a:gd name="connsiteX6" fmla="*/ 99761 w 374009"/>
                <a:gd name="connsiteY6" fmla="*/ 236 h 780287"/>
                <a:gd name="connsiteX7" fmla="*/ 0 w 374009"/>
                <a:gd name="connsiteY7" fmla="*/ 106870 h 780287"/>
                <a:gd name="connsiteX8" fmla="*/ 0 w 374009"/>
                <a:gd name="connsiteY8" fmla="*/ 699919 h 780287"/>
                <a:gd name="connsiteX9" fmla="*/ 79860 w 374009"/>
                <a:gd name="connsiteY9" fmla="*/ 780287 h 780287"/>
                <a:gd name="connsiteX10" fmla="*/ 156635 w 374009"/>
                <a:gd name="connsiteY10" fmla="*/ 723900 h 780287"/>
                <a:gd name="connsiteX11" fmla="*/ 296467 w 374009"/>
                <a:gd name="connsiteY11" fmla="*/ 634499 h 780287"/>
                <a:gd name="connsiteX12" fmla="*/ 299208 w 374009"/>
                <a:gd name="connsiteY12" fmla="*/ 609062 h 780287"/>
                <a:gd name="connsiteX13" fmla="*/ 299208 w 374009"/>
                <a:gd name="connsiteY13" fmla="*/ 608008 h 780287"/>
                <a:gd name="connsiteX14" fmla="*/ 374010 w 374009"/>
                <a:gd name="connsiteY14" fmla="*/ 491515 h 780287"/>
                <a:gd name="connsiteX15" fmla="*/ 163919 w 374009"/>
                <a:gd name="connsiteY15" fmla="*/ 495415 h 780287"/>
                <a:gd name="connsiteX16" fmla="*/ 69352 w 374009"/>
                <a:gd name="connsiteY16" fmla="*/ 364702 h 780287"/>
                <a:gd name="connsiteX17" fmla="*/ 163919 w 374009"/>
                <a:gd name="connsiteY17" fmla="*/ 353570 h 780287"/>
                <a:gd name="connsiteX18" fmla="*/ 258486 w 374009"/>
                <a:gd name="connsiteY18" fmla="*/ 364702 h 780287"/>
                <a:gd name="connsiteX19" fmla="*/ 163919 w 374009"/>
                <a:gd name="connsiteY19" fmla="*/ 495415 h 780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74009" h="780287">
                  <a:moveTo>
                    <a:pt x="374010" y="491515"/>
                  </a:moveTo>
                  <a:cubicBezTo>
                    <a:pt x="374034" y="456872"/>
                    <a:pt x="359987" y="423704"/>
                    <a:pt x="335091" y="399615"/>
                  </a:cubicBezTo>
                  <a:cubicBezTo>
                    <a:pt x="369957" y="341636"/>
                    <a:pt x="351221" y="266369"/>
                    <a:pt x="293242" y="231502"/>
                  </a:cubicBezTo>
                  <a:cubicBezTo>
                    <a:pt x="290324" y="229748"/>
                    <a:pt x="287335" y="228115"/>
                    <a:pt x="284281" y="226610"/>
                  </a:cubicBezTo>
                  <a:cubicBezTo>
                    <a:pt x="300291" y="173014"/>
                    <a:pt x="269822" y="116586"/>
                    <a:pt x="216226" y="100575"/>
                  </a:cubicBezTo>
                  <a:cubicBezTo>
                    <a:pt x="215274" y="100292"/>
                    <a:pt x="214318" y="100021"/>
                    <a:pt x="213358" y="99765"/>
                  </a:cubicBezTo>
                  <a:cubicBezTo>
                    <a:pt x="209474" y="40912"/>
                    <a:pt x="158615" y="-3650"/>
                    <a:pt x="99761" y="236"/>
                  </a:cubicBezTo>
                  <a:cubicBezTo>
                    <a:pt x="43606" y="3942"/>
                    <a:pt x="-38" y="50591"/>
                    <a:pt x="0" y="106870"/>
                  </a:cubicBezTo>
                  <a:lnTo>
                    <a:pt x="0" y="699919"/>
                  </a:lnTo>
                  <a:cubicBezTo>
                    <a:pt x="-140" y="744164"/>
                    <a:pt x="35615" y="780147"/>
                    <a:pt x="79860" y="780287"/>
                  </a:cubicBezTo>
                  <a:cubicBezTo>
                    <a:pt x="115061" y="780399"/>
                    <a:pt x="146210" y="757521"/>
                    <a:pt x="156635" y="723900"/>
                  </a:cubicBezTo>
                  <a:cubicBezTo>
                    <a:pt x="219936" y="737827"/>
                    <a:pt x="282541" y="697800"/>
                    <a:pt x="296467" y="634499"/>
                  </a:cubicBezTo>
                  <a:cubicBezTo>
                    <a:pt x="298304" y="626146"/>
                    <a:pt x="299224" y="617616"/>
                    <a:pt x="299208" y="609062"/>
                  </a:cubicBezTo>
                  <a:cubicBezTo>
                    <a:pt x="299208" y="608704"/>
                    <a:pt x="299208" y="608356"/>
                    <a:pt x="299208" y="608008"/>
                  </a:cubicBezTo>
                  <a:cubicBezTo>
                    <a:pt x="344777" y="587147"/>
                    <a:pt x="374002" y="541633"/>
                    <a:pt x="374010" y="491515"/>
                  </a:cubicBezTo>
                  <a:close/>
                  <a:moveTo>
                    <a:pt x="163919" y="495415"/>
                  </a:moveTo>
                  <a:cubicBezTo>
                    <a:pt x="163919" y="495415"/>
                    <a:pt x="69352" y="423101"/>
                    <a:pt x="69352" y="364702"/>
                  </a:cubicBezTo>
                  <a:cubicBezTo>
                    <a:pt x="69352" y="325762"/>
                    <a:pt x="128869" y="284039"/>
                    <a:pt x="163919" y="353570"/>
                  </a:cubicBezTo>
                  <a:cubicBezTo>
                    <a:pt x="198959" y="283997"/>
                    <a:pt x="258486" y="325762"/>
                    <a:pt x="258486" y="364702"/>
                  </a:cubicBezTo>
                  <a:cubicBezTo>
                    <a:pt x="258486" y="423101"/>
                    <a:pt x="163919" y="495415"/>
                    <a:pt x="163919" y="495415"/>
                  </a:cubicBezTo>
                  <a:close/>
                </a:path>
              </a:pathLst>
            </a:custGeom>
            <a:solidFill>
              <a:schemeClr val="tx2"/>
            </a:solidFill>
            <a:ln w="105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4" name="Freihandform: Form 13">
              <a:extLst>
                <a:ext uri="{FF2B5EF4-FFF2-40B4-BE49-F238E27FC236}">
                  <a16:creationId xmlns:a16="http://schemas.microsoft.com/office/drawing/2014/main" id="{ABD0F549-E2C6-1B95-6FD9-2FB86772E6A6}"/>
                </a:ext>
              </a:extLst>
            </p:cNvPr>
            <p:cNvSpPr/>
            <p:nvPr/>
          </p:nvSpPr>
          <p:spPr>
            <a:xfrm flipH="1">
              <a:off x="4217792" y="3191496"/>
              <a:ext cx="57444" cy="57447"/>
            </a:xfrm>
            <a:custGeom>
              <a:avLst/>
              <a:gdLst>
                <a:gd name="connsiteX0" fmla="*/ 20466 w 57444"/>
                <a:gd name="connsiteY0" fmla="*/ 1223 h 57447"/>
                <a:gd name="connsiteX1" fmla="*/ 1220 w 57444"/>
                <a:gd name="connsiteY1" fmla="*/ 36981 h 57447"/>
                <a:gd name="connsiteX2" fmla="*/ 36979 w 57444"/>
                <a:gd name="connsiteY2" fmla="*/ 56227 h 57447"/>
                <a:gd name="connsiteX3" fmla="*/ 56224 w 57444"/>
                <a:gd name="connsiteY3" fmla="*/ 20468 h 57447"/>
                <a:gd name="connsiteX4" fmla="*/ 56222 w 57444"/>
                <a:gd name="connsiteY4" fmla="*/ 20461 h 57447"/>
                <a:gd name="connsiteX5" fmla="*/ 20478 w 57444"/>
                <a:gd name="connsiteY5" fmla="*/ 1219 h 57447"/>
                <a:gd name="connsiteX6" fmla="*/ 20466 w 57444"/>
                <a:gd name="connsiteY6" fmla="*/ 1223 h 57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444" h="57447">
                  <a:moveTo>
                    <a:pt x="20466" y="1223"/>
                  </a:moveTo>
                  <a:cubicBezTo>
                    <a:pt x="5277" y="5783"/>
                    <a:pt x="-3340" y="21792"/>
                    <a:pt x="1220" y="36981"/>
                  </a:cubicBezTo>
                  <a:cubicBezTo>
                    <a:pt x="5781" y="52170"/>
                    <a:pt x="21790" y="60787"/>
                    <a:pt x="36979" y="56227"/>
                  </a:cubicBezTo>
                  <a:cubicBezTo>
                    <a:pt x="52168" y="51668"/>
                    <a:pt x="60785" y="35657"/>
                    <a:pt x="56224" y="20468"/>
                  </a:cubicBezTo>
                  <a:cubicBezTo>
                    <a:pt x="56223" y="20466"/>
                    <a:pt x="56223" y="20463"/>
                    <a:pt x="56222" y="20461"/>
                  </a:cubicBezTo>
                  <a:cubicBezTo>
                    <a:pt x="51665" y="5277"/>
                    <a:pt x="35662" y="-3337"/>
                    <a:pt x="20478" y="1219"/>
                  </a:cubicBezTo>
                  <a:cubicBezTo>
                    <a:pt x="20474" y="1221"/>
                    <a:pt x="20470" y="1222"/>
                    <a:pt x="20466" y="1223"/>
                  </a:cubicBezTo>
                  <a:close/>
                </a:path>
              </a:pathLst>
            </a:custGeom>
            <a:solidFill>
              <a:schemeClr val="tx1"/>
            </a:solidFill>
            <a:ln w="105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5" name="Freihandform: Form 14">
              <a:extLst>
                <a:ext uri="{FF2B5EF4-FFF2-40B4-BE49-F238E27FC236}">
                  <a16:creationId xmlns:a16="http://schemas.microsoft.com/office/drawing/2014/main" id="{FBE85673-88E0-77EF-F9E3-A9FA4CDDA835}"/>
                </a:ext>
              </a:extLst>
            </p:cNvPr>
            <p:cNvSpPr/>
            <p:nvPr/>
          </p:nvSpPr>
          <p:spPr>
            <a:xfrm flipH="1">
              <a:off x="4175208" y="3026105"/>
              <a:ext cx="57444" cy="57444"/>
            </a:xfrm>
            <a:custGeom>
              <a:avLst/>
              <a:gdLst>
                <a:gd name="connsiteX0" fmla="*/ 20469 w 57444"/>
                <a:gd name="connsiteY0" fmla="*/ 1219 h 57444"/>
                <a:gd name="connsiteX1" fmla="*/ 1219 w 57444"/>
                <a:gd name="connsiteY1" fmla="*/ 36976 h 57444"/>
                <a:gd name="connsiteX2" fmla="*/ 36977 w 57444"/>
                <a:gd name="connsiteY2" fmla="*/ 56225 h 57444"/>
                <a:gd name="connsiteX3" fmla="*/ 56225 w 57444"/>
                <a:gd name="connsiteY3" fmla="*/ 20469 h 57444"/>
                <a:gd name="connsiteX4" fmla="*/ 56225 w 57444"/>
                <a:gd name="connsiteY4" fmla="*/ 20468 h 57444"/>
                <a:gd name="connsiteX5" fmla="*/ 20469 w 57444"/>
                <a:gd name="connsiteY5" fmla="*/ 1219 h 57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444" h="57444">
                  <a:moveTo>
                    <a:pt x="20469" y="1219"/>
                  </a:moveTo>
                  <a:cubicBezTo>
                    <a:pt x="5280" y="5777"/>
                    <a:pt x="-3339" y="21787"/>
                    <a:pt x="1219" y="36976"/>
                  </a:cubicBezTo>
                  <a:cubicBezTo>
                    <a:pt x="5778" y="52166"/>
                    <a:pt x="21787" y="60783"/>
                    <a:pt x="36977" y="56225"/>
                  </a:cubicBezTo>
                  <a:cubicBezTo>
                    <a:pt x="52166" y="51667"/>
                    <a:pt x="60783" y="35658"/>
                    <a:pt x="56225" y="20469"/>
                  </a:cubicBezTo>
                  <a:cubicBezTo>
                    <a:pt x="56225" y="20469"/>
                    <a:pt x="56225" y="20468"/>
                    <a:pt x="56225" y="20468"/>
                  </a:cubicBezTo>
                  <a:cubicBezTo>
                    <a:pt x="51666" y="5279"/>
                    <a:pt x="35658" y="-3339"/>
                    <a:pt x="20469" y="1219"/>
                  </a:cubicBezTo>
                  <a:close/>
                </a:path>
              </a:pathLst>
            </a:custGeom>
            <a:solidFill>
              <a:schemeClr val="tx1"/>
            </a:solidFill>
            <a:ln w="105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6" name="Freihandform: Form 15">
              <a:extLst>
                <a:ext uri="{FF2B5EF4-FFF2-40B4-BE49-F238E27FC236}">
                  <a16:creationId xmlns:a16="http://schemas.microsoft.com/office/drawing/2014/main" id="{DC9E0FFD-1162-CDA1-A680-381647B1E919}"/>
                </a:ext>
              </a:extLst>
            </p:cNvPr>
            <p:cNvSpPr/>
            <p:nvPr/>
          </p:nvSpPr>
          <p:spPr>
            <a:xfrm flipH="1">
              <a:off x="4054695" y="2742200"/>
              <a:ext cx="373972" cy="780273"/>
            </a:xfrm>
            <a:custGeom>
              <a:avLst/>
              <a:gdLst>
                <a:gd name="connsiteX0" fmla="*/ 267115 w 373972"/>
                <a:gd name="connsiteY0" fmla="*/ 0 h 780273"/>
                <a:gd name="connsiteX1" fmla="*/ 160646 w 373972"/>
                <a:gd name="connsiteY1" fmla="*/ 99753 h 780273"/>
                <a:gd name="connsiteX2" fmla="*/ 88861 w 373972"/>
                <a:gd name="connsiteY2" fmla="*/ 223700 h 780273"/>
                <a:gd name="connsiteX3" fmla="*/ 89692 w 373972"/>
                <a:gd name="connsiteY3" fmla="*/ 226640 h 780273"/>
                <a:gd name="connsiteX4" fmla="*/ 33952 w 373972"/>
                <a:gd name="connsiteY4" fmla="*/ 390640 h 780273"/>
                <a:gd name="connsiteX5" fmla="*/ 38893 w 373972"/>
                <a:gd name="connsiteY5" fmla="*/ 399688 h 780273"/>
                <a:gd name="connsiteX6" fmla="*/ 36118 w 373972"/>
                <a:gd name="connsiteY6" fmla="*/ 580707 h 780273"/>
                <a:gd name="connsiteX7" fmla="*/ 74829 w 373972"/>
                <a:gd name="connsiteY7" fmla="*/ 608028 h 780273"/>
                <a:gd name="connsiteX8" fmla="*/ 74829 w 373972"/>
                <a:gd name="connsiteY8" fmla="*/ 609082 h 780273"/>
                <a:gd name="connsiteX9" fmla="*/ 191998 w 373972"/>
                <a:gd name="connsiteY9" fmla="*/ 726629 h 780273"/>
                <a:gd name="connsiteX10" fmla="*/ 217349 w 373972"/>
                <a:gd name="connsiteY10" fmla="*/ 723899 h 780273"/>
                <a:gd name="connsiteX11" fmla="*/ 317620 w 373972"/>
                <a:gd name="connsiteY11" fmla="*/ 776648 h 780273"/>
                <a:gd name="connsiteX12" fmla="*/ 373973 w 373972"/>
                <a:gd name="connsiteY12" fmla="*/ 699949 h 780273"/>
                <a:gd name="connsiteX13" fmla="*/ 373973 w 373972"/>
                <a:gd name="connsiteY13" fmla="*/ 106858 h 780273"/>
                <a:gd name="connsiteX14" fmla="*/ 267136 w 373972"/>
                <a:gd name="connsiteY14" fmla="*/ 0 h 780273"/>
                <a:gd name="connsiteX15" fmla="*/ 267115 w 373972"/>
                <a:gd name="connsiteY15" fmla="*/ 0 h 780273"/>
                <a:gd name="connsiteX16" fmla="*/ 258355 w 373972"/>
                <a:gd name="connsiteY16" fmla="*/ 508191 h 780273"/>
                <a:gd name="connsiteX17" fmla="*/ 249278 w 373972"/>
                <a:gd name="connsiteY17" fmla="*/ 525057 h 780273"/>
                <a:gd name="connsiteX18" fmla="*/ 230452 w 373972"/>
                <a:gd name="connsiteY18" fmla="*/ 524498 h 780273"/>
                <a:gd name="connsiteX19" fmla="*/ 217802 w 373972"/>
                <a:gd name="connsiteY19" fmla="*/ 534597 h 780273"/>
                <a:gd name="connsiteX20" fmla="*/ 214639 w 373972"/>
                <a:gd name="connsiteY20" fmla="*/ 553160 h 780273"/>
                <a:gd name="connsiteX21" fmla="*/ 196382 w 373972"/>
                <a:gd name="connsiteY21" fmla="*/ 558695 h 780273"/>
                <a:gd name="connsiteX22" fmla="*/ 183479 w 373972"/>
                <a:gd name="connsiteY22" fmla="*/ 545065 h 780273"/>
                <a:gd name="connsiteX23" fmla="*/ 167446 w 373972"/>
                <a:gd name="connsiteY23" fmla="*/ 543462 h 780273"/>
                <a:gd name="connsiteX24" fmla="*/ 151939 w 373972"/>
                <a:gd name="connsiteY24" fmla="*/ 554225 h 780273"/>
                <a:gd name="connsiteX25" fmla="*/ 135157 w 373972"/>
                <a:gd name="connsiteY25" fmla="*/ 545191 h 780273"/>
                <a:gd name="connsiteX26" fmla="*/ 135589 w 373972"/>
                <a:gd name="connsiteY26" fmla="*/ 526322 h 780273"/>
                <a:gd name="connsiteX27" fmla="*/ 125512 w 373972"/>
                <a:gd name="connsiteY27" fmla="*/ 513672 h 780273"/>
                <a:gd name="connsiteX28" fmla="*/ 106917 w 373972"/>
                <a:gd name="connsiteY28" fmla="*/ 510447 h 780273"/>
                <a:gd name="connsiteX29" fmla="*/ 101425 w 373972"/>
                <a:gd name="connsiteY29" fmla="*/ 492157 h 780273"/>
                <a:gd name="connsiteX30" fmla="*/ 115202 w 373972"/>
                <a:gd name="connsiteY30" fmla="*/ 479370 h 780273"/>
                <a:gd name="connsiteX31" fmla="*/ 116668 w 373972"/>
                <a:gd name="connsiteY31" fmla="*/ 463263 h 780273"/>
                <a:gd name="connsiteX32" fmla="*/ 105863 w 373972"/>
                <a:gd name="connsiteY32" fmla="*/ 447904 h 780273"/>
                <a:gd name="connsiteX33" fmla="*/ 114939 w 373972"/>
                <a:gd name="connsiteY33" fmla="*/ 431038 h 780273"/>
                <a:gd name="connsiteX34" fmla="*/ 133840 w 373972"/>
                <a:gd name="connsiteY34" fmla="*/ 431576 h 780273"/>
                <a:gd name="connsiteX35" fmla="*/ 146331 w 373972"/>
                <a:gd name="connsiteY35" fmla="*/ 421414 h 780273"/>
                <a:gd name="connsiteX36" fmla="*/ 149494 w 373972"/>
                <a:gd name="connsiteY36" fmla="*/ 402840 h 780273"/>
                <a:gd name="connsiteX37" fmla="*/ 167783 w 373972"/>
                <a:gd name="connsiteY37" fmla="*/ 397348 h 780273"/>
                <a:gd name="connsiteX38" fmla="*/ 180707 w 373972"/>
                <a:gd name="connsiteY38" fmla="*/ 411115 h 780273"/>
                <a:gd name="connsiteX39" fmla="*/ 196845 w 373972"/>
                <a:gd name="connsiteY39" fmla="*/ 412686 h 780273"/>
                <a:gd name="connsiteX40" fmla="*/ 212246 w 373972"/>
                <a:gd name="connsiteY40" fmla="*/ 401838 h 780273"/>
                <a:gd name="connsiteX41" fmla="*/ 229113 w 373972"/>
                <a:gd name="connsiteY41" fmla="*/ 410925 h 780273"/>
                <a:gd name="connsiteX42" fmla="*/ 228554 w 373972"/>
                <a:gd name="connsiteY42" fmla="*/ 429752 h 780273"/>
                <a:gd name="connsiteX43" fmla="*/ 238758 w 373972"/>
                <a:gd name="connsiteY43" fmla="*/ 442402 h 780273"/>
                <a:gd name="connsiteX44" fmla="*/ 257322 w 373972"/>
                <a:gd name="connsiteY44" fmla="*/ 445564 h 780273"/>
                <a:gd name="connsiteX45" fmla="*/ 262814 w 373972"/>
                <a:gd name="connsiteY45" fmla="*/ 463843 h 780273"/>
                <a:gd name="connsiteX46" fmla="*/ 249110 w 373972"/>
                <a:gd name="connsiteY46" fmla="*/ 476777 h 780273"/>
                <a:gd name="connsiteX47" fmla="*/ 247507 w 373972"/>
                <a:gd name="connsiteY47" fmla="*/ 492811 h 780273"/>
                <a:gd name="connsiteX48" fmla="*/ 300742 w 373972"/>
                <a:gd name="connsiteY48" fmla="*/ 342817 h 780273"/>
                <a:gd name="connsiteX49" fmla="*/ 291665 w 373972"/>
                <a:gd name="connsiteY49" fmla="*/ 359683 h 780273"/>
                <a:gd name="connsiteX50" fmla="*/ 272839 w 373972"/>
                <a:gd name="connsiteY50" fmla="*/ 359114 h 780273"/>
                <a:gd name="connsiteX51" fmla="*/ 260347 w 373972"/>
                <a:gd name="connsiteY51" fmla="*/ 369287 h 780273"/>
                <a:gd name="connsiteX52" fmla="*/ 257111 w 373972"/>
                <a:gd name="connsiteY52" fmla="*/ 387924 h 780273"/>
                <a:gd name="connsiteX53" fmla="*/ 238832 w 373972"/>
                <a:gd name="connsiteY53" fmla="*/ 393416 h 780273"/>
                <a:gd name="connsiteX54" fmla="*/ 225898 w 373972"/>
                <a:gd name="connsiteY54" fmla="*/ 379712 h 780273"/>
                <a:gd name="connsiteX55" fmla="*/ 209864 w 373972"/>
                <a:gd name="connsiteY55" fmla="*/ 378110 h 780273"/>
                <a:gd name="connsiteX56" fmla="*/ 194463 w 373972"/>
                <a:gd name="connsiteY56" fmla="*/ 388957 h 780273"/>
                <a:gd name="connsiteX57" fmla="*/ 177597 w 373972"/>
                <a:gd name="connsiteY57" fmla="*/ 379881 h 780273"/>
                <a:gd name="connsiteX58" fmla="*/ 178303 w 373972"/>
                <a:gd name="connsiteY58" fmla="*/ 360843 h 780273"/>
                <a:gd name="connsiteX59" fmla="*/ 168131 w 373972"/>
                <a:gd name="connsiteY59" fmla="*/ 348351 h 780273"/>
                <a:gd name="connsiteX60" fmla="*/ 149557 w 373972"/>
                <a:gd name="connsiteY60" fmla="*/ 345189 h 780273"/>
                <a:gd name="connsiteX61" fmla="*/ 144075 w 373972"/>
                <a:gd name="connsiteY61" fmla="*/ 326910 h 780273"/>
                <a:gd name="connsiteX62" fmla="*/ 157779 w 373972"/>
                <a:gd name="connsiteY62" fmla="*/ 313976 h 780273"/>
                <a:gd name="connsiteX63" fmla="*/ 159339 w 373972"/>
                <a:gd name="connsiteY63" fmla="*/ 297953 h 780273"/>
                <a:gd name="connsiteX64" fmla="*/ 148323 w 373972"/>
                <a:gd name="connsiteY64" fmla="*/ 282510 h 780273"/>
                <a:gd name="connsiteX65" fmla="*/ 157547 w 373972"/>
                <a:gd name="connsiteY65" fmla="*/ 265549 h 780273"/>
                <a:gd name="connsiteX66" fmla="*/ 176374 w 373972"/>
                <a:gd name="connsiteY66" fmla="*/ 266118 h 780273"/>
                <a:gd name="connsiteX67" fmla="*/ 188971 w 373972"/>
                <a:gd name="connsiteY67" fmla="*/ 256030 h 780273"/>
                <a:gd name="connsiteX68" fmla="*/ 192197 w 373972"/>
                <a:gd name="connsiteY68" fmla="*/ 237445 h 780273"/>
                <a:gd name="connsiteX69" fmla="*/ 210518 w 373972"/>
                <a:gd name="connsiteY69" fmla="*/ 231911 h 780273"/>
                <a:gd name="connsiteX70" fmla="*/ 223420 w 373972"/>
                <a:gd name="connsiteY70" fmla="*/ 245530 h 780273"/>
                <a:gd name="connsiteX71" fmla="*/ 239443 w 373972"/>
                <a:gd name="connsiteY71" fmla="*/ 247143 h 780273"/>
                <a:gd name="connsiteX72" fmla="*/ 254855 w 373972"/>
                <a:gd name="connsiteY72" fmla="*/ 236328 h 780273"/>
                <a:gd name="connsiteX73" fmla="*/ 271721 w 373972"/>
                <a:gd name="connsiteY73" fmla="*/ 245414 h 780273"/>
                <a:gd name="connsiteX74" fmla="*/ 271141 w 373972"/>
                <a:gd name="connsiteY74" fmla="*/ 264326 h 780273"/>
                <a:gd name="connsiteX75" fmla="*/ 281314 w 373972"/>
                <a:gd name="connsiteY75" fmla="*/ 276817 h 780273"/>
                <a:gd name="connsiteX76" fmla="*/ 299888 w 373972"/>
                <a:gd name="connsiteY76" fmla="*/ 279980 h 780273"/>
                <a:gd name="connsiteX77" fmla="*/ 305380 w 373972"/>
                <a:gd name="connsiteY77" fmla="*/ 298259 h 780273"/>
                <a:gd name="connsiteX78" fmla="*/ 291676 w 373972"/>
                <a:gd name="connsiteY78" fmla="*/ 311203 h 780273"/>
                <a:gd name="connsiteX79" fmla="*/ 289926 w 373972"/>
                <a:gd name="connsiteY79" fmla="*/ 327437 h 780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373972" h="780273">
                  <a:moveTo>
                    <a:pt x="267115" y="0"/>
                  </a:moveTo>
                  <a:cubicBezTo>
                    <a:pt x="210901" y="44"/>
                    <a:pt x="164347" y="43661"/>
                    <a:pt x="160646" y="99753"/>
                  </a:cubicBezTo>
                  <a:cubicBezTo>
                    <a:pt x="106596" y="114157"/>
                    <a:pt x="74457" y="169650"/>
                    <a:pt x="88861" y="223700"/>
                  </a:cubicBezTo>
                  <a:cubicBezTo>
                    <a:pt x="89123" y="224685"/>
                    <a:pt x="89400" y="225664"/>
                    <a:pt x="89692" y="226640"/>
                  </a:cubicBezTo>
                  <a:cubicBezTo>
                    <a:pt x="29013" y="256536"/>
                    <a:pt x="4057" y="329961"/>
                    <a:pt x="33952" y="390640"/>
                  </a:cubicBezTo>
                  <a:cubicBezTo>
                    <a:pt x="35471" y="393725"/>
                    <a:pt x="37120" y="396743"/>
                    <a:pt x="38893" y="399688"/>
                  </a:cubicBezTo>
                  <a:cubicBezTo>
                    <a:pt x="-11860" y="448909"/>
                    <a:pt x="-13103" y="529953"/>
                    <a:pt x="36118" y="580707"/>
                  </a:cubicBezTo>
                  <a:cubicBezTo>
                    <a:pt x="47209" y="592144"/>
                    <a:pt x="60337" y="601409"/>
                    <a:pt x="74829" y="608028"/>
                  </a:cubicBezTo>
                  <a:cubicBezTo>
                    <a:pt x="74829" y="608387"/>
                    <a:pt x="74829" y="608735"/>
                    <a:pt x="74829" y="609082"/>
                  </a:cubicBezTo>
                  <a:cubicBezTo>
                    <a:pt x="74724" y="673897"/>
                    <a:pt x="127183" y="726524"/>
                    <a:pt x="191998" y="726629"/>
                  </a:cubicBezTo>
                  <a:cubicBezTo>
                    <a:pt x="200521" y="726642"/>
                    <a:pt x="209022" y="725727"/>
                    <a:pt x="217349" y="723899"/>
                  </a:cubicBezTo>
                  <a:cubicBezTo>
                    <a:pt x="230472" y="766155"/>
                    <a:pt x="275365" y="789771"/>
                    <a:pt x="317620" y="776648"/>
                  </a:cubicBezTo>
                  <a:cubicBezTo>
                    <a:pt x="351200" y="766218"/>
                    <a:pt x="374055" y="735111"/>
                    <a:pt x="373973" y="699949"/>
                  </a:cubicBezTo>
                  <a:lnTo>
                    <a:pt x="373973" y="106858"/>
                  </a:lnTo>
                  <a:cubicBezTo>
                    <a:pt x="373979" y="47847"/>
                    <a:pt x="326146" y="6"/>
                    <a:pt x="267136" y="0"/>
                  </a:cubicBezTo>
                  <a:cubicBezTo>
                    <a:pt x="267128" y="0"/>
                    <a:pt x="267122" y="0"/>
                    <a:pt x="267115" y="0"/>
                  </a:cubicBezTo>
                  <a:close/>
                  <a:moveTo>
                    <a:pt x="258355" y="508191"/>
                  </a:moveTo>
                  <a:lnTo>
                    <a:pt x="249278" y="525057"/>
                  </a:lnTo>
                  <a:lnTo>
                    <a:pt x="230452" y="524498"/>
                  </a:lnTo>
                  <a:cubicBezTo>
                    <a:pt x="226661" y="528366"/>
                    <a:pt x="222413" y="531757"/>
                    <a:pt x="217802" y="534597"/>
                  </a:cubicBezTo>
                  <a:lnTo>
                    <a:pt x="214639" y="553160"/>
                  </a:lnTo>
                  <a:lnTo>
                    <a:pt x="196382" y="558695"/>
                  </a:lnTo>
                  <a:lnTo>
                    <a:pt x="183479" y="545065"/>
                  </a:lnTo>
                  <a:cubicBezTo>
                    <a:pt x="178089" y="545186"/>
                    <a:pt x="172705" y="544648"/>
                    <a:pt x="167446" y="543462"/>
                  </a:cubicBezTo>
                  <a:lnTo>
                    <a:pt x="151939" y="554225"/>
                  </a:lnTo>
                  <a:lnTo>
                    <a:pt x="135157" y="545191"/>
                  </a:lnTo>
                  <a:lnTo>
                    <a:pt x="135589" y="526322"/>
                  </a:lnTo>
                  <a:cubicBezTo>
                    <a:pt x="131729" y="522530"/>
                    <a:pt x="128345" y="518282"/>
                    <a:pt x="125512" y="513672"/>
                  </a:cubicBezTo>
                  <a:lnTo>
                    <a:pt x="106917" y="510447"/>
                  </a:lnTo>
                  <a:lnTo>
                    <a:pt x="101425" y="492157"/>
                  </a:lnTo>
                  <a:lnTo>
                    <a:pt x="115202" y="479370"/>
                  </a:lnTo>
                  <a:cubicBezTo>
                    <a:pt x="115036" y="473962"/>
                    <a:pt x="115528" y="468553"/>
                    <a:pt x="116668" y="463263"/>
                  </a:cubicBezTo>
                  <a:lnTo>
                    <a:pt x="105863" y="447904"/>
                  </a:lnTo>
                  <a:lnTo>
                    <a:pt x="114939" y="431038"/>
                  </a:lnTo>
                  <a:lnTo>
                    <a:pt x="133840" y="431576"/>
                  </a:lnTo>
                  <a:cubicBezTo>
                    <a:pt x="137579" y="427698"/>
                    <a:pt x="141773" y="424285"/>
                    <a:pt x="146331" y="421414"/>
                  </a:cubicBezTo>
                  <a:lnTo>
                    <a:pt x="149494" y="402840"/>
                  </a:lnTo>
                  <a:lnTo>
                    <a:pt x="167783" y="397348"/>
                  </a:lnTo>
                  <a:lnTo>
                    <a:pt x="180707" y="411115"/>
                  </a:lnTo>
                  <a:cubicBezTo>
                    <a:pt x="186130" y="410977"/>
                    <a:pt x="191551" y="411505"/>
                    <a:pt x="196845" y="412686"/>
                  </a:cubicBezTo>
                  <a:lnTo>
                    <a:pt x="212246" y="401838"/>
                  </a:lnTo>
                  <a:lnTo>
                    <a:pt x="229113" y="410925"/>
                  </a:lnTo>
                  <a:lnTo>
                    <a:pt x="228554" y="429752"/>
                  </a:lnTo>
                  <a:cubicBezTo>
                    <a:pt x="232458" y="433538"/>
                    <a:pt x="235885" y="437786"/>
                    <a:pt x="238758" y="442402"/>
                  </a:cubicBezTo>
                  <a:lnTo>
                    <a:pt x="257322" y="445564"/>
                  </a:lnTo>
                  <a:lnTo>
                    <a:pt x="262814" y="463843"/>
                  </a:lnTo>
                  <a:lnTo>
                    <a:pt x="249110" y="476777"/>
                  </a:lnTo>
                  <a:cubicBezTo>
                    <a:pt x="249226" y="482167"/>
                    <a:pt x="248688" y="487551"/>
                    <a:pt x="247507" y="492811"/>
                  </a:cubicBezTo>
                  <a:close/>
                  <a:moveTo>
                    <a:pt x="300742" y="342817"/>
                  </a:moveTo>
                  <a:lnTo>
                    <a:pt x="291665" y="359683"/>
                  </a:lnTo>
                  <a:lnTo>
                    <a:pt x="272839" y="359114"/>
                  </a:lnTo>
                  <a:cubicBezTo>
                    <a:pt x="269099" y="362995"/>
                    <a:pt x="264905" y="366411"/>
                    <a:pt x="260347" y="369287"/>
                  </a:cubicBezTo>
                  <a:lnTo>
                    <a:pt x="257111" y="387924"/>
                  </a:lnTo>
                  <a:lnTo>
                    <a:pt x="238832" y="393416"/>
                  </a:lnTo>
                  <a:lnTo>
                    <a:pt x="225898" y="379712"/>
                  </a:lnTo>
                  <a:cubicBezTo>
                    <a:pt x="220508" y="379833"/>
                    <a:pt x="215123" y="379296"/>
                    <a:pt x="209864" y="378110"/>
                  </a:cubicBezTo>
                  <a:lnTo>
                    <a:pt x="194463" y="388957"/>
                  </a:lnTo>
                  <a:lnTo>
                    <a:pt x="177597" y="379881"/>
                  </a:lnTo>
                  <a:lnTo>
                    <a:pt x="178303" y="360843"/>
                  </a:lnTo>
                  <a:cubicBezTo>
                    <a:pt x="174413" y="357111"/>
                    <a:pt x="170997" y="352916"/>
                    <a:pt x="168131" y="348351"/>
                  </a:cubicBezTo>
                  <a:lnTo>
                    <a:pt x="149557" y="345189"/>
                  </a:lnTo>
                  <a:lnTo>
                    <a:pt x="144075" y="326910"/>
                  </a:lnTo>
                  <a:lnTo>
                    <a:pt x="157779" y="313976"/>
                  </a:lnTo>
                  <a:cubicBezTo>
                    <a:pt x="157644" y="308591"/>
                    <a:pt x="158168" y="303210"/>
                    <a:pt x="159339" y="297953"/>
                  </a:cubicBezTo>
                  <a:lnTo>
                    <a:pt x="148323" y="282510"/>
                  </a:lnTo>
                  <a:lnTo>
                    <a:pt x="157547" y="265549"/>
                  </a:lnTo>
                  <a:lnTo>
                    <a:pt x="176374" y="266118"/>
                  </a:lnTo>
                  <a:cubicBezTo>
                    <a:pt x="180147" y="262255"/>
                    <a:pt x="184377" y="258867"/>
                    <a:pt x="188971" y="256030"/>
                  </a:cubicBezTo>
                  <a:lnTo>
                    <a:pt x="192197" y="237445"/>
                  </a:lnTo>
                  <a:lnTo>
                    <a:pt x="210518" y="231911"/>
                  </a:lnTo>
                  <a:lnTo>
                    <a:pt x="223420" y="245530"/>
                  </a:lnTo>
                  <a:cubicBezTo>
                    <a:pt x="228807" y="245418"/>
                    <a:pt x="234187" y="245959"/>
                    <a:pt x="239443" y="247143"/>
                  </a:cubicBezTo>
                  <a:lnTo>
                    <a:pt x="254855" y="236328"/>
                  </a:lnTo>
                  <a:lnTo>
                    <a:pt x="271721" y="245414"/>
                  </a:lnTo>
                  <a:lnTo>
                    <a:pt x="271141" y="264326"/>
                  </a:lnTo>
                  <a:cubicBezTo>
                    <a:pt x="275031" y="268057"/>
                    <a:pt x="278447" y="272253"/>
                    <a:pt x="281314" y="276817"/>
                  </a:cubicBezTo>
                  <a:lnTo>
                    <a:pt x="299888" y="279980"/>
                  </a:lnTo>
                  <a:lnTo>
                    <a:pt x="305380" y="298259"/>
                  </a:lnTo>
                  <a:lnTo>
                    <a:pt x="291676" y="311203"/>
                  </a:lnTo>
                  <a:cubicBezTo>
                    <a:pt x="291758" y="316666"/>
                    <a:pt x="291171" y="322118"/>
                    <a:pt x="289926" y="327437"/>
                  </a:cubicBezTo>
                  <a:close/>
                </a:path>
              </a:pathLst>
            </a:custGeom>
            <a:solidFill>
              <a:schemeClr val="accent2"/>
            </a:solidFill>
            <a:ln w="105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grpSp>
        <p:nvGrpSpPr>
          <p:cNvPr id="53" name="Gruppieren 52">
            <a:extLst>
              <a:ext uri="{FF2B5EF4-FFF2-40B4-BE49-F238E27FC236}">
                <a16:creationId xmlns:a16="http://schemas.microsoft.com/office/drawing/2014/main" id="{2722AEFF-BB48-CE3D-07EC-7DA055EA8187}"/>
              </a:ext>
            </a:extLst>
          </p:cNvPr>
          <p:cNvGrpSpPr>
            <a:grpSpLocks noChangeAspect="1"/>
          </p:cNvGrpSpPr>
          <p:nvPr/>
        </p:nvGrpSpPr>
        <p:grpSpPr>
          <a:xfrm>
            <a:off x="7648609" y="1105028"/>
            <a:ext cx="469079" cy="469079"/>
            <a:chOff x="5751694" y="3743632"/>
            <a:chExt cx="801146" cy="801146"/>
          </a:xfrm>
        </p:grpSpPr>
        <p:sp>
          <p:nvSpPr>
            <p:cNvPr id="25" name="Freihandform: Form 24">
              <a:extLst>
                <a:ext uri="{FF2B5EF4-FFF2-40B4-BE49-F238E27FC236}">
                  <a16:creationId xmlns:a16="http://schemas.microsoft.com/office/drawing/2014/main" id="{790E190C-262E-1C7E-4585-7B887842EFF7}"/>
                </a:ext>
              </a:extLst>
            </p:cNvPr>
            <p:cNvSpPr/>
            <p:nvPr/>
          </p:nvSpPr>
          <p:spPr>
            <a:xfrm flipH="1">
              <a:off x="5751694" y="3743632"/>
              <a:ext cx="801146" cy="801146"/>
            </a:xfrm>
            <a:custGeom>
              <a:avLst/>
              <a:gdLst>
                <a:gd name="connsiteX0" fmla="*/ 400573 w 801146"/>
                <a:gd name="connsiteY0" fmla="*/ 737898 h 801146"/>
                <a:gd name="connsiteX1" fmla="*/ 63248 w 801146"/>
                <a:gd name="connsiteY1" fmla="*/ 400573 h 801146"/>
                <a:gd name="connsiteX2" fmla="*/ 400573 w 801146"/>
                <a:gd name="connsiteY2" fmla="*/ 63248 h 801146"/>
                <a:gd name="connsiteX3" fmla="*/ 737898 w 801146"/>
                <a:gd name="connsiteY3" fmla="*/ 400573 h 801146"/>
                <a:gd name="connsiteX4" fmla="*/ 400573 w 801146"/>
                <a:gd name="connsiteY4" fmla="*/ 737898 h 801146"/>
                <a:gd name="connsiteX5" fmla="*/ 400573 w 801146"/>
                <a:gd name="connsiteY5" fmla="*/ 0 h 801146"/>
                <a:gd name="connsiteX6" fmla="*/ 0 w 801146"/>
                <a:gd name="connsiteY6" fmla="*/ 400573 h 801146"/>
                <a:gd name="connsiteX7" fmla="*/ 400573 w 801146"/>
                <a:gd name="connsiteY7" fmla="*/ 801147 h 801146"/>
                <a:gd name="connsiteX8" fmla="*/ 801147 w 801146"/>
                <a:gd name="connsiteY8" fmla="*/ 400573 h 801146"/>
                <a:gd name="connsiteX9" fmla="*/ 400573 w 801146"/>
                <a:gd name="connsiteY9" fmla="*/ 0 h 801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1146" h="801146">
                  <a:moveTo>
                    <a:pt x="400573" y="737898"/>
                  </a:moveTo>
                  <a:cubicBezTo>
                    <a:pt x="215045" y="737898"/>
                    <a:pt x="63248" y="586102"/>
                    <a:pt x="63248" y="400573"/>
                  </a:cubicBezTo>
                  <a:cubicBezTo>
                    <a:pt x="63248" y="215045"/>
                    <a:pt x="215045" y="63248"/>
                    <a:pt x="400573" y="63248"/>
                  </a:cubicBezTo>
                  <a:cubicBezTo>
                    <a:pt x="586102" y="63248"/>
                    <a:pt x="737898" y="215045"/>
                    <a:pt x="737898" y="400573"/>
                  </a:cubicBezTo>
                  <a:cubicBezTo>
                    <a:pt x="737898" y="586102"/>
                    <a:pt x="586102" y="737898"/>
                    <a:pt x="400573" y="737898"/>
                  </a:cubicBezTo>
                  <a:close/>
                  <a:moveTo>
                    <a:pt x="400573" y="0"/>
                  </a:moveTo>
                  <a:cubicBezTo>
                    <a:pt x="179204" y="0"/>
                    <a:pt x="0" y="179204"/>
                    <a:pt x="0" y="400573"/>
                  </a:cubicBezTo>
                  <a:cubicBezTo>
                    <a:pt x="0" y="621943"/>
                    <a:pt x="179204" y="801147"/>
                    <a:pt x="400573" y="801147"/>
                  </a:cubicBezTo>
                  <a:cubicBezTo>
                    <a:pt x="621943" y="801147"/>
                    <a:pt x="801147" y="621943"/>
                    <a:pt x="801147" y="400573"/>
                  </a:cubicBezTo>
                  <a:cubicBezTo>
                    <a:pt x="801147" y="179204"/>
                    <a:pt x="621943" y="0"/>
                    <a:pt x="400573" y="0"/>
                  </a:cubicBezTo>
                  <a:close/>
                </a:path>
              </a:pathLst>
            </a:custGeom>
            <a:solidFill>
              <a:schemeClr val="tx2"/>
            </a:solidFill>
            <a:ln w="105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26" name="Freihandform: Form 25">
              <a:extLst>
                <a:ext uri="{FF2B5EF4-FFF2-40B4-BE49-F238E27FC236}">
                  <a16:creationId xmlns:a16="http://schemas.microsoft.com/office/drawing/2014/main" id="{4C4BAD90-9083-51A9-6CCD-3EC4D2978349}"/>
                </a:ext>
              </a:extLst>
            </p:cNvPr>
            <p:cNvSpPr/>
            <p:nvPr/>
          </p:nvSpPr>
          <p:spPr>
            <a:xfrm flipH="1">
              <a:off x="5988876" y="3933377"/>
              <a:ext cx="184474" cy="374219"/>
            </a:xfrm>
            <a:custGeom>
              <a:avLst/>
              <a:gdLst>
                <a:gd name="connsiteX0" fmla="*/ 42166 w 184474"/>
                <a:gd name="connsiteY0" fmla="*/ 0 h 374219"/>
                <a:gd name="connsiteX1" fmla="*/ 0 w 184474"/>
                <a:gd name="connsiteY1" fmla="*/ 0 h 374219"/>
                <a:gd name="connsiteX2" fmla="*/ 0 w 184474"/>
                <a:gd name="connsiteY2" fmla="*/ 210828 h 374219"/>
                <a:gd name="connsiteX3" fmla="*/ 6325 w 184474"/>
                <a:gd name="connsiteY3" fmla="*/ 225586 h 374219"/>
                <a:gd name="connsiteX4" fmla="*/ 154959 w 184474"/>
                <a:gd name="connsiteY4" fmla="*/ 374220 h 374219"/>
                <a:gd name="connsiteX5" fmla="*/ 184475 w 184474"/>
                <a:gd name="connsiteY5" fmla="*/ 344704 h 374219"/>
                <a:gd name="connsiteX6" fmla="*/ 42166 w 184474"/>
                <a:gd name="connsiteY6" fmla="*/ 202395 h 374219"/>
                <a:gd name="connsiteX7" fmla="*/ 42166 w 184474"/>
                <a:gd name="connsiteY7" fmla="*/ 0 h 374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474" h="374219">
                  <a:moveTo>
                    <a:pt x="42166" y="0"/>
                  </a:moveTo>
                  <a:lnTo>
                    <a:pt x="0" y="0"/>
                  </a:lnTo>
                  <a:lnTo>
                    <a:pt x="0" y="210828"/>
                  </a:lnTo>
                  <a:cubicBezTo>
                    <a:pt x="0" y="217153"/>
                    <a:pt x="2108" y="222424"/>
                    <a:pt x="6325" y="225586"/>
                  </a:cubicBezTo>
                  <a:lnTo>
                    <a:pt x="154959" y="374220"/>
                  </a:lnTo>
                  <a:lnTo>
                    <a:pt x="184475" y="344704"/>
                  </a:lnTo>
                  <a:lnTo>
                    <a:pt x="42166" y="202395"/>
                  </a:lnTo>
                  <a:lnTo>
                    <a:pt x="42166" y="0"/>
                  </a:lnTo>
                  <a:close/>
                </a:path>
              </a:pathLst>
            </a:custGeom>
            <a:solidFill>
              <a:schemeClr val="accent2"/>
            </a:solidFill>
            <a:ln w="105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27" name="Freihandform: Form 26">
              <a:extLst>
                <a:ext uri="{FF2B5EF4-FFF2-40B4-BE49-F238E27FC236}">
                  <a16:creationId xmlns:a16="http://schemas.microsoft.com/office/drawing/2014/main" id="{A647A9AE-9D42-36E3-1515-A9869D75DAA1}"/>
                </a:ext>
              </a:extLst>
            </p:cNvPr>
            <p:cNvSpPr/>
            <p:nvPr/>
          </p:nvSpPr>
          <p:spPr>
            <a:xfrm flipH="1">
              <a:off x="6131185" y="3849046"/>
              <a:ext cx="42165" cy="42165"/>
            </a:xfrm>
            <a:custGeom>
              <a:avLst/>
              <a:gdLst>
                <a:gd name="connsiteX0" fmla="*/ 42166 w 42165"/>
                <a:gd name="connsiteY0" fmla="*/ 21083 h 42165"/>
                <a:gd name="connsiteX1" fmla="*/ 21083 w 42165"/>
                <a:gd name="connsiteY1" fmla="*/ 42166 h 42165"/>
                <a:gd name="connsiteX2" fmla="*/ 0 w 42165"/>
                <a:gd name="connsiteY2" fmla="*/ 21083 h 42165"/>
                <a:gd name="connsiteX3" fmla="*/ 21083 w 42165"/>
                <a:gd name="connsiteY3" fmla="*/ 0 h 42165"/>
                <a:gd name="connsiteX4" fmla="*/ 42166 w 42165"/>
                <a:gd name="connsiteY4" fmla="*/ 21083 h 421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165" h="42165">
                  <a:moveTo>
                    <a:pt x="42166" y="21083"/>
                  </a:moveTo>
                  <a:cubicBezTo>
                    <a:pt x="42166" y="32727"/>
                    <a:pt x="32727" y="42166"/>
                    <a:pt x="21083" y="42166"/>
                  </a:cubicBezTo>
                  <a:cubicBezTo>
                    <a:pt x="9439" y="42166"/>
                    <a:pt x="0" y="32727"/>
                    <a:pt x="0" y="21083"/>
                  </a:cubicBezTo>
                  <a:cubicBezTo>
                    <a:pt x="0" y="9439"/>
                    <a:pt x="9439" y="0"/>
                    <a:pt x="21083" y="0"/>
                  </a:cubicBezTo>
                  <a:cubicBezTo>
                    <a:pt x="32727" y="0"/>
                    <a:pt x="42166" y="9439"/>
                    <a:pt x="42166" y="21083"/>
                  </a:cubicBezTo>
                  <a:close/>
                </a:path>
              </a:pathLst>
            </a:custGeom>
            <a:solidFill>
              <a:schemeClr val="tx1"/>
            </a:solidFill>
            <a:ln w="105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28" name="Freihandform: Form 27">
              <a:extLst>
                <a:ext uri="{FF2B5EF4-FFF2-40B4-BE49-F238E27FC236}">
                  <a16:creationId xmlns:a16="http://schemas.microsoft.com/office/drawing/2014/main" id="{2440B175-CAEE-3AA8-37C5-7391C8C11E55}"/>
                </a:ext>
              </a:extLst>
            </p:cNvPr>
            <p:cNvSpPr/>
            <p:nvPr/>
          </p:nvSpPr>
          <p:spPr>
            <a:xfrm flipH="1">
              <a:off x="6131185" y="4397199"/>
              <a:ext cx="42165" cy="42165"/>
            </a:xfrm>
            <a:custGeom>
              <a:avLst/>
              <a:gdLst>
                <a:gd name="connsiteX0" fmla="*/ 42166 w 42165"/>
                <a:gd name="connsiteY0" fmla="*/ 21083 h 42165"/>
                <a:gd name="connsiteX1" fmla="*/ 21083 w 42165"/>
                <a:gd name="connsiteY1" fmla="*/ 42166 h 42165"/>
                <a:gd name="connsiteX2" fmla="*/ 0 w 42165"/>
                <a:gd name="connsiteY2" fmla="*/ 21083 h 42165"/>
                <a:gd name="connsiteX3" fmla="*/ 21083 w 42165"/>
                <a:gd name="connsiteY3" fmla="*/ 0 h 42165"/>
                <a:gd name="connsiteX4" fmla="*/ 42166 w 42165"/>
                <a:gd name="connsiteY4" fmla="*/ 21083 h 421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165" h="42165">
                  <a:moveTo>
                    <a:pt x="42166" y="21083"/>
                  </a:moveTo>
                  <a:cubicBezTo>
                    <a:pt x="42166" y="32727"/>
                    <a:pt x="32727" y="42166"/>
                    <a:pt x="21083" y="42166"/>
                  </a:cubicBezTo>
                  <a:cubicBezTo>
                    <a:pt x="9439" y="42166"/>
                    <a:pt x="0" y="32727"/>
                    <a:pt x="0" y="21083"/>
                  </a:cubicBezTo>
                  <a:cubicBezTo>
                    <a:pt x="0" y="9439"/>
                    <a:pt x="9439" y="0"/>
                    <a:pt x="21083" y="0"/>
                  </a:cubicBezTo>
                  <a:cubicBezTo>
                    <a:pt x="32727" y="0"/>
                    <a:pt x="42166" y="9439"/>
                    <a:pt x="42166" y="21083"/>
                  </a:cubicBezTo>
                  <a:close/>
                </a:path>
              </a:pathLst>
            </a:custGeom>
            <a:solidFill>
              <a:schemeClr val="tx1"/>
            </a:solidFill>
            <a:ln w="105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29" name="Freihandform: Form 28">
              <a:extLst>
                <a:ext uri="{FF2B5EF4-FFF2-40B4-BE49-F238E27FC236}">
                  <a16:creationId xmlns:a16="http://schemas.microsoft.com/office/drawing/2014/main" id="{1A897DF7-9A85-2A8C-EF6A-46C0AEC7748C}"/>
                </a:ext>
              </a:extLst>
            </p:cNvPr>
            <p:cNvSpPr/>
            <p:nvPr/>
          </p:nvSpPr>
          <p:spPr>
            <a:xfrm flipH="1">
              <a:off x="6405261" y="4123122"/>
              <a:ext cx="42165" cy="42165"/>
            </a:xfrm>
            <a:custGeom>
              <a:avLst/>
              <a:gdLst>
                <a:gd name="connsiteX0" fmla="*/ 42166 w 42165"/>
                <a:gd name="connsiteY0" fmla="*/ 21083 h 42165"/>
                <a:gd name="connsiteX1" fmla="*/ 21083 w 42165"/>
                <a:gd name="connsiteY1" fmla="*/ 42166 h 42165"/>
                <a:gd name="connsiteX2" fmla="*/ 0 w 42165"/>
                <a:gd name="connsiteY2" fmla="*/ 21083 h 42165"/>
                <a:gd name="connsiteX3" fmla="*/ 21083 w 42165"/>
                <a:gd name="connsiteY3" fmla="*/ 0 h 42165"/>
                <a:gd name="connsiteX4" fmla="*/ 42166 w 42165"/>
                <a:gd name="connsiteY4" fmla="*/ 21083 h 421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165" h="42165">
                  <a:moveTo>
                    <a:pt x="42166" y="21083"/>
                  </a:moveTo>
                  <a:cubicBezTo>
                    <a:pt x="42166" y="32727"/>
                    <a:pt x="32727" y="42166"/>
                    <a:pt x="21083" y="42166"/>
                  </a:cubicBezTo>
                  <a:cubicBezTo>
                    <a:pt x="9439" y="42166"/>
                    <a:pt x="0" y="32727"/>
                    <a:pt x="0" y="21083"/>
                  </a:cubicBezTo>
                  <a:cubicBezTo>
                    <a:pt x="0" y="9439"/>
                    <a:pt x="9439" y="0"/>
                    <a:pt x="21083" y="0"/>
                  </a:cubicBezTo>
                  <a:cubicBezTo>
                    <a:pt x="32727" y="0"/>
                    <a:pt x="42166" y="9439"/>
                    <a:pt x="42166" y="21083"/>
                  </a:cubicBezTo>
                  <a:close/>
                </a:path>
              </a:pathLst>
            </a:custGeom>
            <a:solidFill>
              <a:schemeClr val="tx1"/>
            </a:solidFill>
            <a:ln w="105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30" name="Freihandform: Form 29">
              <a:extLst>
                <a:ext uri="{FF2B5EF4-FFF2-40B4-BE49-F238E27FC236}">
                  <a16:creationId xmlns:a16="http://schemas.microsoft.com/office/drawing/2014/main" id="{137480AB-5E80-9571-633E-C29C8274EECA}"/>
                </a:ext>
              </a:extLst>
            </p:cNvPr>
            <p:cNvSpPr/>
            <p:nvPr/>
          </p:nvSpPr>
          <p:spPr>
            <a:xfrm flipH="1">
              <a:off x="5857108" y="4123122"/>
              <a:ext cx="42165" cy="42165"/>
            </a:xfrm>
            <a:custGeom>
              <a:avLst/>
              <a:gdLst>
                <a:gd name="connsiteX0" fmla="*/ 42166 w 42165"/>
                <a:gd name="connsiteY0" fmla="*/ 21083 h 42165"/>
                <a:gd name="connsiteX1" fmla="*/ 21083 w 42165"/>
                <a:gd name="connsiteY1" fmla="*/ 42166 h 42165"/>
                <a:gd name="connsiteX2" fmla="*/ 0 w 42165"/>
                <a:gd name="connsiteY2" fmla="*/ 21083 h 42165"/>
                <a:gd name="connsiteX3" fmla="*/ 21083 w 42165"/>
                <a:gd name="connsiteY3" fmla="*/ 0 h 42165"/>
                <a:gd name="connsiteX4" fmla="*/ 42166 w 42165"/>
                <a:gd name="connsiteY4" fmla="*/ 21083 h 421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165" h="42165">
                  <a:moveTo>
                    <a:pt x="42166" y="21083"/>
                  </a:moveTo>
                  <a:cubicBezTo>
                    <a:pt x="42166" y="32727"/>
                    <a:pt x="32727" y="42166"/>
                    <a:pt x="21083" y="42166"/>
                  </a:cubicBezTo>
                  <a:cubicBezTo>
                    <a:pt x="9439" y="42166"/>
                    <a:pt x="0" y="32727"/>
                    <a:pt x="0" y="21083"/>
                  </a:cubicBezTo>
                  <a:cubicBezTo>
                    <a:pt x="0" y="9439"/>
                    <a:pt x="9439" y="0"/>
                    <a:pt x="21083" y="0"/>
                  </a:cubicBezTo>
                  <a:cubicBezTo>
                    <a:pt x="32727" y="0"/>
                    <a:pt x="42166" y="9439"/>
                    <a:pt x="42166" y="21083"/>
                  </a:cubicBezTo>
                  <a:close/>
                </a:path>
              </a:pathLst>
            </a:custGeom>
            <a:solidFill>
              <a:schemeClr val="tx1"/>
            </a:solidFill>
            <a:ln w="105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grpSp>
        <p:nvGrpSpPr>
          <p:cNvPr id="47" name="Gruppieren 46">
            <a:extLst>
              <a:ext uri="{FF2B5EF4-FFF2-40B4-BE49-F238E27FC236}">
                <a16:creationId xmlns:a16="http://schemas.microsoft.com/office/drawing/2014/main" id="{93F7C6EA-8027-BD41-6BCE-2A7F35F27B02}"/>
              </a:ext>
            </a:extLst>
          </p:cNvPr>
          <p:cNvGrpSpPr>
            <a:grpSpLocks noChangeAspect="1"/>
          </p:cNvGrpSpPr>
          <p:nvPr/>
        </p:nvGrpSpPr>
        <p:grpSpPr>
          <a:xfrm>
            <a:off x="276626" y="972308"/>
            <a:ext cx="493223" cy="456537"/>
            <a:chOff x="5857108" y="2837072"/>
            <a:chExt cx="637754" cy="590318"/>
          </a:xfrm>
        </p:grpSpPr>
        <p:sp>
          <p:nvSpPr>
            <p:cNvPr id="32" name="Freihandform: Form 31">
              <a:extLst>
                <a:ext uri="{FF2B5EF4-FFF2-40B4-BE49-F238E27FC236}">
                  <a16:creationId xmlns:a16="http://schemas.microsoft.com/office/drawing/2014/main" id="{77246D79-4090-D342-D297-05EE9DEBA527}"/>
                </a:ext>
              </a:extLst>
            </p:cNvPr>
            <p:cNvSpPr/>
            <p:nvPr/>
          </p:nvSpPr>
          <p:spPr>
            <a:xfrm rot="10800000" flipH="1">
              <a:off x="5857108" y="2837072"/>
              <a:ext cx="310971" cy="590318"/>
            </a:xfrm>
            <a:custGeom>
              <a:avLst/>
              <a:gdLst>
                <a:gd name="connsiteX0" fmla="*/ 0 w 310971"/>
                <a:gd name="connsiteY0" fmla="*/ 590319 h 590318"/>
                <a:gd name="connsiteX1" fmla="*/ 310972 w 310971"/>
                <a:gd name="connsiteY1" fmla="*/ 295159 h 590318"/>
                <a:gd name="connsiteX2" fmla="*/ 0 w 310971"/>
                <a:gd name="connsiteY2" fmla="*/ 0 h 590318"/>
                <a:gd name="connsiteX3" fmla="*/ 0 w 310971"/>
                <a:gd name="connsiteY3" fmla="*/ 590319 h 590318"/>
              </a:gdLst>
              <a:ahLst/>
              <a:cxnLst>
                <a:cxn ang="0">
                  <a:pos x="connsiteX0" y="connsiteY0"/>
                </a:cxn>
                <a:cxn ang="0">
                  <a:pos x="connsiteX1" y="connsiteY1"/>
                </a:cxn>
                <a:cxn ang="0">
                  <a:pos x="connsiteX2" y="connsiteY2"/>
                </a:cxn>
                <a:cxn ang="0">
                  <a:pos x="connsiteX3" y="connsiteY3"/>
                </a:cxn>
              </a:cxnLst>
              <a:rect l="l" t="t" r="r" b="b"/>
              <a:pathLst>
                <a:path w="310971" h="590318">
                  <a:moveTo>
                    <a:pt x="0" y="590319"/>
                  </a:moveTo>
                  <a:lnTo>
                    <a:pt x="310972" y="295159"/>
                  </a:lnTo>
                  <a:lnTo>
                    <a:pt x="0" y="0"/>
                  </a:lnTo>
                  <a:lnTo>
                    <a:pt x="0" y="590319"/>
                  </a:lnTo>
                  <a:close/>
                </a:path>
              </a:pathLst>
            </a:custGeom>
            <a:solidFill>
              <a:schemeClr val="tx2"/>
            </a:solidFill>
            <a:ln w="105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33" name="Freihandform: Form 32">
              <a:extLst>
                <a:ext uri="{FF2B5EF4-FFF2-40B4-BE49-F238E27FC236}">
                  <a16:creationId xmlns:a16="http://schemas.microsoft.com/office/drawing/2014/main" id="{EDF53569-7324-4F2F-4584-AFC55C74AF62}"/>
                </a:ext>
              </a:extLst>
            </p:cNvPr>
            <p:cNvSpPr/>
            <p:nvPr/>
          </p:nvSpPr>
          <p:spPr>
            <a:xfrm rot="10800000" flipH="1">
              <a:off x="6183891" y="2837072"/>
              <a:ext cx="310971" cy="590318"/>
            </a:xfrm>
            <a:custGeom>
              <a:avLst/>
              <a:gdLst>
                <a:gd name="connsiteX0" fmla="*/ 0 w 310971"/>
                <a:gd name="connsiteY0" fmla="*/ 590319 h 590318"/>
                <a:gd name="connsiteX1" fmla="*/ 310972 w 310971"/>
                <a:gd name="connsiteY1" fmla="*/ 295159 h 590318"/>
                <a:gd name="connsiteX2" fmla="*/ 0 w 310971"/>
                <a:gd name="connsiteY2" fmla="*/ 0 h 590318"/>
                <a:gd name="connsiteX3" fmla="*/ 0 w 310971"/>
                <a:gd name="connsiteY3" fmla="*/ 590319 h 590318"/>
              </a:gdLst>
              <a:ahLst/>
              <a:cxnLst>
                <a:cxn ang="0">
                  <a:pos x="connsiteX0" y="connsiteY0"/>
                </a:cxn>
                <a:cxn ang="0">
                  <a:pos x="connsiteX1" y="connsiteY1"/>
                </a:cxn>
                <a:cxn ang="0">
                  <a:pos x="connsiteX2" y="connsiteY2"/>
                </a:cxn>
                <a:cxn ang="0">
                  <a:pos x="connsiteX3" y="connsiteY3"/>
                </a:cxn>
              </a:cxnLst>
              <a:rect l="l" t="t" r="r" b="b"/>
              <a:pathLst>
                <a:path w="310971" h="590318">
                  <a:moveTo>
                    <a:pt x="0" y="590319"/>
                  </a:moveTo>
                  <a:lnTo>
                    <a:pt x="310972" y="295159"/>
                  </a:lnTo>
                  <a:lnTo>
                    <a:pt x="0" y="0"/>
                  </a:lnTo>
                  <a:lnTo>
                    <a:pt x="0" y="590319"/>
                  </a:lnTo>
                  <a:close/>
                </a:path>
              </a:pathLst>
            </a:custGeom>
            <a:solidFill>
              <a:schemeClr val="accent2"/>
            </a:solidFill>
            <a:ln w="105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grpSp>
        <p:nvGrpSpPr>
          <p:cNvPr id="52" name="Gruppieren 51">
            <a:extLst>
              <a:ext uri="{FF2B5EF4-FFF2-40B4-BE49-F238E27FC236}">
                <a16:creationId xmlns:a16="http://schemas.microsoft.com/office/drawing/2014/main" id="{D1D26116-6BC9-6EFB-A1C1-66F8D59F37BF}"/>
              </a:ext>
            </a:extLst>
          </p:cNvPr>
          <p:cNvGrpSpPr>
            <a:grpSpLocks noChangeAspect="1"/>
          </p:cNvGrpSpPr>
          <p:nvPr/>
        </p:nvGrpSpPr>
        <p:grpSpPr>
          <a:xfrm>
            <a:off x="5864707" y="4343657"/>
            <a:ext cx="914993" cy="548357"/>
            <a:chOff x="4687349" y="3869076"/>
            <a:chExt cx="914993" cy="548357"/>
          </a:xfrm>
        </p:grpSpPr>
        <p:sp>
          <p:nvSpPr>
            <p:cNvPr id="39" name="Freihandform: Form 38">
              <a:extLst>
                <a:ext uri="{FF2B5EF4-FFF2-40B4-BE49-F238E27FC236}">
                  <a16:creationId xmlns:a16="http://schemas.microsoft.com/office/drawing/2014/main" id="{E1B16D71-B6C9-9112-B061-2231DECEC172}"/>
                </a:ext>
              </a:extLst>
            </p:cNvPr>
            <p:cNvSpPr/>
            <p:nvPr/>
          </p:nvSpPr>
          <p:spPr>
            <a:xfrm flipH="1">
              <a:off x="5117774" y="4312151"/>
              <a:ext cx="82604" cy="89265"/>
            </a:xfrm>
            <a:custGeom>
              <a:avLst/>
              <a:gdLst>
                <a:gd name="connsiteX0" fmla="*/ 22855 w 82604"/>
                <a:gd name="connsiteY0" fmla="*/ 89266 h 89265"/>
                <a:gd name="connsiteX1" fmla="*/ 7043 w 82604"/>
                <a:gd name="connsiteY1" fmla="*/ 83995 h 89265"/>
                <a:gd name="connsiteX2" fmla="*/ 4935 w 82604"/>
                <a:gd name="connsiteY2" fmla="*/ 54479 h 89265"/>
                <a:gd name="connsiteX3" fmla="*/ 46046 w 82604"/>
                <a:gd name="connsiteY3" fmla="*/ 7043 h 89265"/>
                <a:gd name="connsiteX4" fmla="*/ 75562 w 82604"/>
                <a:gd name="connsiteY4" fmla="*/ 4935 h 89265"/>
                <a:gd name="connsiteX5" fmla="*/ 77670 w 82604"/>
                <a:gd name="connsiteY5" fmla="*/ 34450 h 89265"/>
                <a:gd name="connsiteX6" fmla="*/ 36559 w 82604"/>
                <a:gd name="connsiteY6" fmla="*/ 81887 h 89265"/>
                <a:gd name="connsiteX7" fmla="*/ 22855 w 82604"/>
                <a:gd name="connsiteY7" fmla="*/ 89266 h 89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2604" h="89265">
                  <a:moveTo>
                    <a:pt x="22855" y="89266"/>
                  </a:moveTo>
                  <a:cubicBezTo>
                    <a:pt x="17584" y="89266"/>
                    <a:pt x="11259" y="88212"/>
                    <a:pt x="7043" y="83995"/>
                  </a:cubicBezTo>
                  <a:cubicBezTo>
                    <a:pt x="-1390" y="76616"/>
                    <a:pt x="-2444" y="62912"/>
                    <a:pt x="4935" y="54479"/>
                  </a:cubicBezTo>
                  <a:lnTo>
                    <a:pt x="46046" y="7043"/>
                  </a:lnTo>
                  <a:cubicBezTo>
                    <a:pt x="53425" y="-1390"/>
                    <a:pt x="67129" y="-2444"/>
                    <a:pt x="75562" y="4935"/>
                  </a:cubicBezTo>
                  <a:cubicBezTo>
                    <a:pt x="83995" y="12314"/>
                    <a:pt x="85049" y="26017"/>
                    <a:pt x="77670" y="34450"/>
                  </a:cubicBezTo>
                  <a:lnTo>
                    <a:pt x="36559" y="81887"/>
                  </a:lnTo>
                  <a:cubicBezTo>
                    <a:pt x="33396" y="86103"/>
                    <a:pt x="28126" y="88212"/>
                    <a:pt x="22855" y="89266"/>
                  </a:cubicBezTo>
                  <a:close/>
                </a:path>
              </a:pathLst>
            </a:custGeom>
            <a:solidFill>
              <a:schemeClr val="tx2"/>
            </a:solidFill>
            <a:ln w="105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40" name="Freihandform: Form 39">
              <a:extLst>
                <a:ext uri="{FF2B5EF4-FFF2-40B4-BE49-F238E27FC236}">
                  <a16:creationId xmlns:a16="http://schemas.microsoft.com/office/drawing/2014/main" id="{DD3872C8-D147-14E5-8F5B-A74DF01711F7}"/>
                </a:ext>
              </a:extLst>
            </p:cNvPr>
            <p:cNvSpPr/>
            <p:nvPr/>
          </p:nvSpPr>
          <p:spPr>
            <a:xfrm flipH="1">
              <a:off x="5169966" y="4269471"/>
              <a:ext cx="100500" cy="107964"/>
            </a:xfrm>
            <a:custGeom>
              <a:avLst/>
              <a:gdLst>
                <a:gd name="connsiteX0" fmla="*/ 28640 w 100500"/>
                <a:gd name="connsiteY0" fmla="*/ 107701 h 107964"/>
                <a:gd name="connsiteX1" fmla="*/ 8612 w 100500"/>
                <a:gd name="connsiteY1" fmla="*/ 101376 h 107964"/>
                <a:gd name="connsiteX2" fmla="*/ 6503 w 100500"/>
                <a:gd name="connsiteY2" fmla="*/ 64481 h 107964"/>
                <a:gd name="connsiteX3" fmla="*/ 54994 w 100500"/>
                <a:gd name="connsiteY3" fmla="*/ 8612 h 107964"/>
                <a:gd name="connsiteX4" fmla="*/ 91889 w 100500"/>
                <a:gd name="connsiteY4" fmla="*/ 6503 h 107964"/>
                <a:gd name="connsiteX5" fmla="*/ 93997 w 100500"/>
                <a:gd name="connsiteY5" fmla="*/ 43398 h 107964"/>
                <a:gd name="connsiteX6" fmla="*/ 45507 w 100500"/>
                <a:gd name="connsiteY6" fmla="*/ 99268 h 107964"/>
                <a:gd name="connsiteX7" fmla="*/ 28640 w 100500"/>
                <a:gd name="connsiteY7" fmla="*/ 107701 h 107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500" h="107964">
                  <a:moveTo>
                    <a:pt x="28640" y="107701"/>
                  </a:moveTo>
                  <a:cubicBezTo>
                    <a:pt x="21261" y="108755"/>
                    <a:pt x="14936" y="106647"/>
                    <a:pt x="8612" y="101376"/>
                  </a:cubicBezTo>
                  <a:cubicBezTo>
                    <a:pt x="-1930" y="91889"/>
                    <a:pt x="-2984" y="75023"/>
                    <a:pt x="6503" y="64481"/>
                  </a:cubicBezTo>
                  <a:lnTo>
                    <a:pt x="54994" y="8612"/>
                  </a:lnTo>
                  <a:cubicBezTo>
                    <a:pt x="64481" y="-1930"/>
                    <a:pt x="81347" y="-2984"/>
                    <a:pt x="91889" y="6503"/>
                  </a:cubicBezTo>
                  <a:cubicBezTo>
                    <a:pt x="102430" y="15991"/>
                    <a:pt x="103484" y="32857"/>
                    <a:pt x="93997" y="43398"/>
                  </a:cubicBezTo>
                  <a:lnTo>
                    <a:pt x="45507" y="99268"/>
                  </a:lnTo>
                  <a:cubicBezTo>
                    <a:pt x="41290" y="104538"/>
                    <a:pt x="34965" y="107701"/>
                    <a:pt x="28640" y="107701"/>
                  </a:cubicBezTo>
                  <a:close/>
                </a:path>
              </a:pathLst>
            </a:custGeom>
            <a:solidFill>
              <a:schemeClr val="tx2"/>
            </a:solidFill>
            <a:ln w="105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41" name="Freihandform: Form 40">
              <a:extLst>
                <a:ext uri="{FF2B5EF4-FFF2-40B4-BE49-F238E27FC236}">
                  <a16:creationId xmlns:a16="http://schemas.microsoft.com/office/drawing/2014/main" id="{0920E3B0-0DAC-1F3D-8CED-7A44C2766B57}"/>
                </a:ext>
              </a:extLst>
            </p:cNvPr>
            <p:cNvSpPr/>
            <p:nvPr/>
          </p:nvSpPr>
          <p:spPr>
            <a:xfrm flipH="1">
              <a:off x="5231046" y="4219866"/>
              <a:ext cx="111162" cy="118504"/>
            </a:xfrm>
            <a:custGeom>
              <a:avLst/>
              <a:gdLst>
                <a:gd name="connsiteX0" fmla="*/ 33971 w 111162"/>
                <a:gd name="connsiteY0" fmla="*/ 118302 h 118504"/>
                <a:gd name="connsiteX1" fmla="*/ 10780 w 111162"/>
                <a:gd name="connsiteY1" fmla="*/ 110923 h 118504"/>
                <a:gd name="connsiteX2" fmla="*/ 7618 w 111162"/>
                <a:gd name="connsiteY2" fmla="*/ 66650 h 118504"/>
                <a:gd name="connsiteX3" fmla="*/ 56108 w 111162"/>
                <a:gd name="connsiteY3" fmla="*/ 10780 h 118504"/>
                <a:gd name="connsiteX4" fmla="*/ 100382 w 111162"/>
                <a:gd name="connsiteY4" fmla="*/ 7618 h 118504"/>
                <a:gd name="connsiteX5" fmla="*/ 103544 w 111162"/>
                <a:gd name="connsiteY5" fmla="*/ 51892 h 118504"/>
                <a:gd name="connsiteX6" fmla="*/ 55054 w 111162"/>
                <a:gd name="connsiteY6" fmla="*/ 107761 h 118504"/>
                <a:gd name="connsiteX7" fmla="*/ 33971 w 111162"/>
                <a:gd name="connsiteY7" fmla="*/ 118302 h 118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162" h="118504">
                  <a:moveTo>
                    <a:pt x="33971" y="118302"/>
                  </a:moveTo>
                  <a:cubicBezTo>
                    <a:pt x="25538" y="119357"/>
                    <a:pt x="17105" y="116194"/>
                    <a:pt x="10780" y="110923"/>
                  </a:cubicBezTo>
                  <a:cubicBezTo>
                    <a:pt x="-1870" y="99328"/>
                    <a:pt x="-3978" y="79299"/>
                    <a:pt x="7618" y="66650"/>
                  </a:cubicBezTo>
                  <a:lnTo>
                    <a:pt x="56108" y="10780"/>
                  </a:lnTo>
                  <a:cubicBezTo>
                    <a:pt x="67704" y="-1870"/>
                    <a:pt x="87732" y="-3978"/>
                    <a:pt x="100382" y="7618"/>
                  </a:cubicBezTo>
                  <a:cubicBezTo>
                    <a:pt x="113032" y="19213"/>
                    <a:pt x="115140" y="39242"/>
                    <a:pt x="103544" y="51892"/>
                  </a:cubicBezTo>
                  <a:lnTo>
                    <a:pt x="55054" y="107761"/>
                  </a:lnTo>
                  <a:cubicBezTo>
                    <a:pt x="49783" y="114086"/>
                    <a:pt x="41350" y="118302"/>
                    <a:pt x="33971" y="118302"/>
                  </a:cubicBezTo>
                  <a:close/>
                </a:path>
              </a:pathLst>
            </a:custGeom>
            <a:solidFill>
              <a:schemeClr val="tx2"/>
            </a:solidFill>
            <a:ln w="105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42" name="Freihandform: Form 41">
              <a:extLst>
                <a:ext uri="{FF2B5EF4-FFF2-40B4-BE49-F238E27FC236}">
                  <a16:creationId xmlns:a16="http://schemas.microsoft.com/office/drawing/2014/main" id="{6DCBA83C-5172-F029-9E1A-6BE781A55D5B}"/>
                </a:ext>
              </a:extLst>
            </p:cNvPr>
            <p:cNvSpPr/>
            <p:nvPr/>
          </p:nvSpPr>
          <p:spPr>
            <a:xfrm flipH="1">
              <a:off x="5300619" y="4173484"/>
              <a:ext cx="118541" cy="125883"/>
            </a:xfrm>
            <a:custGeom>
              <a:avLst/>
              <a:gdLst>
                <a:gd name="connsiteX0" fmla="*/ 33971 w 118541"/>
                <a:gd name="connsiteY0" fmla="*/ 125681 h 125883"/>
                <a:gd name="connsiteX1" fmla="*/ 10780 w 118541"/>
                <a:gd name="connsiteY1" fmla="*/ 118302 h 125883"/>
                <a:gd name="connsiteX2" fmla="*/ 7618 w 118541"/>
                <a:gd name="connsiteY2" fmla="*/ 74029 h 125883"/>
                <a:gd name="connsiteX3" fmla="*/ 63487 w 118541"/>
                <a:gd name="connsiteY3" fmla="*/ 10780 h 125883"/>
                <a:gd name="connsiteX4" fmla="*/ 107761 w 118541"/>
                <a:gd name="connsiteY4" fmla="*/ 7618 h 125883"/>
                <a:gd name="connsiteX5" fmla="*/ 110923 w 118541"/>
                <a:gd name="connsiteY5" fmla="*/ 51892 h 125883"/>
                <a:gd name="connsiteX6" fmla="*/ 55054 w 118541"/>
                <a:gd name="connsiteY6" fmla="*/ 115140 h 125883"/>
                <a:gd name="connsiteX7" fmla="*/ 33971 w 118541"/>
                <a:gd name="connsiteY7" fmla="*/ 125681 h 125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8541" h="125883">
                  <a:moveTo>
                    <a:pt x="33971" y="125681"/>
                  </a:moveTo>
                  <a:cubicBezTo>
                    <a:pt x="25538" y="126736"/>
                    <a:pt x="17105" y="123573"/>
                    <a:pt x="10780" y="118302"/>
                  </a:cubicBezTo>
                  <a:cubicBezTo>
                    <a:pt x="-1870" y="106707"/>
                    <a:pt x="-3978" y="86678"/>
                    <a:pt x="7618" y="74029"/>
                  </a:cubicBezTo>
                  <a:lnTo>
                    <a:pt x="63487" y="10780"/>
                  </a:lnTo>
                  <a:cubicBezTo>
                    <a:pt x="75083" y="-1870"/>
                    <a:pt x="95111" y="-3978"/>
                    <a:pt x="107761" y="7618"/>
                  </a:cubicBezTo>
                  <a:cubicBezTo>
                    <a:pt x="120411" y="19213"/>
                    <a:pt x="122519" y="39242"/>
                    <a:pt x="110923" y="51892"/>
                  </a:cubicBezTo>
                  <a:lnTo>
                    <a:pt x="55054" y="115140"/>
                  </a:lnTo>
                  <a:cubicBezTo>
                    <a:pt x="48729" y="121465"/>
                    <a:pt x="41350" y="124627"/>
                    <a:pt x="33971" y="125681"/>
                  </a:cubicBezTo>
                  <a:close/>
                </a:path>
              </a:pathLst>
            </a:custGeom>
            <a:solidFill>
              <a:schemeClr val="tx2"/>
            </a:solidFill>
            <a:ln w="105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43" name="Freihandform: Form 42">
              <a:extLst>
                <a:ext uri="{FF2B5EF4-FFF2-40B4-BE49-F238E27FC236}">
                  <a16:creationId xmlns:a16="http://schemas.microsoft.com/office/drawing/2014/main" id="{12E5D931-A90A-67CA-1FB2-3445FCB88263}"/>
                </a:ext>
              </a:extLst>
            </p:cNvPr>
            <p:cNvSpPr/>
            <p:nvPr/>
          </p:nvSpPr>
          <p:spPr>
            <a:xfrm flipH="1">
              <a:off x="5391432" y="3869076"/>
              <a:ext cx="210910" cy="250968"/>
            </a:xfrm>
            <a:custGeom>
              <a:avLst/>
              <a:gdLst>
                <a:gd name="connsiteX0" fmla="*/ 0 w 210910"/>
                <a:gd name="connsiteY0" fmla="*/ 198178 h 250968"/>
                <a:gd name="connsiteX1" fmla="*/ 81169 w 210910"/>
                <a:gd name="connsiteY1" fmla="*/ 247723 h 250968"/>
                <a:gd name="connsiteX2" fmla="*/ 109631 w 210910"/>
                <a:gd name="connsiteY2" fmla="*/ 240344 h 250968"/>
                <a:gd name="connsiteX3" fmla="*/ 207666 w 210910"/>
                <a:gd name="connsiteY3" fmla="*/ 78006 h 250968"/>
                <a:gd name="connsiteX4" fmla="*/ 200287 w 210910"/>
                <a:gd name="connsiteY4" fmla="*/ 49545 h 250968"/>
                <a:gd name="connsiteX5" fmla="*/ 120172 w 210910"/>
                <a:gd name="connsiteY5" fmla="*/ 0 h 250968"/>
                <a:gd name="connsiteX6" fmla="*/ 0 w 210910"/>
                <a:gd name="connsiteY6" fmla="*/ 198178 h 250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0910" h="250968">
                  <a:moveTo>
                    <a:pt x="0" y="198178"/>
                  </a:moveTo>
                  <a:lnTo>
                    <a:pt x="81169" y="247723"/>
                  </a:lnTo>
                  <a:cubicBezTo>
                    <a:pt x="90656" y="254048"/>
                    <a:pt x="104360" y="250885"/>
                    <a:pt x="109631" y="240344"/>
                  </a:cubicBezTo>
                  <a:lnTo>
                    <a:pt x="207666" y="78006"/>
                  </a:lnTo>
                  <a:cubicBezTo>
                    <a:pt x="213991" y="68519"/>
                    <a:pt x="210828" y="54815"/>
                    <a:pt x="200287" y="49545"/>
                  </a:cubicBezTo>
                  <a:lnTo>
                    <a:pt x="120172" y="0"/>
                  </a:lnTo>
                  <a:lnTo>
                    <a:pt x="0" y="198178"/>
                  </a:lnTo>
                  <a:close/>
                </a:path>
              </a:pathLst>
            </a:custGeom>
            <a:solidFill>
              <a:schemeClr val="tx1"/>
            </a:solidFill>
            <a:ln w="105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44" name="Freihandform: Form 43">
              <a:extLst>
                <a:ext uri="{FF2B5EF4-FFF2-40B4-BE49-F238E27FC236}">
                  <a16:creationId xmlns:a16="http://schemas.microsoft.com/office/drawing/2014/main" id="{0102716E-EDCD-0BC7-DDFE-09B2A25A939E}"/>
                </a:ext>
              </a:extLst>
            </p:cNvPr>
            <p:cNvSpPr/>
            <p:nvPr/>
          </p:nvSpPr>
          <p:spPr>
            <a:xfrm flipH="1">
              <a:off x="4907486" y="3963949"/>
              <a:ext cx="565197" cy="453484"/>
            </a:xfrm>
            <a:custGeom>
              <a:avLst/>
              <a:gdLst>
                <a:gd name="connsiteX0" fmla="*/ 553424 w 565197"/>
                <a:gd name="connsiteY0" fmla="*/ 241398 h 453484"/>
                <a:gd name="connsiteX1" fmla="*/ 383707 w 565197"/>
                <a:gd name="connsiteY1" fmla="*/ 95927 h 453484"/>
                <a:gd name="connsiteX2" fmla="*/ 372112 w 565197"/>
                <a:gd name="connsiteY2" fmla="*/ 85385 h 453484"/>
                <a:gd name="connsiteX3" fmla="*/ 299376 w 565197"/>
                <a:gd name="connsiteY3" fmla="*/ 168663 h 453484"/>
                <a:gd name="connsiteX4" fmla="*/ 257210 w 565197"/>
                <a:gd name="connsiteY4" fmla="*/ 189745 h 453484"/>
                <a:gd name="connsiteX5" fmla="*/ 251940 w 565197"/>
                <a:gd name="connsiteY5" fmla="*/ 189745 h 453484"/>
                <a:gd name="connsiteX6" fmla="*/ 210828 w 565197"/>
                <a:gd name="connsiteY6" fmla="*/ 173933 h 453484"/>
                <a:gd name="connsiteX7" fmla="*/ 204503 w 565197"/>
                <a:gd name="connsiteY7" fmla="*/ 84331 h 453484"/>
                <a:gd name="connsiteX8" fmla="*/ 266698 w 565197"/>
                <a:gd name="connsiteY8" fmla="*/ 12650 h 453484"/>
                <a:gd name="connsiteX9" fmla="*/ 91710 w 565197"/>
                <a:gd name="connsiteY9" fmla="*/ 0 h 453484"/>
                <a:gd name="connsiteX10" fmla="*/ 0 w 565197"/>
                <a:gd name="connsiteY10" fmla="*/ 151796 h 453484"/>
                <a:gd name="connsiteX11" fmla="*/ 71682 w 565197"/>
                <a:gd name="connsiteY11" fmla="*/ 235073 h 453484"/>
                <a:gd name="connsiteX12" fmla="*/ 99089 w 565197"/>
                <a:gd name="connsiteY12" fmla="*/ 203449 h 453484"/>
                <a:gd name="connsiteX13" fmla="*/ 139147 w 565197"/>
                <a:gd name="connsiteY13" fmla="*/ 185529 h 453484"/>
                <a:gd name="connsiteX14" fmla="*/ 139147 w 565197"/>
                <a:gd name="connsiteY14" fmla="*/ 185529 h 453484"/>
                <a:gd name="connsiteX15" fmla="*/ 173933 w 565197"/>
                <a:gd name="connsiteY15" fmla="*/ 198178 h 453484"/>
                <a:gd name="connsiteX16" fmla="*/ 191854 w 565197"/>
                <a:gd name="connsiteY16" fmla="*/ 236128 h 453484"/>
                <a:gd name="connsiteX17" fmla="*/ 209774 w 565197"/>
                <a:gd name="connsiteY17" fmla="*/ 232965 h 453484"/>
                <a:gd name="connsiteX18" fmla="*/ 244561 w 565197"/>
                <a:gd name="connsiteY18" fmla="*/ 245615 h 453484"/>
                <a:gd name="connsiteX19" fmla="*/ 262481 w 565197"/>
                <a:gd name="connsiteY19" fmla="*/ 284618 h 453484"/>
                <a:gd name="connsiteX20" fmla="*/ 276185 w 565197"/>
                <a:gd name="connsiteY20" fmla="*/ 282510 h 453484"/>
                <a:gd name="connsiteX21" fmla="*/ 276185 w 565197"/>
                <a:gd name="connsiteY21" fmla="*/ 282510 h 453484"/>
                <a:gd name="connsiteX22" fmla="*/ 307809 w 565197"/>
                <a:gd name="connsiteY22" fmla="*/ 294105 h 453484"/>
                <a:gd name="connsiteX23" fmla="*/ 323621 w 565197"/>
                <a:gd name="connsiteY23" fmla="*/ 326784 h 453484"/>
                <a:gd name="connsiteX24" fmla="*/ 335217 w 565197"/>
                <a:gd name="connsiteY24" fmla="*/ 324675 h 453484"/>
                <a:gd name="connsiteX25" fmla="*/ 335217 w 565197"/>
                <a:gd name="connsiteY25" fmla="*/ 324675 h 453484"/>
                <a:gd name="connsiteX26" fmla="*/ 362624 w 565197"/>
                <a:gd name="connsiteY26" fmla="*/ 335217 h 453484"/>
                <a:gd name="connsiteX27" fmla="*/ 377382 w 565197"/>
                <a:gd name="connsiteY27" fmla="*/ 363679 h 453484"/>
                <a:gd name="connsiteX28" fmla="*/ 366841 w 565197"/>
                <a:gd name="connsiteY28" fmla="*/ 394249 h 453484"/>
                <a:gd name="connsiteX29" fmla="*/ 331000 w 565197"/>
                <a:gd name="connsiteY29" fmla="*/ 435360 h 453484"/>
                <a:gd name="connsiteX30" fmla="*/ 345758 w 565197"/>
                <a:gd name="connsiteY30" fmla="*/ 446956 h 453484"/>
                <a:gd name="connsiteX31" fmla="*/ 371058 w 565197"/>
                <a:gd name="connsiteY31" fmla="*/ 453281 h 453484"/>
                <a:gd name="connsiteX32" fmla="*/ 409007 w 565197"/>
                <a:gd name="connsiteY32" fmla="*/ 407952 h 453484"/>
                <a:gd name="connsiteX33" fmla="*/ 409007 w 565197"/>
                <a:gd name="connsiteY33" fmla="*/ 406898 h 453484"/>
                <a:gd name="connsiteX34" fmla="*/ 419548 w 565197"/>
                <a:gd name="connsiteY34" fmla="*/ 407952 h 453484"/>
                <a:gd name="connsiteX35" fmla="*/ 457497 w 565197"/>
                <a:gd name="connsiteY35" fmla="*/ 362624 h 453484"/>
                <a:gd name="connsiteX36" fmla="*/ 457497 w 565197"/>
                <a:gd name="connsiteY36" fmla="*/ 361570 h 453484"/>
                <a:gd name="connsiteX37" fmla="*/ 468038 w 565197"/>
                <a:gd name="connsiteY37" fmla="*/ 362624 h 453484"/>
                <a:gd name="connsiteX38" fmla="*/ 505988 w 565197"/>
                <a:gd name="connsiteY38" fmla="*/ 317296 h 453484"/>
                <a:gd name="connsiteX39" fmla="*/ 504933 w 565197"/>
                <a:gd name="connsiteY39" fmla="*/ 310972 h 453484"/>
                <a:gd name="connsiteX40" fmla="*/ 527070 w 565197"/>
                <a:gd name="connsiteY40" fmla="*/ 315188 h 453484"/>
                <a:gd name="connsiteX41" fmla="*/ 565019 w 565197"/>
                <a:gd name="connsiteY41" fmla="*/ 269860 h 453484"/>
                <a:gd name="connsiteX42" fmla="*/ 553424 w 565197"/>
                <a:gd name="connsiteY42" fmla="*/ 241398 h 453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565197" h="453484">
                  <a:moveTo>
                    <a:pt x="553424" y="241398"/>
                  </a:moveTo>
                  <a:lnTo>
                    <a:pt x="383707" y="95927"/>
                  </a:lnTo>
                  <a:lnTo>
                    <a:pt x="372112" y="85385"/>
                  </a:lnTo>
                  <a:lnTo>
                    <a:pt x="299376" y="168663"/>
                  </a:lnTo>
                  <a:cubicBezTo>
                    <a:pt x="288835" y="181312"/>
                    <a:pt x="274077" y="188691"/>
                    <a:pt x="257210" y="189745"/>
                  </a:cubicBezTo>
                  <a:cubicBezTo>
                    <a:pt x="255102" y="189745"/>
                    <a:pt x="252994" y="189745"/>
                    <a:pt x="251940" y="189745"/>
                  </a:cubicBezTo>
                  <a:cubicBezTo>
                    <a:pt x="236128" y="189745"/>
                    <a:pt x="221370" y="184475"/>
                    <a:pt x="210828" y="173933"/>
                  </a:cubicBezTo>
                  <a:cubicBezTo>
                    <a:pt x="184475" y="150742"/>
                    <a:pt x="182366" y="110685"/>
                    <a:pt x="204503" y="84331"/>
                  </a:cubicBezTo>
                  <a:lnTo>
                    <a:pt x="266698" y="12650"/>
                  </a:lnTo>
                  <a:cubicBezTo>
                    <a:pt x="218207" y="6325"/>
                    <a:pt x="156013" y="31624"/>
                    <a:pt x="91710" y="0"/>
                  </a:cubicBezTo>
                  <a:lnTo>
                    <a:pt x="0" y="151796"/>
                  </a:lnTo>
                  <a:lnTo>
                    <a:pt x="71682" y="235073"/>
                  </a:lnTo>
                  <a:lnTo>
                    <a:pt x="99089" y="203449"/>
                  </a:lnTo>
                  <a:cubicBezTo>
                    <a:pt x="108577" y="191854"/>
                    <a:pt x="123334" y="185529"/>
                    <a:pt x="139147" y="185529"/>
                  </a:cubicBezTo>
                  <a:lnTo>
                    <a:pt x="139147" y="185529"/>
                  </a:lnTo>
                  <a:cubicBezTo>
                    <a:pt x="151796" y="185529"/>
                    <a:pt x="164446" y="189745"/>
                    <a:pt x="173933" y="198178"/>
                  </a:cubicBezTo>
                  <a:cubicBezTo>
                    <a:pt x="185529" y="207666"/>
                    <a:pt x="190799" y="221370"/>
                    <a:pt x="191854" y="236128"/>
                  </a:cubicBezTo>
                  <a:cubicBezTo>
                    <a:pt x="197124" y="234019"/>
                    <a:pt x="203449" y="232965"/>
                    <a:pt x="209774" y="232965"/>
                  </a:cubicBezTo>
                  <a:cubicBezTo>
                    <a:pt x="222424" y="232965"/>
                    <a:pt x="235073" y="237182"/>
                    <a:pt x="244561" y="245615"/>
                  </a:cubicBezTo>
                  <a:cubicBezTo>
                    <a:pt x="256156" y="256156"/>
                    <a:pt x="262481" y="269860"/>
                    <a:pt x="262481" y="284618"/>
                  </a:cubicBezTo>
                  <a:cubicBezTo>
                    <a:pt x="266698" y="283564"/>
                    <a:pt x="271968" y="282510"/>
                    <a:pt x="276185" y="282510"/>
                  </a:cubicBezTo>
                  <a:lnTo>
                    <a:pt x="276185" y="282510"/>
                  </a:lnTo>
                  <a:cubicBezTo>
                    <a:pt x="287780" y="282510"/>
                    <a:pt x="298322" y="286726"/>
                    <a:pt x="307809" y="294105"/>
                  </a:cubicBezTo>
                  <a:cubicBezTo>
                    <a:pt x="317296" y="302538"/>
                    <a:pt x="322567" y="314134"/>
                    <a:pt x="323621" y="326784"/>
                  </a:cubicBezTo>
                  <a:cubicBezTo>
                    <a:pt x="326784" y="325729"/>
                    <a:pt x="331000" y="324675"/>
                    <a:pt x="335217" y="324675"/>
                  </a:cubicBezTo>
                  <a:lnTo>
                    <a:pt x="335217" y="324675"/>
                  </a:lnTo>
                  <a:cubicBezTo>
                    <a:pt x="345758" y="324675"/>
                    <a:pt x="355245" y="327838"/>
                    <a:pt x="362624" y="335217"/>
                  </a:cubicBezTo>
                  <a:cubicBezTo>
                    <a:pt x="371058" y="342596"/>
                    <a:pt x="376328" y="353137"/>
                    <a:pt x="377382" y="363679"/>
                  </a:cubicBezTo>
                  <a:cubicBezTo>
                    <a:pt x="378436" y="375274"/>
                    <a:pt x="374220" y="385815"/>
                    <a:pt x="366841" y="394249"/>
                  </a:cubicBezTo>
                  <a:lnTo>
                    <a:pt x="331000" y="435360"/>
                  </a:lnTo>
                  <a:lnTo>
                    <a:pt x="345758" y="446956"/>
                  </a:lnTo>
                  <a:cubicBezTo>
                    <a:pt x="353137" y="451172"/>
                    <a:pt x="361570" y="454335"/>
                    <a:pt x="371058" y="453281"/>
                  </a:cubicBezTo>
                  <a:cubicBezTo>
                    <a:pt x="394249" y="451172"/>
                    <a:pt x="411115" y="431144"/>
                    <a:pt x="409007" y="407952"/>
                  </a:cubicBezTo>
                  <a:cubicBezTo>
                    <a:pt x="409007" y="407952"/>
                    <a:pt x="409007" y="406898"/>
                    <a:pt x="409007" y="406898"/>
                  </a:cubicBezTo>
                  <a:cubicBezTo>
                    <a:pt x="412169" y="407952"/>
                    <a:pt x="416386" y="407952"/>
                    <a:pt x="419548" y="407952"/>
                  </a:cubicBezTo>
                  <a:cubicBezTo>
                    <a:pt x="442739" y="405844"/>
                    <a:pt x="459605" y="385815"/>
                    <a:pt x="457497" y="362624"/>
                  </a:cubicBezTo>
                  <a:cubicBezTo>
                    <a:pt x="457497" y="362624"/>
                    <a:pt x="457497" y="361570"/>
                    <a:pt x="457497" y="361570"/>
                  </a:cubicBezTo>
                  <a:cubicBezTo>
                    <a:pt x="460659" y="362624"/>
                    <a:pt x="464876" y="362624"/>
                    <a:pt x="468038" y="362624"/>
                  </a:cubicBezTo>
                  <a:cubicBezTo>
                    <a:pt x="491230" y="360516"/>
                    <a:pt x="508096" y="340487"/>
                    <a:pt x="505988" y="317296"/>
                  </a:cubicBezTo>
                  <a:cubicBezTo>
                    <a:pt x="505988" y="315188"/>
                    <a:pt x="504933" y="313080"/>
                    <a:pt x="504933" y="310972"/>
                  </a:cubicBezTo>
                  <a:cubicBezTo>
                    <a:pt x="511258" y="314134"/>
                    <a:pt x="518637" y="316242"/>
                    <a:pt x="527070" y="315188"/>
                  </a:cubicBezTo>
                  <a:cubicBezTo>
                    <a:pt x="550261" y="313080"/>
                    <a:pt x="567128" y="293051"/>
                    <a:pt x="565019" y="269860"/>
                  </a:cubicBezTo>
                  <a:cubicBezTo>
                    <a:pt x="566074" y="258264"/>
                    <a:pt x="560803" y="248777"/>
                    <a:pt x="553424" y="241398"/>
                  </a:cubicBezTo>
                  <a:close/>
                </a:path>
              </a:pathLst>
            </a:custGeom>
            <a:solidFill>
              <a:schemeClr val="tx1"/>
            </a:solidFill>
            <a:ln w="105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45" name="Freihandform: Form 44">
              <a:extLst>
                <a:ext uri="{FF2B5EF4-FFF2-40B4-BE49-F238E27FC236}">
                  <a16:creationId xmlns:a16="http://schemas.microsoft.com/office/drawing/2014/main" id="{3CB5276D-EDE2-0A09-C1E7-D16441F95338}"/>
                </a:ext>
              </a:extLst>
            </p:cNvPr>
            <p:cNvSpPr/>
            <p:nvPr/>
          </p:nvSpPr>
          <p:spPr>
            <a:xfrm flipH="1">
              <a:off x="4687349" y="3869076"/>
              <a:ext cx="210910" cy="250968"/>
            </a:xfrm>
            <a:custGeom>
              <a:avLst/>
              <a:gdLst>
                <a:gd name="connsiteX0" fmla="*/ 210911 w 210910"/>
                <a:gd name="connsiteY0" fmla="*/ 198178 h 250968"/>
                <a:gd name="connsiteX1" fmla="*/ 129742 w 210910"/>
                <a:gd name="connsiteY1" fmla="*/ 247723 h 250968"/>
                <a:gd name="connsiteX2" fmla="*/ 101280 w 210910"/>
                <a:gd name="connsiteY2" fmla="*/ 240344 h 250968"/>
                <a:gd name="connsiteX3" fmla="*/ 3245 w 210910"/>
                <a:gd name="connsiteY3" fmla="*/ 78006 h 250968"/>
                <a:gd name="connsiteX4" fmla="*/ 10624 w 210910"/>
                <a:gd name="connsiteY4" fmla="*/ 49545 h 250968"/>
                <a:gd name="connsiteX5" fmla="*/ 91793 w 210910"/>
                <a:gd name="connsiteY5" fmla="*/ 0 h 250968"/>
                <a:gd name="connsiteX6" fmla="*/ 210911 w 210910"/>
                <a:gd name="connsiteY6" fmla="*/ 198178 h 250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0910" h="250968">
                  <a:moveTo>
                    <a:pt x="210911" y="198178"/>
                  </a:moveTo>
                  <a:lnTo>
                    <a:pt x="129742" y="247723"/>
                  </a:lnTo>
                  <a:cubicBezTo>
                    <a:pt x="120255" y="254048"/>
                    <a:pt x="106551" y="250885"/>
                    <a:pt x="101280" y="240344"/>
                  </a:cubicBezTo>
                  <a:lnTo>
                    <a:pt x="3245" y="78006"/>
                  </a:lnTo>
                  <a:cubicBezTo>
                    <a:pt x="-3080" y="68519"/>
                    <a:pt x="83" y="54815"/>
                    <a:pt x="10624" y="49545"/>
                  </a:cubicBezTo>
                  <a:lnTo>
                    <a:pt x="91793" y="0"/>
                  </a:lnTo>
                  <a:lnTo>
                    <a:pt x="210911" y="198178"/>
                  </a:lnTo>
                  <a:close/>
                </a:path>
              </a:pathLst>
            </a:custGeom>
            <a:solidFill>
              <a:schemeClr val="accent2"/>
            </a:solidFill>
            <a:ln w="105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46" name="Freihandform: Form 45">
              <a:extLst>
                <a:ext uri="{FF2B5EF4-FFF2-40B4-BE49-F238E27FC236}">
                  <a16:creationId xmlns:a16="http://schemas.microsoft.com/office/drawing/2014/main" id="{D46FA71D-0B82-B0AB-3A20-AF17FB6E4C20}"/>
                </a:ext>
              </a:extLst>
            </p:cNvPr>
            <p:cNvSpPr/>
            <p:nvPr/>
          </p:nvSpPr>
          <p:spPr>
            <a:xfrm flipH="1">
              <a:off x="4818062" y="3954305"/>
              <a:ext cx="446012" cy="247880"/>
            </a:xfrm>
            <a:custGeom>
              <a:avLst/>
              <a:gdLst>
                <a:gd name="connsiteX0" fmla="*/ 356411 w 446012"/>
                <a:gd name="connsiteY0" fmla="*/ 13861 h 247880"/>
                <a:gd name="connsiteX1" fmla="*/ 135041 w 446012"/>
                <a:gd name="connsiteY1" fmla="*/ 1211 h 247880"/>
                <a:gd name="connsiteX2" fmla="*/ 129770 w 446012"/>
                <a:gd name="connsiteY2" fmla="*/ 157 h 247880"/>
                <a:gd name="connsiteX3" fmla="*/ 93929 w 446012"/>
                <a:gd name="connsiteY3" fmla="*/ 13861 h 247880"/>
                <a:gd name="connsiteX4" fmla="*/ 10652 w 446012"/>
                <a:gd name="connsiteY4" fmla="*/ 108734 h 247880"/>
                <a:gd name="connsiteX5" fmla="*/ 14869 w 446012"/>
                <a:gd name="connsiteY5" fmla="*/ 167765 h 247880"/>
                <a:gd name="connsiteX6" fmla="*/ 46493 w 446012"/>
                <a:gd name="connsiteY6" fmla="*/ 178307 h 247880"/>
                <a:gd name="connsiteX7" fmla="*/ 74955 w 446012"/>
                <a:gd name="connsiteY7" fmla="*/ 163549 h 247880"/>
                <a:gd name="connsiteX8" fmla="*/ 161394 w 446012"/>
                <a:gd name="connsiteY8" fmla="*/ 64460 h 247880"/>
                <a:gd name="connsiteX9" fmla="*/ 358519 w 446012"/>
                <a:gd name="connsiteY9" fmla="*/ 234176 h 247880"/>
                <a:gd name="connsiteX10" fmla="*/ 358519 w 446012"/>
                <a:gd name="connsiteY10" fmla="*/ 234176 h 247880"/>
                <a:gd name="connsiteX11" fmla="*/ 358519 w 446012"/>
                <a:gd name="connsiteY11" fmla="*/ 234176 h 247880"/>
                <a:gd name="connsiteX12" fmla="*/ 370114 w 446012"/>
                <a:gd name="connsiteY12" fmla="*/ 247880 h 247880"/>
                <a:gd name="connsiteX13" fmla="*/ 446012 w 446012"/>
                <a:gd name="connsiteY13" fmla="*/ 160386 h 247880"/>
                <a:gd name="connsiteX14" fmla="*/ 356411 w 446012"/>
                <a:gd name="connsiteY14" fmla="*/ 13861 h 247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46012" h="247880">
                  <a:moveTo>
                    <a:pt x="356411" y="13861"/>
                  </a:moveTo>
                  <a:cubicBezTo>
                    <a:pt x="268917" y="45485"/>
                    <a:pt x="205668" y="14915"/>
                    <a:pt x="135041" y="1211"/>
                  </a:cubicBezTo>
                  <a:cubicBezTo>
                    <a:pt x="133987" y="1211"/>
                    <a:pt x="129770" y="157"/>
                    <a:pt x="129770" y="157"/>
                  </a:cubicBezTo>
                  <a:cubicBezTo>
                    <a:pt x="117121" y="-897"/>
                    <a:pt x="103417" y="3319"/>
                    <a:pt x="93929" y="13861"/>
                  </a:cubicBezTo>
                  <a:lnTo>
                    <a:pt x="10652" y="108734"/>
                  </a:lnTo>
                  <a:cubicBezTo>
                    <a:pt x="-5160" y="126654"/>
                    <a:pt x="-3051" y="153007"/>
                    <a:pt x="14869" y="167765"/>
                  </a:cubicBezTo>
                  <a:cubicBezTo>
                    <a:pt x="24356" y="175144"/>
                    <a:pt x="34898" y="179361"/>
                    <a:pt x="46493" y="178307"/>
                  </a:cubicBezTo>
                  <a:cubicBezTo>
                    <a:pt x="57035" y="177253"/>
                    <a:pt x="67576" y="173036"/>
                    <a:pt x="74955" y="163549"/>
                  </a:cubicBezTo>
                  <a:cubicBezTo>
                    <a:pt x="74955" y="163549"/>
                    <a:pt x="161394" y="64460"/>
                    <a:pt x="161394" y="64460"/>
                  </a:cubicBezTo>
                  <a:lnTo>
                    <a:pt x="358519" y="234176"/>
                  </a:lnTo>
                  <a:lnTo>
                    <a:pt x="358519" y="234176"/>
                  </a:lnTo>
                  <a:lnTo>
                    <a:pt x="358519" y="234176"/>
                  </a:lnTo>
                  <a:cubicBezTo>
                    <a:pt x="363789" y="239447"/>
                    <a:pt x="365898" y="241555"/>
                    <a:pt x="370114" y="247880"/>
                  </a:cubicBezTo>
                  <a:lnTo>
                    <a:pt x="446012" y="160386"/>
                  </a:lnTo>
                  <a:lnTo>
                    <a:pt x="356411" y="13861"/>
                  </a:lnTo>
                  <a:close/>
                </a:path>
              </a:pathLst>
            </a:custGeom>
            <a:solidFill>
              <a:schemeClr val="tx2"/>
            </a:solidFill>
            <a:ln w="105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grpSp>
        <p:nvGrpSpPr>
          <p:cNvPr id="57" name="Gruppieren 56">
            <a:extLst>
              <a:ext uri="{FF2B5EF4-FFF2-40B4-BE49-F238E27FC236}">
                <a16:creationId xmlns:a16="http://schemas.microsoft.com/office/drawing/2014/main" id="{F4E49124-2708-E515-786C-C2C2A9EE8E6E}"/>
              </a:ext>
            </a:extLst>
          </p:cNvPr>
          <p:cNvGrpSpPr>
            <a:grpSpLocks noChangeAspect="1"/>
          </p:cNvGrpSpPr>
          <p:nvPr/>
        </p:nvGrpSpPr>
        <p:grpSpPr>
          <a:xfrm>
            <a:off x="7001684" y="949222"/>
            <a:ext cx="440620" cy="505104"/>
            <a:chOff x="2668632" y="2723993"/>
            <a:chExt cx="718413" cy="823551"/>
          </a:xfrm>
        </p:grpSpPr>
        <p:sp>
          <p:nvSpPr>
            <p:cNvPr id="58" name="Freihandform: Form 57">
              <a:extLst>
                <a:ext uri="{FF2B5EF4-FFF2-40B4-BE49-F238E27FC236}">
                  <a16:creationId xmlns:a16="http://schemas.microsoft.com/office/drawing/2014/main" id="{0301E3A6-747B-098E-59F8-7A8A06183EBC}"/>
                </a:ext>
              </a:extLst>
            </p:cNvPr>
            <p:cNvSpPr/>
            <p:nvPr/>
          </p:nvSpPr>
          <p:spPr>
            <a:xfrm flipH="1">
              <a:off x="2668632" y="2723993"/>
              <a:ext cx="718413" cy="823551"/>
            </a:xfrm>
            <a:custGeom>
              <a:avLst/>
              <a:gdLst>
                <a:gd name="connsiteX0" fmla="*/ 359738 w 718413"/>
                <a:gd name="connsiteY0" fmla="*/ 758981 h 823551"/>
                <a:gd name="connsiteX1" fmla="*/ 64578 w 718413"/>
                <a:gd name="connsiteY1" fmla="*/ 463822 h 823551"/>
                <a:gd name="connsiteX2" fmla="*/ 359738 w 718413"/>
                <a:gd name="connsiteY2" fmla="*/ 168663 h 823551"/>
                <a:gd name="connsiteX3" fmla="*/ 654897 w 718413"/>
                <a:gd name="connsiteY3" fmla="*/ 463822 h 823551"/>
                <a:gd name="connsiteX4" fmla="*/ 654897 w 718413"/>
                <a:gd name="connsiteY4" fmla="*/ 463822 h 823551"/>
                <a:gd name="connsiteX5" fmla="*/ 359738 w 718413"/>
                <a:gd name="connsiteY5" fmla="*/ 758981 h 823551"/>
                <a:gd name="connsiteX6" fmla="*/ 609569 w 718413"/>
                <a:gd name="connsiteY6" fmla="*/ 206612 h 823551"/>
                <a:gd name="connsiteX7" fmla="*/ 641193 w 718413"/>
                <a:gd name="connsiteY7" fmla="*/ 174987 h 823551"/>
                <a:gd name="connsiteX8" fmla="*/ 640139 w 718413"/>
                <a:gd name="connsiteY8" fmla="*/ 130713 h 823551"/>
                <a:gd name="connsiteX9" fmla="*/ 595865 w 718413"/>
                <a:gd name="connsiteY9" fmla="*/ 129659 h 823551"/>
                <a:gd name="connsiteX10" fmla="*/ 560025 w 718413"/>
                <a:gd name="connsiteY10" fmla="*/ 166554 h 823551"/>
                <a:gd name="connsiteX11" fmla="*/ 391362 w 718413"/>
                <a:gd name="connsiteY11" fmla="*/ 107522 h 823551"/>
                <a:gd name="connsiteX12" fmla="*/ 391362 w 718413"/>
                <a:gd name="connsiteY12" fmla="*/ 63248 h 823551"/>
                <a:gd name="connsiteX13" fmla="*/ 486235 w 718413"/>
                <a:gd name="connsiteY13" fmla="*/ 63248 h 823551"/>
                <a:gd name="connsiteX14" fmla="*/ 486235 w 718413"/>
                <a:gd name="connsiteY14" fmla="*/ 0 h 823551"/>
                <a:gd name="connsiteX15" fmla="*/ 233241 w 718413"/>
                <a:gd name="connsiteY15" fmla="*/ 0 h 823551"/>
                <a:gd name="connsiteX16" fmla="*/ 233241 w 718413"/>
                <a:gd name="connsiteY16" fmla="*/ 63248 h 823551"/>
                <a:gd name="connsiteX17" fmla="*/ 328114 w 718413"/>
                <a:gd name="connsiteY17" fmla="*/ 63248 h 823551"/>
                <a:gd name="connsiteX18" fmla="*/ 328114 w 718413"/>
                <a:gd name="connsiteY18" fmla="*/ 106468 h 823551"/>
                <a:gd name="connsiteX19" fmla="*/ 1330 w 718413"/>
                <a:gd name="connsiteY19" fmla="*/ 495446 h 823551"/>
                <a:gd name="connsiteX20" fmla="*/ 390308 w 718413"/>
                <a:gd name="connsiteY20" fmla="*/ 822230 h 823551"/>
                <a:gd name="connsiteX21" fmla="*/ 717092 w 718413"/>
                <a:gd name="connsiteY21" fmla="*/ 433252 h 823551"/>
                <a:gd name="connsiteX22" fmla="*/ 609569 w 718413"/>
                <a:gd name="connsiteY22" fmla="*/ 206612 h 823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18413" h="823551">
                  <a:moveTo>
                    <a:pt x="359738" y="758981"/>
                  </a:moveTo>
                  <a:cubicBezTo>
                    <a:pt x="196346" y="758981"/>
                    <a:pt x="64578" y="627214"/>
                    <a:pt x="64578" y="463822"/>
                  </a:cubicBezTo>
                  <a:cubicBezTo>
                    <a:pt x="64578" y="300430"/>
                    <a:pt x="196346" y="168663"/>
                    <a:pt x="359738" y="168663"/>
                  </a:cubicBezTo>
                  <a:cubicBezTo>
                    <a:pt x="523130" y="168663"/>
                    <a:pt x="654897" y="300430"/>
                    <a:pt x="654897" y="463822"/>
                  </a:cubicBezTo>
                  <a:lnTo>
                    <a:pt x="654897" y="463822"/>
                  </a:lnTo>
                  <a:cubicBezTo>
                    <a:pt x="654897" y="627214"/>
                    <a:pt x="523130" y="758981"/>
                    <a:pt x="359738" y="758981"/>
                  </a:cubicBezTo>
                  <a:close/>
                  <a:moveTo>
                    <a:pt x="609569" y="206612"/>
                  </a:moveTo>
                  <a:lnTo>
                    <a:pt x="641193" y="174987"/>
                  </a:lnTo>
                  <a:cubicBezTo>
                    <a:pt x="652789" y="162338"/>
                    <a:pt x="652789" y="142309"/>
                    <a:pt x="640139" y="130713"/>
                  </a:cubicBezTo>
                  <a:cubicBezTo>
                    <a:pt x="627490" y="119118"/>
                    <a:pt x="608515" y="118064"/>
                    <a:pt x="595865" y="129659"/>
                  </a:cubicBezTo>
                  <a:lnTo>
                    <a:pt x="560025" y="166554"/>
                  </a:lnTo>
                  <a:cubicBezTo>
                    <a:pt x="509426" y="132822"/>
                    <a:pt x="451448" y="111739"/>
                    <a:pt x="391362" y="107522"/>
                  </a:cubicBezTo>
                  <a:lnTo>
                    <a:pt x="391362" y="63248"/>
                  </a:lnTo>
                  <a:lnTo>
                    <a:pt x="486235" y="63248"/>
                  </a:lnTo>
                  <a:lnTo>
                    <a:pt x="486235" y="0"/>
                  </a:lnTo>
                  <a:lnTo>
                    <a:pt x="233241" y="0"/>
                  </a:lnTo>
                  <a:lnTo>
                    <a:pt x="233241" y="63248"/>
                  </a:lnTo>
                  <a:lnTo>
                    <a:pt x="328114" y="63248"/>
                  </a:lnTo>
                  <a:lnTo>
                    <a:pt x="328114" y="106468"/>
                  </a:lnTo>
                  <a:cubicBezTo>
                    <a:pt x="129935" y="123334"/>
                    <a:pt x="-15536" y="298322"/>
                    <a:pt x="1330" y="495446"/>
                  </a:cubicBezTo>
                  <a:cubicBezTo>
                    <a:pt x="18196" y="692570"/>
                    <a:pt x="193184" y="839096"/>
                    <a:pt x="390308" y="822230"/>
                  </a:cubicBezTo>
                  <a:cubicBezTo>
                    <a:pt x="587432" y="805363"/>
                    <a:pt x="733958" y="630376"/>
                    <a:pt x="717092" y="433252"/>
                  </a:cubicBezTo>
                  <a:cubicBezTo>
                    <a:pt x="709713" y="346812"/>
                    <a:pt x="671764" y="266698"/>
                    <a:pt x="609569" y="206612"/>
                  </a:cubicBezTo>
                  <a:close/>
                </a:path>
              </a:pathLst>
            </a:custGeom>
            <a:solidFill>
              <a:schemeClr val="tx2"/>
            </a:solidFill>
            <a:ln w="105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59" name="Freihandform: Form 58">
              <a:extLst>
                <a:ext uri="{FF2B5EF4-FFF2-40B4-BE49-F238E27FC236}">
                  <a16:creationId xmlns:a16="http://schemas.microsoft.com/office/drawing/2014/main" id="{9E939CD4-F614-DC5B-9B60-AAE82EFFA6A3}"/>
                </a:ext>
              </a:extLst>
            </p:cNvPr>
            <p:cNvSpPr/>
            <p:nvPr/>
          </p:nvSpPr>
          <p:spPr>
            <a:xfrm flipH="1">
              <a:off x="2774480" y="2935875"/>
              <a:ext cx="505655" cy="505673"/>
            </a:xfrm>
            <a:custGeom>
              <a:avLst/>
              <a:gdLst>
                <a:gd name="connsiteX0" fmla="*/ 432032 w 505655"/>
                <a:gd name="connsiteY0" fmla="*/ 72736 h 505673"/>
                <a:gd name="connsiteX1" fmla="*/ 273911 w 505655"/>
                <a:gd name="connsiteY1" fmla="*/ 0 h 505673"/>
                <a:gd name="connsiteX2" fmla="*/ 273911 w 505655"/>
                <a:gd name="connsiteY2" fmla="*/ 251940 h 505673"/>
                <a:gd name="connsiteX3" fmla="*/ 231745 w 505655"/>
                <a:gd name="connsiteY3" fmla="*/ 251940 h 505673"/>
                <a:gd name="connsiteX4" fmla="*/ 231745 w 505655"/>
                <a:gd name="connsiteY4" fmla="*/ 0 h 505673"/>
                <a:gd name="connsiteX5" fmla="*/ 888 w 505655"/>
                <a:gd name="connsiteY5" fmla="*/ 273022 h 505673"/>
                <a:gd name="connsiteX6" fmla="*/ 273911 w 505655"/>
                <a:gd name="connsiteY6" fmla="*/ 504933 h 505673"/>
                <a:gd name="connsiteX7" fmla="*/ 504767 w 505655"/>
                <a:gd name="connsiteY7" fmla="*/ 231911 h 505673"/>
                <a:gd name="connsiteX8" fmla="*/ 432032 w 505655"/>
                <a:gd name="connsiteY8" fmla="*/ 72736 h 505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05655" h="505673">
                  <a:moveTo>
                    <a:pt x="432032" y="72736"/>
                  </a:moveTo>
                  <a:cubicBezTo>
                    <a:pt x="389866" y="30570"/>
                    <a:pt x="333997" y="4217"/>
                    <a:pt x="273911" y="0"/>
                  </a:cubicBezTo>
                  <a:lnTo>
                    <a:pt x="273911" y="251940"/>
                  </a:lnTo>
                  <a:lnTo>
                    <a:pt x="231745" y="251940"/>
                  </a:lnTo>
                  <a:lnTo>
                    <a:pt x="231745" y="0"/>
                  </a:lnTo>
                  <a:cubicBezTo>
                    <a:pt x="92598" y="11596"/>
                    <a:pt x="-10707" y="133876"/>
                    <a:pt x="888" y="273022"/>
                  </a:cubicBezTo>
                  <a:cubicBezTo>
                    <a:pt x="12484" y="412169"/>
                    <a:pt x="134764" y="515475"/>
                    <a:pt x="273911" y="504933"/>
                  </a:cubicBezTo>
                  <a:cubicBezTo>
                    <a:pt x="413057" y="494392"/>
                    <a:pt x="516363" y="371058"/>
                    <a:pt x="504767" y="231911"/>
                  </a:cubicBezTo>
                  <a:cubicBezTo>
                    <a:pt x="500551" y="171825"/>
                    <a:pt x="474197" y="115955"/>
                    <a:pt x="432032" y="72736"/>
                  </a:cubicBezTo>
                  <a:close/>
                </a:path>
              </a:pathLst>
            </a:custGeom>
            <a:solidFill>
              <a:schemeClr val="accent2"/>
            </a:solidFill>
            <a:ln w="105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sp>
        <p:nvSpPr>
          <p:cNvPr id="60" name="Grafik 9" descr="Sanduhr 60% mit einfarbiger Füllung">
            <a:extLst>
              <a:ext uri="{FF2B5EF4-FFF2-40B4-BE49-F238E27FC236}">
                <a16:creationId xmlns:a16="http://schemas.microsoft.com/office/drawing/2014/main" id="{897215AA-38EA-E057-0469-0FFD49842F40}"/>
              </a:ext>
            </a:extLst>
          </p:cNvPr>
          <p:cNvSpPr>
            <a:spLocks noChangeAspect="1"/>
          </p:cNvSpPr>
          <p:nvPr/>
        </p:nvSpPr>
        <p:spPr>
          <a:xfrm>
            <a:off x="8223644" y="1030303"/>
            <a:ext cx="298250" cy="426097"/>
          </a:xfrm>
          <a:custGeom>
            <a:avLst/>
            <a:gdLst>
              <a:gd name="connsiteX0" fmla="*/ 561541 w 590002"/>
              <a:gd name="connsiteY0" fmla="*/ 63185 h 842911"/>
              <a:gd name="connsiteX1" fmla="*/ 590003 w 590002"/>
              <a:gd name="connsiteY1" fmla="*/ 63185 h 842911"/>
              <a:gd name="connsiteX2" fmla="*/ 590003 w 590002"/>
              <a:gd name="connsiteY2" fmla="*/ 0 h 842911"/>
              <a:gd name="connsiteX3" fmla="*/ 0 w 590002"/>
              <a:gd name="connsiteY3" fmla="*/ 0 h 842911"/>
              <a:gd name="connsiteX4" fmla="*/ 0 w 590002"/>
              <a:gd name="connsiteY4" fmla="*/ 63248 h 842911"/>
              <a:gd name="connsiteX5" fmla="*/ 27408 w 590002"/>
              <a:gd name="connsiteY5" fmla="*/ 63248 h 842911"/>
              <a:gd name="connsiteX6" fmla="*/ 204408 w 590002"/>
              <a:gd name="connsiteY6" fmla="*/ 421456 h 842911"/>
              <a:gd name="connsiteX7" fmla="*/ 27408 w 590002"/>
              <a:gd name="connsiteY7" fmla="*/ 779663 h 842911"/>
              <a:gd name="connsiteX8" fmla="*/ 0 w 590002"/>
              <a:gd name="connsiteY8" fmla="*/ 779663 h 842911"/>
              <a:gd name="connsiteX9" fmla="*/ 0 w 590002"/>
              <a:gd name="connsiteY9" fmla="*/ 842912 h 842911"/>
              <a:gd name="connsiteX10" fmla="*/ 590003 w 590002"/>
              <a:gd name="connsiteY10" fmla="*/ 842912 h 842911"/>
              <a:gd name="connsiteX11" fmla="*/ 590003 w 590002"/>
              <a:gd name="connsiteY11" fmla="*/ 779663 h 842911"/>
              <a:gd name="connsiteX12" fmla="*/ 561541 w 590002"/>
              <a:gd name="connsiteY12" fmla="*/ 779663 h 842911"/>
              <a:gd name="connsiteX13" fmla="*/ 384540 w 590002"/>
              <a:gd name="connsiteY13" fmla="*/ 421456 h 842911"/>
              <a:gd name="connsiteX14" fmla="*/ 561541 w 590002"/>
              <a:gd name="connsiteY14" fmla="*/ 63185 h 842911"/>
              <a:gd name="connsiteX15" fmla="*/ 497976 w 590002"/>
              <a:gd name="connsiteY15" fmla="*/ 63185 h 842911"/>
              <a:gd name="connsiteX16" fmla="*/ 438691 w 590002"/>
              <a:gd name="connsiteY16" fmla="*/ 252931 h 842911"/>
              <a:gd name="connsiteX17" fmla="*/ 150848 w 590002"/>
              <a:gd name="connsiteY17" fmla="*/ 252931 h 842911"/>
              <a:gd name="connsiteX18" fmla="*/ 91004 w 590002"/>
              <a:gd name="connsiteY18" fmla="*/ 63185 h 842911"/>
              <a:gd name="connsiteX19" fmla="*/ 241356 w 590002"/>
              <a:gd name="connsiteY19" fmla="*/ 472708 h 842911"/>
              <a:gd name="connsiteX20" fmla="*/ 255460 w 590002"/>
              <a:gd name="connsiteY20" fmla="*/ 458551 h 842911"/>
              <a:gd name="connsiteX21" fmla="*/ 274077 w 590002"/>
              <a:gd name="connsiteY21" fmla="*/ 485959 h 842911"/>
              <a:gd name="connsiteX22" fmla="*/ 274077 w 590002"/>
              <a:gd name="connsiteY22" fmla="*/ 621943 h 842911"/>
              <a:gd name="connsiteX23" fmla="*/ 116451 w 590002"/>
              <a:gd name="connsiteY23" fmla="*/ 779569 h 842911"/>
              <a:gd name="connsiteX24" fmla="*/ 90941 w 590002"/>
              <a:gd name="connsiteY24" fmla="*/ 779569 h 842911"/>
              <a:gd name="connsiteX25" fmla="*/ 241356 w 590002"/>
              <a:gd name="connsiteY25" fmla="*/ 472708 h 842911"/>
              <a:gd name="connsiteX26" fmla="*/ 497987 w 590002"/>
              <a:gd name="connsiteY26" fmla="*/ 779569 h 842911"/>
              <a:gd name="connsiteX27" fmla="*/ 473868 w 590002"/>
              <a:gd name="connsiteY27" fmla="*/ 779569 h 842911"/>
              <a:gd name="connsiteX28" fmla="*/ 316242 w 590002"/>
              <a:gd name="connsiteY28" fmla="*/ 621943 h 842911"/>
              <a:gd name="connsiteX29" fmla="*/ 316242 w 590002"/>
              <a:gd name="connsiteY29" fmla="*/ 485116 h 842911"/>
              <a:gd name="connsiteX30" fmla="*/ 333931 w 590002"/>
              <a:gd name="connsiteY30" fmla="*/ 459142 h 842911"/>
              <a:gd name="connsiteX31" fmla="*/ 347550 w 590002"/>
              <a:gd name="connsiteY31" fmla="*/ 472708 h 842911"/>
              <a:gd name="connsiteX32" fmla="*/ 497987 w 590002"/>
              <a:gd name="connsiteY32" fmla="*/ 779569 h 842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90002" h="842911">
                <a:moveTo>
                  <a:pt x="561541" y="63185"/>
                </a:moveTo>
                <a:lnTo>
                  <a:pt x="590003" y="63185"/>
                </a:lnTo>
                <a:lnTo>
                  <a:pt x="590003" y="0"/>
                </a:lnTo>
                <a:lnTo>
                  <a:pt x="0" y="0"/>
                </a:lnTo>
                <a:lnTo>
                  <a:pt x="0" y="63248"/>
                </a:lnTo>
                <a:lnTo>
                  <a:pt x="27408" y="63248"/>
                </a:lnTo>
                <a:cubicBezTo>
                  <a:pt x="39003" y="180184"/>
                  <a:pt x="106468" y="350871"/>
                  <a:pt x="204408" y="421456"/>
                </a:cubicBezTo>
                <a:cubicBezTo>
                  <a:pt x="106426" y="492083"/>
                  <a:pt x="37949" y="662717"/>
                  <a:pt x="27408" y="779663"/>
                </a:cubicBezTo>
                <a:lnTo>
                  <a:pt x="0" y="779663"/>
                </a:lnTo>
                <a:lnTo>
                  <a:pt x="0" y="842912"/>
                </a:lnTo>
                <a:lnTo>
                  <a:pt x="590003" y="842912"/>
                </a:lnTo>
                <a:lnTo>
                  <a:pt x="590003" y="779663"/>
                </a:lnTo>
                <a:lnTo>
                  <a:pt x="561541" y="779663"/>
                </a:lnTo>
                <a:cubicBezTo>
                  <a:pt x="550999" y="662717"/>
                  <a:pt x="482480" y="492041"/>
                  <a:pt x="384540" y="421456"/>
                </a:cubicBezTo>
                <a:cubicBezTo>
                  <a:pt x="482533" y="350807"/>
                  <a:pt x="550999" y="180121"/>
                  <a:pt x="561541" y="63185"/>
                </a:cubicBezTo>
                <a:close/>
                <a:moveTo>
                  <a:pt x="497976" y="63185"/>
                </a:moveTo>
                <a:cubicBezTo>
                  <a:pt x="489387" y="129398"/>
                  <a:pt x="469326" y="193607"/>
                  <a:pt x="438691" y="252931"/>
                </a:cubicBezTo>
                <a:lnTo>
                  <a:pt x="150848" y="252931"/>
                </a:lnTo>
                <a:cubicBezTo>
                  <a:pt x="120366" y="193499"/>
                  <a:pt x="100134" y="129350"/>
                  <a:pt x="91004" y="63185"/>
                </a:cubicBezTo>
                <a:close/>
                <a:moveTo>
                  <a:pt x="241356" y="472708"/>
                </a:moveTo>
                <a:cubicBezTo>
                  <a:pt x="246782" y="468771"/>
                  <a:pt x="251543" y="463992"/>
                  <a:pt x="255460" y="458551"/>
                </a:cubicBezTo>
                <a:lnTo>
                  <a:pt x="274077" y="485959"/>
                </a:lnTo>
                <a:lnTo>
                  <a:pt x="274077" y="621943"/>
                </a:lnTo>
                <a:lnTo>
                  <a:pt x="116451" y="779569"/>
                </a:lnTo>
                <a:lnTo>
                  <a:pt x="90941" y="779569"/>
                </a:lnTo>
                <a:cubicBezTo>
                  <a:pt x="102125" y="674650"/>
                  <a:pt x="164203" y="528293"/>
                  <a:pt x="241356" y="472708"/>
                </a:cubicBezTo>
                <a:close/>
                <a:moveTo>
                  <a:pt x="497987" y="779569"/>
                </a:moveTo>
                <a:lnTo>
                  <a:pt x="473868" y="779569"/>
                </a:lnTo>
                <a:lnTo>
                  <a:pt x="316242" y="621943"/>
                </a:lnTo>
                <a:lnTo>
                  <a:pt x="316242" y="485116"/>
                </a:lnTo>
                <a:lnTo>
                  <a:pt x="333931" y="459142"/>
                </a:lnTo>
                <a:cubicBezTo>
                  <a:pt x="337753" y="464331"/>
                  <a:pt x="342346" y="468906"/>
                  <a:pt x="347550" y="472708"/>
                </a:cubicBezTo>
                <a:cubicBezTo>
                  <a:pt x="424734" y="528293"/>
                  <a:pt x="486802" y="674650"/>
                  <a:pt x="497987" y="779569"/>
                </a:cubicBezTo>
                <a:close/>
              </a:path>
            </a:pathLst>
          </a:custGeom>
          <a:solidFill>
            <a:schemeClr val="tx2"/>
          </a:solidFill>
          <a:ln w="105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nvGrpSpPr>
          <p:cNvPr id="198" name="Gruppieren 197">
            <a:extLst>
              <a:ext uri="{FF2B5EF4-FFF2-40B4-BE49-F238E27FC236}">
                <a16:creationId xmlns:a16="http://schemas.microsoft.com/office/drawing/2014/main" id="{EB87FF6A-B28C-F620-2CC1-C6552DAA4369}"/>
              </a:ext>
            </a:extLst>
          </p:cNvPr>
          <p:cNvGrpSpPr>
            <a:grpSpLocks noChangeAspect="1"/>
          </p:cNvGrpSpPr>
          <p:nvPr/>
        </p:nvGrpSpPr>
        <p:grpSpPr>
          <a:xfrm>
            <a:off x="11260532" y="884808"/>
            <a:ext cx="452572" cy="653590"/>
            <a:chOff x="9898292" y="3287406"/>
            <a:chExt cx="602623" cy="870289"/>
          </a:xfrm>
        </p:grpSpPr>
        <p:sp>
          <p:nvSpPr>
            <p:cNvPr id="73" name="Freihandform: Form 72">
              <a:extLst>
                <a:ext uri="{FF2B5EF4-FFF2-40B4-BE49-F238E27FC236}">
                  <a16:creationId xmlns:a16="http://schemas.microsoft.com/office/drawing/2014/main" id="{FCD7743F-F1CD-2B6A-BF61-A504ED9548D2}"/>
                </a:ext>
              </a:extLst>
            </p:cNvPr>
            <p:cNvSpPr>
              <a:spLocks noChangeAspect="1"/>
            </p:cNvSpPr>
            <p:nvPr/>
          </p:nvSpPr>
          <p:spPr>
            <a:xfrm>
              <a:off x="10218128" y="3863773"/>
              <a:ext cx="282787" cy="287832"/>
            </a:xfrm>
            <a:custGeom>
              <a:avLst/>
              <a:gdLst>
                <a:gd name="connsiteX0" fmla="*/ 35281 w 84924"/>
                <a:gd name="connsiteY0" fmla="*/ 9916 h 86439"/>
                <a:gd name="connsiteX1" fmla="*/ 20355 w 84924"/>
                <a:gd name="connsiteY1" fmla="*/ 13097 h 86439"/>
                <a:gd name="connsiteX2" fmla="*/ 14126 w 84924"/>
                <a:gd name="connsiteY2" fmla="*/ 12592 h 86439"/>
                <a:gd name="connsiteX3" fmla="*/ 0 w 84924"/>
                <a:gd name="connsiteY3" fmla="*/ 17916 h 86439"/>
                <a:gd name="connsiteX4" fmla="*/ 38005 w 84924"/>
                <a:gd name="connsiteY4" fmla="*/ 86439 h 86439"/>
                <a:gd name="connsiteX5" fmla="*/ 53845 w 84924"/>
                <a:gd name="connsiteY5" fmla="*/ 60541 h 86439"/>
                <a:gd name="connsiteX6" fmla="*/ 84925 w 84924"/>
                <a:gd name="connsiteY6" fmla="*/ 65723 h 86439"/>
                <a:gd name="connsiteX7" fmla="*/ 48330 w 84924"/>
                <a:gd name="connsiteY7" fmla="*/ 0 h 86439"/>
                <a:gd name="connsiteX8" fmla="*/ 35281 w 84924"/>
                <a:gd name="connsiteY8" fmla="*/ 9916 h 86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24" h="86439">
                  <a:moveTo>
                    <a:pt x="35281" y="9916"/>
                  </a:moveTo>
                  <a:cubicBezTo>
                    <a:pt x="30590" y="12029"/>
                    <a:pt x="25500" y="13114"/>
                    <a:pt x="20355" y="13097"/>
                  </a:cubicBezTo>
                  <a:cubicBezTo>
                    <a:pt x="18268" y="13101"/>
                    <a:pt x="16185" y="12932"/>
                    <a:pt x="14126" y="12592"/>
                  </a:cubicBezTo>
                  <a:cubicBezTo>
                    <a:pt x="9820" y="15293"/>
                    <a:pt x="5017" y="17104"/>
                    <a:pt x="0" y="17916"/>
                  </a:cubicBezTo>
                  <a:lnTo>
                    <a:pt x="38005" y="86439"/>
                  </a:lnTo>
                  <a:lnTo>
                    <a:pt x="53845" y="60541"/>
                  </a:lnTo>
                  <a:lnTo>
                    <a:pt x="84925" y="65723"/>
                  </a:lnTo>
                  <a:lnTo>
                    <a:pt x="48330" y="0"/>
                  </a:lnTo>
                  <a:cubicBezTo>
                    <a:pt x="44768" y="4230"/>
                    <a:pt x="40311" y="7617"/>
                    <a:pt x="35281" y="9916"/>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74" name="Freihandform: Form 73">
              <a:extLst>
                <a:ext uri="{FF2B5EF4-FFF2-40B4-BE49-F238E27FC236}">
                  <a16:creationId xmlns:a16="http://schemas.microsoft.com/office/drawing/2014/main" id="{C7C568F5-EB95-C925-CD25-E5B6C4424983}"/>
                </a:ext>
              </a:extLst>
            </p:cNvPr>
            <p:cNvSpPr>
              <a:spLocks noChangeAspect="1"/>
            </p:cNvSpPr>
            <p:nvPr/>
          </p:nvSpPr>
          <p:spPr>
            <a:xfrm>
              <a:off x="9898292" y="3857939"/>
              <a:ext cx="274732" cy="299756"/>
            </a:xfrm>
            <a:custGeom>
              <a:avLst/>
              <a:gdLst>
                <a:gd name="connsiteX0" fmla="*/ 71599 w 82505"/>
                <a:gd name="connsiteY0" fmla="*/ 15316 h 90020"/>
                <a:gd name="connsiteX1" fmla="*/ 66084 w 82505"/>
                <a:gd name="connsiteY1" fmla="*/ 15726 h 90020"/>
                <a:gd name="connsiteX2" fmla="*/ 52407 w 82505"/>
                <a:gd name="connsiteY2" fmla="*/ 13164 h 90020"/>
                <a:gd name="connsiteX3" fmla="*/ 35652 w 82505"/>
                <a:gd name="connsiteY3" fmla="*/ 295 h 90020"/>
                <a:gd name="connsiteX4" fmla="*/ 34614 w 82505"/>
                <a:gd name="connsiteY4" fmla="*/ 0 h 90020"/>
                <a:gd name="connsiteX5" fmla="*/ 0 w 82505"/>
                <a:gd name="connsiteY5" fmla="*/ 68113 h 90020"/>
                <a:gd name="connsiteX6" fmla="*/ 30775 w 82505"/>
                <a:gd name="connsiteY6" fmla="*/ 61103 h 90020"/>
                <a:gd name="connsiteX7" fmla="*/ 46311 w 82505"/>
                <a:gd name="connsiteY7" fmla="*/ 90021 h 90020"/>
                <a:gd name="connsiteX8" fmla="*/ 82506 w 82505"/>
                <a:gd name="connsiteY8" fmla="*/ 19383 h 90020"/>
                <a:gd name="connsiteX9" fmla="*/ 71599 w 82505"/>
                <a:gd name="connsiteY9" fmla="*/ 15316 h 90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505" h="90020">
                  <a:moveTo>
                    <a:pt x="71599" y="15316"/>
                  </a:moveTo>
                  <a:cubicBezTo>
                    <a:pt x="69774" y="15591"/>
                    <a:pt x="67930" y="15729"/>
                    <a:pt x="66084" y="15726"/>
                  </a:cubicBezTo>
                  <a:cubicBezTo>
                    <a:pt x="61406" y="15726"/>
                    <a:pt x="56768" y="14857"/>
                    <a:pt x="52407" y="13164"/>
                  </a:cubicBezTo>
                  <a:cubicBezTo>
                    <a:pt x="45684" y="10604"/>
                    <a:pt x="39859" y="6130"/>
                    <a:pt x="35652" y="295"/>
                  </a:cubicBezTo>
                  <a:cubicBezTo>
                    <a:pt x="35300" y="229"/>
                    <a:pt x="34966" y="86"/>
                    <a:pt x="34614" y="0"/>
                  </a:cubicBezTo>
                  <a:lnTo>
                    <a:pt x="0" y="68113"/>
                  </a:lnTo>
                  <a:lnTo>
                    <a:pt x="30775" y="61103"/>
                  </a:lnTo>
                  <a:lnTo>
                    <a:pt x="46311" y="90021"/>
                  </a:lnTo>
                  <a:lnTo>
                    <a:pt x="82506" y="19383"/>
                  </a:lnTo>
                  <a:cubicBezTo>
                    <a:pt x="78678" y="18611"/>
                    <a:pt x="74998" y="17238"/>
                    <a:pt x="71599" y="15316"/>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75" name="Freihandform: Form 74">
              <a:extLst>
                <a:ext uri="{FF2B5EF4-FFF2-40B4-BE49-F238E27FC236}">
                  <a16:creationId xmlns:a16="http://schemas.microsoft.com/office/drawing/2014/main" id="{4A46CB03-8F53-05B4-7133-5EC0C166C52E}"/>
                </a:ext>
              </a:extLst>
            </p:cNvPr>
            <p:cNvSpPr>
              <a:spLocks noChangeAspect="1"/>
            </p:cNvSpPr>
            <p:nvPr/>
          </p:nvSpPr>
          <p:spPr>
            <a:xfrm>
              <a:off x="9902444" y="3287406"/>
              <a:ext cx="590352" cy="590259"/>
            </a:xfrm>
            <a:custGeom>
              <a:avLst/>
              <a:gdLst>
                <a:gd name="connsiteX0" fmla="*/ 87411 w 177289"/>
                <a:gd name="connsiteY0" fmla="*/ 141342 h 177261"/>
                <a:gd name="connsiteX1" fmla="*/ 34700 w 177289"/>
                <a:gd name="connsiteY1" fmla="*/ 88631 h 177261"/>
                <a:gd name="connsiteX2" fmla="*/ 87411 w 177289"/>
                <a:gd name="connsiteY2" fmla="*/ 35919 h 177261"/>
                <a:gd name="connsiteX3" fmla="*/ 140123 w 177289"/>
                <a:gd name="connsiteY3" fmla="*/ 88631 h 177261"/>
                <a:gd name="connsiteX4" fmla="*/ 140123 w 177289"/>
                <a:gd name="connsiteY4" fmla="*/ 88640 h 177261"/>
                <a:gd name="connsiteX5" fmla="*/ 87411 w 177289"/>
                <a:gd name="connsiteY5" fmla="*/ 141342 h 177261"/>
                <a:gd name="connsiteX6" fmla="*/ 177289 w 177289"/>
                <a:gd name="connsiteY6" fmla="*/ 88640 h 177261"/>
                <a:gd name="connsiteX7" fmla="*/ 169974 w 177289"/>
                <a:gd name="connsiteY7" fmla="*/ 71571 h 177261"/>
                <a:gd name="connsiteX8" fmla="*/ 169974 w 177289"/>
                <a:gd name="connsiteY8" fmla="*/ 52988 h 177261"/>
                <a:gd name="connsiteX9" fmla="*/ 158096 w 177289"/>
                <a:gd name="connsiteY9" fmla="*/ 41110 h 177261"/>
                <a:gd name="connsiteX10" fmla="*/ 151429 w 177289"/>
                <a:gd name="connsiteY10" fmla="*/ 25870 h 177261"/>
                <a:gd name="connsiteX11" fmla="*/ 134065 w 177289"/>
                <a:gd name="connsiteY11" fmla="*/ 19203 h 177261"/>
                <a:gd name="connsiteX12" fmla="*/ 120930 w 177289"/>
                <a:gd name="connsiteY12" fmla="*/ 6087 h 177261"/>
                <a:gd name="connsiteX13" fmla="*/ 104166 w 177289"/>
                <a:gd name="connsiteY13" fmla="*/ 6087 h 177261"/>
                <a:gd name="connsiteX14" fmla="*/ 88631 w 177289"/>
                <a:gd name="connsiteY14" fmla="*/ 1 h 177261"/>
                <a:gd name="connsiteX15" fmla="*/ 71571 w 177289"/>
                <a:gd name="connsiteY15" fmla="*/ 7306 h 177261"/>
                <a:gd name="connsiteX16" fmla="*/ 52988 w 177289"/>
                <a:gd name="connsiteY16" fmla="*/ 7306 h 177261"/>
                <a:gd name="connsiteX17" fmla="*/ 41101 w 177289"/>
                <a:gd name="connsiteY17" fmla="*/ 19193 h 177261"/>
                <a:gd name="connsiteX18" fmla="*/ 25861 w 177289"/>
                <a:gd name="connsiteY18" fmla="*/ 25861 h 177261"/>
                <a:gd name="connsiteX19" fmla="*/ 19193 w 177289"/>
                <a:gd name="connsiteY19" fmla="*/ 43235 h 177261"/>
                <a:gd name="connsiteX20" fmla="*/ 6096 w 177289"/>
                <a:gd name="connsiteY20" fmla="*/ 56331 h 177261"/>
                <a:gd name="connsiteX21" fmla="*/ 6096 w 177289"/>
                <a:gd name="connsiteY21" fmla="*/ 73086 h 177261"/>
                <a:gd name="connsiteX22" fmla="*/ 0 w 177289"/>
                <a:gd name="connsiteY22" fmla="*/ 88631 h 177261"/>
                <a:gd name="connsiteX23" fmla="*/ 7316 w 177289"/>
                <a:gd name="connsiteY23" fmla="*/ 105690 h 177261"/>
                <a:gd name="connsiteX24" fmla="*/ 7316 w 177289"/>
                <a:gd name="connsiteY24" fmla="*/ 124273 h 177261"/>
                <a:gd name="connsiteX25" fmla="*/ 19193 w 177289"/>
                <a:gd name="connsiteY25" fmla="*/ 136160 h 177261"/>
                <a:gd name="connsiteX26" fmla="*/ 25861 w 177289"/>
                <a:gd name="connsiteY26" fmla="*/ 151400 h 177261"/>
                <a:gd name="connsiteX27" fmla="*/ 43225 w 177289"/>
                <a:gd name="connsiteY27" fmla="*/ 158068 h 177261"/>
                <a:gd name="connsiteX28" fmla="*/ 56322 w 177289"/>
                <a:gd name="connsiteY28" fmla="*/ 171165 h 177261"/>
                <a:gd name="connsiteX29" fmla="*/ 73086 w 177289"/>
                <a:gd name="connsiteY29" fmla="*/ 171165 h 177261"/>
                <a:gd name="connsiteX30" fmla="*/ 88621 w 177289"/>
                <a:gd name="connsiteY30" fmla="*/ 177261 h 177261"/>
                <a:gd name="connsiteX31" fmla="*/ 105680 w 177289"/>
                <a:gd name="connsiteY31" fmla="*/ 169946 h 177261"/>
                <a:gd name="connsiteX32" fmla="*/ 124264 w 177289"/>
                <a:gd name="connsiteY32" fmla="*/ 169946 h 177261"/>
                <a:gd name="connsiteX33" fmla="*/ 136151 w 177289"/>
                <a:gd name="connsiteY33" fmla="*/ 158068 h 177261"/>
                <a:gd name="connsiteX34" fmla="*/ 151391 w 177289"/>
                <a:gd name="connsiteY34" fmla="*/ 151400 h 177261"/>
                <a:gd name="connsiteX35" fmla="*/ 158058 w 177289"/>
                <a:gd name="connsiteY35" fmla="*/ 134036 h 177261"/>
                <a:gd name="connsiteX36" fmla="*/ 171155 w 177289"/>
                <a:gd name="connsiteY36" fmla="*/ 120901 h 177261"/>
                <a:gd name="connsiteX37" fmla="*/ 171155 w 177289"/>
                <a:gd name="connsiteY37" fmla="*/ 104147 h 177261"/>
                <a:gd name="connsiteX38" fmla="*/ 177289 w 177289"/>
                <a:gd name="connsiteY38" fmla="*/ 88612 h 1772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77289" h="177261">
                  <a:moveTo>
                    <a:pt x="87411" y="141342"/>
                  </a:moveTo>
                  <a:cubicBezTo>
                    <a:pt x="58300" y="141342"/>
                    <a:pt x="34700" y="117742"/>
                    <a:pt x="34700" y="88631"/>
                  </a:cubicBezTo>
                  <a:cubicBezTo>
                    <a:pt x="34700" y="59519"/>
                    <a:pt x="58300" y="35919"/>
                    <a:pt x="87411" y="35919"/>
                  </a:cubicBezTo>
                  <a:cubicBezTo>
                    <a:pt x="116523" y="35919"/>
                    <a:pt x="140123" y="59519"/>
                    <a:pt x="140123" y="88631"/>
                  </a:cubicBezTo>
                  <a:cubicBezTo>
                    <a:pt x="140123" y="88634"/>
                    <a:pt x="140123" y="88637"/>
                    <a:pt x="140123" y="88640"/>
                  </a:cubicBezTo>
                  <a:cubicBezTo>
                    <a:pt x="140112" y="117746"/>
                    <a:pt x="116517" y="141337"/>
                    <a:pt x="87411" y="141342"/>
                  </a:cubicBezTo>
                  <a:close/>
                  <a:moveTo>
                    <a:pt x="177289" y="88640"/>
                  </a:moveTo>
                  <a:cubicBezTo>
                    <a:pt x="177330" y="82181"/>
                    <a:pt x="174679" y="75997"/>
                    <a:pt x="169974" y="71571"/>
                  </a:cubicBezTo>
                  <a:cubicBezTo>
                    <a:pt x="172565" y="65648"/>
                    <a:pt x="172565" y="58912"/>
                    <a:pt x="169974" y="52988"/>
                  </a:cubicBezTo>
                  <a:cubicBezTo>
                    <a:pt x="167689" y="47649"/>
                    <a:pt x="163435" y="43396"/>
                    <a:pt x="158096" y="41110"/>
                  </a:cubicBezTo>
                  <a:cubicBezTo>
                    <a:pt x="157833" y="35381"/>
                    <a:pt x="155459" y="29952"/>
                    <a:pt x="151429" y="25870"/>
                  </a:cubicBezTo>
                  <a:cubicBezTo>
                    <a:pt x="146874" y="21246"/>
                    <a:pt x="140544" y="18815"/>
                    <a:pt x="134065" y="19203"/>
                  </a:cubicBezTo>
                  <a:cubicBezTo>
                    <a:pt x="131805" y="13127"/>
                    <a:pt x="127009" y="8338"/>
                    <a:pt x="120930" y="6087"/>
                  </a:cubicBezTo>
                  <a:cubicBezTo>
                    <a:pt x="115545" y="3952"/>
                    <a:pt x="109550" y="3952"/>
                    <a:pt x="104166" y="6087"/>
                  </a:cubicBezTo>
                  <a:cubicBezTo>
                    <a:pt x="99904" y="2228"/>
                    <a:pt x="94379" y="63"/>
                    <a:pt x="88631" y="1"/>
                  </a:cubicBezTo>
                  <a:cubicBezTo>
                    <a:pt x="82175" y="-44"/>
                    <a:pt x="75993" y="2603"/>
                    <a:pt x="71571" y="7306"/>
                  </a:cubicBezTo>
                  <a:cubicBezTo>
                    <a:pt x="65648" y="4715"/>
                    <a:pt x="58912" y="4715"/>
                    <a:pt x="52988" y="7306"/>
                  </a:cubicBezTo>
                  <a:cubicBezTo>
                    <a:pt x="47647" y="9597"/>
                    <a:pt x="43392" y="13853"/>
                    <a:pt x="41101" y="19193"/>
                  </a:cubicBezTo>
                  <a:cubicBezTo>
                    <a:pt x="35372" y="19457"/>
                    <a:pt x="29942" y="21832"/>
                    <a:pt x="25861" y="25861"/>
                  </a:cubicBezTo>
                  <a:cubicBezTo>
                    <a:pt x="21233" y="30417"/>
                    <a:pt x="18802" y="36752"/>
                    <a:pt x="19193" y="43235"/>
                  </a:cubicBezTo>
                  <a:cubicBezTo>
                    <a:pt x="13130" y="45486"/>
                    <a:pt x="8348" y="50268"/>
                    <a:pt x="6096" y="56331"/>
                  </a:cubicBezTo>
                  <a:cubicBezTo>
                    <a:pt x="3963" y="61712"/>
                    <a:pt x="3963" y="67705"/>
                    <a:pt x="6096" y="73086"/>
                  </a:cubicBezTo>
                  <a:cubicBezTo>
                    <a:pt x="2236" y="77350"/>
                    <a:pt x="68" y="82879"/>
                    <a:pt x="0" y="88631"/>
                  </a:cubicBezTo>
                  <a:cubicBezTo>
                    <a:pt x="-39" y="95087"/>
                    <a:pt x="2612" y="101267"/>
                    <a:pt x="7316" y="105690"/>
                  </a:cubicBezTo>
                  <a:cubicBezTo>
                    <a:pt x="4724" y="111614"/>
                    <a:pt x="4724" y="118350"/>
                    <a:pt x="7316" y="124273"/>
                  </a:cubicBezTo>
                  <a:cubicBezTo>
                    <a:pt x="9604" y="129613"/>
                    <a:pt x="13855" y="133869"/>
                    <a:pt x="19193" y="136160"/>
                  </a:cubicBezTo>
                  <a:cubicBezTo>
                    <a:pt x="19456" y="141890"/>
                    <a:pt x="21831" y="147319"/>
                    <a:pt x="25861" y="151400"/>
                  </a:cubicBezTo>
                  <a:cubicBezTo>
                    <a:pt x="30413" y="156028"/>
                    <a:pt x="36745" y="158459"/>
                    <a:pt x="43225" y="158068"/>
                  </a:cubicBezTo>
                  <a:cubicBezTo>
                    <a:pt x="45481" y="164128"/>
                    <a:pt x="50262" y="168907"/>
                    <a:pt x="56322" y="171165"/>
                  </a:cubicBezTo>
                  <a:cubicBezTo>
                    <a:pt x="61706" y="173299"/>
                    <a:pt x="67701" y="173299"/>
                    <a:pt x="73086" y="171165"/>
                  </a:cubicBezTo>
                  <a:cubicBezTo>
                    <a:pt x="77346" y="175024"/>
                    <a:pt x="82872" y="177193"/>
                    <a:pt x="88621" y="177261"/>
                  </a:cubicBezTo>
                  <a:cubicBezTo>
                    <a:pt x="95077" y="177302"/>
                    <a:pt x="101259" y="174651"/>
                    <a:pt x="105680" y="169946"/>
                  </a:cubicBezTo>
                  <a:cubicBezTo>
                    <a:pt x="111604" y="172536"/>
                    <a:pt x="118340" y="172536"/>
                    <a:pt x="124264" y="169946"/>
                  </a:cubicBezTo>
                  <a:cubicBezTo>
                    <a:pt x="129601" y="167656"/>
                    <a:pt x="133856" y="163404"/>
                    <a:pt x="136151" y="158068"/>
                  </a:cubicBezTo>
                  <a:cubicBezTo>
                    <a:pt x="141881" y="157807"/>
                    <a:pt x="147310" y="155431"/>
                    <a:pt x="151391" y="151400"/>
                  </a:cubicBezTo>
                  <a:cubicBezTo>
                    <a:pt x="156017" y="146847"/>
                    <a:pt x="158448" y="140516"/>
                    <a:pt x="158058" y="134036"/>
                  </a:cubicBezTo>
                  <a:cubicBezTo>
                    <a:pt x="164129" y="131774"/>
                    <a:pt x="168911" y="126978"/>
                    <a:pt x="171155" y="120901"/>
                  </a:cubicBezTo>
                  <a:cubicBezTo>
                    <a:pt x="173289" y="115521"/>
                    <a:pt x="173289" y="109528"/>
                    <a:pt x="171155" y="104147"/>
                  </a:cubicBezTo>
                  <a:cubicBezTo>
                    <a:pt x="175077" y="99922"/>
                    <a:pt x="177266" y="94376"/>
                    <a:pt x="177289" y="88612"/>
                  </a:cubicBez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grpSp>
        <p:nvGrpSpPr>
          <p:cNvPr id="122" name="Gruppieren 121">
            <a:extLst>
              <a:ext uri="{FF2B5EF4-FFF2-40B4-BE49-F238E27FC236}">
                <a16:creationId xmlns:a16="http://schemas.microsoft.com/office/drawing/2014/main" id="{9149AC5C-EDC5-E32A-7F1A-A5EB7BBF1830}"/>
              </a:ext>
            </a:extLst>
          </p:cNvPr>
          <p:cNvGrpSpPr>
            <a:grpSpLocks noChangeAspect="1"/>
          </p:cNvGrpSpPr>
          <p:nvPr/>
        </p:nvGrpSpPr>
        <p:grpSpPr>
          <a:xfrm>
            <a:off x="11259588" y="1614524"/>
            <a:ext cx="504876" cy="651453"/>
            <a:chOff x="8549288" y="3505200"/>
            <a:chExt cx="590550" cy="762000"/>
          </a:xfrm>
        </p:grpSpPr>
        <p:sp>
          <p:nvSpPr>
            <p:cNvPr id="66" name="Freihandform: Form 65">
              <a:extLst>
                <a:ext uri="{FF2B5EF4-FFF2-40B4-BE49-F238E27FC236}">
                  <a16:creationId xmlns:a16="http://schemas.microsoft.com/office/drawing/2014/main" id="{B46CB00F-06DE-6792-5FA5-B633BFE0BBB2}"/>
                </a:ext>
              </a:extLst>
            </p:cNvPr>
            <p:cNvSpPr>
              <a:spLocks noChangeAspect="1"/>
            </p:cNvSpPr>
            <p:nvPr/>
          </p:nvSpPr>
          <p:spPr>
            <a:xfrm>
              <a:off x="8549288" y="3505200"/>
              <a:ext cx="590550" cy="762000"/>
            </a:xfrm>
            <a:custGeom>
              <a:avLst/>
              <a:gdLst>
                <a:gd name="connsiteX0" fmla="*/ 533400 w 590550"/>
                <a:gd name="connsiteY0" fmla="*/ 704850 h 762000"/>
                <a:gd name="connsiteX1" fmla="*/ 57150 w 590550"/>
                <a:gd name="connsiteY1" fmla="*/ 704850 h 762000"/>
                <a:gd name="connsiteX2" fmla="*/ 57150 w 590550"/>
                <a:gd name="connsiteY2" fmla="*/ 114300 h 762000"/>
                <a:gd name="connsiteX3" fmla="*/ 161925 w 590550"/>
                <a:gd name="connsiteY3" fmla="*/ 114300 h 762000"/>
                <a:gd name="connsiteX4" fmla="*/ 161925 w 590550"/>
                <a:gd name="connsiteY4" fmla="*/ 171450 h 762000"/>
                <a:gd name="connsiteX5" fmla="*/ 428625 w 590550"/>
                <a:gd name="connsiteY5" fmla="*/ 171450 h 762000"/>
                <a:gd name="connsiteX6" fmla="*/ 428625 w 590550"/>
                <a:gd name="connsiteY6" fmla="*/ 114300 h 762000"/>
                <a:gd name="connsiteX7" fmla="*/ 533400 w 590550"/>
                <a:gd name="connsiteY7" fmla="*/ 114300 h 762000"/>
                <a:gd name="connsiteX8" fmla="*/ 295275 w 590550"/>
                <a:gd name="connsiteY8" fmla="*/ 38100 h 762000"/>
                <a:gd name="connsiteX9" fmla="*/ 323850 w 590550"/>
                <a:gd name="connsiteY9" fmla="*/ 66675 h 762000"/>
                <a:gd name="connsiteX10" fmla="*/ 295275 w 590550"/>
                <a:gd name="connsiteY10" fmla="*/ 95250 h 762000"/>
                <a:gd name="connsiteX11" fmla="*/ 266700 w 590550"/>
                <a:gd name="connsiteY11" fmla="*/ 66675 h 762000"/>
                <a:gd name="connsiteX12" fmla="*/ 294334 w 590550"/>
                <a:gd name="connsiteY12" fmla="*/ 38100 h 762000"/>
                <a:gd name="connsiteX13" fmla="*/ 295275 w 590550"/>
                <a:gd name="connsiteY13" fmla="*/ 38100 h 762000"/>
                <a:gd name="connsiteX14" fmla="*/ 552450 w 590550"/>
                <a:gd name="connsiteY14" fmla="*/ 57150 h 762000"/>
                <a:gd name="connsiteX15" fmla="*/ 390525 w 590550"/>
                <a:gd name="connsiteY15" fmla="*/ 57150 h 762000"/>
                <a:gd name="connsiteX16" fmla="*/ 390525 w 590550"/>
                <a:gd name="connsiteY16" fmla="*/ 38100 h 762000"/>
                <a:gd name="connsiteX17" fmla="*/ 352425 w 590550"/>
                <a:gd name="connsiteY17" fmla="*/ 0 h 762000"/>
                <a:gd name="connsiteX18" fmla="*/ 238125 w 590550"/>
                <a:gd name="connsiteY18" fmla="*/ 0 h 762000"/>
                <a:gd name="connsiteX19" fmla="*/ 200025 w 590550"/>
                <a:gd name="connsiteY19" fmla="*/ 38100 h 762000"/>
                <a:gd name="connsiteX20" fmla="*/ 200025 w 590550"/>
                <a:gd name="connsiteY20" fmla="*/ 57150 h 762000"/>
                <a:gd name="connsiteX21" fmla="*/ 38100 w 590550"/>
                <a:gd name="connsiteY21" fmla="*/ 57150 h 762000"/>
                <a:gd name="connsiteX22" fmla="*/ 0 w 590550"/>
                <a:gd name="connsiteY22" fmla="*/ 95250 h 762000"/>
                <a:gd name="connsiteX23" fmla="*/ 0 w 590550"/>
                <a:gd name="connsiteY23" fmla="*/ 723900 h 762000"/>
                <a:gd name="connsiteX24" fmla="*/ 38100 w 590550"/>
                <a:gd name="connsiteY24" fmla="*/ 762000 h 762000"/>
                <a:gd name="connsiteX25" fmla="*/ 552450 w 590550"/>
                <a:gd name="connsiteY25" fmla="*/ 762000 h 762000"/>
                <a:gd name="connsiteX26" fmla="*/ 590550 w 590550"/>
                <a:gd name="connsiteY26" fmla="*/ 723900 h 762000"/>
                <a:gd name="connsiteX27" fmla="*/ 590550 w 590550"/>
                <a:gd name="connsiteY27" fmla="*/ 95250 h 762000"/>
                <a:gd name="connsiteX28" fmla="*/ 552450 w 590550"/>
                <a:gd name="connsiteY28" fmla="*/ 57150 h 76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90550" h="762000">
                  <a:moveTo>
                    <a:pt x="533400" y="704850"/>
                  </a:moveTo>
                  <a:lnTo>
                    <a:pt x="57150" y="704850"/>
                  </a:lnTo>
                  <a:lnTo>
                    <a:pt x="57150" y="114300"/>
                  </a:lnTo>
                  <a:lnTo>
                    <a:pt x="161925" y="114300"/>
                  </a:lnTo>
                  <a:lnTo>
                    <a:pt x="161925" y="171450"/>
                  </a:lnTo>
                  <a:lnTo>
                    <a:pt x="428625" y="171450"/>
                  </a:lnTo>
                  <a:lnTo>
                    <a:pt x="428625" y="114300"/>
                  </a:lnTo>
                  <a:lnTo>
                    <a:pt x="533400" y="114300"/>
                  </a:lnTo>
                  <a:close/>
                  <a:moveTo>
                    <a:pt x="295275" y="38100"/>
                  </a:moveTo>
                  <a:cubicBezTo>
                    <a:pt x="311057" y="38100"/>
                    <a:pt x="323850" y="50893"/>
                    <a:pt x="323850" y="66675"/>
                  </a:cubicBezTo>
                  <a:cubicBezTo>
                    <a:pt x="323850" y="82457"/>
                    <a:pt x="311057" y="95250"/>
                    <a:pt x="295275" y="95250"/>
                  </a:cubicBezTo>
                  <a:cubicBezTo>
                    <a:pt x="279493" y="95250"/>
                    <a:pt x="266700" y="82457"/>
                    <a:pt x="266700" y="66675"/>
                  </a:cubicBezTo>
                  <a:cubicBezTo>
                    <a:pt x="266440" y="51153"/>
                    <a:pt x="278812" y="38360"/>
                    <a:pt x="294334" y="38100"/>
                  </a:cubicBezTo>
                  <a:cubicBezTo>
                    <a:pt x="294647" y="38094"/>
                    <a:pt x="294962" y="38094"/>
                    <a:pt x="295275" y="38100"/>
                  </a:cubicBezTo>
                  <a:close/>
                  <a:moveTo>
                    <a:pt x="552450" y="57150"/>
                  </a:moveTo>
                  <a:lnTo>
                    <a:pt x="390525" y="57150"/>
                  </a:lnTo>
                  <a:lnTo>
                    <a:pt x="390525" y="38100"/>
                  </a:lnTo>
                  <a:cubicBezTo>
                    <a:pt x="390525" y="17058"/>
                    <a:pt x="373467" y="0"/>
                    <a:pt x="352425" y="0"/>
                  </a:cubicBezTo>
                  <a:lnTo>
                    <a:pt x="238125" y="0"/>
                  </a:lnTo>
                  <a:cubicBezTo>
                    <a:pt x="217083" y="0"/>
                    <a:pt x="200025" y="17058"/>
                    <a:pt x="200025" y="38100"/>
                  </a:cubicBezTo>
                  <a:lnTo>
                    <a:pt x="200025" y="57150"/>
                  </a:lnTo>
                  <a:lnTo>
                    <a:pt x="38100" y="57150"/>
                  </a:lnTo>
                  <a:cubicBezTo>
                    <a:pt x="17058" y="57150"/>
                    <a:pt x="0" y="74208"/>
                    <a:pt x="0" y="95250"/>
                  </a:cubicBezTo>
                  <a:lnTo>
                    <a:pt x="0" y="723900"/>
                  </a:lnTo>
                  <a:cubicBezTo>
                    <a:pt x="0" y="744942"/>
                    <a:pt x="17058" y="762000"/>
                    <a:pt x="38100" y="762000"/>
                  </a:cubicBezTo>
                  <a:lnTo>
                    <a:pt x="552450" y="762000"/>
                  </a:lnTo>
                  <a:cubicBezTo>
                    <a:pt x="573492" y="762000"/>
                    <a:pt x="590550" y="744942"/>
                    <a:pt x="590550" y="723900"/>
                  </a:cubicBezTo>
                  <a:lnTo>
                    <a:pt x="590550" y="95250"/>
                  </a:lnTo>
                  <a:cubicBezTo>
                    <a:pt x="590550" y="74208"/>
                    <a:pt x="573492" y="57150"/>
                    <a:pt x="552450" y="57150"/>
                  </a:cubicBez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67" name="Freihandform: Form 66">
              <a:extLst>
                <a:ext uri="{FF2B5EF4-FFF2-40B4-BE49-F238E27FC236}">
                  <a16:creationId xmlns:a16="http://schemas.microsoft.com/office/drawing/2014/main" id="{3D3DDE3A-A5F2-F15C-36E6-823A1F9EC6D5}"/>
                </a:ext>
              </a:extLst>
            </p:cNvPr>
            <p:cNvSpPr>
              <a:spLocks noChangeAspect="1"/>
            </p:cNvSpPr>
            <p:nvPr/>
          </p:nvSpPr>
          <p:spPr>
            <a:xfrm>
              <a:off x="8663588" y="3752850"/>
              <a:ext cx="361950" cy="38100"/>
            </a:xfrm>
            <a:custGeom>
              <a:avLst/>
              <a:gdLst>
                <a:gd name="connsiteX0" fmla="*/ 0 w 361950"/>
                <a:gd name="connsiteY0" fmla="*/ 0 h 38100"/>
                <a:gd name="connsiteX1" fmla="*/ 361950 w 361950"/>
                <a:gd name="connsiteY1" fmla="*/ 0 h 38100"/>
                <a:gd name="connsiteX2" fmla="*/ 361950 w 361950"/>
                <a:gd name="connsiteY2" fmla="*/ 38100 h 38100"/>
                <a:gd name="connsiteX3" fmla="*/ 0 w 361950"/>
                <a:gd name="connsiteY3" fmla="*/ 38100 h 38100"/>
              </a:gdLst>
              <a:ahLst/>
              <a:cxnLst>
                <a:cxn ang="0">
                  <a:pos x="connsiteX0" y="connsiteY0"/>
                </a:cxn>
                <a:cxn ang="0">
                  <a:pos x="connsiteX1" y="connsiteY1"/>
                </a:cxn>
                <a:cxn ang="0">
                  <a:pos x="connsiteX2" y="connsiteY2"/>
                </a:cxn>
                <a:cxn ang="0">
                  <a:pos x="connsiteX3" y="connsiteY3"/>
                </a:cxn>
              </a:cxnLst>
              <a:rect l="l" t="t" r="r" b="b"/>
              <a:pathLst>
                <a:path w="361950" h="38100">
                  <a:moveTo>
                    <a:pt x="0" y="0"/>
                  </a:moveTo>
                  <a:lnTo>
                    <a:pt x="361950" y="0"/>
                  </a:lnTo>
                  <a:lnTo>
                    <a:pt x="361950" y="38100"/>
                  </a:lnTo>
                  <a:lnTo>
                    <a:pt x="0" y="38100"/>
                  </a:ln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68" name="Freihandform: Form 67">
              <a:extLst>
                <a:ext uri="{FF2B5EF4-FFF2-40B4-BE49-F238E27FC236}">
                  <a16:creationId xmlns:a16="http://schemas.microsoft.com/office/drawing/2014/main" id="{EBDE13FF-6FB3-DC24-D09C-549494C6999A}"/>
                </a:ext>
              </a:extLst>
            </p:cNvPr>
            <p:cNvSpPr>
              <a:spLocks noChangeAspect="1"/>
            </p:cNvSpPr>
            <p:nvPr/>
          </p:nvSpPr>
          <p:spPr>
            <a:xfrm>
              <a:off x="8882663" y="4029075"/>
              <a:ext cx="142875" cy="38100"/>
            </a:xfrm>
            <a:custGeom>
              <a:avLst/>
              <a:gdLst>
                <a:gd name="connsiteX0" fmla="*/ 0 w 142875"/>
                <a:gd name="connsiteY0" fmla="*/ 0 h 38100"/>
                <a:gd name="connsiteX1" fmla="*/ 142875 w 142875"/>
                <a:gd name="connsiteY1" fmla="*/ 0 h 38100"/>
                <a:gd name="connsiteX2" fmla="*/ 142875 w 142875"/>
                <a:gd name="connsiteY2" fmla="*/ 38100 h 38100"/>
                <a:gd name="connsiteX3" fmla="*/ 0 w 142875"/>
                <a:gd name="connsiteY3" fmla="*/ 38100 h 38100"/>
              </a:gdLst>
              <a:ahLst/>
              <a:cxnLst>
                <a:cxn ang="0">
                  <a:pos x="connsiteX0" y="connsiteY0"/>
                </a:cxn>
                <a:cxn ang="0">
                  <a:pos x="connsiteX1" y="connsiteY1"/>
                </a:cxn>
                <a:cxn ang="0">
                  <a:pos x="connsiteX2" y="connsiteY2"/>
                </a:cxn>
                <a:cxn ang="0">
                  <a:pos x="connsiteX3" y="connsiteY3"/>
                </a:cxn>
              </a:cxnLst>
              <a:rect l="l" t="t" r="r" b="b"/>
              <a:pathLst>
                <a:path w="142875" h="38100">
                  <a:moveTo>
                    <a:pt x="0" y="0"/>
                  </a:moveTo>
                  <a:lnTo>
                    <a:pt x="142875" y="0"/>
                  </a:lnTo>
                  <a:lnTo>
                    <a:pt x="142875" y="38100"/>
                  </a:lnTo>
                  <a:lnTo>
                    <a:pt x="0" y="38100"/>
                  </a:ln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69" name="Freihandform: Form 68">
              <a:extLst>
                <a:ext uri="{FF2B5EF4-FFF2-40B4-BE49-F238E27FC236}">
                  <a16:creationId xmlns:a16="http://schemas.microsoft.com/office/drawing/2014/main" id="{425D279D-2203-926A-A44A-94E12612BA9E}"/>
                </a:ext>
              </a:extLst>
            </p:cNvPr>
            <p:cNvSpPr>
              <a:spLocks noChangeAspect="1"/>
            </p:cNvSpPr>
            <p:nvPr/>
          </p:nvSpPr>
          <p:spPr>
            <a:xfrm>
              <a:off x="8663588" y="3829050"/>
              <a:ext cx="180975" cy="38100"/>
            </a:xfrm>
            <a:custGeom>
              <a:avLst/>
              <a:gdLst>
                <a:gd name="connsiteX0" fmla="*/ 0 w 180975"/>
                <a:gd name="connsiteY0" fmla="*/ 0 h 38100"/>
                <a:gd name="connsiteX1" fmla="*/ 180975 w 180975"/>
                <a:gd name="connsiteY1" fmla="*/ 0 h 38100"/>
                <a:gd name="connsiteX2" fmla="*/ 180975 w 180975"/>
                <a:gd name="connsiteY2" fmla="*/ 38100 h 38100"/>
                <a:gd name="connsiteX3" fmla="*/ 0 w 180975"/>
                <a:gd name="connsiteY3" fmla="*/ 38100 h 38100"/>
              </a:gdLst>
              <a:ahLst/>
              <a:cxnLst>
                <a:cxn ang="0">
                  <a:pos x="connsiteX0" y="connsiteY0"/>
                </a:cxn>
                <a:cxn ang="0">
                  <a:pos x="connsiteX1" y="connsiteY1"/>
                </a:cxn>
                <a:cxn ang="0">
                  <a:pos x="connsiteX2" y="connsiteY2"/>
                </a:cxn>
                <a:cxn ang="0">
                  <a:pos x="connsiteX3" y="connsiteY3"/>
                </a:cxn>
              </a:cxnLst>
              <a:rect l="l" t="t" r="r" b="b"/>
              <a:pathLst>
                <a:path w="180975" h="38100">
                  <a:moveTo>
                    <a:pt x="0" y="0"/>
                  </a:moveTo>
                  <a:lnTo>
                    <a:pt x="180975" y="0"/>
                  </a:lnTo>
                  <a:lnTo>
                    <a:pt x="180975" y="38100"/>
                  </a:lnTo>
                  <a:lnTo>
                    <a:pt x="0" y="38100"/>
                  </a:ln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70" name="Freihandform: Form 69">
              <a:extLst>
                <a:ext uri="{FF2B5EF4-FFF2-40B4-BE49-F238E27FC236}">
                  <a16:creationId xmlns:a16="http://schemas.microsoft.com/office/drawing/2014/main" id="{7ACEC756-E79E-AE50-1089-CE159513B9A5}"/>
                </a:ext>
              </a:extLst>
            </p:cNvPr>
            <p:cNvSpPr>
              <a:spLocks noChangeAspect="1"/>
            </p:cNvSpPr>
            <p:nvPr/>
          </p:nvSpPr>
          <p:spPr>
            <a:xfrm>
              <a:off x="8759638" y="4093206"/>
              <a:ext cx="84924" cy="86439"/>
            </a:xfrm>
            <a:custGeom>
              <a:avLst/>
              <a:gdLst>
                <a:gd name="connsiteX0" fmla="*/ 35281 w 84924"/>
                <a:gd name="connsiteY0" fmla="*/ 9916 h 86439"/>
                <a:gd name="connsiteX1" fmla="*/ 20355 w 84924"/>
                <a:gd name="connsiteY1" fmla="*/ 13097 h 86439"/>
                <a:gd name="connsiteX2" fmla="*/ 14126 w 84924"/>
                <a:gd name="connsiteY2" fmla="*/ 12592 h 86439"/>
                <a:gd name="connsiteX3" fmla="*/ 0 w 84924"/>
                <a:gd name="connsiteY3" fmla="*/ 17916 h 86439"/>
                <a:gd name="connsiteX4" fmla="*/ 38005 w 84924"/>
                <a:gd name="connsiteY4" fmla="*/ 86439 h 86439"/>
                <a:gd name="connsiteX5" fmla="*/ 53845 w 84924"/>
                <a:gd name="connsiteY5" fmla="*/ 60541 h 86439"/>
                <a:gd name="connsiteX6" fmla="*/ 84925 w 84924"/>
                <a:gd name="connsiteY6" fmla="*/ 65723 h 86439"/>
                <a:gd name="connsiteX7" fmla="*/ 48330 w 84924"/>
                <a:gd name="connsiteY7" fmla="*/ 0 h 86439"/>
                <a:gd name="connsiteX8" fmla="*/ 35281 w 84924"/>
                <a:gd name="connsiteY8" fmla="*/ 9916 h 86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24" h="86439">
                  <a:moveTo>
                    <a:pt x="35281" y="9916"/>
                  </a:moveTo>
                  <a:cubicBezTo>
                    <a:pt x="30590" y="12029"/>
                    <a:pt x="25500" y="13114"/>
                    <a:pt x="20355" y="13097"/>
                  </a:cubicBezTo>
                  <a:cubicBezTo>
                    <a:pt x="18268" y="13101"/>
                    <a:pt x="16185" y="12932"/>
                    <a:pt x="14126" y="12592"/>
                  </a:cubicBezTo>
                  <a:cubicBezTo>
                    <a:pt x="9820" y="15293"/>
                    <a:pt x="5017" y="17104"/>
                    <a:pt x="0" y="17916"/>
                  </a:cubicBezTo>
                  <a:lnTo>
                    <a:pt x="38005" y="86439"/>
                  </a:lnTo>
                  <a:lnTo>
                    <a:pt x="53845" y="60541"/>
                  </a:lnTo>
                  <a:lnTo>
                    <a:pt x="84925" y="65723"/>
                  </a:lnTo>
                  <a:lnTo>
                    <a:pt x="48330" y="0"/>
                  </a:lnTo>
                  <a:cubicBezTo>
                    <a:pt x="44768" y="4230"/>
                    <a:pt x="40311" y="7617"/>
                    <a:pt x="35281" y="9916"/>
                  </a:cubicBez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71" name="Freihandform: Form 70">
              <a:extLst>
                <a:ext uri="{FF2B5EF4-FFF2-40B4-BE49-F238E27FC236}">
                  <a16:creationId xmlns:a16="http://schemas.microsoft.com/office/drawing/2014/main" id="{3481EB06-9950-F896-A39C-C5B4557A0DF9}"/>
                </a:ext>
              </a:extLst>
            </p:cNvPr>
            <p:cNvSpPr>
              <a:spLocks noChangeAspect="1"/>
            </p:cNvSpPr>
            <p:nvPr/>
          </p:nvSpPr>
          <p:spPr>
            <a:xfrm>
              <a:off x="8663588" y="4091454"/>
              <a:ext cx="82505" cy="90020"/>
            </a:xfrm>
            <a:custGeom>
              <a:avLst/>
              <a:gdLst>
                <a:gd name="connsiteX0" fmla="*/ 71599 w 82505"/>
                <a:gd name="connsiteY0" fmla="*/ 15316 h 90020"/>
                <a:gd name="connsiteX1" fmla="*/ 66084 w 82505"/>
                <a:gd name="connsiteY1" fmla="*/ 15726 h 90020"/>
                <a:gd name="connsiteX2" fmla="*/ 52407 w 82505"/>
                <a:gd name="connsiteY2" fmla="*/ 13164 h 90020"/>
                <a:gd name="connsiteX3" fmla="*/ 35652 w 82505"/>
                <a:gd name="connsiteY3" fmla="*/ 295 h 90020"/>
                <a:gd name="connsiteX4" fmla="*/ 34614 w 82505"/>
                <a:gd name="connsiteY4" fmla="*/ 0 h 90020"/>
                <a:gd name="connsiteX5" fmla="*/ 0 w 82505"/>
                <a:gd name="connsiteY5" fmla="*/ 68113 h 90020"/>
                <a:gd name="connsiteX6" fmla="*/ 30775 w 82505"/>
                <a:gd name="connsiteY6" fmla="*/ 61103 h 90020"/>
                <a:gd name="connsiteX7" fmla="*/ 46311 w 82505"/>
                <a:gd name="connsiteY7" fmla="*/ 90021 h 90020"/>
                <a:gd name="connsiteX8" fmla="*/ 82506 w 82505"/>
                <a:gd name="connsiteY8" fmla="*/ 19383 h 90020"/>
                <a:gd name="connsiteX9" fmla="*/ 71599 w 82505"/>
                <a:gd name="connsiteY9" fmla="*/ 15316 h 90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505" h="90020">
                  <a:moveTo>
                    <a:pt x="71599" y="15316"/>
                  </a:moveTo>
                  <a:cubicBezTo>
                    <a:pt x="69774" y="15591"/>
                    <a:pt x="67930" y="15729"/>
                    <a:pt x="66084" y="15726"/>
                  </a:cubicBezTo>
                  <a:cubicBezTo>
                    <a:pt x="61406" y="15726"/>
                    <a:pt x="56768" y="14857"/>
                    <a:pt x="52407" y="13164"/>
                  </a:cubicBezTo>
                  <a:cubicBezTo>
                    <a:pt x="45684" y="10604"/>
                    <a:pt x="39859" y="6130"/>
                    <a:pt x="35652" y="295"/>
                  </a:cubicBezTo>
                  <a:cubicBezTo>
                    <a:pt x="35300" y="229"/>
                    <a:pt x="34966" y="86"/>
                    <a:pt x="34614" y="0"/>
                  </a:cubicBezTo>
                  <a:lnTo>
                    <a:pt x="0" y="68113"/>
                  </a:lnTo>
                  <a:lnTo>
                    <a:pt x="30775" y="61103"/>
                  </a:lnTo>
                  <a:lnTo>
                    <a:pt x="46311" y="90021"/>
                  </a:lnTo>
                  <a:lnTo>
                    <a:pt x="82506" y="19383"/>
                  </a:lnTo>
                  <a:cubicBezTo>
                    <a:pt x="78678" y="18611"/>
                    <a:pt x="74998" y="17238"/>
                    <a:pt x="71599" y="15316"/>
                  </a:cubicBez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72" name="Freihandform: Form 71">
              <a:extLst>
                <a:ext uri="{FF2B5EF4-FFF2-40B4-BE49-F238E27FC236}">
                  <a16:creationId xmlns:a16="http://schemas.microsoft.com/office/drawing/2014/main" id="{F366C438-3D29-D422-E727-2E7E8B8671CA}"/>
                </a:ext>
              </a:extLst>
            </p:cNvPr>
            <p:cNvSpPr>
              <a:spLocks noChangeAspect="1"/>
            </p:cNvSpPr>
            <p:nvPr/>
          </p:nvSpPr>
          <p:spPr>
            <a:xfrm>
              <a:off x="8664835" y="3920117"/>
              <a:ext cx="177289" cy="177261"/>
            </a:xfrm>
            <a:custGeom>
              <a:avLst/>
              <a:gdLst>
                <a:gd name="connsiteX0" fmla="*/ 87411 w 177289"/>
                <a:gd name="connsiteY0" fmla="*/ 141342 h 177261"/>
                <a:gd name="connsiteX1" fmla="*/ 34700 w 177289"/>
                <a:gd name="connsiteY1" fmla="*/ 88631 h 177261"/>
                <a:gd name="connsiteX2" fmla="*/ 87411 w 177289"/>
                <a:gd name="connsiteY2" fmla="*/ 35919 h 177261"/>
                <a:gd name="connsiteX3" fmla="*/ 140123 w 177289"/>
                <a:gd name="connsiteY3" fmla="*/ 88631 h 177261"/>
                <a:gd name="connsiteX4" fmla="*/ 140123 w 177289"/>
                <a:gd name="connsiteY4" fmla="*/ 88640 h 177261"/>
                <a:gd name="connsiteX5" fmla="*/ 87411 w 177289"/>
                <a:gd name="connsiteY5" fmla="*/ 141342 h 177261"/>
                <a:gd name="connsiteX6" fmla="*/ 177289 w 177289"/>
                <a:gd name="connsiteY6" fmla="*/ 88640 h 177261"/>
                <a:gd name="connsiteX7" fmla="*/ 169974 w 177289"/>
                <a:gd name="connsiteY7" fmla="*/ 71571 h 177261"/>
                <a:gd name="connsiteX8" fmla="*/ 169974 w 177289"/>
                <a:gd name="connsiteY8" fmla="*/ 52988 h 177261"/>
                <a:gd name="connsiteX9" fmla="*/ 158096 w 177289"/>
                <a:gd name="connsiteY9" fmla="*/ 41110 h 177261"/>
                <a:gd name="connsiteX10" fmla="*/ 151429 w 177289"/>
                <a:gd name="connsiteY10" fmla="*/ 25870 h 177261"/>
                <a:gd name="connsiteX11" fmla="*/ 134065 w 177289"/>
                <a:gd name="connsiteY11" fmla="*/ 19203 h 177261"/>
                <a:gd name="connsiteX12" fmla="*/ 120930 w 177289"/>
                <a:gd name="connsiteY12" fmla="*/ 6087 h 177261"/>
                <a:gd name="connsiteX13" fmla="*/ 104166 w 177289"/>
                <a:gd name="connsiteY13" fmla="*/ 6087 h 177261"/>
                <a:gd name="connsiteX14" fmla="*/ 88631 w 177289"/>
                <a:gd name="connsiteY14" fmla="*/ 1 h 177261"/>
                <a:gd name="connsiteX15" fmla="*/ 71571 w 177289"/>
                <a:gd name="connsiteY15" fmla="*/ 7306 h 177261"/>
                <a:gd name="connsiteX16" fmla="*/ 52988 w 177289"/>
                <a:gd name="connsiteY16" fmla="*/ 7306 h 177261"/>
                <a:gd name="connsiteX17" fmla="*/ 41101 w 177289"/>
                <a:gd name="connsiteY17" fmla="*/ 19193 h 177261"/>
                <a:gd name="connsiteX18" fmla="*/ 25861 w 177289"/>
                <a:gd name="connsiteY18" fmla="*/ 25861 h 177261"/>
                <a:gd name="connsiteX19" fmla="*/ 19193 w 177289"/>
                <a:gd name="connsiteY19" fmla="*/ 43235 h 177261"/>
                <a:gd name="connsiteX20" fmla="*/ 6096 w 177289"/>
                <a:gd name="connsiteY20" fmla="*/ 56331 h 177261"/>
                <a:gd name="connsiteX21" fmla="*/ 6096 w 177289"/>
                <a:gd name="connsiteY21" fmla="*/ 73086 h 177261"/>
                <a:gd name="connsiteX22" fmla="*/ 0 w 177289"/>
                <a:gd name="connsiteY22" fmla="*/ 88631 h 177261"/>
                <a:gd name="connsiteX23" fmla="*/ 7316 w 177289"/>
                <a:gd name="connsiteY23" fmla="*/ 105690 h 177261"/>
                <a:gd name="connsiteX24" fmla="*/ 7316 w 177289"/>
                <a:gd name="connsiteY24" fmla="*/ 124273 h 177261"/>
                <a:gd name="connsiteX25" fmla="*/ 19193 w 177289"/>
                <a:gd name="connsiteY25" fmla="*/ 136160 h 177261"/>
                <a:gd name="connsiteX26" fmla="*/ 25861 w 177289"/>
                <a:gd name="connsiteY26" fmla="*/ 151400 h 177261"/>
                <a:gd name="connsiteX27" fmla="*/ 43225 w 177289"/>
                <a:gd name="connsiteY27" fmla="*/ 158068 h 177261"/>
                <a:gd name="connsiteX28" fmla="*/ 56322 w 177289"/>
                <a:gd name="connsiteY28" fmla="*/ 171165 h 177261"/>
                <a:gd name="connsiteX29" fmla="*/ 73086 w 177289"/>
                <a:gd name="connsiteY29" fmla="*/ 171165 h 177261"/>
                <a:gd name="connsiteX30" fmla="*/ 88621 w 177289"/>
                <a:gd name="connsiteY30" fmla="*/ 177261 h 177261"/>
                <a:gd name="connsiteX31" fmla="*/ 105680 w 177289"/>
                <a:gd name="connsiteY31" fmla="*/ 169946 h 177261"/>
                <a:gd name="connsiteX32" fmla="*/ 124264 w 177289"/>
                <a:gd name="connsiteY32" fmla="*/ 169946 h 177261"/>
                <a:gd name="connsiteX33" fmla="*/ 136151 w 177289"/>
                <a:gd name="connsiteY33" fmla="*/ 158068 h 177261"/>
                <a:gd name="connsiteX34" fmla="*/ 151391 w 177289"/>
                <a:gd name="connsiteY34" fmla="*/ 151400 h 177261"/>
                <a:gd name="connsiteX35" fmla="*/ 158058 w 177289"/>
                <a:gd name="connsiteY35" fmla="*/ 134036 h 177261"/>
                <a:gd name="connsiteX36" fmla="*/ 171155 w 177289"/>
                <a:gd name="connsiteY36" fmla="*/ 120901 h 177261"/>
                <a:gd name="connsiteX37" fmla="*/ 171155 w 177289"/>
                <a:gd name="connsiteY37" fmla="*/ 104147 h 177261"/>
                <a:gd name="connsiteX38" fmla="*/ 177289 w 177289"/>
                <a:gd name="connsiteY38" fmla="*/ 88612 h 1772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77289" h="177261">
                  <a:moveTo>
                    <a:pt x="87411" y="141342"/>
                  </a:moveTo>
                  <a:cubicBezTo>
                    <a:pt x="58300" y="141342"/>
                    <a:pt x="34700" y="117742"/>
                    <a:pt x="34700" y="88631"/>
                  </a:cubicBezTo>
                  <a:cubicBezTo>
                    <a:pt x="34700" y="59519"/>
                    <a:pt x="58300" y="35919"/>
                    <a:pt x="87411" y="35919"/>
                  </a:cubicBezTo>
                  <a:cubicBezTo>
                    <a:pt x="116523" y="35919"/>
                    <a:pt x="140123" y="59519"/>
                    <a:pt x="140123" y="88631"/>
                  </a:cubicBezTo>
                  <a:cubicBezTo>
                    <a:pt x="140123" y="88634"/>
                    <a:pt x="140123" y="88637"/>
                    <a:pt x="140123" y="88640"/>
                  </a:cubicBezTo>
                  <a:cubicBezTo>
                    <a:pt x="140112" y="117746"/>
                    <a:pt x="116517" y="141337"/>
                    <a:pt x="87411" y="141342"/>
                  </a:cubicBezTo>
                  <a:close/>
                  <a:moveTo>
                    <a:pt x="177289" y="88640"/>
                  </a:moveTo>
                  <a:cubicBezTo>
                    <a:pt x="177330" y="82181"/>
                    <a:pt x="174679" y="75997"/>
                    <a:pt x="169974" y="71571"/>
                  </a:cubicBezTo>
                  <a:cubicBezTo>
                    <a:pt x="172565" y="65648"/>
                    <a:pt x="172565" y="58912"/>
                    <a:pt x="169974" y="52988"/>
                  </a:cubicBezTo>
                  <a:cubicBezTo>
                    <a:pt x="167689" y="47649"/>
                    <a:pt x="163435" y="43396"/>
                    <a:pt x="158096" y="41110"/>
                  </a:cubicBezTo>
                  <a:cubicBezTo>
                    <a:pt x="157833" y="35381"/>
                    <a:pt x="155459" y="29952"/>
                    <a:pt x="151429" y="25870"/>
                  </a:cubicBezTo>
                  <a:cubicBezTo>
                    <a:pt x="146874" y="21246"/>
                    <a:pt x="140544" y="18815"/>
                    <a:pt x="134065" y="19203"/>
                  </a:cubicBezTo>
                  <a:cubicBezTo>
                    <a:pt x="131805" y="13127"/>
                    <a:pt x="127009" y="8338"/>
                    <a:pt x="120930" y="6087"/>
                  </a:cubicBezTo>
                  <a:cubicBezTo>
                    <a:pt x="115545" y="3952"/>
                    <a:pt x="109550" y="3952"/>
                    <a:pt x="104166" y="6087"/>
                  </a:cubicBezTo>
                  <a:cubicBezTo>
                    <a:pt x="99904" y="2228"/>
                    <a:pt x="94379" y="63"/>
                    <a:pt x="88631" y="1"/>
                  </a:cubicBezTo>
                  <a:cubicBezTo>
                    <a:pt x="82175" y="-44"/>
                    <a:pt x="75993" y="2603"/>
                    <a:pt x="71571" y="7306"/>
                  </a:cubicBezTo>
                  <a:cubicBezTo>
                    <a:pt x="65648" y="4715"/>
                    <a:pt x="58912" y="4715"/>
                    <a:pt x="52988" y="7306"/>
                  </a:cubicBezTo>
                  <a:cubicBezTo>
                    <a:pt x="47647" y="9597"/>
                    <a:pt x="43392" y="13853"/>
                    <a:pt x="41101" y="19193"/>
                  </a:cubicBezTo>
                  <a:cubicBezTo>
                    <a:pt x="35372" y="19457"/>
                    <a:pt x="29942" y="21832"/>
                    <a:pt x="25861" y="25861"/>
                  </a:cubicBezTo>
                  <a:cubicBezTo>
                    <a:pt x="21233" y="30417"/>
                    <a:pt x="18802" y="36752"/>
                    <a:pt x="19193" y="43235"/>
                  </a:cubicBezTo>
                  <a:cubicBezTo>
                    <a:pt x="13130" y="45486"/>
                    <a:pt x="8348" y="50268"/>
                    <a:pt x="6096" y="56331"/>
                  </a:cubicBezTo>
                  <a:cubicBezTo>
                    <a:pt x="3963" y="61712"/>
                    <a:pt x="3963" y="67705"/>
                    <a:pt x="6096" y="73086"/>
                  </a:cubicBezTo>
                  <a:cubicBezTo>
                    <a:pt x="2236" y="77350"/>
                    <a:pt x="68" y="82879"/>
                    <a:pt x="0" y="88631"/>
                  </a:cubicBezTo>
                  <a:cubicBezTo>
                    <a:pt x="-39" y="95087"/>
                    <a:pt x="2612" y="101267"/>
                    <a:pt x="7316" y="105690"/>
                  </a:cubicBezTo>
                  <a:cubicBezTo>
                    <a:pt x="4724" y="111614"/>
                    <a:pt x="4724" y="118350"/>
                    <a:pt x="7316" y="124273"/>
                  </a:cubicBezTo>
                  <a:cubicBezTo>
                    <a:pt x="9604" y="129613"/>
                    <a:pt x="13855" y="133869"/>
                    <a:pt x="19193" y="136160"/>
                  </a:cubicBezTo>
                  <a:cubicBezTo>
                    <a:pt x="19456" y="141890"/>
                    <a:pt x="21831" y="147319"/>
                    <a:pt x="25861" y="151400"/>
                  </a:cubicBezTo>
                  <a:cubicBezTo>
                    <a:pt x="30413" y="156028"/>
                    <a:pt x="36745" y="158459"/>
                    <a:pt x="43225" y="158068"/>
                  </a:cubicBezTo>
                  <a:cubicBezTo>
                    <a:pt x="45481" y="164128"/>
                    <a:pt x="50262" y="168907"/>
                    <a:pt x="56322" y="171165"/>
                  </a:cubicBezTo>
                  <a:cubicBezTo>
                    <a:pt x="61706" y="173299"/>
                    <a:pt x="67701" y="173299"/>
                    <a:pt x="73086" y="171165"/>
                  </a:cubicBezTo>
                  <a:cubicBezTo>
                    <a:pt x="77346" y="175024"/>
                    <a:pt x="82872" y="177193"/>
                    <a:pt x="88621" y="177261"/>
                  </a:cubicBezTo>
                  <a:cubicBezTo>
                    <a:pt x="95077" y="177302"/>
                    <a:pt x="101259" y="174651"/>
                    <a:pt x="105680" y="169946"/>
                  </a:cubicBezTo>
                  <a:cubicBezTo>
                    <a:pt x="111604" y="172536"/>
                    <a:pt x="118340" y="172536"/>
                    <a:pt x="124264" y="169946"/>
                  </a:cubicBezTo>
                  <a:cubicBezTo>
                    <a:pt x="129601" y="167656"/>
                    <a:pt x="133856" y="163404"/>
                    <a:pt x="136151" y="158068"/>
                  </a:cubicBezTo>
                  <a:cubicBezTo>
                    <a:pt x="141881" y="157807"/>
                    <a:pt x="147310" y="155431"/>
                    <a:pt x="151391" y="151400"/>
                  </a:cubicBezTo>
                  <a:cubicBezTo>
                    <a:pt x="156017" y="146847"/>
                    <a:pt x="158448" y="140516"/>
                    <a:pt x="158058" y="134036"/>
                  </a:cubicBezTo>
                  <a:cubicBezTo>
                    <a:pt x="164129" y="131774"/>
                    <a:pt x="168911" y="126978"/>
                    <a:pt x="171155" y="120901"/>
                  </a:cubicBezTo>
                  <a:cubicBezTo>
                    <a:pt x="173289" y="115521"/>
                    <a:pt x="173289" y="109528"/>
                    <a:pt x="171155" y="104147"/>
                  </a:cubicBezTo>
                  <a:cubicBezTo>
                    <a:pt x="175077" y="99922"/>
                    <a:pt x="177266" y="94376"/>
                    <a:pt x="177289" y="88612"/>
                  </a:cubicBez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79" name="Freihandform: Form 78">
              <a:extLst>
                <a:ext uri="{FF2B5EF4-FFF2-40B4-BE49-F238E27FC236}">
                  <a16:creationId xmlns:a16="http://schemas.microsoft.com/office/drawing/2014/main" id="{53766553-E525-BDFB-19DC-B00EA4882EA2}"/>
                </a:ext>
              </a:extLst>
            </p:cNvPr>
            <p:cNvSpPr>
              <a:spLocks noChangeAspect="1"/>
            </p:cNvSpPr>
            <p:nvPr/>
          </p:nvSpPr>
          <p:spPr>
            <a:xfrm>
              <a:off x="8882663" y="4113505"/>
              <a:ext cx="142875" cy="38100"/>
            </a:xfrm>
            <a:custGeom>
              <a:avLst/>
              <a:gdLst>
                <a:gd name="connsiteX0" fmla="*/ 0 w 142875"/>
                <a:gd name="connsiteY0" fmla="*/ 0 h 38100"/>
                <a:gd name="connsiteX1" fmla="*/ 142875 w 142875"/>
                <a:gd name="connsiteY1" fmla="*/ 0 h 38100"/>
                <a:gd name="connsiteX2" fmla="*/ 142875 w 142875"/>
                <a:gd name="connsiteY2" fmla="*/ 38100 h 38100"/>
                <a:gd name="connsiteX3" fmla="*/ 0 w 142875"/>
                <a:gd name="connsiteY3" fmla="*/ 38100 h 38100"/>
              </a:gdLst>
              <a:ahLst/>
              <a:cxnLst>
                <a:cxn ang="0">
                  <a:pos x="connsiteX0" y="connsiteY0"/>
                </a:cxn>
                <a:cxn ang="0">
                  <a:pos x="connsiteX1" y="connsiteY1"/>
                </a:cxn>
                <a:cxn ang="0">
                  <a:pos x="connsiteX2" y="connsiteY2"/>
                </a:cxn>
                <a:cxn ang="0">
                  <a:pos x="connsiteX3" y="connsiteY3"/>
                </a:cxn>
              </a:cxnLst>
              <a:rect l="l" t="t" r="r" b="b"/>
              <a:pathLst>
                <a:path w="142875" h="38100">
                  <a:moveTo>
                    <a:pt x="0" y="0"/>
                  </a:moveTo>
                  <a:lnTo>
                    <a:pt x="142875" y="0"/>
                  </a:lnTo>
                  <a:lnTo>
                    <a:pt x="142875" y="38100"/>
                  </a:lnTo>
                  <a:lnTo>
                    <a:pt x="0" y="38100"/>
                  </a:ln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80" name="Freihandform: Form 79">
              <a:extLst>
                <a:ext uri="{FF2B5EF4-FFF2-40B4-BE49-F238E27FC236}">
                  <a16:creationId xmlns:a16="http://schemas.microsoft.com/office/drawing/2014/main" id="{5464DE23-04DA-215B-ACE6-BBEF58996ED1}"/>
                </a:ext>
              </a:extLst>
            </p:cNvPr>
            <p:cNvSpPr>
              <a:spLocks noChangeAspect="1"/>
            </p:cNvSpPr>
            <p:nvPr/>
          </p:nvSpPr>
          <p:spPr>
            <a:xfrm>
              <a:off x="8882662" y="3949554"/>
              <a:ext cx="142875" cy="38100"/>
            </a:xfrm>
            <a:custGeom>
              <a:avLst/>
              <a:gdLst>
                <a:gd name="connsiteX0" fmla="*/ 0 w 142875"/>
                <a:gd name="connsiteY0" fmla="*/ 0 h 38100"/>
                <a:gd name="connsiteX1" fmla="*/ 142875 w 142875"/>
                <a:gd name="connsiteY1" fmla="*/ 0 h 38100"/>
                <a:gd name="connsiteX2" fmla="*/ 142875 w 142875"/>
                <a:gd name="connsiteY2" fmla="*/ 38100 h 38100"/>
                <a:gd name="connsiteX3" fmla="*/ 0 w 142875"/>
                <a:gd name="connsiteY3" fmla="*/ 38100 h 38100"/>
              </a:gdLst>
              <a:ahLst/>
              <a:cxnLst>
                <a:cxn ang="0">
                  <a:pos x="connsiteX0" y="connsiteY0"/>
                </a:cxn>
                <a:cxn ang="0">
                  <a:pos x="connsiteX1" y="connsiteY1"/>
                </a:cxn>
                <a:cxn ang="0">
                  <a:pos x="connsiteX2" y="connsiteY2"/>
                </a:cxn>
                <a:cxn ang="0">
                  <a:pos x="connsiteX3" y="connsiteY3"/>
                </a:cxn>
              </a:cxnLst>
              <a:rect l="l" t="t" r="r" b="b"/>
              <a:pathLst>
                <a:path w="142875" h="38100">
                  <a:moveTo>
                    <a:pt x="0" y="0"/>
                  </a:moveTo>
                  <a:lnTo>
                    <a:pt x="142875" y="0"/>
                  </a:lnTo>
                  <a:lnTo>
                    <a:pt x="142875" y="38100"/>
                  </a:lnTo>
                  <a:lnTo>
                    <a:pt x="0" y="38100"/>
                  </a:ln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pic>
        <p:nvPicPr>
          <p:cNvPr id="82" name="Grafik 81" descr="Prost mit einfarbiger Füllung">
            <a:extLst>
              <a:ext uri="{FF2B5EF4-FFF2-40B4-BE49-F238E27FC236}">
                <a16:creationId xmlns:a16="http://schemas.microsoft.com/office/drawing/2014/main" id="{B6833B98-617B-A747-BD9A-EA212ECE766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840181" y="4168349"/>
            <a:ext cx="729005" cy="729005"/>
          </a:xfrm>
          <a:prstGeom prst="rect">
            <a:avLst/>
          </a:prstGeom>
        </p:spPr>
      </p:pic>
      <p:grpSp>
        <p:nvGrpSpPr>
          <p:cNvPr id="288" name="Gruppieren 287">
            <a:extLst>
              <a:ext uri="{FF2B5EF4-FFF2-40B4-BE49-F238E27FC236}">
                <a16:creationId xmlns:a16="http://schemas.microsoft.com/office/drawing/2014/main" id="{45FAAA8F-A78A-973F-50B5-AA8549BA512E}"/>
              </a:ext>
            </a:extLst>
          </p:cNvPr>
          <p:cNvGrpSpPr>
            <a:grpSpLocks noChangeAspect="1"/>
          </p:cNvGrpSpPr>
          <p:nvPr/>
        </p:nvGrpSpPr>
        <p:grpSpPr>
          <a:xfrm>
            <a:off x="9981770" y="1660005"/>
            <a:ext cx="462806" cy="597169"/>
            <a:chOff x="10139888" y="2997584"/>
            <a:chExt cx="462806" cy="597169"/>
          </a:xfrm>
        </p:grpSpPr>
        <p:sp>
          <p:nvSpPr>
            <p:cNvPr id="114" name="Freihandform: Form 113">
              <a:extLst>
                <a:ext uri="{FF2B5EF4-FFF2-40B4-BE49-F238E27FC236}">
                  <a16:creationId xmlns:a16="http://schemas.microsoft.com/office/drawing/2014/main" id="{CA1B2E5B-6A5D-EFFB-15F3-556BB9CC5275}"/>
                </a:ext>
              </a:extLst>
            </p:cNvPr>
            <p:cNvSpPr/>
            <p:nvPr/>
          </p:nvSpPr>
          <p:spPr>
            <a:xfrm>
              <a:off x="10139888" y="2997584"/>
              <a:ext cx="462806" cy="597169"/>
            </a:xfrm>
            <a:custGeom>
              <a:avLst/>
              <a:gdLst>
                <a:gd name="connsiteX0" fmla="*/ 57150 w 590550"/>
                <a:gd name="connsiteY0" fmla="*/ 704850 h 762000"/>
                <a:gd name="connsiteX1" fmla="*/ 57150 w 590550"/>
                <a:gd name="connsiteY1" fmla="*/ 57150 h 762000"/>
                <a:gd name="connsiteX2" fmla="*/ 295275 w 590550"/>
                <a:gd name="connsiteY2" fmla="*/ 57150 h 762000"/>
                <a:gd name="connsiteX3" fmla="*/ 295275 w 590550"/>
                <a:gd name="connsiteY3" fmla="*/ 257175 h 762000"/>
                <a:gd name="connsiteX4" fmla="*/ 533400 w 590550"/>
                <a:gd name="connsiteY4" fmla="*/ 257175 h 762000"/>
                <a:gd name="connsiteX5" fmla="*/ 533400 w 590550"/>
                <a:gd name="connsiteY5" fmla="*/ 704850 h 762000"/>
                <a:gd name="connsiteX6" fmla="*/ 57150 w 590550"/>
                <a:gd name="connsiteY6" fmla="*/ 704850 h 762000"/>
                <a:gd name="connsiteX7" fmla="*/ 352425 w 590550"/>
                <a:gd name="connsiteY7" fmla="*/ 80963 h 762000"/>
                <a:gd name="connsiteX8" fmla="*/ 471488 w 590550"/>
                <a:gd name="connsiteY8" fmla="*/ 200025 h 762000"/>
                <a:gd name="connsiteX9" fmla="*/ 352425 w 590550"/>
                <a:gd name="connsiteY9" fmla="*/ 200025 h 762000"/>
                <a:gd name="connsiteX10" fmla="*/ 352425 w 590550"/>
                <a:gd name="connsiteY10" fmla="*/ 80963 h 762000"/>
                <a:gd name="connsiteX11" fmla="*/ 352425 w 590550"/>
                <a:gd name="connsiteY11" fmla="*/ 0 h 762000"/>
                <a:gd name="connsiteX12" fmla="*/ 0 w 590550"/>
                <a:gd name="connsiteY12" fmla="*/ 0 h 762000"/>
                <a:gd name="connsiteX13" fmla="*/ 0 w 590550"/>
                <a:gd name="connsiteY13" fmla="*/ 762000 h 762000"/>
                <a:gd name="connsiteX14" fmla="*/ 590550 w 590550"/>
                <a:gd name="connsiteY14" fmla="*/ 762000 h 762000"/>
                <a:gd name="connsiteX15" fmla="*/ 590550 w 590550"/>
                <a:gd name="connsiteY15" fmla="*/ 209550 h 762000"/>
                <a:gd name="connsiteX16" fmla="*/ 352425 w 590550"/>
                <a:gd name="connsiteY16" fmla="*/ 0 h 76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90550" h="762000">
                  <a:moveTo>
                    <a:pt x="57150" y="704850"/>
                  </a:moveTo>
                  <a:lnTo>
                    <a:pt x="57150" y="57150"/>
                  </a:lnTo>
                  <a:lnTo>
                    <a:pt x="295275" y="57150"/>
                  </a:lnTo>
                  <a:lnTo>
                    <a:pt x="295275" y="257175"/>
                  </a:lnTo>
                  <a:lnTo>
                    <a:pt x="533400" y="257175"/>
                  </a:lnTo>
                  <a:lnTo>
                    <a:pt x="533400" y="704850"/>
                  </a:lnTo>
                  <a:lnTo>
                    <a:pt x="57150" y="704850"/>
                  </a:lnTo>
                  <a:close/>
                  <a:moveTo>
                    <a:pt x="352425" y="80963"/>
                  </a:moveTo>
                  <a:lnTo>
                    <a:pt x="471488" y="200025"/>
                  </a:lnTo>
                  <a:lnTo>
                    <a:pt x="352425" y="200025"/>
                  </a:lnTo>
                  <a:lnTo>
                    <a:pt x="352425" y="80963"/>
                  </a:lnTo>
                  <a:close/>
                  <a:moveTo>
                    <a:pt x="352425" y="0"/>
                  </a:moveTo>
                  <a:lnTo>
                    <a:pt x="0" y="0"/>
                  </a:lnTo>
                  <a:lnTo>
                    <a:pt x="0" y="762000"/>
                  </a:lnTo>
                  <a:lnTo>
                    <a:pt x="590550" y="762000"/>
                  </a:lnTo>
                  <a:lnTo>
                    <a:pt x="590550" y="209550"/>
                  </a:lnTo>
                  <a:lnTo>
                    <a:pt x="352425" y="0"/>
                  </a:lnTo>
                  <a:close/>
                </a:path>
              </a:pathLst>
            </a:custGeom>
            <a:solidFill>
              <a:schemeClr val="tx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15" name="Freihandform: Form 114">
              <a:extLst>
                <a:ext uri="{FF2B5EF4-FFF2-40B4-BE49-F238E27FC236}">
                  <a16:creationId xmlns:a16="http://schemas.microsoft.com/office/drawing/2014/main" id="{04315916-3F1A-ED96-E172-FB359EF5D1AA}"/>
                </a:ext>
              </a:extLst>
            </p:cNvPr>
            <p:cNvSpPr/>
            <p:nvPr/>
          </p:nvSpPr>
          <p:spPr>
            <a:xfrm>
              <a:off x="10229463" y="3273775"/>
              <a:ext cx="283655" cy="29858"/>
            </a:xfrm>
            <a:custGeom>
              <a:avLst/>
              <a:gdLst>
                <a:gd name="connsiteX0" fmla="*/ 0 w 361950"/>
                <a:gd name="connsiteY0" fmla="*/ 0 h 38100"/>
                <a:gd name="connsiteX1" fmla="*/ 361950 w 361950"/>
                <a:gd name="connsiteY1" fmla="*/ 0 h 38100"/>
                <a:gd name="connsiteX2" fmla="*/ 361950 w 361950"/>
                <a:gd name="connsiteY2" fmla="*/ 38100 h 38100"/>
                <a:gd name="connsiteX3" fmla="*/ 0 w 361950"/>
                <a:gd name="connsiteY3" fmla="*/ 38100 h 38100"/>
              </a:gdLst>
              <a:ahLst/>
              <a:cxnLst>
                <a:cxn ang="0">
                  <a:pos x="connsiteX0" y="connsiteY0"/>
                </a:cxn>
                <a:cxn ang="0">
                  <a:pos x="connsiteX1" y="connsiteY1"/>
                </a:cxn>
                <a:cxn ang="0">
                  <a:pos x="connsiteX2" y="connsiteY2"/>
                </a:cxn>
                <a:cxn ang="0">
                  <a:pos x="connsiteX3" y="connsiteY3"/>
                </a:cxn>
              </a:cxnLst>
              <a:rect l="l" t="t" r="r" b="b"/>
              <a:pathLst>
                <a:path w="361950" h="38100">
                  <a:moveTo>
                    <a:pt x="0" y="0"/>
                  </a:moveTo>
                  <a:lnTo>
                    <a:pt x="361950" y="0"/>
                  </a:lnTo>
                  <a:lnTo>
                    <a:pt x="361950" y="38100"/>
                  </a:lnTo>
                  <a:lnTo>
                    <a:pt x="0" y="38100"/>
                  </a:ln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17" name="Freihandform: Form 116">
              <a:extLst>
                <a:ext uri="{FF2B5EF4-FFF2-40B4-BE49-F238E27FC236}">
                  <a16:creationId xmlns:a16="http://schemas.microsoft.com/office/drawing/2014/main" id="{917D6110-0700-89EE-1013-5B8848702251}"/>
                </a:ext>
              </a:extLst>
            </p:cNvPr>
            <p:cNvSpPr/>
            <p:nvPr/>
          </p:nvSpPr>
          <p:spPr>
            <a:xfrm>
              <a:off x="10229463" y="3333492"/>
              <a:ext cx="283655" cy="29858"/>
            </a:xfrm>
            <a:custGeom>
              <a:avLst/>
              <a:gdLst>
                <a:gd name="connsiteX0" fmla="*/ 0 w 361950"/>
                <a:gd name="connsiteY0" fmla="*/ 0 h 38100"/>
                <a:gd name="connsiteX1" fmla="*/ 361950 w 361950"/>
                <a:gd name="connsiteY1" fmla="*/ 0 h 38100"/>
                <a:gd name="connsiteX2" fmla="*/ 361950 w 361950"/>
                <a:gd name="connsiteY2" fmla="*/ 38100 h 38100"/>
                <a:gd name="connsiteX3" fmla="*/ 0 w 361950"/>
                <a:gd name="connsiteY3" fmla="*/ 38100 h 38100"/>
              </a:gdLst>
              <a:ahLst/>
              <a:cxnLst>
                <a:cxn ang="0">
                  <a:pos x="connsiteX0" y="connsiteY0"/>
                </a:cxn>
                <a:cxn ang="0">
                  <a:pos x="connsiteX1" y="connsiteY1"/>
                </a:cxn>
                <a:cxn ang="0">
                  <a:pos x="connsiteX2" y="connsiteY2"/>
                </a:cxn>
                <a:cxn ang="0">
                  <a:pos x="connsiteX3" y="connsiteY3"/>
                </a:cxn>
              </a:cxnLst>
              <a:rect l="l" t="t" r="r" b="b"/>
              <a:pathLst>
                <a:path w="361950" h="38100">
                  <a:moveTo>
                    <a:pt x="0" y="0"/>
                  </a:moveTo>
                  <a:lnTo>
                    <a:pt x="361950" y="0"/>
                  </a:lnTo>
                  <a:lnTo>
                    <a:pt x="361950" y="38100"/>
                  </a:lnTo>
                  <a:lnTo>
                    <a:pt x="0" y="38100"/>
                  </a:ln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18" name="Freihandform: Form 117">
              <a:extLst>
                <a:ext uri="{FF2B5EF4-FFF2-40B4-BE49-F238E27FC236}">
                  <a16:creationId xmlns:a16="http://schemas.microsoft.com/office/drawing/2014/main" id="{D78440FE-20D7-C5C1-079E-BB5B3E6040EE}"/>
                </a:ext>
              </a:extLst>
            </p:cNvPr>
            <p:cNvSpPr/>
            <p:nvPr/>
          </p:nvSpPr>
          <p:spPr>
            <a:xfrm>
              <a:off x="10229463" y="3393208"/>
              <a:ext cx="283655" cy="29858"/>
            </a:xfrm>
            <a:custGeom>
              <a:avLst/>
              <a:gdLst>
                <a:gd name="connsiteX0" fmla="*/ 0 w 361950"/>
                <a:gd name="connsiteY0" fmla="*/ 0 h 38100"/>
                <a:gd name="connsiteX1" fmla="*/ 361950 w 361950"/>
                <a:gd name="connsiteY1" fmla="*/ 0 h 38100"/>
                <a:gd name="connsiteX2" fmla="*/ 361950 w 361950"/>
                <a:gd name="connsiteY2" fmla="*/ 38100 h 38100"/>
                <a:gd name="connsiteX3" fmla="*/ 0 w 361950"/>
                <a:gd name="connsiteY3" fmla="*/ 38100 h 38100"/>
              </a:gdLst>
              <a:ahLst/>
              <a:cxnLst>
                <a:cxn ang="0">
                  <a:pos x="connsiteX0" y="connsiteY0"/>
                </a:cxn>
                <a:cxn ang="0">
                  <a:pos x="connsiteX1" y="connsiteY1"/>
                </a:cxn>
                <a:cxn ang="0">
                  <a:pos x="connsiteX2" y="connsiteY2"/>
                </a:cxn>
                <a:cxn ang="0">
                  <a:pos x="connsiteX3" y="connsiteY3"/>
                </a:cxn>
              </a:cxnLst>
              <a:rect l="l" t="t" r="r" b="b"/>
              <a:pathLst>
                <a:path w="361950" h="38100">
                  <a:moveTo>
                    <a:pt x="0" y="0"/>
                  </a:moveTo>
                  <a:lnTo>
                    <a:pt x="361950" y="0"/>
                  </a:lnTo>
                  <a:lnTo>
                    <a:pt x="361950" y="38100"/>
                  </a:lnTo>
                  <a:lnTo>
                    <a:pt x="0" y="38100"/>
                  </a:ln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19" name="Freihandform: Form 118">
              <a:extLst>
                <a:ext uri="{FF2B5EF4-FFF2-40B4-BE49-F238E27FC236}">
                  <a16:creationId xmlns:a16="http://schemas.microsoft.com/office/drawing/2014/main" id="{5D5D1739-8FE0-F289-9249-A3B1F73BB0C8}"/>
                </a:ext>
              </a:extLst>
            </p:cNvPr>
            <p:cNvSpPr/>
            <p:nvPr/>
          </p:nvSpPr>
          <p:spPr>
            <a:xfrm>
              <a:off x="10229463" y="3452925"/>
              <a:ext cx="283655" cy="29858"/>
            </a:xfrm>
            <a:custGeom>
              <a:avLst/>
              <a:gdLst>
                <a:gd name="connsiteX0" fmla="*/ 0 w 361950"/>
                <a:gd name="connsiteY0" fmla="*/ 0 h 38100"/>
                <a:gd name="connsiteX1" fmla="*/ 361950 w 361950"/>
                <a:gd name="connsiteY1" fmla="*/ 0 h 38100"/>
                <a:gd name="connsiteX2" fmla="*/ 361950 w 361950"/>
                <a:gd name="connsiteY2" fmla="*/ 38100 h 38100"/>
                <a:gd name="connsiteX3" fmla="*/ 0 w 361950"/>
                <a:gd name="connsiteY3" fmla="*/ 38100 h 38100"/>
              </a:gdLst>
              <a:ahLst/>
              <a:cxnLst>
                <a:cxn ang="0">
                  <a:pos x="connsiteX0" y="connsiteY0"/>
                </a:cxn>
                <a:cxn ang="0">
                  <a:pos x="connsiteX1" y="connsiteY1"/>
                </a:cxn>
                <a:cxn ang="0">
                  <a:pos x="connsiteX2" y="connsiteY2"/>
                </a:cxn>
                <a:cxn ang="0">
                  <a:pos x="connsiteX3" y="connsiteY3"/>
                </a:cxn>
              </a:cxnLst>
              <a:rect l="l" t="t" r="r" b="b"/>
              <a:pathLst>
                <a:path w="361950" h="38100">
                  <a:moveTo>
                    <a:pt x="0" y="0"/>
                  </a:moveTo>
                  <a:lnTo>
                    <a:pt x="361950" y="0"/>
                  </a:lnTo>
                  <a:lnTo>
                    <a:pt x="361950" y="38100"/>
                  </a:lnTo>
                  <a:lnTo>
                    <a:pt x="0" y="38100"/>
                  </a:ln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20" name="Grafik 89" descr="Euro mit einfarbiger Füllung">
              <a:extLst>
                <a:ext uri="{FF2B5EF4-FFF2-40B4-BE49-F238E27FC236}">
                  <a16:creationId xmlns:a16="http://schemas.microsoft.com/office/drawing/2014/main" id="{CEBBBA36-44FF-DF87-92A7-36AE8ADDD483}"/>
                </a:ext>
              </a:extLst>
            </p:cNvPr>
            <p:cNvSpPr>
              <a:spLocks noChangeAspect="1"/>
            </p:cNvSpPr>
            <p:nvPr/>
          </p:nvSpPr>
          <p:spPr>
            <a:xfrm>
              <a:off x="10213428" y="3079931"/>
              <a:ext cx="111210" cy="149765"/>
            </a:xfrm>
            <a:custGeom>
              <a:avLst/>
              <a:gdLst>
                <a:gd name="connsiteX0" fmla="*/ 265443 w 281429"/>
                <a:gd name="connsiteY0" fmla="*/ 323605 h 378996"/>
                <a:gd name="connsiteX1" fmla="*/ 182210 w 281429"/>
                <a:gd name="connsiteY1" fmla="*/ 349843 h 378996"/>
                <a:gd name="connsiteX2" fmla="*/ 66810 w 281429"/>
                <a:gd name="connsiteY2" fmla="*/ 233229 h 378996"/>
                <a:gd name="connsiteX3" fmla="*/ 204075 w 281429"/>
                <a:gd name="connsiteY3" fmla="*/ 233229 h 378996"/>
                <a:gd name="connsiteX4" fmla="*/ 204075 w 281429"/>
                <a:gd name="connsiteY4" fmla="*/ 204075 h 378996"/>
                <a:gd name="connsiteX5" fmla="*/ 63458 w 281429"/>
                <a:gd name="connsiteY5" fmla="*/ 204075 h 378996"/>
                <a:gd name="connsiteX6" fmla="*/ 63166 w 281429"/>
                <a:gd name="connsiteY6" fmla="*/ 189498 h 378996"/>
                <a:gd name="connsiteX7" fmla="*/ 63555 w 281429"/>
                <a:gd name="connsiteY7" fmla="*/ 174921 h 378996"/>
                <a:gd name="connsiteX8" fmla="*/ 204075 w 281429"/>
                <a:gd name="connsiteY8" fmla="*/ 174921 h 378996"/>
                <a:gd name="connsiteX9" fmla="*/ 204075 w 281429"/>
                <a:gd name="connsiteY9" fmla="*/ 145768 h 378996"/>
                <a:gd name="connsiteX10" fmla="*/ 66810 w 281429"/>
                <a:gd name="connsiteY10" fmla="*/ 145768 h 378996"/>
                <a:gd name="connsiteX11" fmla="*/ 182210 w 281429"/>
                <a:gd name="connsiteY11" fmla="*/ 29154 h 378996"/>
                <a:gd name="connsiteX12" fmla="*/ 265443 w 281429"/>
                <a:gd name="connsiteY12" fmla="*/ 55392 h 378996"/>
                <a:gd name="connsiteX13" fmla="*/ 281429 w 281429"/>
                <a:gd name="connsiteY13" fmla="*/ 31097 h 378996"/>
                <a:gd name="connsiteX14" fmla="*/ 182210 w 281429"/>
                <a:gd name="connsiteY14" fmla="*/ 0 h 378996"/>
                <a:gd name="connsiteX15" fmla="*/ 37317 w 281429"/>
                <a:gd name="connsiteY15" fmla="*/ 145768 h 378996"/>
                <a:gd name="connsiteX16" fmla="*/ 0 w 281429"/>
                <a:gd name="connsiteY16" fmla="*/ 145768 h 378996"/>
                <a:gd name="connsiteX17" fmla="*/ 0 w 281429"/>
                <a:gd name="connsiteY17" fmla="*/ 174921 h 378996"/>
                <a:gd name="connsiteX18" fmla="*/ 34498 w 281429"/>
                <a:gd name="connsiteY18" fmla="*/ 174921 h 378996"/>
                <a:gd name="connsiteX19" fmla="*/ 34110 w 281429"/>
                <a:gd name="connsiteY19" fmla="*/ 189498 h 378996"/>
                <a:gd name="connsiteX20" fmla="*/ 34498 w 281429"/>
                <a:gd name="connsiteY20" fmla="*/ 204075 h 378996"/>
                <a:gd name="connsiteX21" fmla="*/ 0 w 281429"/>
                <a:gd name="connsiteY21" fmla="*/ 204075 h 378996"/>
                <a:gd name="connsiteX22" fmla="*/ 0 w 281429"/>
                <a:gd name="connsiteY22" fmla="*/ 233229 h 378996"/>
                <a:gd name="connsiteX23" fmla="*/ 37317 w 281429"/>
                <a:gd name="connsiteY23" fmla="*/ 233229 h 378996"/>
                <a:gd name="connsiteX24" fmla="*/ 182210 w 281429"/>
                <a:gd name="connsiteY24" fmla="*/ 378996 h 378996"/>
                <a:gd name="connsiteX25" fmla="*/ 281429 w 281429"/>
                <a:gd name="connsiteY25" fmla="*/ 347802 h 378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81429" h="378996">
                  <a:moveTo>
                    <a:pt x="265443" y="323605"/>
                  </a:moveTo>
                  <a:cubicBezTo>
                    <a:pt x="240896" y="340372"/>
                    <a:pt x="211936" y="349502"/>
                    <a:pt x="182210" y="349843"/>
                  </a:cubicBezTo>
                  <a:cubicBezTo>
                    <a:pt x="111318" y="349843"/>
                    <a:pt x="77306" y="293771"/>
                    <a:pt x="66810" y="233229"/>
                  </a:cubicBezTo>
                  <a:lnTo>
                    <a:pt x="204075" y="233229"/>
                  </a:lnTo>
                  <a:lnTo>
                    <a:pt x="204075" y="204075"/>
                  </a:lnTo>
                  <a:lnTo>
                    <a:pt x="63458" y="204075"/>
                  </a:lnTo>
                  <a:cubicBezTo>
                    <a:pt x="63166" y="199216"/>
                    <a:pt x="63166" y="194357"/>
                    <a:pt x="63166" y="189498"/>
                  </a:cubicBezTo>
                  <a:cubicBezTo>
                    <a:pt x="63166" y="184639"/>
                    <a:pt x="63166" y="179780"/>
                    <a:pt x="63555" y="174921"/>
                  </a:cubicBezTo>
                  <a:lnTo>
                    <a:pt x="204075" y="174921"/>
                  </a:lnTo>
                  <a:lnTo>
                    <a:pt x="204075" y="145768"/>
                  </a:lnTo>
                  <a:lnTo>
                    <a:pt x="66810" y="145768"/>
                  </a:lnTo>
                  <a:cubicBezTo>
                    <a:pt x="77306" y="85226"/>
                    <a:pt x="111318" y="29154"/>
                    <a:pt x="182210" y="29154"/>
                  </a:cubicBezTo>
                  <a:cubicBezTo>
                    <a:pt x="211933" y="29512"/>
                    <a:pt x="240888" y="38640"/>
                    <a:pt x="265443" y="55392"/>
                  </a:cubicBezTo>
                  <a:lnTo>
                    <a:pt x="281429" y="31097"/>
                  </a:lnTo>
                  <a:cubicBezTo>
                    <a:pt x="252141" y="11185"/>
                    <a:pt x="217624" y="367"/>
                    <a:pt x="182210" y="0"/>
                  </a:cubicBezTo>
                  <a:cubicBezTo>
                    <a:pt x="105584" y="0"/>
                    <a:pt x="50727" y="57092"/>
                    <a:pt x="37317" y="145768"/>
                  </a:cubicBezTo>
                  <a:lnTo>
                    <a:pt x="0" y="145768"/>
                  </a:lnTo>
                  <a:lnTo>
                    <a:pt x="0" y="174921"/>
                  </a:lnTo>
                  <a:lnTo>
                    <a:pt x="34498" y="174921"/>
                  </a:lnTo>
                  <a:cubicBezTo>
                    <a:pt x="34255" y="179780"/>
                    <a:pt x="34110" y="184639"/>
                    <a:pt x="34110" y="189498"/>
                  </a:cubicBezTo>
                  <a:cubicBezTo>
                    <a:pt x="34110" y="194357"/>
                    <a:pt x="34110" y="199216"/>
                    <a:pt x="34498" y="204075"/>
                  </a:cubicBezTo>
                  <a:lnTo>
                    <a:pt x="0" y="204075"/>
                  </a:lnTo>
                  <a:lnTo>
                    <a:pt x="0" y="233229"/>
                  </a:lnTo>
                  <a:lnTo>
                    <a:pt x="37317" y="233229"/>
                  </a:lnTo>
                  <a:cubicBezTo>
                    <a:pt x="50727" y="321904"/>
                    <a:pt x="105342" y="378996"/>
                    <a:pt x="182210" y="378996"/>
                  </a:cubicBezTo>
                  <a:cubicBezTo>
                    <a:pt x="217634" y="378601"/>
                    <a:pt x="252152" y="367749"/>
                    <a:pt x="281429" y="347802"/>
                  </a:cubicBezTo>
                  <a:close/>
                </a:path>
              </a:pathLst>
            </a:custGeom>
            <a:solidFill>
              <a:schemeClr val="tx2"/>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sp>
        <p:nvSpPr>
          <p:cNvPr id="104" name="Grafik 99" descr="Umschlag mit einfarbiger Füllung">
            <a:extLst>
              <a:ext uri="{FF2B5EF4-FFF2-40B4-BE49-F238E27FC236}">
                <a16:creationId xmlns:a16="http://schemas.microsoft.com/office/drawing/2014/main" id="{D6FCDC02-0AA5-2E7B-0F6B-A5258F1087A3}"/>
              </a:ext>
            </a:extLst>
          </p:cNvPr>
          <p:cNvSpPr>
            <a:spLocks noChangeAspect="1"/>
          </p:cNvSpPr>
          <p:nvPr/>
        </p:nvSpPr>
        <p:spPr>
          <a:xfrm>
            <a:off x="1191569" y="5372908"/>
            <a:ext cx="439757" cy="312271"/>
          </a:xfrm>
          <a:custGeom>
            <a:avLst/>
            <a:gdLst>
              <a:gd name="connsiteX0" fmla="*/ 0 w 762000"/>
              <a:gd name="connsiteY0" fmla="*/ 0 h 533400"/>
              <a:gd name="connsiteX1" fmla="*/ 0 w 762000"/>
              <a:gd name="connsiteY1" fmla="*/ 533400 h 533400"/>
              <a:gd name="connsiteX2" fmla="*/ 762000 w 762000"/>
              <a:gd name="connsiteY2" fmla="*/ 533400 h 533400"/>
              <a:gd name="connsiteX3" fmla="*/ 762000 w 762000"/>
              <a:gd name="connsiteY3" fmla="*/ 0 h 533400"/>
              <a:gd name="connsiteX4" fmla="*/ 0 w 762000"/>
              <a:gd name="connsiteY4" fmla="*/ 0 h 533400"/>
              <a:gd name="connsiteX5" fmla="*/ 394335 w 762000"/>
              <a:gd name="connsiteY5" fmla="*/ 332423 h 533400"/>
              <a:gd name="connsiteX6" fmla="*/ 367665 w 762000"/>
              <a:gd name="connsiteY6" fmla="*/ 332423 h 533400"/>
              <a:gd name="connsiteX7" fmla="*/ 85725 w 762000"/>
              <a:gd name="connsiteY7" fmla="*/ 57150 h 533400"/>
              <a:gd name="connsiteX8" fmla="*/ 677228 w 762000"/>
              <a:gd name="connsiteY8" fmla="*/ 57150 h 533400"/>
              <a:gd name="connsiteX9" fmla="*/ 394335 w 762000"/>
              <a:gd name="connsiteY9" fmla="*/ 332423 h 533400"/>
              <a:gd name="connsiteX10" fmla="*/ 242888 w 762000"/>
              <a:gd name="connsiteY10" fmla="*/ 263843 h 533400"/>
              <a:gd name="connsiteX11" fmla="*/ 57150 w 762000"/>
              <a:gd name="connsiteY11" fmla="*/ 450533 h 533400"/>
              <a:gd name="connsiteX12" fmla="*/ 57150 w 762000"/>
              <a:gd name="connsiteY12" fmla="*/ 81915 h 533400"/>
              <a:gd name="connsiteX13" fmla="*/ 242888 w 762000"/>
              <a:gd name="connsiteY13" fmla="*/ 263843 h 533400"/>
              <a:gd name="connsiteX14" fmla="*/ 270510 w 762000"/>
              <a:gd name="connsiteY14" fmla="*/ 290513 h 533400"/>
              <a:gd name="connsiteX15" fmla="*/ 341948 w 762000"/>
              <a:gd name="connsiteY15" fmla="*/ 360045 h 533400"/>
              <a:gd name="connsiteX16" fmla="*/ 381953 w 762000"/>
              <a:gd name="connsiteY16" fmla="*/ 376238 h 533400"/>
              <a:gd name="connsiteX17" fmla="*/ 421958 w 762000"/>
              <a:gd name="connsiteY17" fmla="*/ 360045 h 533400"/>
              <a:gd name="connsiteX18" fmla="*/ 493395 w 762000"/>
              <a:gd name="connsiteY18" fmla="*/ 290513 h 533400"/>
              <a:gd name="connsiteX19" fmla="*/ 678180 w 762000"/>
              <a:gd name="connsiteY19" fmla="*/ 476250 h 533400"/>
              <a:gd name="connsiteX20" fmla="*/ 84773 w 762000"/>
              <a:gd name="connsiteY20" fmla="*/ 476250 h 533400"/>
              <a:gd name="connsiteX21" fmla="*/ 270510 w 762000"/>
              <a:gd name="connsiteY21" fmla="*/ 290513 h 533400"/>
              <a:gd name="connsiteX22" fmla="*/ 519113 w 762000"/>
              <a:gd name="connsiteY22" fmla="*/ 263843 h 533400"/>
              <a:gd name="connsiteX23" fmla="*/ 704850 w 762000"/>
              <a:gd name="connsiteY23" fmla="*/ 82868 h 533400"/>
              <a:gd name="connsiteX24" fmla="*/ 704850 w 762000"/>
              <a:gd name="connsiteY24" fmla="*/ 449580 h 533400"/>
              <a:gd name="connsiteX25" fmla="*/ 519113 w 762000"/>
              <a:gd name="connsiteY25" fmla="*/ 263843 h 53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62000" h="533400">
                <a:moveTo>
                  <a:pt x="0" y="0"/>
                </a:moveTo>
                <a:lnTo>
                  <a:pt x="0" y="533400"/>
                </a:lnTo>
                <a:lnTo>
                  <a:pt x="762000" y="533400"/>
                </a:lnTo>
                <a:lnTo>
                  <a:pt x="762000" y="0"/>
                </a:lnTo>
                <a:lnTo>
                  <a:pt x="0" y="0"/>
                </a:lnTo>
                <a:close/>
                <a:moveTo>
                  <a:pt x="394335" y="332423"/>
                </a:moveTo>
                <a:cubicBezTo>
                  <a:pt x="386715" y="340043"/>
                  <a:pt x="375285" y="340043"/>
                  <a:pt x="367665" y="332423"/>
                </a:cubicBezTo>
                <a:lnTo>
                  <a:pt x="85725" y="57150"/>
                </a:lnTo>
                <a:lnTo>
                  <a:pt x="677228" y="57150"/>
                </a:lnTo>
                <a:lnTo>
                  <a:pt x="394335" y="332423"/>
                </a:lnTo>
                <a:close/>
                <a:moveTo>
                  <a:pt x="242888" y="263843"/>
                </a:moveTo>
                <a:lnTo>
                  <a:pt x="57150" y="450533"/>
                </a:lnTo>
                <a:lnTo>
                  <a:pt x="57150" y="81915"/>
                </a:lnTo>
                <a:lnTo>
                  <a:pt x="242888" y="263843"/>
                </a:lnTo>
                <a:close/>
                <a:moveTo>
                  <a:pt x="270510" y="290513"/>
                </a:moveTo>
                <a:lnTo>
                  <a:pt x="341948" y="360045"/>
                </a:lnTo>
                <a:cubicBezTo>
                  <a:pt x="353378" y="370523"/>
                  <a:pt x="367665" y="376238"/>
                  <a:pt x="381953" y="376238"/>
                </a:cubicBezTo>
                <a:cubicBezTo>
                  <a:pt x="396240" y="376238"/>
                  <a:pt x="410528" y="370523"/>
                  <a:pt x="421958" y="360045"/>
                </a:cubicBezTo>
                <a:lnTo>
                  <a:pt x="493395" y="290513"/>
                </a:lnTo>
                <a:lnTo>
                  <a:pt x="678180" y="476250"/>
                </a:lnTo>
                <a:lnTo>
                  <a:pt x="84773" y="476250"/>
                </a:lnTo>
                <a:lnTo>
                  <a:pt x="270510" y="290513"/>
                </a:lnTo>
                <a:close/>
                <a:moveTo>
                  <a:pt x="519113" y="263843"/>
                </a:moveTo>
                <a:lnTo>
                  <a:pt x="704850" y="82868"/>
                </a:lnTo>
                <a:lnTo>
                  <a:pt x="704850" y="449580"/>
                </a:lnTo>
                <a:lnTo>
                  <a:pt x="519113" y="263843"/>
                </a:lnTo>
                <a:close/>
              </a:path>
            </a:pathLst>
          </a:custGeom>
          <a:solidFill>
            <a:schemeClr val="tx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nvGrpSpPr>
          <p:cNvPr id="112" name="Gruppieren 111">
            <a:extLst>
              <a:ext uri="{FF2B5EF4-FFF2-40B4-BE49-F238E27FC236}">
                <a16:creationId xmlns:a16="http://schemas.microsoft.com/office/drawing/2014/main" id="{3C727969-C2EA-BEC5-3B53-51E931AACA57}"/>
              </a:ext>
            </a:extLst>
          </p:cNvPr>
          <p:cNvGrpSpPr>
            <a:grpSpLocks noChangeAspect="1"/>
          </p:cNvGrpSpPr>
          <p:nvPr/>
        </p:nvGrpSpPr>
        <p:grpSpPr>
          <a:xfrm>
            <a:off x="1220258" y="5877713"/>
            <a:ext cx="531000" cy="408711"/>
            <a:chOff x="6179246" y="5277714"/>
            <a:chExt cx="781050" cy="573406"/>
          </a:xfrm>
        </p:grpSpPr>
        <p:sp>
          <p:nvSpPr>
            <p:cNvPr id="106" name="Freihandform: Form 105">
              <a:extLst>
                <a:ext uri="{FF2B5EF4-FFF2-40B4-BE49-F238E27FC236}">
                  <a16:creationId xmlns:a16="http://schemas.microsoft.com/office/drawing/2014/main" id="{8639994F-D2E8-3959-EC2D-8FB495023EFE}"/>
                </a:ext>
              </a:extLst>
            </p:cNvPr>
            <p:cNvSpPr/>
            <p:nvPr/>
          </p:nvSpPr>
          <p:spPr>
            <a:xfrm>
              <a:off x="6731696" y="5593945"/>
              <a:ext cx="38100" cy="76200"/>
            </a:xfrm>
            <a:custGeom>
              <a:avLst/>
              <a:gdLst>
                <a:gd name="connsiteX0" fmla="*/ 0 w 38100"/>
                <a:gd name="connsiteY0" fmla="*/ 0 h 76200"/>
                <a:gd name="connsiteX1" fmla="*/ 38100 w 38100"/>
                <a:gd name="connsiteY1" fmla="*/ 0 h 76200"/>
                <a:gd name="connsiteX2" fmla="*/ 38100 w 38100"/>
                <a:gd name="connsiteY2" fmla="*/ 76200 h 76200"/>
                <a:gd name="connsiteX3" fmla="*/ 0 w 38100"/>
                <a:gd name="connsiteY3" fmla="*/ 76200 h 76200"/>
              </a:gdLst>
              <a:ahLst/>
              <a:cxnLst>
                <a:cxn ang="0">
                  <a:pos x="connsiteX0" y="connsiteY0"/>
                </a:cxn>
                <a:cxn ang="0">
                  <a:pos x="connsiteX1" y="connsiteY1"/>
                </a:cxn>
                <a:cxn ang="0">
                  <a:pos x="connsiteX2" y="connsiteY2"/>
                </a:cxn>
                <a:cxn ang="0">
                  <a:pos x="connsiteX3" y="connsiteY3"/>
                </a:cxn>
              </a:cxnLst>
              <a:rect l="l" t="t" r="r" b="b"/>
              <a:pathLst>
                <a:path w="38100" h="76200">
                  <a:moveTo>
                    <a:pt x="0" y="0"/>
                  </a:moveTo>
                  <a:lnTo>
                    <a:pt x="38100" y="0"/>
                  </a:lnTo>
                  <a:lnTo>
                    <a:pt x="38100" y="76200"/>
                  </a:lnTo>
                  <a:lnTo>
                    <a:pt x="0" y="76200"/>
                  </a:ln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07" name="Freihandform: Form 106">
              <a:extLst>
                <a:ext uri="{FF2B5EF4-FFF2-40B4-BE49-F238E27FC236}">
                  <a16:creationId xmlns:a16="http://schemas.microsoft.com/office/drawing/2014/main" id="{FB01EF5B-BF34-5D2F-F80B-C4841B0DBB87}"/>
                </a:ext>
              </a:extLst>
            </p:cNvPr>
            <p:cNvSpPr/>
            <p:nvPr/>
          </p:nvSpPr>
          <p:spPr>
            <a:xfrm>
              <a:off x="6360221" y="5536795"/>
              <a:ext cx="295275" cy="38100"/>
            </a:xfrm>
            <a:custGeom>
              <a:avLst/>
              <a:gdLst>
                <a:gd name="connsiteX0" fmla="*/ 0 w 295275"/>
                <a:gd name="connsiteY0" fmla="*/ 0 h 38100"/>
                <a:gd name="connsiteX1" fmla="*/ 295275 w 295275"/>
                <a:gd name="connsiteY1" fmla="*/ 0 h 38100"/>
                <a:gd name="connsiteX2" fmla="*/ 295275 w 295275"/>
                <a:gd name="connsiteY2" fmla="*/ 38100 h 38100"/>
                <a:gd name="connsiteX3" fmla="*/ 0 w 295275"/>
                <a:gd name="connsiteY3" fmla="*/ 38100 h 38100"/>
              </a:gdLst>
              <a:ahLst/>
              <a:cxnLst>
                <a:cxn ang="0">
                  <a:pos x="connsiteX0" y="connsiteY0"/>
                </a:cxn>
                <a:cxn ang="0">
                  <a:pos x="connsiteX1" y="connsiteY1"/>
                </a:cxn>
                <a:cxn ang="0">
                  <a:pos x="connsiteX2" y="connsiteY2"/>
                </a:cxn>
                <a:cxn ang="0">
                  <a:pos x="connsiteX3" y="connsiteY3"/>
                </a:cxn>
              </a:cxnLst>
              <a:rect l="l" t="t" r="r" b="b"/>
              <a:pathLst>
                <a:path w="295275" h="38100">
                  <a:moveTo>
                    <a:pt x="0" y="0"/>
                  </a:moveTo>
                  <a:lnTo>
                    <a:pt x="295275" y="0"/>
                  </a:lnTo>
                  <a:lnTo>
                    <a:pt x="295275" y="38100"/>
                  </a:lnTo>
                  <a:lnTo>
                    <a:pt x="0" y="38100"/>
                  </a:ln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08" name="Freihandform: Form 107">
              <a:extLst>
                <a:ext uri="{FF2B5EF4-FFF2-40B4-BE49-F238E27FC236}">
                  <a16:creationId xmlns:a16="http://schemas.microsoft.com/office/drawing/2014/main" id="{859BA0DF-55DA-4529-C6F8-6F1BDA356330}"/>
                </a:ext>
              </a:extLst>
            </p:cNvPr>
            <p:cNvSpPr/>
            <p:nvPr/>
          </p:nvSpPr>
          <p:spPr>
            <a:xfrm>
              <a:off x="6360221" y="5612995"/>
              <a:ext cx="180975" cy="38100"/>
            </a:xfrm>
            <a:custGeom>
              <a:avLst/>
              <a:gdLst>
                <a:gd name="connsiteX0" fmla="*/ 0 w 180975"/>
                <a:gd name="connsiteY0" fmla="*/ 0 h 38100"/>
                <a:gd name="connsiteX1" fmla="*/ 180975 w 180975"/>
                <a:gd name="connsiteY1" fmla="*/ 0 h 38100"/>
                <a:gd name="connsiteX2" fmla="*/ 180975 w 180975"/>
                <a:gd name="connsiteY2" fmla="*/ 38100 h 38100"/>
                <a:gd name="connsiteX3" fmla="*/ 0 w 180975"/>
                <a:gd name="connsiteY3" fmla="*/ 38100 h 38100"/>
              </a:gdLst>
              <a:ahLst/>
              <a:cxnLst>
                <a:cxn ang="0">
                  <a:pos x="connsiteX0" y="connsiteY0"/>
                </a:cxn>
                <a:cxn ang="0">
                  <a:pos x="connsiteX1" y="connsiteY1"/>
                </a:cxn>
                <a:cxn ang="0">
                  <a:pos x="connsiteX2" y="connsiteY2"/>
                </a:cxn>
                <a:cxn ang="0">
                  <a:pos x="connsiteX3" y="connsiteY3"/>
                </a:cxn>
              </a:cxnLst>
              <a:rect l="l" t="t" r="r" b="b"/>
              <a:pathLst>
                <a:path w="180975" h="38100">
                  <a:moveTo>
                    <a:pt x="0" y="0"/>
                  </a:moveTo>
                  <a:lnTo>
                    <a:pt x="180975" y="0"/>
                  </a:lnTo>
                  <a:lnTo>
                    <a:pt x="180975" y="38100"/>
                  </a:lnTo>
                  <a:lnTo>
                    <a:pt x="0" y="38100"/>
                  </a:ln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09" name="Freihandform: Form 108">
              <a:extLst>
                <a:ext uri="{FF2B5EF4-FFF2-40B4-BE49-F238E27FC236}">
                  <a16:creationId xmlns:a16="http://schemas.microsoft.com/office/drawing/2014/main" id="{EA5841DB-F2C3-1838-E111-4E9F603E4072}"/>
                </a:ext>
              </a:extLst>
            </p:cNvPr>
            <p:cNvSpPr/>
            <p:nvPr/>
          </p:nvSpPr>
          <p:spPr>
            <a:xfrm>
              <a:off x="6360221" y="5689195"/>
              <a:ext cx="219075" cy="38100"/>
            </a:xfrm>
            <a:custGeom>
              <a:avLst/>
              <a:gdLst>
                <a:gd name="connsiteX0" fmla="*/ 0 w 219075"/>
                <a:gd name="connsiteY0" fmla="*/ 0 h 38100"/>
                <a:gd name="connsiteX1" fmla="*/ 219075 w 219075"/>
                <a:gd name="connsiteY1" fmla="*/ 0 h 38100"/>
                <a:gd name="connsiteX2" fmla="*/ 219075 w 219075"/>
                <a:gd name="connsiteY2" fmla="*/ 38100 h 38100"/>
                <a:gd name="connsiteX3" fmla="*/ 0 w 219075"/>
                <a:gd name="connsiteY3" fmla="*/ 38100 h 38100"/>
              </a:gdLst>
              <a:ahLst/>
              <a:cxnLst>
                <a:cxn ang="0">
                  <a:pos x="connsiteX0" y="connsiteY0"/>
                </a:cxn>
                <a:cxn ang="0">
                  <a:pos x="connsiteX1" y="connsiteY1"/>
                </a:cxn>
                <a:cxn ang="0">
                  <a:pos x="connsiteX2" y="connsiteY2"/>
                </a:cxn>
                <a:cxn ang="0">
                  <a:pos x="connsiteX3" y="connsiteY3"/>
                </a:cxn>
              </a:cxnLst>
              <a:rect l="l" t="t" r="r" b="b"/>
              <a:pathLst>
                <a:path w="219075" h="38100">
                  <a:moveTo>
                    <a:pt x="0" y="0"/>
                  </a:moveTo>
                  <a:lnTo>
                    <a:pt x="219075" y="0"/>
                  </a:lnTo>
                  <a:lnTo>
                    <a:pt x="219075" y="38100"/>
                  </a:lnTo>
                  <a:lnTo>
                    <a:pt x="0" y="38100"/>
                  </a:ln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10" name="Freihandform: Form 109">
              <a:extLst>
                <a:ext uri="{FF2B5EF4-FFF2-40B4-BE49-F238E27FC236}">
                  <a16:creationId xmlns:a16="http://schemas.microsoft.com/office/drawing/2014/main" id="{E037876D-B690-9A6C-89C1-5BA56536F8C2}"/>
                </a:ext>
              </a:extLst>
            </p:cNvPr>
            <p:cNvSpPr/>
            <p:nvPr/>
          </p:nvSpPr>
          <p:spPr>
            <a:xfrm>
              <a:off x="6179246" y="5412970"/>
              <a:ext cx="781050" cy="438150"/>
            </a:xfrm>
            <a:custGeom>
              <a:avLst/>
              <a:gdLst>
                <a:gd name="connsiteX0" fmla="*/ 752475 w 781050"/>
                <a:gd name="connsiteY0" fmla="*/ 171450 h 438150"/>
                <a:gd name="connsiteX1" fmla="*/ 781050 w 781050"/>
                <a:gd name="connsiteY1" fmla="*/ 171450 h 438150"/>
                <a:gd name="connsiteX2" fmla="*/ 781050 w 781050"/>
                <a:gd name="connsiteY2" fmla="*/ 0 h 438150"/>
                <a:gd name="connsiteX3" fmla="*/ 0 w 781050"/>
                <a:gd name="connsiteY3" fmla="*/ 0 h 438150"/>
                <a:gd name="connsiteX4" fmla="*/ 0 w 781050"/>
                <a:gd name="connsiteY4" fmla="*/ 171450 h 438150"/>
                <a:gd name="connsiteX5" fmla="*/ 28575 w 781050"/>
                <a:gd name="connsiteY5" fmla="*/ 171450 h 438150"/>
                <a:gd name="connsiteX6" fmla="*/ 71438 w 781050"/>
                <a:gd name="connsiteY6" fmla="*/ 214313 h 438150"/>
                <a:gd name="connsiteX7" fmla="*/ 28575 w 781050"/>
                <a:gd name="connsiteY7" fmla="*/ 257175 h 438150"/>
                <a:gd name="connsiteX8" fmla="*/ 0 w 781050"/>
                <a:gd name="connsiteY8" fmla="*/ 257175 h 438150"/>
                <a:gd name="connsiteX9" fmla="*/ 0 w 781050"/>
                <a:gd name="connsiteY9" fmla="*/ 438150 h 438150"/>
                <a:gd name="connsiteX10" fmla="*/ 781050 w 781050"/>
                <a:gd name="connsiteY10" fmla="*/ 438150 h 438150"/>
                <a:gd name="connsiteX11" fmla="*/ 781050 w 781050"/>
                <a:gd name="connsiteY11" fmla="*/ 266700 h 438150"/>
                <a:gd name="connsiteX12" fmla="*/ 752475 w 781050"/>
                <a:gd name="connsiteY12" fmla="*/ 266700 h 438150"/>
                <a:gd name="connsiteX13" fmla="*/ 704850 w 781050"/>
                <a:gd name="connsiteY13" fmla="*/ 219075 h 438150"/>
                <a:gd name="connsiteX14" fmla="*/ 752475 w 781050"/>
                <a:gd name="connsiteY14" fmla="*/ 171450 h 438150"/>
                <a:gd name="connsiteX15" fmla="*/ 723900 w 781050"/>
                <a:gd name="connsiteY15" fmla="*/ 319888 h 438150"/>
                <a:gd name="connsiteX16" fmla="*/ 723900 w 781050"/>
                <a:gd name="connsiteY16" fmla="*/ 381000 h 438150"/>
                <a:gd name="connsiteX17" fmla="*/ 590550 w 781050"/>
                <a:gd name="connsiteY17" fmla="*/ 381000 h 438150"/>
                <a:gd name="connsiteX18" fmla="*/ 590550 w 781050"/>
                <a:gd name="connsiteY18" fmla="*/ 304800 h 438150"/>
                <a:gd name="connsiteX19" fmla="*/ 552450 w 781050"/>
                <a:gd name="connsiteY19" fmla="*/ 304800 h 438150"/>
                <a:gd name="connsiteX20" fmla="*/ 552450 w 781050"/>
                <a:gd name="connsiteY20" fmla="*/ 381000 h 438150"/>
                <a:gd name="connsiteX21" fmla="*/ 57150 w 781050"/>
                <a:gd name="connsiteY21" fmla="*/ 381000 h 438150"/>
                <a:gd name="connsiteX22" fmla="*/ 57150 w 781050"/>
                <a:gd name="connsiteY22" fmla="*/ 310163 h 438150"/>
                <a:gd name="connsiteX23" fmla="*/ 124447 w 781050"/>
                <a:gd name="connsiteY23" fmla="*/ 185759 h 438150"/>
                <a:gd name="connsiteX24" fmla="*/ 57150 w 781050"/>
                <a:gd name="connsiteY24" fmla="*/ 118462 h 438150"/>
                <a:gd name="connsiteX25" fmla="*/ 57150 w 781050"/>
                <a:gd name="connsiteY25" fmla="*/ 57150 h 438150"/>
                <a:gd name="connsiteX26" fmla="*/ 552450 w 781050"/>
                <a:gd name="connsiteY26" fmla="*/ 57150 h 438150"/>
                <a:gd name="connsiteX27" fmla="*/ 552450 w 781050"/>
                <a:gd name="connsiteY27" fmla="*/ 133350 h 438150"/>
                <a:gd name="connsiteX28" fmla="*/ 590550 w 781050"/>
                <a:gd name="connsiteY28" fmla="*/ 133350 h 438150"/>
                <a:gd name="connsiteX29" fmla="*/ 590550 w 781050"/>
                <a:gd name="connsiteY29" fmla="*/ 57150 h 438150"/>
                <a:gd name="connsiteX30" fmla="*/ 723900 w 781050"/>
                <a:gd name="connsiteY30" fmla="*/ 57150 h 438150"/>
                <a:gd name="connsiteX31" fmla="*/ 723900 w 781050"/>
                <a:gd name="connsiteY31" fmla="*/ 118262 h 438150"/>
                <a:gd name="connsiteX32" fmla="*/ 651629 w 781050"/>
                <a:gd name="connsiteY32" fmla="*/ 247617 h 438150"/>
                <a:gd name="connsiteX33" fmla="*/ 723900 w 781050"/>
                <a:gd name="connsiteY33" fmla="*/ 319888 h 438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81050" h="438150">
                  <a:moveTo>
                    <a:pt x="752475" y="171450"/>
                  </a:moveTo>
                  <a:lnTo>
                    <a:pt x="781050" y="171450"/>
                  </a:lnTo>
                  <a:lnTo>
                    <a:pt x="781050" y="0"/>
                  </a:lnTo>
                  <a:lnTo>
                    <a:pt x="0" y="0"/>
                  </a:lnTo>
                  <a:lnTo>
                    <a:pt x="0" y="171450"/>
                  </a:lnTo>
                  <a:lnTo>
                    <a:pt x="28575" y="171450"/>
                  </a:lnTo>
                  <a:cubicBezTo>
                    <a:pt x="52247" y="171450"/>
                    <a:pt x="71438" y="190640"/>
                    <a:pt x="71438" y="214313"/>
                  </a:cubicBezTo>
                  <a:cubicBezTo>
                    <a:pt x="71438" y="237985"/>
                    <a:pt x="52247" y="257175"/>
                    <a:pt x="28575" y="257175"/>
                  </a:cubicBezTo>
                  <a:lnTo>
                    <a:pt x="0" y="257175"/>
                  </a:lnTo>
                  <a:lnTo>
                    <a:pt x="0" y="438150"/>
                  </a:lnTo>
                  <a:lnTo>
                    <a:pt x="781050" y="438150"/>
                  </a:lnTo>
                  <a:lnTo>
                    <a:pt x="781050" y="266700"/>
                  </a:lnTo>
                  <a:lnTo>
                    <a:pt x="752475" y="266700"/>
                  </a:lnTo>
                  <a:cubicBezTo>
                    <a:pt x="726173" y="266700"/>
                    <a:pt x="704850" y="245377"/>
                    <a:pt x="704850" y="219075"/>
                  </a:cubicBezTo>
                  <a:cubicBezTo>
                    <a:pt x="704850" y="192773"/>
                    <a:pt x="726173" y="171450"/>
                    <a:pt x="752475" y="171450"/>
                  </a:cubicBezTo>
                  <a:close/>
                  <a:moveTo>
                    <a:pt x="723900" y="319888"/>
                  </a:moveTo>
                  <a:lnTo>
                    <a:pt x="723900" y="381000"/>
                  </a:lnTo>
                  <a:lnTo>
                    <a:pt x="590550" y="381000"/>
                  </a:lnTo>
                  <a:lnTo>
                    <a:pt x="590550" y="304800"/>
                  </a:lnTo>
                  <a:lnTo>
                    <a:pt x="552450" y="304800"/>
                  </a:lnTo>
                  <a:lnTo>
                    <a:pt x="552450" y="381000"/>
                  </a:lnTo>
                  <a:lnTo>
                    <a:pt x="57150" y="381000"/>
                  </a:lnTo>
                  <a:lnTo>
                    <a:pt x="57150" y="310163"/>
                  </a:lnTo>
                  <a:cubicBezTo>
                    <a:pt x="110086" y="294393"/>
                    <a:pt x="140217" y="238697"/>
                    <a:pt x="124447" y="185759"/>
                  </a:cubicBezTo>
                  <a:cubicBezTo>
                    <a:pt x="114810" y="153408"/>
                    <a:pt x="89503" y="128100"/>
                    <a:pt x="57150" y="118462"/>
                  </a:cubicBezTo>
                  <a:lnTo>
                    <a:pt x="57150" y="57150"/>
                  </a:lnTo>
                  <a:lnTo>
                    <a:pt x="552450" y="57150"/>
                  </a:lnTo>
                  <a:lnTo>
                    <a:pt x="552450" y="133350"/>
                  </a:lnTo>
                  <a:lnTo>
                    <a:pt x="590550" y="133350"/>
                  </a:lnTo>
                  <a:lnTo>
                    <a:pt x="590550" y="57150"/>
                  </a:lnTo>
                  <a:lnTo>
                    <a:pt x="723900" y="57150"/>
                  </a:lnTo>
                  <a:lnTo>
                    <a:pt x="723900" y="118262"/>
                  </a:lnTo>
                  <a:cubicBezTo>
                    <a:pt x="668223" y="134025"/>
                    <a:pt x="635866" y="191939"/>
                    <a:pt x="651629" y="247617"/>
                  </a:cubicBezTo>
                  <a:cubicBezTo>
                    <a:pt x="661539" y="282620"/>
                    <a:pt x="688897" y="309978"/>
                    <a:pt x="723900" y="319888"/>
                  </a:cubicBezTo>
                  <a:close/>
                </a:path>
              </a:pathLst>
            </a:custGeom>
            <a:solidFill>
              <a:schemeClr val="tx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11" name="Freihandform: Form 110">
              <a:extLst>
                <a:ext uri="{FF2B5EF4-FFF2-40B4-BE49-F238E27FC236}">
                  <a16:creationId xmlns:a16="http://schemas.microsoft.com/office/drawing/2014/main" id="{57C61154-2D06-0081-C266-05C8CA76D0A9}"/>
                </a:ext>
              </a:extLst>
            </p:cNvPr>
            <p:cNvSpPr/>
            <p:nvPr/>
          </p:nvSpPr>
          <p:spPr>
            <a:xfrm>
              <a:off x="6369746" y="5277714"/>
              <a:ext cx="507682" cy="97155"/>
            </a:xfrm>
            <a:custGeom>
              <a:avLst/>
              <a:gdLst>
                <a:gd name="connsiteX0" fmla="*/ 442913 w 507682"/>
                <a:gd name="connsiteY0" fmla="*/ 67628 h 97155"/>
                <a:gd name="connsiteX1" fmla="*/ 449580 w 507682"/>
                <a:gd name="connsiteY1" fmla="*/ 97155 h 97155"/>
                <a:gd name="connsiteX2" fmla="*/ 507683 w 507682"/>
                <a:gd name="connsiteY2" fmla="*/ 97155 h 97155"/>
                <a:gd name="connsiteX3" fmla="*/ 488633 w 507682"/>
                <a:gd name="connsiteY3" fmla="*/ 0 h 97155"/>
                <a:gd name="connsiteX4" fmla="*/ 0 w 507682"/>
                <a:gd name="connsiteY4" fmla="*/ 97155 h 97155"/>
                <a:gd name="connsiteX5" fmla="*/ 292418 w 507682"/>
                <a:gd name="connsiteY5" fmla="*/ 97155 h 97155"/>
                <a:gd name="connsiteX6" fmla="*/ 442913 w 507682"/>
                <a:gd name="connsiteY6" fmla="*/ 67628 h 97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7682" h="97155">
                  <a:moveTo>
                    <a:pt x="442913" y="67628"/>
                  </a:moveTo>
                  <a:lnTo>
                    <a:pt x="449580" y="97155"/>
                  </a:lnTo>
                  <a:lnTo>
                    <a:pt x="507683" y="97155"/>
                  </a:lnTo>
                  <a:lnTo>
                    <a:pt x="488633" y="0"/>
                  </a:lnTo>
                  <a:lnTo>
                    <a:pt x="0" y="97155"/>
                  </a:lnTo>
                  <a:lnTo>
                    <a:pt x="292418" y="97155"/>
                  </a:lnTo>
                  <a:lnTo>
                    <a:pt x="442913" y="67628"/>
                  </a:ln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sp>
        <p:nvSpPr>
          <p:cNvPr id="210" name="Grafik 5" descr="Gabelung in der Straße mit einfarbiger Füllung">
            <a:extLst>
              <a:ext uri="{FF2B5EF4-FFF2-40B4-BE49-F238E27FC236}">
                <a16:creationId xmlns:a16="http://schemas.microsoft.com/office/drawing/2014/main" id="{35A206FC-4F15-9E4C-1252-75629498195C}"/>
              </a:ext>
            </a:extLst>
          </p:cNvPr>
          <p:cNvSpPr>
            <a:spLocks noChangeAspect="1"/>
          </p:cNvSpPr>
          <p:nvPr/>
        </p:nvSpPr>
        <p:spPr>
          <a:xfrm>
            <a:off x="4108075" y="980828"/>
            <a:ext cx="564904" cy="538119"/>
          </a:xfrm>
          <a:custGeom>
            <a:avLst/>
            <a:gdLst>
              <a:gd name="connsiteX0" fmla="*/ 800100 w 800100"/>
              <a:gd name="connsiteY0" fmla="*/ 162089 h 762163"/>
              <a:gd name="connsiteX1" fmla="*/ 787556 w 800100"/>
              <a:gd name="connsiteY1" fmla="*/ 138448 h 762163"/>
              <a:gd name="connsiteX2" fmla="*/ 657425 w 800100"/>
              <a:gd name="connsiteY2" fmla="*/ 8517 h 762163"/>
              <a:gd name="connsiteX3" fmla="*/ 617015 w 800100"/>
              <a:gd name="connsiteY3" fmla="*/ 8223 h 762163"/>
              <a:gd name="connsiteX4" fmla="*/ 616721 w 800100"/>
              <a:gd name="connsiteY4" fmla="*/ 48633 h 762163"/>
              <a:gd name="connsiteX5" fmla="*/ 617049 w 800100"/>
              <a:gd name="connsiteY5" fmla="*/ 48960 h 762163"/>
              <a:gd name="connsiteX6" fmla="*/ 701764 w 800100"/>
              <a:gd name="connsiteY6" fmla="*/ 133514 h 762163"/>
              <a:gd name="connsiteX7" fmla="*/ 647700 w 800100"/>
              <a:gd name="connsiteY7" fmla="*/ 133514 h 762163"/>
              <a:gd name="connsiteX8" fmla="*/ 400050 w 800100"/>
              <a:gd name="connsiteY8" fmla="*/ 287571 h 762163"/>
              <a:gd name="connsiteX9" fmla="*/ 152400 w 800100"/>
              <a:gd name="connsiteY9" fmla="*/ 133514 h 762163"/>
              <a:gd name="connsiteX10" fmla="*/ 98393 w 800100"/>
              <a:gd name="connsiteY10" fmla="*/ 133514 h 762163"/>
              <a:gd name="connsiteX11" fmla="*/ 183109 w 800100"/>
              <a:gd name="connsiteY11" fmla="*/ 48960 h 762163"/>
              <a:gd name="connsiteX12" fmla="*/ 183470 w 800100"/>
              <a:gd name="connsiteY12" fmla="*/ 8551 h 762163"/>
              <a:gd name="connsiteX13" fmla="*/ 143060 w 800100"/>
              <a:gd name="connsiteY13" fmla="*/ 8190 h 762163"/>
              <a:gd name="connsiteX14" fmla="*/ 142732 w 800100"/>
              <a:gd name="connsiteY14" fmla="*/ 8517 h 762163"/>
              <a:gd name="connsiteX15" fmla="*/ 12563 w 800100"/>
              <a:gd name="connsiteY15" fmla="*/ 138448 h 762163"/>
              <a:gd name="connsiteX16" fmla="*/ 0 w 800100"/>
              <a:gd name="connsiteY16" fmla="*/ 162089 h 762163"/>
              <a:gd name="connsiteX17" fmla="*/ 0 w 800100"/>
              <a:gd name="connsiteY17" fmla="*/ 162441 h 762163"/>
              <a:gd name="connsiteX18" fmla="*/ 0 w 800100"/>
              <a:gd name="connsiteY18" fmla="*/ 162793 h 762163"/>
              <a:gd name="connsiteX19" fmla="*/ 8392 w 800100"/>
              <a:gd name="connsiteY19" fmla="*/ 183044 h 762163"/>
              <a:gd name="connsiteX20" fmla="*/ 141389 w 800100"/>
              <a:gd name="connsiteY20" fmla="*/ 316003 h 762163"/>
              <a:gd name="connsiteX21" fmla="*/ 181799 w 800100"/>
              <a:gd name="connsiteY21" fmla="*/ 315679 h 762163"/>
              <a:gd name="connsiteX22" fmla="*/ 181804 w 800100"/>
              <a:gd name="connsiteY22" fmla="*/ 275598 h 762163"/>
              <a:gd name="connsiteX23" fmla="*/ 96869 w 800100"/>
              <a:gd name="connsiteY23" fmla="*/ 190664 h 762163"/>
              <a:gd name="connsiteX24" fmla="*/ 152400 w 800100"/>
              <a:gd name="connsiteY24" fmla="*/ 190664 h 762163"/>
              <a:gd name="connsiteX25" fmla="*/ 371475 w 800100"/>
              <a:gd name="connsiteY25" fmla="*/ 409739 h 762163"/>
              <a:gd name="connsiteX26" fmla="*/ 371475 w 800100"/>
              <a:gd name="connsiteY26" fmla="*/ 733589 h 762163"/>
              <a:gd name="connsiteX27" fmla="*/ 400050 w 800100"/>
              <a:gd name="connsiteY27" fmla="*/ 762164 h 762163"/>
              <a:gd name="connsiteX28" fmla="*/ 400050 w 800100"/>
              <a:gd name="connsiteY28" fmla="*/ 762164 h 762163"/>
              <a:gd name="connsiteX29" fmla="*/ 428625 w 800100"/>
              <a:gd name="connsiteY29" fmla="*/ 733589 h 762163"/>
              <a:gd name="connsiteX30" fmla="*/ 428625 w 800100"/>
              <a:gd name="connsiteY30" fmla="*/ 409739 h 762163"/>
              <a:gd name="connsiteX31" fmla="*/ 647700 w 800100"/>
              <a:gd name="connsiteY31" fmla="*/ 190664 h 762163"/>
              <a:gd name="connsiteX32" fmla="*/ 703250 w 800100"/>
              <a:gd name="connsiteY32" fmla="*/ 190664 h 762163"/>
              <a:gd name="connsiteX33" fmla="*/ 618363 w 800100"/>
              <a:gd name="connsiteY33" fmla="*/ 275598 h 762163"/>
              <a:gd name="connsiteX34" fmla="*/ 618038 w 800100"/>
              <a:gd name="connsiteY34" fmla="*/ 316008 h 762163"/>
              <a:gd name="connsiteX35" fmla="*/ 658448 w 800100"/>
              <a:gd name="connsiteY35" fmla="*/ 316333 h 762163"/>
              <a:gd name="connsiteX36" fmla="*/ 658778 w 800100"/>
              <a:gd name="connsiteY36" fmla="*/ 316003 h 762163"/>
              <a:gd name="connsiteX37" fmla="*/ 791766 w 800100"/>
              <a:gd name="connsiteY37" fmla="*/ 183044 h 762163"/>
              <a:gd name="connsiteX38" fmla="*/ 800100 w 800100"/>
              <a:gd name="connsiteY38" fmla="*/ 162793 h 762163"/>
              <a:gd name="connsiteX39" fmla="*/ 800100 w 800100"/>
              <a:gd name="connsiteY39" fmla="*/ 162441 h 762163"/>
              <a:gd name="connsiteX40" fmla="*/ 800100 w 800100"/>
              <a:gd name="connsiteY40" fmla="*/ 162089 h 762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800100" h="762163">
                <a:moveTo>
                  <a:pt x="800100" y="162089"/>
                </a:moveTo>
                <a:cubicBezTo>
                  <a:pt x="800095" y="152616"/>
                  <a:pt x="795397" y="143762"/>
                  <a:pt x="787556" y="138448"/>
                </a:cubicBezTo>
                <a:lnTo>
                  <a:pt x="657425" y="8517"/>
                </a:lnTo>
                <a:cubicBezTo>
                  <a:pt x="646348" y="-2723"/>
                  <a:pt x="628255" y="-2855"/>
                  <a:pt x="617015" y="8223"/>
                </a:cubicBezTo>
                <a:cubicBezTo>
                  <a:pt x="605775" y="19300"/>
                  <a:pt x="605643" y="37393"/>
                  <a:pt x="616721" y="48633"/>
                </a:cubicBezTo>
                <a:cubicBezTo>
                  <a:pt x="616830" y="48743"/>
                  <a:pt x="616938" y="48852"/>
                  <a:pt x="617049" y="48960"/>
                </a:cubicBezTo>
                <a:lnTo>
                  <a:pt x="701764" y="133514"/>
                </a:lnTo>
                <a:lnTo>
                  <a:pt x="647700" y="133514"/>
                </a:lnTo>
                <a:cubicBezTo>
                  <a:pt x="542577" y="133617"/>
                  <a:pt x="446605" y="193319"/>
                  <a:pt x="400050" y="287571"/>
                </a:cubicBezTo>
                <a:cubicBezTo>
                  <a:pt x="353496" y="193318"/>
                  <a:pt x="257524" y="133616"/>
                  <a:pt x="152400" y="133514"/>
                </a:cubicBezTo>
                <a:lnTo>
                  <a:pt x="98393" y="133514"/>
                </a:lnTo>
                <a:lnTo>
                  <a:pt x="183109" y="48960"/>
                </a:lnTo>
                <a:cubicBezTo>
                  <a:pt x="194367" y="37901"/>
                  <a:pt x="194528" y="19809"/>
                  <a:pt x="183470" y="8551"/>
                </a:cubicBezTo>
                <a:cubicBezTo>
                  <a:pt x="172410" y="-2708"/>
                  <a:pt x="154318" y="-2869"/>
                  <a:pt x="143060" y="8190"/>
                </a:cubicBezTo>
                <a:cubicBezTo>
                  <a:pt x="142949" y="8298"/>
                  <a:pt x="142841" y="8407"/>
                  <a:pt x="142732" y="8517"/>
                </a:cubicBezTo>
                <a:lnTo>
                  <a:pt x="12563" y="138448"/>
                </a:lnTo>
                <a:cubicBezTo>
                  <a:pt x="4707" y="143750"/>
                  <a:pt x="-1" y="152610"/>
                  <a:pt x="0" y="162089"/>
                </a:cubicBezTo>
                <a:cubicBezTo>
                  <a:pt x="0" y="162212"/>
                  <a:pt x="0" y="162317"/>
                  <a:pt x="0" y="162441"/>
                </a:cubicBezTo>
                <a:cubicBezTo>
                  <a:pt x="0" y="162565"/>
                  <a:pt x="0" y="162679"/>
                  <a:pt x="0" y="162793"/>
                </a:cubicBezTo>
                <a:cubicBezTo>
                  <a:pt x="-6" y="170391"/>
                  <a:pt x="3014" y="177677"/>
                  <a:pt x="8392" y="183044"/>
                </a:cubicBezTo>
                <a:lnTo>
                  <a:pt x="141389" y="316003"/>
                </a:lnTo>
                <a:cubicBezTo>
                  <a:pt x="152637" y="327072"/>
                  <a:pt x="170730" y="326927"/>
                  <a:pt x="181799" y="315679"/>
                </a:cubicBezTo>
                <a:cubicBezTo>
                  <a:pt x="192741" y="304560"/>
                  <a:pt x="192743" y="286719"/>
                  <a:pt x="181804" y="275598"/>
                </a:cubicBezTo>
                <a:lnTo>
                  <a:pt x="96869" y="190664"/>
                </a:lnTo>
                <a:lnTo>
                  <a:pt x="152400" y="190664"/>
                </a:lnTo>
                <a:cubicBezTo>
                  <a:pt x="273335" y="190800"/>
                  <a:pt x="371339" y="288803"/>
                  <a:pt x="371475" y="409739"/>
                </a:cubicBezTo>
                <a:lnTo>
                  <a:pt x="371475" y="733589"/>
                </a:lnTo>
                <a:cubicBezTo>
                  <a:pt x="371475" y="749371"/>
                  <a:pt x="384268" y="762164"/>
                  <a:pt x="400050" y="762164"/>
                </a:cubicBezTo>
                <a:lnTo>
                  <a:pt x="400050" y="762164"/>
                </a:lnTo>
                <a:cubicBezTo>
                  <a:pt x="415832" y="762164"/>
                  <a:pt x="428625" y="749371"/>
                  <a:pt x="428625" y="733589"/>
                </a:cubicBezTo>
                <a:lnTo>
                  <a:pt x="428625" y="409739"/>
                </a:lnTo>
                <a:cubicBezTo>
                  <a:pt x="428756" y="288802"/>
                  <a:pt x="526763" y="190795"/>
                  <a:pt x="647700" y="190664"/>
                </a:cubicBezTo>
                <a:lnTo>
                  <a:pt x="703250" y="190664"/>
                </a:lnTo>
                <a:lnTo>
                  <a:pt x="618363" y="275598"/>
                </a:lnTo>
                <a:cubicBezTo>
                  <a:pt x="607115" y="286667"/>
                  <a:pt x="606969" y="304760"/>
                  <a:pt x="618038" y="316008"/>
                </a:cubicBezTo>
                <a:cubicBezTo>
                  <a:pt x="629108" y="327256"/>
                  <a:pt x="647200" y="327402"/>
                  <a:pt x="658448" y="316333"/>
                </a:cubicBezTo>
                <a:cubicBezTo>
                  <a:pt x="658559" y="316223"/>
                  <a:pt x="658669" y="316114"/>
                  <a:pt x="658778" y="316003"/>
                </a:cubicBezTo>
                <a:lnTo>
                  <a:pt x="791766" y="183044"/>
                </a:lnTo>
                <a:cubicBezTo>
                  <a:pt x="797123" y="177668"/>
                  <a:pt x="800121" y="170382"/>
                  <a:pt x="800100" y="162793"/>
                </a:cubicBezTo>
                <a:cubicBezTo>
                  <a:pt x="800100" y="162679"/>
                  <a:pt x="800100" y="162555"/>
                  <a:pt x="800100" y="162441"/>
                </a:cubicBezTo>
                <a:cubicBezTo>
                  <a:pt x="800100" y="162327"/>
                  <a:pt x="800100" y="162212"/>
                  <a:pt x="800100" y="162089"/>
                </a:cubicBezTo>
                <a:close/>
              </a:path>
            </a:pathLst>
          </a:custGeom>
          <a:solidFill>
            <a:schemeClr val="tx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nvGrpSpPr>
          <p:cNvPr id="240" name="Gruppieren 239">
            <a:extLst>
              <a:ext uri="{FF2B5EF4-FFF2-40B4-BE49-F238E27FC236}">
                <a16:creationId xmlns:a16="http://schemas.microsoft.com/office/drawing/2014/main" id="{036AD636-5DE2-9C33-5CCD-7B94B8C25383}"/>
              </a:ext>
            </a:extLst>
          </p:cNvPr>
          <p:cNvGrpSpPr>
            <a:grpSpLocks noChangeAspect="1"/>
          </p:cNvGrpSpPr>
          <p:nvPr/>
        </p:nvGrpSpPr>
        <p:grpSpPr>
          <a:xfrm>
            <a:off x="1706314" y="885917"/>
            <a:ext cx="401702" cy="645331"/>
            <a:chOff x="2292909" y="1395424"/>
            <a:chExt cx="485747" cy="780349"/>
          </a:xfrm>
        </p:grpSpPr>
        <p:sp>
          <p:nvSpPr>
            <p:cNvPr id="208" name="Freihandform: Form 207">
              <a:extLst>
                <a:ext uri="{FF2B5EF4-FFF2-40B4-BE49-F238E27FC236}">
                  <a16:creationId xmlns:a16="http://schemas.microsoft.com/office/drawing/2014/main" id="{C960B7BE-1082-99AD-4731-67A84F6DBEA8}"/>
                </a:ext>
              </a:extLst>
            </p:cNvPr>
            <p:cNvSpPr/>
            <p:nvPr/>
          </p:nvSpPr>
          <p:spPr>
            <a:xfrm>
              <a:off x="2292909" y="1395424"/>
              <a:ext cx="485747" cy="573065"/>
            </a:xfrm>
            <a:custGeom>
              <a:avLst/>
              <a:gdLst>
                <a:gd name="connsiteX0" fmla="*/ 484127 w 485747"/>
                <a:gd name="connsiteY0" fmla="*/ 214678 h 573065"/>
                <a:gd name="connsiteX1" fmla="*/ 214654 w 485747"/>
                <a:gd name="connsiteY1" fmla="*/ 1670 h 573065"/>
                <a:gd name="connsiteX2" fmla="*/ 0 w 485747"/>
                <a:gd name="connsiteY2" fmla="*/ 242082 h 573065"/>
                <a:gd name="connsiteX3" fmla="*/ 114300 w 485747"/>
                <a:gd name="connsiteY3" fmla="*/ 242082 h 573065"/>
                <a:gd name="connsiteX4" fmla="*/ 242834 w 485747"/>
                <a:gd name="connsiteY4" fmla="*/ 113536 h 573065"/>
                <a:gd name="connsiteX5" fmla="*/ 371380 w 485747"/>
                <a:gd name="connsiteY5" fmla="*/ 242071 h 573065"/>
                <a:gd name="connsiteX6" fmla="*/ 311106 w 485747"/>
                <a:gd name="connsiteY6" fmla="*/ 350991 h 573065"/>
                <a:gd name="connsiteX7" fmla="*/ 185661 w 485747"/>
                <a:gd name="connsiteY7" fmla="*/ 573066 h 573065"/>
                <a:gd name="connsiteX8" fmla="*/ 299961 w 485747"/>
                <a:gd name="connsiteY8" fmla="*/ 573066 h 573065"/>
                <a:gd name="connsiteX9" fmla="*/ 371951 w 485747"/>
                <a:gd name="connsiteY9" fmla="*/ 447745 h 573065"/>
                <a:gd name="connsiteX10" fmla="*/ 484127 w 485747"/>
                <a:gd name="connsiteY10" fmla="*/ 214678 h 573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85747" h="573065">
                  <a:moveTo>
                    <a:pt x="484127" y="214678"/>
                  </a:moveTo>
                  <a:cubicBezTo>
                    <a:pt x="468535" y="81444"/>
                    <a:pt x="347887" y="-13923"/>
                    <a:pt x="214654" y="1670"/>
                  </a:cubicBezTo>
                  <a:cubicBezTo>
                    <a:pt x="92582" y="15956"/>
                    <a:pt x="419" y="119178"/>
                    <a:pt x="0" y="242082"/>
                  </a:cubicBezTo>
                  <a:lnTo>
                    <a:pt x="114300" y="242082"/>
                  </a:lnTo>
                  <a:cubicBezTo>
                    <a:pt x="114297" y="171091"/>
                    <a:pt x="171844" y="113539"/>
                    <a:pt x="242834" y="113536"/>
                  </a:cubicBezTo>
                  <a:cubicBezTo>
                    <a:pt x="313825" y="113533"/>
                    <a:pt x="371377" y="171080"/>
                    <a:pt x="371380" y="242071"/>
                  </a:cubicBezTo>
                  <a:cubicBezTo>
                    <a:pt x="371382" y="286334"/>
                    <a:pt x="348610" y="327484"/>
                    <a:pt x="311106" y="350991"/>
                  </a:cubicBezTo>
                  <a:cubicBezTo>
                    <a:pt x="233706" y="398347"/>
                    <a:pt x="186266" y="482331"/>
                    <a:pt x="185661" y="573066"/>
                  </a:cubicBezTo>
                  <a:lnTo>
                    <a:pt x="299961" y="573066"/>
                  </a:lnTo>
                  <a:cubicBezTo>
                    <a:pt x="300690" y="521659"/>
                    <a:pt x="327911" y="474273"/>
                    <a:pt x="371951" y="447745"/>
                  </a:cubicBezTo>
                  <a:cubicBezTo>
                    <a:pt x="451238" y="398259"/>
                    <a:pt x="494912" y="307516"/>
                    <a:pt x="484127" y="214678"/>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209" name="Freihandform: Form 208">
              <a:extLst>
                <a:ext uri="{FF2B5EF4-FFF2-40B4-BE49-F238E27FC236}">
                  <a16:creationId xmlns:a16="http://schemas.microsoft.com/office/drawing/2014/main" id="{6A8F79D7-1CF5-80CB-3364-2DFA94A777C6}"/>
                </a:ext>
              </a:extLst>
            </p:cNvPr>
            <p:cNvSpPr/>
            <p:nvPr/>
          </p:nvSpPr>
          <p:spPr>
            <a:xfrm>
              <a:off x="2467682" y="2035962"/>
              <a:ext cx="139705" cy="139811"/>
            </a:xfrm>
            <a:custGeom>
              <a:avLst/>
              <a:gdLst>
                <a:gd name="connsiteX0" fmla="*/ 119273 w 139705"/>
                <a:gd name="connsiteY0" fmla="*/ 20501 h 139811"/>
                <a:gd name="connsiteX1" fmla="*/ 119273 w 139705"/>
                <a:gd name="connsiteY1" fmla="*/ 20501 h 139811"/>
                <a:gd name="connsiteX2" fmla="*/ 20535 w 139705"/>
                <a:gd name="connsiteY2" fmla="*/ 20398 h 139811"/>
                <a:gd name="connsiteX3" fmla="*/ 20432 w 139705"/>
                <a:gd name="connsiteY3" fmla="*/ 20501 h 139811"/>
                <a:gd name="connsiteX4" fmla="*/ 5459 w 139705"/>
                <a:gd name="connsiteY4" fmla="*/ 42846 h 139811"/>
                <a:gd name="connsiteX5" fmla="*/ 1 w 139705"/>
                <a:gd name="connsiteY5" fmla="*/ 70097 h 139811"/>
                <a:gd name="connsiteX6" fmla="*/ 5478 w 139705"/>
                <a:gd name="connsiteY6" fmla="*/ 97225 h 139811"/>
                <a:gd name="connsiteX7" fmla="*/ 42778 w 139705"/>
                <a:gd name="connsiteY7" fmla="*/ 134325 h 139811"/>
                <a:gd name="connsiteX8" fmla="*/ 70019 w 139705"/>
                <a:gd name="connsiteY8" fmla="*/ 139811 h 139811"/>
                <a:gd name="connsiteX9" fmla="*/ 97147 w 139705"/>
                <a:gd name="connsiteY9" fmla="*/ 134334 h 139811"/>
                <a:gd name="connsiteX10" fmla="*/ 134218 w 139705"/>
                <a:gd name="connsiteY10" fmla="*/ 97253 h 139811"/>
                <a:gd name="connsiteX11" fmla="*/ 139704 w 139705"/>
                <a:gd name="connsiteY11" fmla="*/ 70126 h 139811"/>
                <a:gd name="connsiteX12" fmla="*/ 134237 w 139705"/>
                <a:gd name="connsiteY12" fmla="*/ 42875 h 139811"/>
                <a:gd name="connsiteX13" fmla="*/ 119273 w 139705"/>
                <a:gd name="connsiteY13" fmla="*/ 20501 h 139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9705" h="139811">
                  <a:moveTo>
                    <a:pt x="119273" y="20501"/>
                  </a:moveTo>
                  <a:lnTo>
                    <a:pt x="119273" y="20501"/>
                  </a:lnTo>
                  <a:cubicBezTo>
                    <a:pt x="92035" y="-6793"/>
                    <a:pt x="47830" y="-6840"/>
                    <a:pt x="20535" y="20398"/>
                  </a:cubicBezTo>
                  <a:cubicBezTo>
                    <a:pt x="20501" y="20432"/>
                    <a:pt x="20467" y="20467"/>
                    <a:pt x="20432" y="20501"/>
                  </a:cubicBezTo>
                  <a:cubicBezTo>
                    <a:pt x="14045" y="26912"/>
                    <a:pt x="8959" y="34501"/>
                    <a:pt x="5459" y="42846"/>
                  </a:cubicBezTo>
                  <a:cubicBezTo>
                    <a:pt x="1815" y="51468"/>
                    <a:pt x="-42" y="60738"/>
                    <a:pt x="1" y="70097"/>
                  </a:cubicBezTo>
                  <a:cubicBezTo>
                    <a:pt x="-51" y="79420"/>
                    <a:pt x="1813" y="88653"/>
                    <a:pt x="5478" y="97225"/>
                  </a:cubicBezTo>
                  <a:cubicBezTo>
                    <a:pt x="12601" y="113980"/>
                    <a:pt x="25984" y="127292"/>
                    <a:pt x="42778" y="134325"/>
                  </a:cubicBezTo>
                  <a:cubicBezTo>
                    <a:pt x="51397" y="137968"/>
                    <a:pt x="60662" y="139834"/>
                    <a:pt x="70019" y="139811"/>
                  </a:cubicBezTo>
                  <a:cubicBezTo>
                    <a:pt x="79341" y="139857"/>
                    <a:pt x="88573" y="137994"/>
                    <a:pt x="97147" y="134334"/>
                  </a:cubicBezTo>
                  <a:cubicBezTo>
                    <a:pt x="113821" y="127213"/>
                    <a:pt x="127102" y="113930"/>
                    <a:pt x="134218" y="97253"/>
                  </a:cubicBezTo>
                  <a:cubicBezTo>
                    <a:pt x="137881" y="88681"/>
                    <a:pt x="139748" y="79448"/>
                    <a:pt x="139704" y="70126"/>
                  </a:cubicBezTo>
                  <a:cubicBezTo>
                    <a:pt x="139739" y="60767"/>
                    <a:pt x="137879" y="51497"/>
                    <a:pt x="134237" y="42875"/>
                  </a:cubicBezTo>
                  <a:cubicBezTo>
                    <a:pt x="130739" y="34522"/>
                    <a:pt x="125658" y="26924"/>
                    <a:pt x="119273" y="20501"/>
                  </a:cubicBez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sp>
        <p:nvSpPr>
          <p:cNvPr id="219" name="Grafik 11" descr="Blitz mit einfarbiger Füllung">
            <a:extLst>
              <a:ext uri="{FF2B5EF4-FFF2-40B4-BE49-F238E27FC236}">
                <a16:creationId xmlns:a16="http://schemas.microsoft.com/office/drawing/2014/main" id="{64A9C564-851B-260D-77A3-F7DF7C102F65}"/>
              </a:ext>
            </a:extLst>
          </p:cNvPr>
          <p:cNvSpPr>
            <a:spLocks noChangeAspect="1"/>
          </p:cNvSpPr>
          <p:nvPr/>
        </p:nvSpPr>
        <p:spPr>
          <a:xfrm>
            <a:off x="2345374" y="929031"/>
            <a:ext cx="307555" cy="628643"/>
          </a:xfrm>
          <a:custGeom>
            <a:avLst/>
            <a:gdLst>
              <a:gd name="connsiteX0" fmla="*/ 57150 w 381000"/>
              <a:gd name="connsiteY0" fmla="*/ 778764 h 778764"/>
              <a:gd name="connsiteX1" fmla="*/ 161925 w 381000"/>
              <a:gd name="connsiteY1" fmla="*/ 426339 h 778764"/>
              <a:gd name="connsiteX2" fmla="*/ 0 w 381000"/>
              <a:gd name="connsiteY2" fmla="*/ 426339 h 778764"/>
              <a:gd name="connsiteX3" fmla="*/ 80200 w 381000"/>
              <a:gd name="connsiteY3" fmla="*/ 0 h 778764"/>
              <a:gd name="connsiteX4" fmla="*/ 319850 w 381000"/>
              <a:gd name="connsiteY4" fmla="*/ 0 h 778764"/>
              <a:gd name="connsiteX5" fmla="*/ 219075 w 381000"/>
              <a:gd name="connsiteY5" fmla="*/ 312039 h 778764"/>
              <a:gd name="connsiteX6" fmla="*/ 381000 w 381000"/>
              <a:gd name="connsiteY6" fmla="*/ 312039 h 778764"/>
              <a:gd name="connsiteX7" fmla="*/ 57150 w 381000"/>
              <a:gd name="connsiteY7" fmla="*/ 778764 h 778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1000" h="778764">
                <a:moveTo>
                  <a:pt x="57150" y="778764"/>
                </a:moveTo>
                <a:lnTo>
                  <a:pt x="161925" y="426339"/>
                </a:lnTo>
                <a:lnTo>
                  <a:pt x="0" y="426339"/>
                </a:lnTo>
                <a:lnTo>
                  <a:pt x="80200" y="0"/>
                </a:lnTo>
                <a:lnTo>
                  <a:pt x="319850" y="0"/>
                </a:lnTo>
                <a:lnTo>
                  <a:pt x="219075" y="312039"/>
                </a:lnTo>
                <a:lnTo>
                  <a:pt x="381000" y="312039"/>
                </a:lnTo>
                <a:lnTo>
                  <a:pt x="57150" y="778764"/>
                </a:ln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nvGrpSpPr>
          <p:cNvPr id="17" name="Gruppieren 16">
            <a:extLst>
              <a:ext uri="{FF2B5EF4-FFF2-40B4-BE49-F238E27FC236}">
                <a16:creationId xmlns:a16="http://schemas.microsoft.com/office/drawing/2014/main" id="{BEDCC5DF-D43D-0358-A97E-D356FD7AA54A}"/>
              </a:ext>
            </a:extLst>
          </p:cNvPr>
          <p:cNvGrpSpPr>
            <a:grpSpLocks noChangeAspect="1"/>
          </p:cNvGrpSpPr>
          <p:nvPr/>
        </p:nvGrpSpPr>
        <p:grpSpPr>
          <a:xfrm>
            <a:off x="10591959" y="1630333"/>
            <a:ext cx="504876" cy="651453"/>
            <a:chOff x="917293" y="1361719"/>
            <a:chExt cx="590550" cy="762000"/>
          </a:xfrm>
        </p:grpSpPr>
        <p:sp>
          <p:nvSpPr>
            <p:cNvPr id="20" name="Freihandform: Form 19">
              <a:extLst>
                <a:ext uri="{FF2B5EF4-FFF2-40B4-BE49-F238E27FC236}">
                  <a16:creationId xmlns:a16="http://schemas.microsoft.com/office/drawing/2014/main" id="{35D3A75B-2152-6572-59DE-89B563AD358A}"/>
                </a:ext>
              </a:extLst>
            </p:cNvPr>
            <p:cNvSpPr/>
            <p:nvPr/>
          </p:nvSpPr>
          <p:spPr>
            <a:xfrm>
              <a:off x="1049481" y="1808813"/>
              <a:ext cx="96412" cy="96412"/>
            </a:xfrm>
            <a:custGeom>
              <a:avLst/>
              <a:gdLst>
                <a:gd name="connsiteX0" fmla="*/ 76200 w 96412"/>
                <a:gd name="connsiteY0" fmla="*/ 0 h 96412"/>
                <a:gd name="connsiteX1" fmla="*/ 48206 w 96412"/>
                <a:gd name="connsiteY1" fmla="*/ 28004 h 96412"/>
                <a:gd name="connsiteX2" fmla="*/ 20212 w 96412"/>
                <a:gd name="connsiteY2" fmla="*/ 0 h 96412"/>
                <a:gd name="connsiteX3" fmla="*/ 0 w 96412"/>
                <a:gd name="connsiteY3" fmla="*/ 20212 h 96412"/>
                <a:gd name="connsiteX4" fmla="*/ 28004 w 96412"/>
                <a:gd name="connsiteY4" fmla="*/ 48206 h 96412"/>
                <a:gd name="connsiteX5" fmla="*/ 0 w 96412"/>
                <a:gd name="connsiteY5" fmla="*/ 76200 h 96412"/>
                <a:gd name="connsiteX6" fmla="*/ 20212 w 96412"/>
                <a:gd name="connsiteY6" fmla="*/ 96412 h 96412"/>
                <a:gd name="connsiteX7" fmla="*/ 48206 w 96412"/>
                <a:gd name="connsiteY7" fmla="*/ 68409 h 96412"/>
                <a:gd name="connsiteX8" fmla="*/ 76200 w 96412"/>
                <a:gd name="connsiteY8" fmla="*/ 96412 h 96412"/>
                <a:gd name="connsiteX9" fmla="*/ 96412 w 96412"/>
                <a:gd name="connsiteY9" fmla="*/ 76200 h 96412"/>
                <a:gd name="connsiteX10" fmla="*/ 68409 w 96412"/>
                <a:gd name="connsiteY10" fmla="*/ 48206 h 96412"/>
                <a:gd name="connsiteX11" fmla="*/ 96412 w 96412"/>
                <a:gd name="connsiteY11" fmla="*/ 20212 h 96412"/>
                <a:gd name="connsiteX12" fmla="*/ 76200 w 96412"/>
                <a:gd name="connsiteY12" fmla="*/ 0 h 96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6412" h="96412">
                  <a:moveTo>
                    <a:pt x="76200" y="0"/>
                  </a:moveTo>
                  <a:lnTo>
                    <a:pt x="48206" y="28004"/>
                  </a:lnTo>
                  <a:lnTo>
                    <a:pt x="20212" y="0"/>
                  </a:lnTo>
                  <a:lnTo>
                    <a:pt x="0" y="20212"/>
                  </a:lnTo>
                  <a:lnTo>
                    <a:pt x="28004" y="48206"/>
                  </a:lnTo>
                  <a:lnTo>
                    <a:pt x="0" y="76200"/>
                  </a:lnTo>
                  <a:lnTo>
                    <a:pt x="20212" y="96412"/>
                  </a:lnTo>
                  <a:lnTo>
                    <a:pt x="48206" y="68409"/>
                  </a:lnTo>
                  <a:lnTo>
                    <a:pt x="76200" y="96412"/>
                  </a:lnTo>
                  <a:lnTo>
                    <a:pt x="96412" y="76200"/>
                  </a:lnTo>
                  <a:lnTo>
                    <a:pt x="68409" y="48206"/>
                  </a:lnTo>
                  <a:lnTo>
                    <a:pt x="96412" y="20212"/>
                  </a:lnTo>
                  <a:lnTo>
                    <a:pt x="76200" y="0"/>
                  </a:ln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24" name="Freihandform: Form 23">
              <a:extLst>
                <a:ext uri="{FF2B5EF4-FFF2-40B4-BE49-F238E27FC236}">
                  <a16:creationId xmlns:a16="http://schemas.microsoft.com/office/drawing/2014/main" id="{7F91FE12-BD7A-EC99-15E5-998627ADCE9A}"/>
                </a:ext>
              </a:extLst>
            </p:cNvPr>
            <p:cNvSpPr/>
            <p:nvPr/>
          </p:nvSpPr>
          <p:spPr>
            <a:xfrm>
              <a:off x="917293" y="1361719"/>
              <a:ext cx="590550" cy="762000"/>
            </a:xfrm>
            <a:custGeom>
              <a:avLst/>
              <a:gdLst>
                <a:gd name="connsiteX0" fmla="*/ 533400 w 590550"/>
                <a:gd name="connsiteY0" fmla="*/ 704850 h 762000"/>
                <a:gd name="connsiteX1" fmla="*/ 57150 w 590550"/>
                <a:gd name="connsiteY1" fmla="*/ 704850 h 762000"/>
                <a:gd name="connsiteX2" fmla="*/ 57150 w 590550"/>
                <a:gd name="connsiteY2" fmla="*/ 114300 h 762000"/>
                <a:gd name="connsiteX3" fmla="*/ 161925 w 590550"/>
                <a:gd name="connsiteY3" fmla="*/ 114300 h 762000"/>
                <a:gd name="connsiteX4" fmla="*/ 161925 w 590550"/>
                <a:gd name="connsiteY4" fmla="*/ 171450 h 762000"/>
                <a:gd name="connsiteX5" fmla="*/ 428625 w 590550"/>
                <a:gd name="connsiteY5" fmla="*/ 171450 h 762000"/>
                <a:gd name="connsiteX6" fmla="*/ 428625 w 590550"/>
                <a:gd name="connsiteY6" fmla="*/ 114300 h 762000"/>
                <a:gd name="connsiteX7" fmla="*/ 533400 w 590550"/>
                <a:gd name="connsiteY7" fmla="*/ 114300 h 762000"/>
                <a:gd name="connsiteX8" fmla="*/ 295275 w 590550"/>
                <a:gd name="connsiteY8" fmla="*/ 38100 h 762000"/>
                <a:gd name="connsiteX9" fmla="*/ 323850 w 590550"/>
                <a:gd name="connsiteY9" fmla="*/ 66675 h 762000"/>
                <a:gd name="connsiteX10" fmla="*/ 295275 w 590550"/>
                <a:gd name="connsiteY10" fmla="*/ 95250 h 762000"/>
                <a:gd name="connsiteX11" fmla="*/ 266700 w 590550"/>
                <a:gd name="connsiteY11" fmla="*/ 66675 h 762000"/>
                <a:gd name="connsiteX12" fmla="*/ 294334 w 590550"/>
                <a:gd name="connsiteY12" fmla="*/ 38100 h 762000"/>
                <a:gd name="connsiteX13" fmla="*/ 295275 w 590550"/>
                <a:gd name="connsiteY13" fmla="*/ 38100 h 762000"/>
                <a:gd name="connsiteX14" fmla="*/ 552450 w 590550"/>
                <a:gd name="connsiteY14" fmla="*/ 57150 h 762000"/>
                <a:gd name="connsiteX15" fmla="*/ 390525 w 590550"/>
                <a:gd name="connsiteY15" fmla="*/ 57150 h 762000"/>
                <a:gd name="connsiteX16" fmla="*/ 390525 w 590550"/>
                <a:gd name="connsiteY16" fmla="*/ 38100 h 762000"/>
                <a:gd name="connsiteX17" fmla="*/ 352425 w 590550"/>
                <a:gd name="connsiteY17" fmla="*/ 0 h 762000"/>
                <a:gd name="connsiteX18" fmla="*/ 238125 w 590550"/>
                <a:gd name="connsiteY18" fmla="*/ 0 h 762000"/>
                <a:gd name="connsiteX19" fmla="*/ 200025 w 590550"/>
                <a:gd name="connsiteY19" fmla="*/ 38100 h 762000"/>
                <a:gd name="connsiteX20" fmla="*/ 200025 w 590550"/>
                <a:gd name="connsiteY20" fmla="*/ 57150 h 762000"/>
                <a:gd name="connsiteX21" fmla="*/ 38100 w 590550"/>
                <a:gd name="connsiteY21" fmla="*/ 57150 h 762000"/>
                <a:gd name="connsiteX22" fmla="*/ 0 w 590550"/>
                <a:gd name="connsiteY22" fmla="*/ 95250 h 762000"/>
                <a:gd name="connsiteX23" fmla="*/ 0 w 590550"/>
                <a:gd name="connsiteY23" fmla="*/ 723900 h 762000"/>
                <a:gd name="connsiteX24" fmla="*/ 38100 w 590550"/>
                <a:gd name="connsiteY24" fmla="*/ 762000 h 762000"/>
                <a:gd name="connsiteX25" fmla="*/ 552450 w 590550"/>
                <a:gd name="connsiteY25" fmla="*/ 762000 h 762000"/>
                <a:gd name="connsiteX26" fmla="*/ 590550 w 590550"/>
                <a:gd name="connsiteY26" fmla="*/ 723900 h 762000"/>
                <a:gd name="connsiteX27" fmla="*/ 590550 w 590550"/>
                <a:gd name="connsiteY27" fmla="*/ 95250 h 762000"/>
                <a:gd name="connsiteX28" fmla="*/ 552450 w 590550"/>
                <a:gd name="connsiteY28" fmla="*/ 57150 h 76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90550" h="762000">
                  <a:moveTo>
                    <a:pt x="533400" y="704850"/>
                  </a:moveTo>
                  <a:lnTo>
                    <a:pt x="57150" y="704850"/>
                  </a:lnTo>
                  <a:lnTo>
                    <a:pt x="57150" y="114300"/>
                  </a:lnTo>
                  <a:lnTo>
                    <a:pt x="161925" y="114300"/>
                  </a:lnTo>
                  <a:lnTo>
                    <a:pt x="161925" y="171450"/>
                  </a:lnTo>
                  <a:lnTo>
                    <a:pt x="428625" y="171450"/>
                  </a:lnTo>
                  <a:lnTo>
                    <a:pt x="428625" y="114300"/>
                  </a:lnTo>
                  <a:lnTo>
                    <a:pt x="533400" y="114300"/>
                  </a:lnTo>
                  <a:close/>
                  <a:moveTo>
                    <a:pt x="295275" y="38100"/>
                  </a:moveTo>
                  <a:cubicBezTo>
                    <a:pt x="311057" y="38100"/>
                    <a:pt x="323850" y="50893"/>
                    <a:pt x="323850" y="66675"/>
                  </a:cubicBezTo>
                  <a:cubicBezTo>
                    <a:pt x="323850" y="82457"/>
                    <a:pt x="311057" y="95250"/>
                    <a:pt x="295275" y="95250"/>
                  </a:cubicBezTo>
                  <a:cubicBezTo>
                    <a:pt x="279493" y="95250"/>
                    <a:pt x="266700" y="82457"/>
                    <a:pt x="266700" y="66675"/>
                  </a:cubicBezTo>
                  <a:cubicBezTo>
                    <a:pt x="266440" y="51153"/>
                    <a:pt x="278812" y="38360"/>
                    <a:pt x="294334" y="38100"/>
                  </a:cubicBezTo>
                  <a:cubicBezTo>
                    <a:pt x="294647" y="38094"/>
                    <a:pt x="294962" y="38094"/>
                    <a:pt x="295275" y="38100"/>
                  </a:cubicBezTo>
                  <a:close/>
                  <a:moveTo>
                    <a:pt x="552450" y="57150"/>
                  </a:moveTo>
                  <a:lnTo>
                    <a:pt x="390525" y="57150"/>
                  </a:lnTo>
                  <a:lnTo>
                    <a:pt x="390525" y="38100"/>
                  </a:lnTo>
                  <a:cubicBezTo>
                    <a:pt x="390525" y="17058"/>
                    <a:pt x="373467" y="0"/>
                    <a:pt x="352425" y="0"/>
                  </a:cubicBezTo>
                  <a:lnTo>
                    <a:pt x="238125" y="0"/>
                  </a:lnTo>
                  <a:cubicBezTo>
                    <a:pt x="217083" y="0"/>
                    <a:pt x="200025" y="17058"/>
                    <a:pt x="200025" y="38100"/>
                  </a:cubicBezTo>
                  <a:lnTo>
                    <a:pt x="200025" y="57150"/>
                  </a:lnTo>
                  <a:lnTo>
                    <a:pt x="38100" y="57150"/>
                  </a:lnTo>
                  <a:cubicBezTo>
                    <a:pt x="17058" y="57150"/>
                    <a:pt x="0" y="74208"/>
                    <a:pt x="0" y="95250"/>
                  </a:cubicBezTo>
                  <a:lnTo>
                    <a:pt x="0" y="723900"/>
                  </a:lnTo>
                  <a:cubicBezTo>
                    <a:pt x="0" y="744942"/>
                    <a:pt x="17058" y="762000"/>
                    <a:pt x="38100" y="762000"/>
                  </a:cubicBezTo>
                  <a:lnTo>
                    <a:pt x="552450" y="762000"/>
                  </a:lnTo>
                  <a:cubicBezTo>
                    <a:pt x="573492" y="762000"/>
                    <a:pt x="590550" y="744942"/>
                    <a:pt x="590550" y="723900"/>
                  </a:cubicBezTo>
                  <a:lnTo>
                    <a:pt x="590550" y="95250"/>
                  </a:lnTo>
                  <a:cubicBezTo>
                    <a:pt x="590550" y="74208"/>
                    <a:pt x="573492" y="57150"/>
                    <a:pt x="552450" y="57150"/>
                  </a:cubicBezTo>
                  <a:close/>
                </a:path>
              </a:pathLst>
            </a:custGeom>
            <a:solidFill>
              <a:schemeClr val="tx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31" name="Freihandform: Form 30">
              <a:extLst>
                <a:ext uri="{FF2B5EF4-FFF2-40B4-BE49-F238E27FC236}">
                  <a16:creationId xmlns:a16="http://schemas.microsoft.com/office/drawing/2014/main" id="{4D5BB92E-22A3-D449-B92A-9CB98A9C040C}"/>
                </a:ext>
              </a:extLst>
            </p:cNvPr>
            <p:cNvSpPr/>
            <p:nvPr/>
          </p:nvSpPr>
          <p:spPr>
            <a:xfrm>
              <a:off x="1231618" y="1609369"/>
              <a:ext cx="161925" cy="38100"/>
            </a:xfrm>
            <a:custGeom>
              <a:avLst/>
              <a:gdLst>
                <a:gd name="connsiteX0" fmla="*/ 0 w 161925"/>
                <a:gd name="connsiteY0" fmla="*/ 0 h 38100"/>
                <a:gd name="connsiteX1" fmla="*/ 161925 w 161925"/>
                <a:gd name="connsiteY1" fmla="*/ 0 h 38100"/>
                <a:gd name="connsiteX2" fmla="*/ 161925 w 161925"/>
                <a:gd name="connsiteY2" fmla="*/ 38100 h 38100"/>
                <a:gd name="connsiteX3" fmla="*/ 0 w 161925"/>
                <a:gd name="connsiteY3" fmla="*/ 38100 h 38100"/>
              </a:gdLst>
              <a:ahLst/>
              <a:cxnLst>
                <a:cxn ang="0">
                  <a:pos x="connsiteX0" y="connsiteY0"/>
                </a:cxn>
                <a:cxn ang="0">
                  <a:pos x="connsiteX1" y="connsiteY1"/>
                </a:cxn>
                <a:cxn ang="0">
                  <a:pos x="connsiteX2" y="connsiteY2"/>
                </a:cxn>
                <a:cxn ang="0">
                  <a:pos x="connsiteX3" y="connsiteY3"/>
                </a:cxn>
              </a:cxnLst>
              <a:rect l="l" t="t" r="r" b="b"/>
              <a:pathLst>
                <a:path w="161925" h="38100">
                  <a:moveTo>
                    <a:pt x="0" y="0"/>
                  </a:moveTo>
                  <a:lnTo>
                    <a:pt x="161925" y="0"/>
                  </a:lnTo>
                  <a:lnTo>
                    <a:pt x="161925" y="38100"/>
                  </a:lnTo>
                  <a:lnTo>
                    <a:pt x="0" y="38100"/>
                  </a:ln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34" name="Freihandform: Form 33">
              <a:extLst>
                <a:ext uri="{FF2B5EF4-FFF2-40B4-BE49-F238E27FC236}">
                  <a16:creationId xmlns:a16="http://schemas.microsoft.com/office/drawing/2014/main" id="{1BF6A5EE-07B3-4920-DF4A-A3E174598FED}"/>
                </a:ext>
              </a:extLst>
            </p:cNvPr>
            <p:cNvSpPr/>
            <p:nvPr/>
          </p:nvSpPr>
          <p:spPr>
            <a:xfrm>
              <a:off x="1231618" y="1723669"/>
              <a:ext cx="161925" cy="38100"/>
            </a:xfrm>
            <a:custGeom>
              <a:avLst/>
              <a:gdLst>
                <a:gd name="connsiteX0" fmla="*/ 0 w 161925"/>
                <a:gd name="connsiteY0" fmla="*/ 0 h 38100"/>
                <a:gd name="connsiteX1" fmla="*/ 161925 w 161925"/>
                <a:gd name="connsiteY1" fmla="*/ 0 h 38100"/>
                <a:gd name="connsiteX2" fmla="*/ 161925 w 161925"/>
                <a:gd name="connsiteY2" fmla="*/ 38100 h 38100"/>
                <a:gd name="connsiteX3" fmla="*/ 0 w 161925"/>
                <a:gd name="connsiteY3" fmla="*/ 38100 h 38100"/>
              </a:gdLst>
              <a:ahLst/>
              <a:cxnLst>
                <a:cxn ang="0">
                  <a:pos x="connsiteX0" y="connsiteY0"/>
                </a:cxn>
                <a:cxn ang="0">
                  <a:pos x="connsiteX1" y="connsiteY1"/>
                </a:cxn>
                <a:cxn ang="0">
                  <a:pos x="connsiteX2" y="connsiteY2"/>
                </a:cxn>
                <a:cxn ang="0">
                  <a:pos x="connsiteX3" y="connsiteY3"/>
                </a:cxn>
              </a:cxnLst>
              <a:rect l="l" t="t" r="r" b="b"/>
              <a:pathLst>
                <a:path w="161925" h="38100">
                  <a:moveTo>
                    <a:pt x="0" y="0"/>
                  </a:moveTo>
                  <a:lnTo>
                    <a:pt x="161925" y="0"/>
                  </a:lnTo>
                  <a:lnTo>
                    <a:pt x="161925" y="38100"/>
                  </a:lnTo>
                  <a:lnTo>
                    <a:pt x="0" y="38100"/>
                  </a:ln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38" name="Freihandform: Form 37">
              <a:extLst>
                <a:ext uri="{FF2B5EF4-FFF2-40B4-BE49-F238E27FC236}">
                  <a16:creationId xmlns:a16="http://schemas.microsoft.com/office/drawing/2014/main" id="{61591B6B-3284-B8A5-EFC2-72FEC7D954DB}"/>
                </a:ext>
              </a:extLst>
            </p:cNvPr>
            <p:cNvSpPr/>
            <p:nvPr/>
          </p:nvSpPr>
          <p:spPr>
            <a:xfrm>
              <a:off x="1231618" y="1837969"/>
              <a:ext cx="161925" cy="38100"/>
            </a:xfrm>
            <a:custGeom>
              <a:avLst/>
              <a:gdLst>
                <a:gd name="connsiteX0" fmla="*/ 0 w 161925"/>
                <a:gd name="connsiteY0" fmla="*/ 0 h 38100"/>
                <a:gd name="connsiteX1" fmla="*/ 161925 w 161925"/>
                <a:gd name="connsiteY1" fmla="*/ 0 h 38100"/>
                <a:gd name="connsiteX2" fmla="*/ 161925 w 161925"/>
                <a:gd name="connsiteY2" fmla="*/ 38100 h 38100"/>
                <a:gd name="connsiteX3" fmla="*/ 0 w 161925"/>
                <a:gd name="connsiteY3" fmla="*/ 38100 h 38100"/>
              </a:gdLst>
              <a:ahLst/>
              <a:cxnLst>
                <a:cxn ang="0">
                  <a:pos x="connsiteX0" y="connsiteY0"/>
                </a:cxn>
                <a:cxn ang="0">
                  <a:pos x="connsiteX1" y="connsiteY1"/>
                </a:cxn>
                <a:cxn ang="0">
                  <a:pos x="connsiteX2" y="connsiteY2"/>
                </a:cxn>
                <a:cxn ang="0">
                  <a:pos x="connsiteX3" y="connsiteY3"/>
                </a:cxn>
              </a:cxnLst>
              <a:rect l="l" t="t" r="r" b="b"/>
              <a:pathLst>
                <a:path w="161925" h="38100">
                  <a:moveTo>
                    <a:pt x="0" y="0"/>
                  </a:moveTo>
                  <a:lnTo>
                    <a:pt x="161925" y="0"/>
                  </a:lnTo>
                  <a:lnTo>
                    <a:pt x="161925" y="38100"/>
                  </a:lnTo>
                  <a:lnTo>
                    <a:pt x="0" y="38100"/>
                  </a:lnTo>
                  <a:close/>
                </a:path>
              </a:pathLst>
            </a:custGeom>
            <a:solidFill>
              <a:schemeClr val="tx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61" name="Freihandform: Form 60">
              <a:extLst>
                <a:ext uri="{FF2B5EF4-FFF2-40B4-BE49-F238E27FC236}">
                  <a16:creationId xmlns:a16="http://schemas.microsoft.com/office/drawing/2014/main" id="{5173D024-8B64-B57A-29B1-F2148D8F18F1}"/>
                </a:ext>
              </a:extLst>
            </p:cNvPr>
            <p:cNvSpPr/>
            <p:nvPr/>
          </p:nvSpPr>
          <p:spPr>
            <a:xfrm>
              <a:off x="1231618" y="1952269"/>
              <a:ext cx="161925" cy="38100"/>
            </a:xfrm>
            <a:custGeom>
              <a:avLst/>
              <a:gdLst>
                <a:gd name="connsiteX0" fmla="*/ 0 w 161925"/>
                <a:gd name="connsiteY0" fmla="*/ 0 h 38100"/>
                <a:gd name="connsiteX1" fmla="*/ 161925 w 161925"/>
                <a:gd name="connsiteY1" fmla="*/ 0 h 38100"/>
                <a:gd name="connsiteX2" fmla="*/ 161925 w 161925"/>
                <a:gd name="connsiteY2" fmla="*/ 38100 h 38100"/>
                <a:gd name="connsiteX3" fmla="*/ 0 w 161925"/>
                <a:gd name="connsiteY3" fmla="*/ 38100 h 38100"/>
              </a:gdLst>
              <a:ahLst/>
              <a:cxnLst>
                <a:cxn ang="0">
                  <a:pos x="connsiteX0" y="connsiteY0"/>
                </a:cxn>
                <a:cxn ang="0">
                  <a:pos x="connsiteX1" y="connsiteY1"/>
                </a:cxn>
                <a:cxn ang="0">
                  <a:pos x="connsiteX2" y="connsiteY2"/>
                </a:cxn>
                <a:cxn ang="0">
                  <a:pos x="connsiteX3" y="connsiteY3"/>
                </a:cxn>
              </a:cxnLst>
              <a:rect l="l" t="t" r="r" b="b"/>
              <a:pathLst>
                <a:path w="161925" h="38100">
                  <a:moveTo>
                    <a:pt x="0" y="0"/>
                  </a:moveTo>
                  <a:lnTo>
                    <a:pt x="161925" y="0"/>
                  </a:lnTo>
                  <a:lnTo>
                    <a:pt x="161925" y="38100"/>
                  </a:lnTo>
                  <a:lnTo>
                    <a:pt x="0" y="38100"/>
                  </a:ln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62" name="Freihandform: Form 61">
              <a:extLst>
                <a:ext uri="{FF2B5EF4-FFF2-40B4-BE49-F238E27FC236}">
                  <a16:creationId xmlns:a16="http://schemas.microsoft.com/office/drawing/2014/main" id="{9682E637-D312-5EC4-778D-E9A50B9436DB}"/>
                </a:ext>
              </a:extLst>
            </p:cNvPr>
            <p:cNvSpPr/>
            <p:nvPr/>
          </p:nvSpPr>
          <p:spPr>
            <a:xfrm>
              <a:off x="1038327" y="1568478"/>
              <a:ext cx="127501" cy="102736"/>
            </a:xfrm>
            <a:custGeom>
              <a:avLst/>
              <a:gdLst>
                <a:gd name="connsiteX0" fmla="*/ 0 w 127501"/>
                <a:gd name="connsiteY0" fmla="*/ 58036 h 102736"/>
                <a:gd name="connsiteX1" fmla="*/ 19936 w 127501"/>
                <a:gd name="connsiteY1" fmla="*/ 38100 h 102736"/>
                <a:gd name="connsiteX2" fmla="*/ 44701 w 127501"/>
                <a:gd name="connsiteY2" fmla="*/ 62865 h 102736"/>
                <a:gd name="connsiteX3" fmla="*/ 107566 w 127501"/>
                <a:gd name="connsiteY3" fmla="*/ 0 h 102736"/>
                <a:gd name="connsiteX4" fmla="*/ 127502 w 127501"/>
                <a:gd name="connsiteY4" fmla="*/ 19936 h 102736"/>
                <a:gd name="connsiteX5" fmla="*/ 44701 w 127501"/>
                <a:gd name="connsiteY5" fmla="*/ 102737 h 102736"/>
                <a:gd name="connsiteX6" fmla="*/ 0 w 127501"/>
                <a:gd name="connsiteY6" fmla="*/ 58036 h 102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7501" h="102736">
                  <a:moveTo>
                    <a:pt x="0" y="58036"/>
                  </a:moveTo>
                  <a:lnTo>
                    <a:pt x="19936" y="38100"/>
                  </a:lnTo>
                  <a:lnTo>
                    <a:pt x="44701" y="62865"/>
                  </a:lnTo>
                  <a:lnTo>
                    <a:pt x="107566" y="0"/>
                  </a:lnTo>
                  <a:lnTo>
                    <a:pt x="127502" y="19936"/>
                  </a:lnTo>
                  <a:lnTo>
                    <a:pt x="44701" y="102737"/>
                  </a:lnTo>
                  <a:lnTo>
                    <a:pt x="0" y="58036"/>
                  </a:ln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63" name="Freihandform: Form 62">
              <a:extLst>
                <a:ext uri="{FF2B5EF4-FFF2-40B4-BE49-F238E27FC236}">
                  <a16:creationId xmlns:a16="http://schemas.microsoft.com/office/drawing/2014/main" id="{618F774D-E534-4985-5604-DF843C3EFBAA}"/>
                </a:ext>
              </a:extLst>
            </p:cNvPr>
            <p:cNvSpPr/>
            <p:nvPr/>
          </p:nvSpPr>
          <p:spPr>
            <a:xfrm>
              <a:off x="1038327" y="1682778"/>
              <a:ext cx="127501" cy="102736"/>
            </a:xfrm>
            <a:custGeom>
              <a:avLst/>
              <a:gdLst>
                <a:gd name="connsiteX0" fmla="*/ 0 w 127501"/>
                <a:gd name="connsiteY0" fmla="*/ 58036 h 102736"/>
                <a:gd name="connsiteX1" fmla="*/ 19936 w 127501"/>
                <a:gd name="connsiteY1" fmla="*/ 38100 h 102736"/>
                <a:gd name="connsiteX2" fmla="*/ 44701 w 127501"/>
                <a:gd name="connsiteY2" fmla="*/ 62865 h 102736"/>
                <a:gd name="connsiteX3" fmla="*/ 107566 w 127501"/>
                <a:gd name="connsiteY3" fmla="*/ 0 h 102736"/>
                <a:gd name="connsiteX4" fmla="*/ 127502 w 127501"/>
                <a:gd name="connsiteY4" fmla="*/ 19936 h 102736"/>
                <a:gd name="connsiteX5" fmla="*/ 44701 w 127501"/>
                <a:gd name="connsiteY5" fmla="*/ 102737 h 102736"/>
                <a:gd name="connsiteX6" fmla="*/ 0 w 127501"/>
                <a:gd name="connsiteY6" fmla="*/ 58036 h 102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7501" h="102736">
                  <a:moveTo>
                    <a:pt x="0" y="58036"/>
                  </a:moveTo>
                  <a:lnTo>
                    <a:pt x="19936" y="38100"/>
                  </a:lnTo>
                  <a:lnTo>
                    <a:pt x="44701" y="62865"/>
                  </a:lnTo>
                  <a:lnTo>
                    <a:pt x="107566" y="0"/>
                  </a:lnTo>
                  <a:lnTo>
                    <a:pt x="127502" y="19936"/>
                  </a:lnTo>
                  <a:lnTo>
                    <a:pt x="44701" y="102737"/>
                  </a:lnTo>
                  <a:lnTo>
                    <a:pt x="0" y="58036"/>
                  </a:lnTo>
                  <a:close/>
                </a:path>
              </a:pathLst>
            </a:custGeom>
            <a:solidFill>
              <a:schemeClr val="tx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64" name="Freihandform: Form 63">
              <a:extLst>
                <a:ext uri="{FF2B5EF4-FFF2-40B4-BE49-F238E27FC236}">
                  <a16:creationId xmlns:a16="http://schemas.microsoft.com/office/drawing/2014/main" id="{CB402A24-E9A6-5ACF-771F-04115B22EFAF}"/>
                </a:ext>
              </a:extLst>
            </p:cNvPr>
            <p:cNvSpPr/>
            <p:nvPr/>
          </p:nvSpPr>
          <p:spPr>
            <a:xfrm>
              <a:off x="1038327" y="1911378"/>
              <a:ext cx="127501" cy="102736"/>
            </a:xfrm>
            <a:custGeom>
              <a:avLst/>
              <a:gdLst>
                <a:gd name="connsiteX0" fmla="*/ 0 w 127501"/>
                <a:gd name="connsiteY0" fmla="*/ 58036 h 102736"/>
                <a:gd name="connsiteX1" fmla="*/ 19936 w 127501"/>
                <a:gd name="connsiteY1" fmla="*/ 38100 h 102736"/>
                <a:gd name="connsiteX2" fmla="*/ 44701 w 127501"/>
                <a:gd name="connsiteY2" fmla="*/ 62865 h 102736"/>
                <a:gd name="connsiteX3" fmla="*/ 107566 w 127501"/>
                <a:gd name="connsiteY3" fmla="*/ 0 h 102736"/>
                <a:gd name="connsiteX4" fmla="*/ 127502 w 127501"/>
                <a:gd name="connsiteY4" fmla="*/ 19936 h 102736"/>
                <a:gd name="connsiteX5" fmla="*/ 44701 w 127501"/>
                <a:gd name="connsiteY5" fmla="*/ 102737 h 102736"/>
                <a:gd name="connsiteX6" fmla="*/ 0 w 127501"/>
                <a:gd name="connsiteY6" fmla="*/ 58036 h 102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7501" h="102736">
                  <a:moveTo>
                    <a:pt x="0" y="58036"/>
                  </a:moveTo>
                  <a:lnTo>
                    <a:pt x="19936" y="38100"/>
                  </a:lnTo>
                  <a:lnTo>
                    <a:pt x="44701" y="62865"/>
                  </a:lnTo>
                  <a:lnTo>
                    <a:pt x="107566" y="0"/>
                  </a:lnTo>
                  <a:lnTo>
                    <a:pt x="127502" y="19936"/>
                  </a:lnTo>
                  <a:lnTo>
                    <a:pt x="44701" y="102737"/>
                  </a:lnTo>
                  <a:lnTo>
                    <a:pt x="0" y="58036"/>
                  </a:lnTo>
                  <a:close/>
                </a:path>
              </a:pathLst>
            </a:custGeom>
            <a:solidFill>
              <a:schemeClr val="tx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grpSp>
        <p:nvGrpSpPr>
          <p:cNvPr id="65" name="Gruppieren 64">
            <a:extLst>
              <a:ext uri="{FF2B5EF4-FFF2-40B4-BE49-F238E27FC236}">
                <a16:creationId xmlns:a16="http://schemas.microsoft.com/office/drawing/2014/main" id="{5253C87A-ED70-C68E-FACF-CB00FA003842}"/>
              </a:ext>
            </a:extLst>
          </p:cNvPr>
          <p:cNvGrpSpPr>
            <a:grpSpLocks noChangeAspect="1"/>
          </p:cNvGrpSpPr>
          <p:nvPr/>
        </p:nvGrpSpPr>
        <p:grpSpPr>
          <a:xfrm>
            <a:off x="2225634" y="2551084"/>
            <a:ext cx="547034" cy="547726"/>
            <a:chOff x="1748751" y="2144400"/>
            <a:chExt cx="753670" cy="754623"/>
          </a:xfrm>
        </p:grpSpPr>
        <p:sp>
          <p:nvSpPr>
            <p:cNvPr id="76" name="Freihandform: Form 75">
              <a:extLst>
                <a:ext uri="{FF2B5EF4-FFF2-40B4-BE49-F238E27FC236}">
                  <a16:creationId xmlns:a16="http://schemas.microsoft.com/office/drawing/2014/main" id="{8B2134D6-968C-F0A0-6E8D-16819E043E2F}"/>
                </a:ext>
              </a:extLst>
            </p:cNvPr>
            <p:cNvSpPr/>
            <p:nvPr/>
          </p:nvSpPr>
          <p:spPr>
            <a:xfrm>
              <a:off x="1748751" y="2144400"/>
              <a:ext cx="753670" cy="754623"/>
            </a:xfrm>
            <a:custGeom>
              <a:avLst/>
              <a:gdLst>
                <a:gd name="connsiteX0" fmla="*/ 616273 w 753670"/>
                <a:gd name="connsiteY0" fmla="*/ 521975 h 754623"/>
                <a:gd name="connsiteX1" fmla="*/ 557218 w 753670"/>
                <a:gd name="connsiteY1" fmla="*/ 503878 h 754623"/>
                <a:gd name="connsiteX2" fmla="*/ 514355 w 753670"/>
                <a:gd name="connsiteY2" fmla="*/ 461968 h 754623"/>
                <a:gd name="connsiteX3" fmla="*/ 573410 w 753670"/>
                <a:gd name="connsiteY3" fmla="*/ 288613 h 754623"/>
                <a:gd name="connsiteX4" fmla="*/ 287660 w 753670"/>
                <a:gd name="connsiteY4" fmla="*/ 5 h 754623"/>
                <a:gd name="connsiteX5" fmla="*/ 5 w 753670"/>
                <a:gd name="connsiteY5" fmla="*/ 285755 h 754623"/>
                <a:gd name="connsiteX6" fmla="*/ 285755 w 753670"/>
                <a:gd name="connsiteY6" fmla="*/ 573410 h 754623"/>
                <a:gd name="connsiteX7" fmla="*/ 461015 w 753670"/>
                <a:gd name="connsiteY7" fmla="*/ 514355 h 754623"/>
                <a:gd name="connsiteX8" fmla="*/ 502925 w 753670"/>
                <a:gd name="connsiteY8" fmla="*/ 556265 h 754623"/>
                <a:gd name="connsiteX9" fmla="*/ 521023 w 753670"/>
                <a:gd name="connsiteY9" fmla="*/ 616273 h 754623"/>
                <a:gd name="connsiteX10" fmla="*/ 640085 w 753670"/>
                <a:gd name="connsiteY10" fmla="*/ 735335 h 754623"/>
                <a:gd name="connsiteX11" fmla="*/ 734383 w 753670"/>
                <a:gd name="connsiteY11" fmla="*/ 735335 h 754623"/>
                <a:gd name="connsiteX12" fmla="*/ 734383 w 753670"/>
                <a:gd name="connsiteY12" fmla="*/ 641038 h 754623"/>
                <a:gd name="connsiteX13" fmla="*/ 616273 w 753670"/>
                <a:gd name="connsiteY13" fmla="*/ 521975 h 754623"/>
                <a:gd name="connsiteX14" fmla="*/ 287660 w 753670"/>
                <a:gd name="connsiteY14" fmla="*/ 516260 h 754623"/>
                <a:gd name="connsiteX15" fmla="*/ 59060 w 753670"/>
                <a:gd name="connsiteY15" fmla="*/ 287660 h 754623"/>
                <a:gd name="connsiteX16" fmla="*/ 287660 w 753670"/>
                <a:gd name="connsiteY16" fmla="*/ 59060 h 754623"/>
                <a:gd name="connsiteX17" fmla="*/ 516260 w 753670"/>
                <a:gd name="connsiteY17" fmla="*/ 287660 h 754623"/>
                <a:gd name="connsiteX18" fmla="*/ 287660 w 753670"/>
                <a:gd name="connsiteY18" fmla="*/ 516260 h 754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53670" h="754623">
                  <a:moveTo>
                    <a:pt x="616273" y="521975"/>
                  </a:moveTo>
                  <a:cubicBezTo>
                    <a:pt x="601033" y="506735"/>
                    <a:pt x="578173" y="499115"/>
                    <a:pt x="557218" y="503878"/>
                  </a:cubicBezTo>
                  <a:lnTo>
                    <a:pt x="514355" y="461968"/>
                  </a:lnTo>
                  <a:cubicBezTo>
                    <a:pt x="552455" y="412438"/>
                    <a:pt x="573410" y="351478"/>
                    <a:pt x="573410" y="288613"/>
                  </a:cubicBezTo>
                  <a:cubicBezTo>
                    <a:pt x="574363" y="129545"/>
                    <a:pt x="445775" y="958"/>
                    <a:pt x="287660" y="5"/>
                  </a:cubicBezTo>
                  <a:cubicBezTo>
                    <a:pt x="129545" y="-947"/>
                    <a:pt x="958" y="127640"/>
                    <a:pt x="5" y="285755"/>
                  </a:cubicBezTo>
                  <a:cubicBezTo>
                    <a:pt x="-947" y="443870"/>
                    <a:pt x="127640" y="572458"/>
                    <a:pt x="285755" y="573410"/>
                  </a:cubicBezTo>
                  <a:cubicBezTo>
                    <a:pt x="348620" y="573410"/>
                    <a:pt x="410533" y="552455"/>
                    <a:pt x="461015" y="514355"/>
                  </a:cubicBezTo>
                  <a:lnTo>
                    <a:pt x="502925" y="556265"/>
                  </a:lnTo>
                  <a:cubicBezTo>
                    <a:pt x="499115" y="578173"/>
                    <a:pt x="505783" y="600080"/>
                    <a:pt x="521023" y="616273"/>
                  </a:cubicBezTo>
                  <a:lnTo>
                    <a:pt x="640085" y="735335"/>
                  </a:lnTo>
                  <a:cubicBezTo>
                    <a:pt x="665803" y="761053"/>
                    <a:pt x="708665" y="761053"/>
                    <a:pt x="734383" y="735335"/>
                  </a:cubicBezTo>
                  <a:cubicBezTo>
                    <a:pt x="760100" y="709618"/>
                    <a:pt x="760100" y="666755"/>
                    <a:pt x="734383" y="641038"/>
                  </a:cubicBezTo>
                  <a:lnTo>
                    <a:pt x="616273" y="521975"/>
                  </a:lnTo>
                  <a:close/>
                  <a:moveTo>
                    <a:pt x="287660" y="516260"/>
                  </a:moveTo>
                  <a:cubicBezTo>
                    <a:pt x="160978" y="516260"/>
                    <a:pt x="59060" y="414343"/>
                    <a:pt x="59060" y="287660"/>
                  </a:cubicBezTo>
                  <a:cubicBezTo>
                    <a:pt x="59060" y="160978"/>
                    <a:pt x="160978" y="59060"/>
                    <a:pt x="287660" y="59060"/>
                  </a:cubicBezTo>
                  <a:cubicBezTo>
                    <a:pt x="414343" y="59060"/>
                    <a:pt x="516260" y="160978"/>
                    <a:pt x="516260" y="287660"/>
                  </a:cubicBezTo>
                  <a:cubicBezTo>
                    <a:pt x="516260" y="413390"/>
                    <a:pt x="413390" y="516260"/>
                    <a:pt x="287660" y="516260"/>
                  </a:cubicBezTo>
                  <a:close/>
                </a:path>
              </a:pathLst>
            </a:custGeom>
            <a:solidFill>
              <a:schemeClr val="tx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77" name="Freihandform: Form 76">
              <a:extLst>
                <a:ext uri="{FF2B5EF4-FFF2-40B4-BE49-F238E27FC236}">
                  <a16:creationId xmlns:a16="http://schemas.microsoft.com/office/drawing/2014/main" id="{4BDC7BA9-E27C-338B-90B4-2853F3A6B88A}"/>
                </a:ext>
              </a:extLst>
            </p:cNvPr>
            <p:cNvSpPr/>
            <p:nvPr/>
          </p:nvSpPr>
          <p:spPr>
            <a:xfrm>
              <a:off x="1831624" y="2285963"/>
              <a:ext cx="410527" cy="301354"/>
            </a:xfrm>
            <a:custGeom>
              <a:avLst/>
              <a:gdLst>
                <a:gd name="connsiteX0" fmla="*/ 409575 w 410527"/>
                <a:gd name="connsiteY0" fmla="*/ 131810 h 301354"/>
                <a:gd name="connsiteX1" fmla="*/ 355283 w 410527"/>
                <a:gd name="connsiteY1" fmla="*/ 131810 h 301354"/>
                <a:gd name="connsiteX2" fmla="*/ 342900 w 410527"/>
                <a:gd name="connsiteY2" fmla="*/ 139430 h 301354"/>
                <a:gd name="connsiteX3" fmla="*/ 306705 w 410527"/>
                <a:gd name="connsiteY3" fmla="*/ 178483 h 301354"/>
                <a:gd name="connsiteX4" fmla="*/ 276225 w 410527"/>
                <a:gd name="connsiteY4" fmla="*/ 72755 h 301354"/>
                <a:gd name="connsiteX5" fmla="*/ 255270 w 410527"/>
                <a:gd name="connsiteY5" fmla="*/ 61325 h 301354"/>
                <a:gd name="connsiteX6" fmla="*/ 243840 w 410527"/>
                <a:gd name="connsiteY6" fmla="*/ 71803 h 301354"/>
                <a:gd name="connsiteX7" fmla="*/ 186690 w 410527"/>
                <a:gd name="connsiteY7" fmla="*/ 223250 h 301354"/>
                <a:gd name="connsiteX8" fmla="*/ 147638 w 410527"/>
                <a:gd name="connsiteY8" fmla="*/ 13700 h 301354"/>
                <a:gd name="connsiteX9" fmla="*/ 128588 w 410527"/>
                <a:gd name="connsiteY9" fmla="*/ 365 h 301354"/>
                <a:gd name="connsiteX10" fmla="*/ 115253 w 410527"/>
                <a:gd name="connsiteY10" fmla="*/ 11795 h 301354"/>
                <a:gd name="connsiteX11" fmla="*/ 74295 w 410527"/>
                <a:gd name="connsiteY11" fmla="*/ 131810 h 301354"/>
                <a:gd name="connsiteX12" fmla="*/ 0 w 410527"/>
                <a:gd name="connsiteY12" fmla="*/ 131810 h 301354"/>
                <a:gd name="connsiteX13" fmla="*/ 0 w 410527"/>
                <a:gd name="connsiteY13" fmla="*/ 169910 h 301354"/>
                <a:gd name="connsiteX14" fmla="*/ 86678 w 410527"/>
                <a:gd name="connsiteY14" fmla="*/ 169910 h 301354"/>
                <a:gd name="connsiteX15" fmla="*/ 102870 w 410527"/>
                <a:gd name="connsiteY15" fmla="*/ 155623 h 301354"/>
                <a:gd name="connsiteX16" fmla="*/ 126682 w 410527"/>
                <a:gd name="connsiteY16" fmla="*/ 83232 h 301354"/>
                <a:gd name="connsiteX17" fmla="*/ 164783 w 410527"/>
                <a:gd name="connsiteY17" fmla="*/ 288020 h 301354"/>
                <a:gd name="connsiteX18" fmla="*/ 180023 w 410527"/>
                <a:gd name="connsiteY18" fmla="*/ 301355 h 301354"/>
                <a:gd name="connsiteX19" fmla="*/ 181927 w 410527"/>
                <a:gd name="connsiteY19" fmla="*/ 301355 h 301354"/>
                <a:gd name="connsiteX20" fmla="*/ 198120 w 410527"/>
                <a:gd name="connsiteY20" fmla="*/ 290878 h 301354"/>
                <a:gd name="connsiteX21" fmla="*/ 259080 w 410527"/>
                <a:gd name="connsiteY21" fmla="*/ 130858 h 301354"/>
                <a:gd name="connsiteX22" fmla="*/ 283845 w 410527"/>
                <a:gd name="connsiteY22" fmla="*/ 216583 h 301354"/>
                <a:gd name="connsiteX23" fmla="*/ 304800 w 410527"/>
                <a:gd name="connsiteY23" fmla="*/ 228012 h 301354"/>
                <a:gd name="connsiteX24" fmla="*/ 312420 w 410527"/>
                <a:gd name="connsiteY24" fmla="*/ 223250 h 301354"/>
                <a:gd name="connsiteX25" fmla="*/ 363855 w 410527"/>
                <a:gd name="connsiteY25" fmla="*/ 169910 h 301354"/>
                <a:gd name="connsiteX26" fmla="*/ 410528 w 410527"/>
                <a:gd name="connsiteY26" fmla="*/ 169910 h 301354"/>
                <a:gd name="connsiteX27" fmla="*/ 410528 w 410527"/>
                <a:gd name="connsiteY27" fmla="*/ 131810 h 301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10527" h="301354">
                  <a:moveTo>
                    <a:pt x="409575" y="131810"/>
                  </a:moveTo>
                  <a:lnTo>
                    <a:pt x="355283" y="131810"/>
                  </a:lnTo>
                  <a:cubicBezTo>
                    <a:pt x="350520" y="132762"/>
                    <a:pt x="345758" y="135620"/>
                    <a:pt x="342900" y="139430"/>
                  </a:cubicBezTo>
                  <a:lnTo>
                    <a:pt x="306705" y="178483"/>
                  </a:lnTo>
                  <a:lnTo>
                    <a:pt x="276225" y="72755"/>
                  </a:lnTo>
                  <a:cubicBezTo>
                    <a:pt x="273368" y="64182"/>
                    <a:pt x="263843" y="58467"/>
                    <a:pt x="255270" y="61325"/>
                  </a:cubicBezTo>
                  <a:cubicBezTo>
                    <a:pt x="250508" y="63230"/>
                    <a:pt x="245745" y="66088"/>
                    <a:pt x="243840" y="71803"/>
                  </a:cubicBezTo>
                  <a:lnTo>
                    <a:pt x="186690" y="223250"/>
                  </a:lnTo>
                  <a:lnTo>
                    <a:pt x="147638" y="13700"/>
                  </a:lnTo>
                  <a:cubicBezTo>
                    <a:pt x="145733" y="4175"/>
                    <a:pt x="137160" y="-1540"/>
                    <a:pt x="128588" y="365"/>
                  </a:cubicBezTo>
                  <a:cubicBezTo>
                    <a:pt x="122873" y="1317"/>
                    <a:pt x="118110" y="6080"/>
                    <a:pt x="115253" y="11795"/>
                  </a:cubicBezTo>
                  <a:lnTo>
                    <a:pt x="74295" y="131810"/>
                  </a:lnTo>
                  <a:lnTo>
                    <a:pt x="0" y="131810"/>
                  </a:lnTo>
                  <a:lnTo>
                    <a:pt x="0" y="169910"/>
                  </a:lnTo>
                  <a:lnTo>
                    <a:pt x="86678" y="169910"/>
                  </a:lnTo>
                  <a:cubicBezTo>
                    <a:pt x="94298" y="168958"/>
                    <a:pt x="100965" y="163242"/>
                    <a:pt x="102870" y="155623"/>
                  </a:cubicBezTo>
                  <a:lnTo>
                    <a:pt x="126682" y="83232"/>
                  </a:lnTo>
                  <a:lnTo>
                    <a:pt x="164783" y="288020"/>
                  </a:lnTo>
                  <a:cubicBezTo>
                    <a:pt x="165735" y="295640"/>
                    <a:pt x="172402" y="301355"/>
                    <a:pt x="180023" y="301355"/>
                  </a:cubicBezTo>
                  <a:lnTo>
                    <a:pt x="181927" y="301355"/>
                  </a:lnTo>
                  <a:cubicBezTo>
                    <a:pt x="188595" y="301355"/>
                    <a:pt x="195263" y="297545"/>
                    <a:pt x="198120" y="290878"/>
                  </a:cubicBezTo>
                  <a:lnTo>
                    <a:pt x="259080" y="130858"/>
                  </a:lnTo>
                  <a:lnTo>
                    <a:pt x="283845" y="216583"/>
                  </a:lnTo>
                  <a:cubicBezTo>
                    <a:pt x="286703" y="225155"/>
                    <a:pt x="295275" y="230870"/>
                    <a:pt x="304800" y="228012"/>
                  </a:cubicBezTo>
                  <a:cubicBezTo>
                    <a:pt x="307658" y="227060"/>
                    <a:pt x="310515" y="225155"/>
                    <a:pt x="312420" y="223250"/>
                  </a:cubicBezTo>
                  <a:lnTo>
                    <a:pt x="363855" y="169910"/>
                  </a:lnTo>
                  <a:lnTo>
                    <a:pt x="410528" y="169910"/>
                  </a:lnTo>
                  <a:lnTo>
                    <a:pt x="410528" y="131810"/>
                  </a:ln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grpSp>
        <p:nvGrpSpPr>
          <p:cNvPr id="84" name="Gruppieren 83">
            <a:extLst>
              <a:ext uri="{FF2B5EF4-FFF2-40B4-BE49-F238E27FC236}">
                <a16:creationId xmlns:a16="http://schemas.microsoft.com/office/drawing/2014/main" id="{D28C985C-0001-9F82-E6C1-7BADA7DE3D52}"/>
              </a:ext>
            </a:extLst>
          </p:cNvPr>
          <p:cNvGrpSpPr>
            <a:grpSpLocks noChangeAspect="1"/>
          </p:cNvGrpSpPr>
          <p:nvPr/>
        </p:nvGrpSpPr>
        <p:grpSpPr>
          <a:xfrm>
            <a:off x="9264525" y="1656616"/>
            <a:ext cx="539686" cy="560403"/>
            <a:chOff x="1168990" y="4734281"/>
            <a:chExt cx="733830" cy="762000"/>
          </a:xfrm>
        </p:grpSpPr>
        <p:sp>
          <p:nvSpPr>
            <p:cNvPr id="85" name="Freihandform: Form 84">
              <a:extLst>
                <a:ext uri="{FF2B5EF4-FFF2-40B4-BE49-F238E27FC236}">
                  <a16:creationId xmlns:a16="http://schemas.microsoft.com/office/drawing/2014/main" id="{9686B66B-41FB-DD8A-5E64-7E563FA8E965}"/>
                </a:ext>
              </a:extLst>
            </p:cNvPr>
            <p:cNvSpPr/>
            <p:nvPr/>
          </p:nvSpPr>
          <p:spPr>
            <a:xfrm>
              <a:off x="1234165" y="4903825"/>
              <a:ext cx="373379" cy="373380"/>
            </a:xfrm>
            <a:custGeom>
              <a:avLst/>
              <a:gdLst>
                <a:gd name="connsiteX0" fmla="*/ 320040 w 373379"/>
                <a:gd name="connsiteY0" fmla="*/ 280035 h 373380"/>
                <a:gd name="connsiteX1" fmla="*/ 335280 w 373379"/>
                <a:gd name="connsiteY1" fmla="*/ 326708 h 373380"/>
                <a:gd name="connsiteX2" fmla="*/ 326707 w 373379"/>
                <a:gd name="connsiteY2" fmla="*/ 335280 h 373380"/>
                <a:gd name="connsiteX3" fmla="*/ 280035 w 373379"/>
                <a:gd name="connsiteY3" fmla="*/ 320040 h 373380"/>
                <a:gd name="connsiteX4" fmla="*/ 279082 w 373379"/>
                <a:gd name="connsiteY4" fmla="*/ 319088 h 373380"/>
                <a:gd name="connsiteX5" fmla="*/ 280035 w 373379"/>
                <a:gd name="connsiteY5" fmla="*/ 280988 h 373380"/>
                <a:gd name="connsiteX6" fmla="*/ 320040 w 373379"/>
                <a:gd name="connsiteY6" fmla="*/ 280035 h 373380"/>
                <a:gd name="connsiteX7" fmla="*/ 0 w 373379"/>
                <a:gd name="connsiteY7" fmla="*/ 70485 h 373380"/>
                <a:gd name="connsiteX8" fmla="*/ 268605 w 373379"/>
                <a:gd name="connsiteY8" fmla="*/ 339090 h 373380"/>
                <a:gd name="connsiteX9" fmla="*/ 373380 w 373379"/>
                <a:gd name="connsiteY9" fmla="*/ 373380 h 373380"/>
                <a:gd name="connsiteX10" fmla="*/ 339090 w 373379"/>
                <a:gd name="connsiteY10" fmla="*/ 269558 h 373380"/>
                <a:gd name="connsiteX11" fmla="*/ 70485 w 373379"/>
                <a:gd name="connsiteY11" fmla="*/ 0 h 373380"/>
                <a:gd name="connsiteX12" fmla="*/ 0 w 373379"/>
                <a:gd name="connsiteY12" fmla="*/ 70485 h 373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3379" h="373380">
                  <a:moveTo>
                    <a:pt x="320040" y="280035"/>
                  </a:moveTo>
                  <a:lnTo>
                    <a:pt x="335280" y="326708"/>
                  </a:lnTo>
                  <a:lnTo>
                    <a:pt x="326707" y="335280"/>
                  </a:lnTo>
                  <a:lnTo>
                    <a:pt x="280035" y="320040"/>
                  </a:lnTo>
                  <a:cubicBezTo>
                    <a:pt x="280035" y="320040"/>
                    <a:pt x="280035" y="320040"/>
                    <a:pt x="279082" y="319088"/>
                  </a:cubicBezTo>
                  <a:cubicBezTo>
                    <a:pt x="268605" y="308610"/>
                    <a:pt x="268605" y="291465"/>
                    <a:pt x="280035" y="280988"/>
                  </a:cubicBezTo>
                  <a:cubicBezTo>
                    <a:pt x="291465" y="270510"/>
                    <a:pt x="308610" y="269558"/>
                    <a:pt x="320040" y="280035"/>
                  </a:cubicBezTo>
                  <a:close/>
                  <a:moveTo>
                    <a:pt x="0" y="70485"/>
                  </a:moveTo>
                  <a:lnTo>
                    <a:pt x="268605" y="339090"/>
                  </a:lnTo>
                  <a:lnTo>
                    <a:pt x="373380" y="373380"/>
                  </a:lnTo>
                  <a:lnTo>
                    <a:pt x="339090" y="269558"/>
                  </a:lnTo>
                  <a:lnTo>
                    <a:pt x="70485" y="0"/>
                  </a:lnTo>
                  <a:lnTo>
                    <a:pt x="0" y="70485"/>
                  </a:ln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87" name="Freihandform: Form 86">
              <a:extLst>
                <a:ext uri="{FF2B5EF4-FFF2-40B4-BE49-F238E27FC236}">
                  <a16:creationId xmlns:a16="http://schemas.microsoft.com/office/drawing/2014/main" id="{165791A7-981F-1CAC-0021-2D94B8BE34CD}"/>
                </a:ext>
              </a:extLst>
            </p:cNvPr>
            <p:cNvSpPr/>
            <p:nvPr/>
          </p:nvSpPr>
          <p:spPr>
            <a:xfrm>
              <a:off x="1168990" y="4839294"/>
              <a:ext cx="114704" cy="114061"/>
            </a:xfrm>
            <a:custGeom>
              <a:avLst/>
              <a:gdLst>
                <a:gd name="connsiteX0" fmla="*/ 5167 w 114704"/>
                <a:gd name="connsiteY0" fmla="*/ 46434 h 114061"/>
                <a:gd name="connsiteX1" fmla="*/ 7072 w 114704"/>
                <a:gd name="connsiteY1" fmla="*/ 75962 h 114061"/>
                <a:gd name="connsiteX2" fmla="*/ 45172 w 114704"/>
                <a:gd name="connsiteY2" fmla="*/ 114062 h 114061"/>
                <a:gd name="connsiteX3" fmla="*/ 114704 w 114704"/>
                <a:gd name="connsiteY3" fmla="*/ 44529 h 114061"/>
                <a:gd name="connsiteX4" fmla="*/ 76604 w 114704"/>
                <a:gd name="connsiteY4" fmla="*/ 6429 h 114061"/>
                <a:gd name="connsiteX5" fmla="*/ 76604 w 114704"/>
                <a:gd name="connsiteY5" fmla="*/ 6429 h 114061"/>
                <a:gd name="connsiteX6" fmla="*/ 46124 w 114704"/>
                <a:gd name="connsiteY6" fmla="*/ 6429 h 114061"/>
                <a:gd name="connsiteX7" fmla="*/ 7072 w 114704"/>
                <a:gd name="connsiteY7" fmla="*/ 45482 h 114061"/>
                <a:gd name="connsiteX8" fmla="*/ 5167 w 114704"/>
                <a:gd name="connsiteY8" fmla="*/ 46434 h 114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704" h="114061">
                  <a:moveTo>
                    <a:pt x="5167" y="46434"/>
                  </a:moveTo>
                  <a:cubicBezTo>
                    <a:pt x="-2453" y="55007"/>
                    <a:pt x="-1501" y="68342"/>
                    <a:pt x="7072" y="75962"/>
                  </a:cubicBezTo>
                  <a:lnTo>
                    <a:pt x="45172" y="114062"/>
                  </a:lnTo>
                  <a:lnTo>
                    <a:pt x="114704" y="44529"/>
                  </a:lnTo>
                  <a:lnTo>
                    <a:pt x="76604" y="6429"/>
                  </a:lnTo>
                  <a:cubicBezTo>
                    <a:pt x="76604" y="6429"/>
                    <a:pt x="76604" y="6429"/>
                    <a:pt x="76604" y="6429"/>
                  </a:cubicBezTo>
                  <a:cubicBezTo>
                    <a:pt x="68032" y="-2143"/>
                    <a:pt x="53744" y="-2143"/>
                    <a:pt x="46124" y="6429"/>
                  </a:cubicBezTo>
                  <a:lnTo>
                    <a:pt x="7072" y="45482"/>
                  </a:lnTo>
                  <a:cubicBezTo>
                    <a:pt x="6119" y="45482"/>
                    <a:pt x="6119" y="46434"/>
                    <a:pt x="5167" y="46434"/>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88" name="Freihandform: Form 87">
              <a:extLst>
                <a:ext uri="{FF2B5EF4-FFF2-40B4-BE49-F238E27FC236}">
                  <a16:creationId xmlns:a16="http://schemas.microsoft.com/office/drawing/2014/main" id="{D8DE195D-6840-5FBC-3E0F-C31E380DEEF8}"/>
                </a:ext>
              </a:extLst>
            </p:cNvPr>
            <p:cNvSpPr/>
            <p:nvPr/>
          </p:nvSpPr>
          <p:spPr>
            <a:xfrm>
              <a:off x="1624689" y="5239106"/>
              <a:ext cx="163830" cy="38100"/>
            </a:xfrm>
            <a:custGeom>
              <a:avLst/>
              <a:gdLst>
                <a:gd name="connsiteX0" fmla="*/ 163830 w 163830"/>
                <a:gd name="connsiteY0" fmla="*/ 0 h 38100"/>
                <a:gd name="connsiteX1" fmla="*/ 0 w 163830"/>
                <a:gd name="connsiteY1" fmla="*/ 0 h 38100"/>
                <a:gd name="connsiteX2" fmla="*/ 13335 w 163830"/>
                <a:gd name="connsiteY2" fmla="*/ 38100 h 38100"/>
                <a:gd name="connsiteX3" fmla="*/ 163830 w 163830"/>
                <a:gd name="connsiteY3" fmla="*/ 38100 h 38100"/>
              </a:gdLst>
              <a:ahLst/>
              <a:cxnLst>
                <a:cxn ang="0">
                  <a:pos x="connsiteX0" y="connsiteY0"/>
                </a:cxn>
                <a:cxn ang="0">
                  <a:pos x="connsiteX1" y="connsiteY1"/>
                </a:cxn>
                <a:cxn ang="0">
                  <a:pos x="connsiteX2" y="connsiteY2"/>
                </a:cxn>
                <a:cxn ang="0">
                  <a:pos x="connsiteX3" y="connsiteY3"/>
                </a:cxn>
              </a:cxnLst>
              <a:rect l="l" t="t" r="r" b="b"/>
              <a:pathLst>
                <a:path w="163830" h="38100">
                  <a:moveTo>
                    <a:pt x="163830" y="0"/>
                  </a:moveTo>
                  <a:lnTo>
                    <a:pt x="0" y="0"/>
                  </a:lnTo>
                  <a:lnTo>
                    <a:pt x="13335" y="38100"/>
                  </a:lnTo>
                  <a:lnTo>
                    <a:pt x="163830" y="38100"/>
                  </a:ln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89" name="Freihandform: Form 88">
              <a:extLst>
                <a:ext uri="{FF2B5EF4-FFF2-40B4-BE49-F238E27FC236}">
                  <a16:creationId xmlns:a16="http://schemas.microsoft.com/office/drawing/2014/main" id="{6FC82190-4209-EF13-9E17-B884FC639706}"/>
                </a:ext>
              </a:extLst>
            </p:cNvPr>
            <p:cNvSpPr/>
            <p:nvPr/>
          </p:nvSpPr>
          <p:spPr>
            <a:xfrm>
              <a:off x="1451334" y="5010506"/>
              <a:ext cx="337185" cy="38100"/>
            </a:xfrm>
            <a:custGeom>
              <a:avLst/>
              <a:gdLst>
                <a:gd name="connsiteX0" fmla="*/ 337185 w 337185"/>
                <a:gd name="connsiteY0" fmla="*/ 0 h 38100"/>
                <a:gd name="connsiteX1" fmla="*/ 0 w 337185"/>
                <a:gd name="connsiteY1" fmla="*/ 0 h 38100"/>
                <a:gd name="connsiteX2" fmla="*/ 38100 w 337185"/>
                <a:gd name="connsiteY2" fmla="*/ 38100 h 38100"/>
                <a:gd name="connsiteX3" fmla="*/ 337185 w 337185"/>
                <a:gd name="connsiteY3" fmla="*/ 38100 h 38100"/>
              </a:gdLst>
              <a:ahLst/>
              <a:cxnLst>
                <a:cxn ang="0">
                  <a:pos x="connsiteX0" y="connsiteY0"/>
                </a:cxn>
                <a:cxn ang="0">
                  <a:pos x="connsiteX1" y="connsiteY1"/>
                </a:cxn>
                <a:cxn ang="0">
                  <a:pos x="connsiteX2" y="connsiteY2"/>
                </a:cxn>
                <a:cxn ang="0">
                  <a:pos x="connsiteX3" y="connsiteY3"/>
                </a:cxn>
              </a:cxnLst>
              <a:rect l="l" t="t" r="r" b="b"/>
              <a:pathLst>
                <a:path w="337185" h="38100">
                  <a:moveTo>
                    <a:pt x="337185" y="0"/>
                  </a:moveTo>
                  <a:lnTo>
                    <a:pt x="0" y="0"/>
                  </a:lnTo>
                  <a:lnTo>
                    <a:pt x="38100" y="38100"/>
                  </a:lnTo>
                  <a:lnTo>
                    <a:pt x="337185" y="38100"/>
                  </a:ln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90" name="Freihandform: Form 89">
              <a:extLst>
                <a:ext uri="{FF2B5EF4-FFF2-40B4-BE49-F238E27FC236}">
                  <a16:creationId xmlns:a16="http://schemas.microsoft.com/office/drawing/2014/main" id="{A5E99782-A0CD-8CDF-8A20-4604CB2A55C9}"/>
                </a:ext>
              </a:extLst>
            </p:cNvPr>
            <p:cNvSpPr/>
            <p:nvPr/>
          </p:nvSpPr>
          <p:spPr>
            <a:xfrm>
              <a:off x="1312270" y="4734281"/>
              <a:ext cx="590550" cy="762000"/>
            </a:xfrm>
            <a:custGeom>
              <a:avLst/>
              <a:gdLst>
                <a:gd name="connsiteX0" fmla="*/ 0 w 590550"/>
                <a:gd name="connsiteY0" fmla="*/ 358140 h 762000"/>
                <a:gd name="connsiteX1" fmla="*/ 0 w 590550"/>
                <a:gd name="connsiteY1" fmla="*/ 723900 h 762000"/>
                <a:gd name="connsiteX2" fmla="*/ 38100 w 590550"/>
                <a:gd name="connsiteY2" fmla="*/ 762000 h 762000"/>
                <a:gd name="connsiteX3" fmla="*/ 552450 w 590550"/>
                <a:gd name="connsiteY3" fmla="*/ 762000 h 762000"/>
                <a:gd name="connsiteX4" fmla="*/ 590550 w 590550"/>
                <a:gd name="connsiteY4" fmla="*/ 723900 h 762000"/>
                <a:gd name="connsiteX5" fmla="*/ 590550 w 590550"/>
                <a:gd name="connsiteY5" fmla="*/ 95250 h 762000"/>
                <a:gd name="connsiteX6" fmla="*/ 552450 w 590550"/>
                <a:gd name="connsiteY6" fmla="*/ 57150 h 762000"/>
                <a:gd name="connsiteX7" fmla="*/ 390525 w 590550"/>
                <a:gd name="connsiteY7" fmla="*/ 57150 h 762000"/>
                <a:gd name="connsiteX8" fmla="*/ 390525 w 590550"/>
                <a:gd name="connsiteY8" fmla="*/ 38100 h 762000"/>
                <a:gd name="connsiteX9" fmla="*/ 352425 w 590550"/>
                <a:gd name="connsiteY9" fmla="*/ 0 h 762000"/>
                <a:gd name="connsiteX10" fmla="*/ 238125 w 590550"/>
                <a:gd name="connsiteY10" fmla="*/ 0 h 762000"/>
                <a:gd name="connsiteX11" fmla="*/ 200025 w 590550"/>
                <a:gd name="connsiteY11" fmla="*/ 38100 h 762000"/>
                <a:gd name="connsiteX12" fmla="*/ 200025 w 590550"/>
                <a:gd name="connsiteY12" fmla="*/ 57150 h 762000"/>
                <a:gd name="connsiteX13" fmla="*/ 38100 w 590550"/>
                <a:gd name="connsiteY13" fmla="*/ 57150 h 762000"/>
                <a:gd name="connsiteX14" fmla="*/ 0 w 590550"/>
                <a:gd name="connsiteY14" fmla="*/ 95250 h 762000"/>
                <a:gd name="connsiteX15" fmla="*/ 0 w 590550"/>
                <a:gd name="connsiteY15" fmla="*/ 137160 h 762000"/>
                <a:gd name="connsiteX16" fmla="*/ 10478 w 590550"/>
                <a:gd name="connsiteY16" fmla="*/ 147638 h 762000"/>
                <a:gd name="connsiteX17" fmla="*/ 12382 w 590550"/>
                <a:gd name="connsiteY17" fmla="*/ 149543 h 762000"/>
                <a:gd name="connsiteX18" fmla="*/ 12382 w 590550"/>
                <a:gd name="connsiteY18" fmla="*/ 149543 h 762000"/>
                <a:gd name="connsiteX19" fmla="*/ 57150 w 590550"/>
                <a:gd name="connsiteY19" fmla="*/ 194310 h 762000"/>
                <a:gd name="connsiteX20" fmla="*/ 57150 w 590550"/>
                <a:gd name="connsiteY20" fmla="*/ 114300 h 762000"/>
                <a:gd name="connsiteX21" fmla="*/ 161925 w 590550"/>
                <a:gd name="connsiteY21" fmla="*/ 114300 h 762000"/>
                <a:gd name="connsiteX22" fmla="*/ 161925 w 590550"/>
                <a:gd name="connsiteY22" fmla="*/ 171450 h 762000"/>
                <a:gd name="connsiteX23" fmla="*/ 428625 w 590550"/>
                <a:gd name="connsiteY23" fmla="*/ 171450 h 762000"/>
                <a:gd name="connsiteX24" fmla="*/ 428625 w 590550"/>
                <a:gd name="connsiteY24" fmla="*/ 114300 h 762000"/>
                <a:gd name="connsiteX25" fmla="*/ 533400 w 590550"/>
                <a:gd name="connsiteY25" fmla="*/ 114300 h 762000"/>
                <a:gd name="connsiteX26" fmla="*/ 533400 w 590550"/>
                <a:gd name="connsiteY26" fmla="*/ 704850 h 762000"/>
                <a:gd name="connsiteX27" fmla="*/ 57150 w 590550"/>
                <a:gd name="connsiteY27" fmla="*/ 704850 h 762000"/>
                <a:gd name="connsiteX28" fmla="*/ 57150 w 590550"/>
                <a:gd name="connsiteY28" fmla="*/ 415290 h 762000"/>
                <a:gd name="connsiteX29" fmla="*/ 0 w 590550"/>
                <a:gd name="connsiteY29" fmla="*/ 358140 h 762000"/>
                <a:gd name="connsiteX30" fmla="*/ 323850 w 590550"/>
                <a:gd name="connsiteY30" fmla="*/ 66675 h 762000"/>
                <a:gd name="connsiteX31" fmla="*/ 295275 w 590550"/>
                <a:gd name="connsiteY31" fmla="*/ 95250 h 762000"/>
                <a:gd name="connsiteX32" fmla="*/ 266700 w 590550"/>
                <a:gd name="connsiteY32" fmla="*/ 66675 h 762000"/>
                <a:gd name="connsiteX33" fmla="*/ 295275 w 590550"/>
                <a:gd name="connsiteY33" fmla="*/ 38100 h 762000"/>
                <a:gd name="connsiteX34" fmla="*/ 315278 w 590550"/>
                <a:gd name="connsiteY34" fmla="*/ 46672 h 762000"/>
                <a:gd name="connsiteX35" fmla="*/ 323850 w 590550"/>
                <a:gd name="connsiteY35" fmla="*/ 66675 h 76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90550" h="762000">
                  <a:moveTo>
                    <a:pt x="0" y="358140"/>
                  </a:moveTo>
                  <a:lnTo>
                    <a:pt x="0" y="723900"/>
                  </a:lnTo>
                  <a:cubicBezTo>
                    <a:pt x="0" y="744855"/>
                    <a:pt x="17145" y="762000"/>
                    <a:pt x="38100" y="762000"/>
                  </a:cubicBezTo>
                  <a:lnTo>
                    <a:pt x="552450" y="762000"/>
                  </a:lnTo>
                  <a:cubicBezTo>
                    <a:pt x="573405" y="762000"/>
                    <a:pt x="590550" y="744855"/>
                    <a:pt x="590550" y="723900"/>
                  </a:cubicBezTo>
                  <a:lnTo>
                    <a:pt x="590550" y="95250"/>
                  </a:lnTo>
                  <a:cubicBezTo>
                    <a:pt x="590550" y="74295"/>
                    <a:pt x="573405" y="57150"/>
                    <a:pt x="552450" y="57150"/>
                  </a:cubicBezTo>
                  <a:lnTo>
                    <a:pt x="390525" y="57150"/>
                  </a:lnTo>
                  <a:lnTo>
                    <a:pt x="390525" y="38100"/>
                  </a:lnTo>
                  <a:cubicBezTo>
                    <a:pt x="390525" y="17145"/>
                    <a:pt x="373380" y="0"/>
                    <a:pt x="352425" y="0"/>
                  </a:cubicBezTo>
                  <a:lnTo>
                    <a:pt x="238125" y="0"/>
                  </a:lnTo>
                  <a:cubicBezTo>
                    <a:pt x="217170" y="0"/>
                    <a:pt x="200025" y="17145"/>
                    <a:pt x="200025" y="38100"/>
                  </a:cubicBezTo>
                  <a:lnTo>
                    <a:pt x="200025" y="57150"/>
                  </a:lnTo>
                  <a:lnTo>
                    <a:pt x="38100" y="57150"/>
                  </a:lnTo>
                  <a:cubicBezTo>
                    <a:pt x="17145" y="57150"/>
                    <a:pt x="0" y="74295"/>
                    <a:pt x="0" y="95250"/>
                  </a:cubicBezTo>
                  <a:lnTo>
                    <a:pt x="0" y="137160"/>
                  </a:lnTo>
                  <a:lnTo>
                    <a:pt x="10478" y="147638"/>
                  </a:lnTo>
                  <a:lnTo>
                    <a:pt x="12382" y="149543"/>
                  </a:lnTo>
                  <a:lnTo>
                    <a:pt x="12382" y="149543"/>
                  </a:lnTo>
                  <a:lnTo>
                    <a:pt x="57150" y="194310"/>
                  </a:lnTo>
                  <a:lnTo>
                    <a:pt x="57150" y="114300"/>
                  </a:lnTo>
                  <a:lnTo>
                    <a:pt x="161925" y="114300"/>
                  </a:lnTo>
                  <a:lnTo>
                    <a:pt x="161925" y="171450"/>
                  </a:lnTo>
                  <a:lnTo>
                    <a:pt x="428625" y="171450"/>
                  </a:lnTo>
                  <a:lnTo>
                    <a:pt x="428625" y="114300"/>
                  </a:lnTo>
                  <a:lnTo>
                    <a:pt x="533400" y="114300"/>
                  </a:lnTo>
                  <a:lnTo>
                    <a:pt x="533400" y="704850"/>
                  </a:lnTo>
                  <a:lnTo>
                    <a:pt x="57150" y="704850"/>
                  </a:lnTo>
                  <a:lnTo>
                    <a:pt x="57150" y="415290"/>
                  </a:lnTo>
                  <a:lnTo>
                    <a:pt x="0" y="358140"/>
                  </a:lnTo>
                  <a:close/>
                  <a:moveTo>
                    <a:pt x="323850" y="66675"/>
                  </a:moveTo>
                  <a:cubicBezTo>
                    <a:pt x="323850" y="82868"/>
                    <a:pt x="311468" y="95250"/>
                    <a:pt x="295275" y="95250"/>
                  </a:cubicBezTo>
                  <a:cubicBezTo>
                    <a:pt x="279083" y="95250"/>
                    <a:pt x="266700" y="82868"/>
                    <a:pt x="266700" y="66675"/>
                  </a:cubicBezTo>
                  <a:cubicBezTo>
                    <a:pt x="266700" y="50483"/>
                    <a:pt x="279083" y="38100"/>
                    <a:pt x="295275" y="38100"/>
                  </a:cubicBezTo>
                  <a:cubicBezTo>
                    <a:pt x="302895" y="38100"/>
                    <a:pt x="310515" y="40958"/>
                    <a:pt x="315278" y="46672"/>
                  </a:cubicBezTo>
                  <a:cubicBezTo>
                    <a:pt x="320993" y="51435"/>
                    <a:pt x="323850" y="59055"/>
                    <a:pt x="323850" y="66675"/>
                  </a:cubicBez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91" name="Freihandform: Form 90">
              <a:extLst>
                <a:ext uri="{FF2B5EF4-FFF2-40B4-BE49-F238E27FC236}">
                  <a16:creationId xmlns:a16="http://schemas.microsoft.com/office/drawing/2014/main" id="{8D3FBBF2-2309-BD5F-0AB2-F63040850390}"/>
                </a:ext>
              </a:extLst>
            </p:cNvPr>
            <p:cNvSpPr/>
            <p:nvPr/>
          </p:nvSpPr>
          <p:spPr>
            <a:xfrm>
              <a:off x="1565634" y="5124806"/>
              <a:ext cx="222885" cy="38100"/>
            </a:xfrm>
            <a:custGeom>
              <a:avLst/>
              <a:gdLst>
                <a:gd name="connsiteX0" fmla="*/ 222885 w 222885"/>
                <a:gd name="connsiteY0" fmla="*/ 0 h 38100"/>
                <a:gd name="connsiteX1" fmla="*/ 0 w 222885"/>
                <a:gd name="connsiteY1" fmla="*/ 0 h 38100"/>
                <a:gd name="connsiteX2" fmla="*/ 38100 w 222885"/>
                <a:gd name="connsiteY2" fmla="*/ 38100 h 38100"/>
                <a:gd name="connsiteX3" fmla="*/ 222885 w 222885"/>
                <a:gd name="connsiteY3" fmla="*/ 38100 h 38100"/>
              </a:gdLst>
              <a:ahLst/>
              <a:cxnLst>
                <a:cxn ang="0">
                  <a:pos x="connsiteX0" y="connsiteY0"/>
                </a:cxn>
                <a:cxn ang="0">
                  <a:pos x="connsiteX1" y="connsiteY1"/>
                </a:cxn>
                <a:cxn ang="0">
                  <a:pos x="connsiteX2" y="connsiteY2"/>
                </a:cxn>
                <a:cxn ang="0">
                  <a:pos x="connsiteX3" y="connsiteY3"/>
                </a:cxn>
              </a:cxnLst>
              <a:rect l="l" t="t" r="r" b="b"/>
              <a:pathLst>
                <a:path w="222885" h="38100">
                  <a:moveTo>
                    <a:pt x="222885" y="0"/>
                  </a:moveTo>
                  <a:lnTo>
                    <a:pt x="0" y="0"/>
                  </a:lnTo>
                  <a:lnTo>
                    <a:pt x="38100" y="38100"/>
                  </a:lnTo>
                  <a:lnTo>
                    <a:pt x="222885" y="38100"/>
                  </a:ln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grpSp>
        <p:nvGrpSpPr>
          <p:cNvPr id="99" name="Gruppieren 98">
            <a:extLst>
              <a:ext uri="{FF2B5EF4-FFF2-40B4-BE49-F238E27FC236}">
                <a16:creationId xmlns:a16="http://schemas.microsoft.com/office/drawing/2014/main" id="{C743DF02-22D7-EB73-59D0-4443610B6502}"/>
              </a:ext>
            </a:extLst>
          </p:cNvPr>
          <p:cNvGrpSpPr>
            <a:grpSpLocks noChangeAspect="1"/>
          </p:cNvGrpSpPr>
          <p:nvPr/>
        </p:nvGrpSpPr>
        <p:grpSpPr>
          <a:xfrm>
            <a:off x="1311924" y="4123829"/>
            <a:ext cx="669934" cy="664668"/>
            <a:chOff x="4075498" y="3427210"/>
            <a:chExt cx="647700" cy="642608"/>
          </a:xfrm>
        </p:grpSpPr>
        <p:sp>
          <p:nvSpPr>
            <p:cNvPr id="100" name="Freihandform: Form 99">
              <a:extLst>
                <a:ext uri="{FF2B5EF4-FFF2-40B4-BE49-F238E27FC236}">
                  <a16:creationId xmlns:a16="http://schemas.microsoft.com/office/drawing/2014/main" id="{5610E57D-AEA2-ACEA-0698-F3FE04F893EA}"/>
                </a:ext>
              </a:extLst>
            </p:cNvPr>
            <p:cNvSpPr/>
            <p:nvPr/>
          </p:nvSpPr>
          <p:spPr>
            <a:xfrm>
              <a:off x="4304098" y="3574498"/>
              <a:ext cx="190500" cy="95250"/>
            </a:xfrm>
            <a:custGeom>
              <a:avLst/>
              <a:gdLst>
                <a:gd name="connsiteX0" fmla="*/ 0 w 190500"/>
                <a:gd name="connsiteY0" fmla="*/ 0 h 95250"/>
                <a:gd name="connsiteX1" fmla="*/ 190500 w 190500"/>
                <a:gd name="connsiteY1" fmla="*/ 0 h 95250"/>
                <a:gd name="connsiteX2" fmla="*/ 190500 w 190500"/>
                <a:gd name="connsiteY2" fmla="*/ 95250 h 95250"/>
                <a:gd name="connsiteX3" fmla="*/ 0 w 190500"/>
                <a:gd name="connsiteY3" fmla="*/ 95250 h 95250"/>
              </a:gdLst>
              <a:ahLst/>
              <a:cxnLst>
                <a:cxn ang="0">
                  <a:pos x="connsiteX0" y="connsiteY0"/>
                </a:cxn>
                <a:cxn ang="0">
                  <a:pos x="connsiteX1" y="connsiteY1"/>
                </a:cxn>
                <a:cxn ang="0">
                  <a:pos x="connsiteX2" y="connsiteY2"/>
                </a:cxn>
                <a:cxn ang="0">
                  <a:pos x="connsiteX3" y="connsiteY3"/>
                </a:cxn>
              </a:cxnLst>
              <a:rect l="l" t="t" r="r" b="b"/>
              <a:pathLst>
                <a:path w="190500" h="95250">
                  <a:moveTo>
                    <a:pt x="0" y="0"/>
                  </a:moveTo>
                  <a:lnTo>
                    <a:pt x="190500" y="0"/>
                  </a:lnTo>
                  <a:lnTo>
                    <a:pt x="190500" y="95250"/>
                  </a:lnTo>
                  <a:lnTo>
                    <a:pt x="0" y="95250"/>
                  </a:ln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01" name="Freihandform: Form 100">
              <a:extLst>
                <a:ext uri="{FF2B5EF4-FFF2-40B4-BE49-F238E27FC236}">
                  <a16:creationId xmlns:a16="http://schemas.microsoft.com/office/drawing/2014/main" id="{3D32D9E4-80FF-8A59-134B-0715F2BFF683}"/>
                </a:ext>
              </a:extLst>
            </p:cNvPr>
            <p:cNvSpPr/>
            <p:nvPr/>
          </p:nvSpPr>
          <p:spPr>
            <a:xfrm>
              <a:off x="4075498" y="3574498"/>
              <a:ext cx="190500" cy="95250"/>
            </a:xfrm>
            <a:custGeom>
              <a:avLst/>
              <a:gdLst>
                <a:gd name="connsiteX0" fmla="*/ 0 w 190500"/>
                <a:gd name="connsiteY0" fmla="*/ 0 h 95250"/>
                <a:gd name="connsiteX1" fmla="*/ 190500 w 190500"/>
                <a:gd name="connsiteY1" fmla="*/ 0 h 95250"/>
                <a:gd name="connsiteX2" fmla="*/ 190500 w 190500"/>
                <a:gd name="connsiteY2" fmla="*/ 95250 h 95250"/>
                <a:gd name="connsiteX3" fmla="*/ 0 w 190500"/>
                <a:gd name="connsiteY3" fmla="*/ 95250 h 95250"/>
              </a:gdLst>
              <a:ahLst/>
              <a:cxnLst>
                <a:cxn ang="0">
                  <a:pos x="connsiteX0" y="connsiteY0"/>
                </a:cxn>
                <a:cxn ang="0">
                  <a:pos x="connsiteX1" y="connsiteY1"/>
                </a:cxn>
                <a:cxn ang="0">
                  <a:pos x="connsiteX2" y="connsiteY2"/>
                </a:cxn>
                <a:cxn ang="0">
                  <a:pos x="connsiteX3" y="connsiteY3"/>
                </a:cxn>
              </a:cxnLst>
              <a:rect l="l" t="t" r="r" b="b"/>
              <a:pathLst>
                <a:path w="190500" h="95250">
                  <a:moveTo>
                    <a:pt x="0" y="0"/>
                  </a:moveTo>
                  <a:lnTo>
                    <a:pt x="190500" y="0"/>
                  </a:lnTo>
                  <a:lnTo>
                    <a:pt x="190500" y="95250"/>
                  </a:lnTo>
                  <a:lnTo>
                    <a:pt x="0" y="95250"/>
                  </a:ln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02" name="Freihandform: Form 101">
              <a:extLst>
                <a:ext uri="{FF2B5EF4-FFF2-40B4-BE49-F238E27FC236}">
                  <a16:creationId xmlns:a16="http://schemas.microsoft.com/office/drawing/2014/main" id="{33F66DB7-9233-C817-C7DB-F7BD9FD3339F}"/>
                </a:ext>
              </a:extLst>
            </p:cNvPr>
            <p:cNvSpPr/>
            <p:nvPr/>
          </p:nvSpPr>
          <p:spPr>
            <a:xfrm>
              <a:off x="4075498" y="3707848"/>
              <a:ext cx="76200" cy="95250"/>
            </a:xfrm>
            <a:custGeom>
              <a:avLst/>
              <a:gdLst>
                <a:gd name="connsiteX0" fmla="*/ 0 w 76200"/>
                <a:gd name="connsiteY0" fmla="*/ 0 h 95250"/>
                <a:gd name="connsiteX1" fmla="*/ 76200 w 76200"/>
                <a:gd name="connsiteY1" fmla="*/ 0 h 95250"/>
                <a:gd name="connsiteX2" fmla="*/ 76200 w 76200"/>
                <a:gd name="connsiteY2" fmla="*/ 95250 h 95250"/>
                <a:gd name="connsiteX3" fmla="*/ 0 w 76200"/>
                <a:gd name="connsiteY3" fmla="*/ 95250 h 95250"/>
              </a:gdLst>
              <a:ahLst/>
              <a:cxnLst>
                <a:cxn ang="0">
                  <a:pos x="connsiteX0" y="connsiteY0"/>
                </a:cxn>
                <a:cxn ang="0">
                  <a:pos x="connsiteX1" y="connsiteY1"/>
                </a:cxn>
                <a:cxn ang="0">
                  <a:pos x="connsiteX2" y="connsiteY2"/>
                </a:cxn>
                <a:cxn ang="0">
                  <a:pos x="connsiteX3" y="connsiteY3"/>
                </a:cxn>
              </a:cxnLst>
              <a:rect l="l" t="t" r="r" b="b"/>
              <a:pathLst>
                <a:path w="76200" h="95250">
                  <a:moveTo>
                    <a:pt x="0" y="0"/>
                  </a:moveTo>
                  <a:lnTo>
                    <a:pt x="76200" y="0"/>
                  </a:lnTo>
                  <a:lnTo>
                    <a:pt x="76200" y="95250"/>
                  </a:lnTo>
                  <a:lnTo>
                    <a:pt x="0" y="95250"/>
                  </a:ln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03" name="Freihandform: Form 102">
              <a:extLst>
                <a:ext uri="{FF2B5EF4-FFF2-40B4-BE49-F238E27FC236}">
                  <a16:creationId xmlns:a16="http://schemas.microsoft.com/office/drawing/2014/main" id="{50815558-FF67-FC6F-DFD2-827EB98A82D6}"/>
                </a:ext>
              </a:extLst>
            </p:cNvPr>
            <p:cNvSpPr/>
            <p:nvPr/>
          </p:nvSpPr>
          <p:spPr>
            <a:xfrm>
              <a:off x="4646998" y="3707868"/>
              <a:ext cx="76200" cy="95250"/>
            </a:xfrm>
            <a:custGeom>
              <a:avLst/>
              <a:gdLst>
                <a:gd name="connsiteX0" fmla="*/ 0 w 76200"/>
                <a:gd name="connsiteY0" fmla="*/ 0 h 95250"/>
                <a:gd name="connsiteX1" fmla="*/ 76200 w 76200"/>
                <a:gd name="connsiteY1" fmla="*/ 0 h 95250"/>
                <a:gd name="connsiteX2" fmla="*/ 76200 w 76200"/>
                <a:gd name="connsiteY2" fmla="*/ 95250 h 95250"/>
                <a:gd name="connsiteX3" fmla="*/ 0 w 76200"/>
                <a:gd name="connsiteY3" fmla="*/ 95250 h 95250"/>
              </a:gdLst>
              <a:ahLst/>
              <a:cxnLst>
                <a:cxn ang="0">
                  <a:pos x="connsiteX0" y="connsiteY0"/>
                </a:cxn>
                <a:cxn ang="0">
                  <a:pos x="connsiteX1" y="connsiteY1"/>
                </a:cxn>
                <a:cxn ang="0">
                  <a:pos x="connsiteX2" y="connsiteY2"/>
                </a:cxn>
                <a:cxn ang="0">
                  <a:pos x="connsiteX3" y="connsiteY3"/>
                </a:cxn>
              </a:cxnLst>
              <a:rect l="l" t="t" r="r" b="b"/>
              <a:pathLst>
                <a:path w="76200" h="95250">
                  <a:moveTo>
                    <a:pt x="0" y="0"/>
                  </a:moveTo>
                  <a:lnTo>
                    <a:pt x="76200" y="0"/>
                  </a:lnTo>
                  <a:lnTo>
                    <a:pt x="76200" y="95250"/>
                  </a:lnTo>
                  <a:lnTo>
                    <a:pt x="0" y="95250"/>
                  </a:ln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05" name="Freihandform: Form 104">
              <a:extLst>
                <a:ext uri="{FF2B5EF4-FFF2-40B4-BE49-F238E27FC236}">
                  <a16:creationId xmlns:a16="http://schemas.microsoft.com/office/drawing/2014/main" id="{46921051-3350-7F23-4CC8-7A1B0F955E0C}"/>
                </a:ext>
              </a:extLst>
            </p:cNvPr>
            <p:cNvSpPr/>
            <p:nvPr/>
          </p:nvSpPr>
          <p:spPr>
            <a:xfrm>
              <a:off x="4189798" y="3707868"/>
              <a:ext cx="190500" cy="95250"/>
            </a:xfrm>
            <a:custGeom>
              <a:avLst/>
              <a:gdLst>
                <a:gd name="connsiteX0" fmla="*/ 0 w 190500"/>
                <a:gd name="connsiteY0" fmla="*/ 0 h 95250"/>
                <a:gd name="connsiteX1" fmla="*/ 190500 w 190500"/>
                <a:gd name="connsiteY1" fmla="*/ 0 h 95250"/>
                <a:gd name="connsiteX2" fmla="*/ 190500 w 190500"/>
                <a:gd name="connsiteY2" fmla="*/ 95250 h 95250"/>
                <a:gd name="connsiteX3" fmla="*/ 0 w 190500"/>
                <a:gd name="connsiteY3" fmla="*/ 95250 h 95250"/>
              </a:gdLst>
              <a:ahLst/>
              <a:cxnLst>
                <a:cxn ang="0">
                  <a:pos x="connsiteX0" y="connsiteY0"/>
                </a:cxn>
                <a:cxn ang="0">
                  <a:pos x="connsiteX1" y="connsiteY1"/>
                </a:cxn>
                <a:cxn ang="0">
                  <a:pos x="connsiteX2" y="connsiteY2"/>
                </a:cxn>
                <a:cxn ang="0">
                  <a:pos x="connsiteX3" y="connsiteY3"/>
                </a:cxn>
              </a:cxnLst>
              <a:rect l="l" t="t" r="r" b="b"/>
              <a:pathLst>
                <a:path w="190500" h="95250">
                  <a:moveTo>
                    <a:pt x="0" y="0"/>
                  </a:moveTo>
                  <a:lnTo>
                    <a:pt x="190500" y="0"/>
                  </a:lnTo>
                  <a:lnTo>
                    <a:pt x="190500" y="95250"/>
                  </a:lnTo>
                  <a:lnTo>
                    <a:pt x="0" y="95250"/>
                  </a:ln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13" name="Freihandform: Form 112">
              <a:extLst>
                <a:ext uri="{FF2B5EF4-FFF2-40B4-BE49-F238E27FC236}">
                  <a16:creationId xmlns:a16="http://schemas.microsoft.com/office/drawing/2014/main" id="{C7C708C4-16D4-1768-C3DD-4F32A13B0D99}"/>
                </a:ext>
              </a:extLst>
            </p:cNvPr>
            <p:cNvSpPr/>
            <p:nvPr/>
          </p:nvSpPr>
          <p:spPr>
            <a:xfrm>
              <a:off x="4418398" y="3707868"/>
              <a:ext cx="190500" cy="95250"/>
            </a:xfrm>
            <a:custGeom>
              <a:avLst/>
              <a:gdLst>
                <a:gd name="connsiteX0" fmla="*/ 0 w 190500"/>
                <a:gd name="connsiteY0" fmla="*/ 0 h 95250"/>
                <a:gd name="connsiteX1" fmla="*/ 190500 w 190500"/>
                <a:gd name="connsiteY1" fmla="*/ 0 h 95250"/>
                <a:gd name="connsiteX2" fmla="*/ 190500 w 190500"/>
                <a:gd name="connsiteY2" fmla="*/ 95250 h 95250"/>
                <a:gd name="connsiteX3" fmla="*/ 0 w 190500"/>
                <a:gd name="connsiteY3" fmla="*/ 95250 h 95250"/>
              </a:gdLst>
              <a:ahLst/>
              <a:cxnLst>
                <a:cxn ang="0">
                  <a:pos x="connsiteX0" y="connsiteY0"/>
                </a:cxn>
                <a:cxn ang="0">
                  <a:pos x="connsiteX1" y="connsiteY1"/>
                </a:cxn>
                <a:cxn ang="0">
                  <a:pos x="connsiteX2" y="connsiteY2"/>
                </a:cxn>
                <a:cxn ang="0">
                  <a:pos x="connsiteX3" y="connsiteY3"/>
                </a:cxn>
              </a:cxnLst>
              <a:rect l="l" t="t" r="r" b="b"/>
              <a:pathLst>
                <a:path w="190500" h="95250">
                  <a:moveTo>
                    <a:pt x="0" y="0"/>
                  </a:moveTo>
                  <a:lnTo>
                    <a:pt x="190500" y="0"/>
                  </a:lnTo>
                  <a:lnTo>
                    <a:pt x="190500" y="95250"/>
                  </a:lnTo>
                  <a:lnTo>
                    <a:pt x="0" y="95250"/>
                  </a:ln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16" name="Freihandform: Form 115">
              <a:extLst>
                <a:ext uri="{FF2B5EF4-FFF2-40B4-BE49-F238E27FC236}">
                  <a16:creationId xmlns:a16="http://schemas.microsoft.com/office/drawing/2014/main" id="{ABE3429C-66F0-E8E4-C532-02F3147D30B2}"/>
                </a:ext>
              </a:extLst>
            </p:cNvPr>
            <p:cNvSpPr/>
            <p:nvPr/>
          </p:nvSpPr>
          <p:spPr>
            <a:xfrm>
              <a:off x="4304098" y="3841218"/>
              <a:ext cx="190500" cy="95250"/>
            </a:xfrm>
            <a:custGeom>
              <a:avLst/>
              <a:gdLst>
                <a:gd name="connsiteX0" fmla="*/ 0 w 190500"/>
                <a:gd name="connsiteY0" fmla="*/ 0 h 95250"/>
                <a:gd name="connsiteX1" fmla="*/ 190500 w 190500"/>
                <a:gd name="connsiteY1" fmla="*/ 0 h 95250"/>
                <a:gd name="connsiteX2" fmla="*/ 190500 w 190500"/>
                <a:gd name="connsiteY2" fmla="*/ 95250 h 95250"/>
                <a:gd name="connsiteX3" fmla="*/ 0 w 190500"/>
                <a:gd name="connsiteY3" fmla="*/ 95250 h 95250"/>
              </a:gdLst>
              <a:ahLst/>
              <a:cxnLst>
                <a:cxn ang="0">
                  <a:pos x="connsiteX0" y="connsiteY0"/>
                </a:cxn>
                <a:cxn ang="0">
                  <a:pos x="connsiteX1" y="connsiteY1"/>
                </a:cxn>
                <a:cxn ang="0">
                  <a:pos x="connsiteX2" y="connsiteY2"/>
                </a:cxn>
                <a:cxn ang="0">
                  <a:pos x="connsiteX3" y="connsiteY3"/>
                </a:cxn>
              </a:cxnLst>
              <a:rect l="l" t="t" r="r" b="b"/>
              <a:pathLst>
                <a:path w="190500" h="95250">
                  <a:moveTo>
                    <a:pt x="0" y="0"/>
                  </a:moveTo>
                  <a:lnTo>
                    <a:pt x="190500" y="0"/>
                  </a:lnTo>
                  <a:lnTo>
                    <a:pt x="190500" y="95250"/>
                  </a:lnTo>
                  <a:lnTo>
                    <a:pt x="0" y="95250"/>
                  </a:ln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23" name="Freihandform: Form 122">
              <a:extLst>
                <a:ext uri="{FF2B5EF4-FFF2-40B4-BE49-F238E27FC236}">
                  <a16:creationId xmlns:a16="http://schemas.microsoft.com/office/drawing/2014/main" id="{6D946868-2FF9-390F-BECF-9B7A234A6B7A}"/>
                </a:ext>
              </a:extLst>
            </p:cNvPr>
            <p:cNvSpPr/>
            <p:nvPr/>
          </p:nvSpPr>
          <p:spPr>
            <a:xfrm>
              <a:off x="4075498" y="3841218"/>
              <a:ext cx="190500" cy="95250"/>
            </a:xfrm>
            <a:custGeom>
              <a:avLst/>
              <a:gdLst>
                <a:gd name="connsiteX0" fmla="*/ 0 w 190500"/>
                <a:gd name="connsiteY0" fmla="*/ 0 h 95250"/>
                <a:gd name="connsiteX1" fmla="*/ 190500 w 190500"/>
                <a:gd name="connsiteY1" fmla="*/ 0 h 95250"/>
                <a:gd name="connsiteX2" fmla="*/ 190500 w 190500"/>
                <a:gd name="connsiteY2" fmla="*/ 95250 h 95250"/>
                <a:gd name="connsiteX3" fmla="*/ 0 w 190500"/>
                <a:gd name="connsiteY3" fmla="*/ 95250 h 95250"/>
              </a:gdLst>
              <a:ahLst/>
              <a:cxnLst>
                <a:cxn ang="0">
                  <a:pos x="connsiteX0" y="connsiteY0"/>
                </a:cxn>
                <a:cxn ang="0">
                  <a:pos x="connsiteX1" y="connsiteY1"/>
                </a:cxn>
                <a:cxn ang="0">
                  <a:pos x="connsiteX2" y="connsiteY2"/>
                </a:cxn>
                <a:cxn ang="0">
                  <a:pos x="connsiteX3" y="connsiteY3"/>
                </a:cxn>
              </a:cxnLst>
              <a:rect l="l" t="t" r="r" b="b"/>
              <a:pathLst>
                <a:path w="190500" h="95250">
                  <a:moveTo>
                    <a:pt x="0" y="0"/>
                  </a:moveTo>
                  <a:lnTo>
                    <a:pt x="190500" y="0"/>
                  </a:lnTo>
                  <a:lnTo>
                    <a:pt x="190500" y="95250"/>
                  </a:lnTo>
                  <a:lnTo>
                    <a:pt x="0" y="95250"/>
                  </a:ln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24" name="Freihandform: Form 123">
              <a:extLst>
                <a:ext uri="{FF2B5EF4-FFF2-40B4-BE49-F238E27FC236}">
                  <a16:creationId xmlns:a16="http://schemas.microsoft.com/office/drawing/2014/main" id="{5CA2F58E-AE3B-ABE1-F1B0-181361B9E58F}"/>
                </a:ext>
              </a:extLst>
            </p:cNvPr>
            <p:cNvSpPr/>
            <p:nvPr/>
          </p:nvSpPr>
          <p:spPr>
            <a:xfrm>
              <a:off x="4075498" y="3974568"/>
              <a:ext cx="76200" cy="95250"/>
            </a:xfrm>
            <a:custGeom>
              <a:avLst/>
              <a:gdLst>
                <a:gd name="connsiteX0" fmla="*/ 0 w 76200"/>
                <a:gd name="connsiteY0" fmla="*/ 0 h 95250"/>
                <a:gd name="connsiteX1" fmla="*/ 76200 w 76200"/>
                <a:gd name="connsiteY1" fmla="*/ 0 h 95250"/>
                <a:gd name="connsiteX2" fmla="*/ 76200 w 76200"/>
                <a:gd name="connsiteY2" fmla="*/ 95250 h 95250"/>
                <a:gd name="connsiteX3" fmla="*/ 0 w 76200"/>
                <a:gd name="connsiteY3" fmla="*/ 95250 h 95250"/>
              </a:gdLst>
              <a:ahLst/>
              <a:cxnLst>
                <a:cxn ang="0">
                  <a:pos x="connsiteX0" y="connsiteY0"/>
                </a:cxn>
                <a:cxn ang="0">
                  <a:pos x="connsiteX1" y="connsiteY1"/>
                </a:cxn>
                <a:cxn ang="0">
                  <a:pos x="connsiteX2" y="connsiteY2"/>
                </a:cxn>
                <a:cxn ang="0">
                  <a:pos x="connsiteX3" y="connsiteY3"/>
                </a:cxn>
              </a:cxnLst>
              <a:rect l="l" t="t" r="r" b="b"/>
              <a:pathLst>
                <a:path w="76200" h="95250">
                  <a:moveTo>
                    <a:pt x="0" y="0"/>
                  </a:moveTo>
                  <a:lnTo>
                    <a:pt x="76200" y="0"/>
                  </a:lnTo>
                  <a:lnTo>
                    <a:pt x="76200" y="95250"/>
                  </a:lnTo>
                  <a:lnTo>
                    <a:pt x="0" y="95250"/>
                  </a:ln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25" name="Freihandform: Form 124">
              <a:extLst>
                <a:ext uri="{FF2B5EF4-FFF2-40B4-BE49-F238E27FC236}">
                  <a16:creationId xmlns:a16="http://schemas.microsoft.com/office/drawing/2014/main" id="{E980FCD6-B1CA-A6AC-B66D-C4505C29212D}"/>
                </a:ext>
              </a:extLst>
            </p:cNvPr>
            <p:cNvSpPr/>
            <p:nvPr/>
          </p:nvSpPr>
          <p:spPr>
            <a:xfrm>
              <a:off x="4646998" y="3974568"/>
              <a:ext cx="76200" cy="95250"/>
            </a:xfrm>
            <a:custGeom>
              <a:avLst/>
              <a:gdLst>
                <a:gd name="connsiteX0" fmla="*/ 0 w 76200"/>
                <a:gd name="connsiteY0" fmla="*/ 0 h 95250"/>
                <a:gd name="connsiteX1" fmla="*/ 76200 w 76200"/>
                <a:gd name="connsiteY1" fmla="*/ 0 h 95250"/>
                <a:gd name="connsiteX2" fmla="*/ 76200 w 76200"/>
                <a:gd name="connsiteY2" fmla="*/ 95250 h 95250"/>
                <a:gd name="connsiteX3" fmla="*/ 0 w 76200"/>
                <a:gd name="connsiteY3" fmla="*/ 95250 h 95250"/>
              </a:gdLst>
              <a:ahLst/>
              <a:cxnLst>
                <a:cxn ang="0">
                  <a:pos x="connsiteX0" y="connsiteY0"/>
                </a:cxn>
                <a:cxn ang="0">
                  <a:pos x="connsiteX1" y="connsiteY1"/>
                </a:cxn>
                <a:cxn ang="0">
                  <a:pos x="connsiteX2" y="connsiteY2"/>
                </a:cxn>
                <a:cxn ang="0">
                  <a:pos x="connsiteX3" y="connsiteY3"/>
                </a:cxn>
              </a:cxnLst>
              <a:rect l="l" t="t" r="r" b="b"/>
              <a:pathLst>
                <a:path w="76200" h="95250">
                  <a:moveTo>
                    <a:pt x="0" y="0"/>
                  </a:moveTo>
                  <a:lnTo>
                    <a:pt x="76200" y="0"/>
                  </a:lnTo>
                  <a:lnTo>
                    <a:pt x="76200" y="95250"/>
                  </a:lnTo>
                  <a:lnTo>
                    <a:pt x="0" y="95250"/>
                  </a:ln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26" name="Freihandform: Form 125">
              <a:extLst>
                <a:ext uri="{FF2B5EF4-FFF2-40B4-BE49-F238E27FC236}">
                  <a16:creationId xmlns:a16="http://schemas.microsoft.com/office/drawing/2014/main" id="{550B22E0-592A-0F85-3301-F30B23A4C7BB}"/>
                </a:ext>
              </a:extLst>
            </p:cNvPr>
            <p:cNvSpPr/>
            <p:nvPr/>
          </p:nvSpPr>
          <p:spPr>
            <a:xfrm>
              <a:off x="4532698" y="3841218"/>
              <a:ext cx="190500" cy="95250"/>
            </a:xfrm>
            <a:custGeom>
              <a:avLst/>
              <a:gdLst>
                <a:gd name="connsiteX0" fmla="*/ 0 w 190500"/>
                <a:gd name="connsiteY0" fmla="*/ 0 h 95250"/>
                <a:gd name="connsiteX1" fmla="*/ 190500 w 190500"/>
                <a:gd name="connsiteY1" fmla="*/ 0 h 95250"/>
                <a:gd name="connsiteX2" fmla="*/ 190500 w 190500"/>
                <a:gd name="connsiteY2" fmla="*/ 95250 h 95250"/>
                <a:gd name="connsiteX3" fmla="*/ 0 w 190500"/>
                <a:gd name="connsiteY3" fmla="*/ 95250 h 95250"/>
              </a:gdLst>
              <a:ahLst/>
              <a:cxnLst>
                <a:cxn ang="0">
                  <a:pos x="connsiteX0" y="connsiteY0"/>
                </a:cxn>
                <a:cxn ang="0">
                  <a:pos x="connsiteX1" y="connsiteY1"/>
                </a:cxn>
                <a:cxn ang="0">
                  <a:pos x="connsiteX2" y="connsiteY2"/>
                </a:cxn>
                <a:cxn ang="0">
                  <a:pos x="connsiteX3" y="connsiteY3"/>
                </a:cxn>
              </a:cxnLst>
              <a:rect l="l" t="t" r="r" b="b"/>
              <a:pathLst>
                <a:path w="190500" h="95250">
                  <a:moveTo>
                    <a:pt x="0" y="0"/>
                  </a:moveTo>
                  <a:lnTo>
                    <a:pt x="190500" y="0"/>
                  </a:lnTo>
                  <a:lnTo>
                    <a:pt x="190500" y="95250"/>
                  </a:lnTo>
                  <a:lnTo>
                    <a:pt x="0" y="95250"/>
                  </a:ln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27" name="Freihandform: Form 126">
              <a:extLst>
                <a:ext uri="{FF2B5EF4-FFF2-40B4-BE49-F238E27FC236}">
                  <a16:creationId xmlns:a16="http://schemas.microsoft.com/office/drawing/2014/main" id="{D196B5C7-3F1B-680D-EFFE-866AD3A32E46}"/>
                </a:ext>
              </a:extLst>
            </p:cNvPr>
            <p:cNvSpPr/>
            <p:nvPr/>
          </p:nvSpPr>
          <p:spPr>
            <a:xfrm>
              <a:off x="4189798" y="3974568"/>
              <a:ext cx="190500" cy="95250"/>
            </a:xfrm>
            <a:custGeom>
              <a:avLst/>
              <a:gdLst>
                <a:gd name="connsiteX0" fmla="*/ 0 w 190500"/>
                <a:gd name="connsiteY0" fmla="*/ 0 h 95250"/>
                <a:gd name="connsiteX1" fmla="*/ 190500 w 190500"/>
                <a:gd name="connsiteY1" fmla="*/ 0 h 95250"/>
                <a:gd name="connsiteX2" fmla="*/ 190500 w 190500"/>
                <a:gd name="connsiteY2" fmla="*/ 95250 h 95250"/>
                <a:gd name="connsiteX3" fmla="*/ 0 w 190500"/>
                <a:gd name="connsiteY3" fmla="*/ 95250 h 95250"/>
              </a:gdLst>
              <a:ahLst/>
              <a:cxnLst>
                <a:cxn ang="0">
                  <a:pos x="connsiteX0" y="connsiteY0"/>
                </a:cxn>
                <a:cxn ang="0">
                  <a:pos x="connsiteX1" y="connsiteY1"/>
                </a:cxn>
                <a:cxn ang="0">
                  <a:pos x="connsiteX2" y="connsiteY2"/>
                </a:cxn>
                <a:cxn ang="0">
                  <a:pos x="connsiteX3" y="connsiteY3"/>
                </a:cxn>
              </a:cxnLst>
              <a:rect l="l" t="t" r="r" b="b"/>
              <a:pathLst>
                <a:path w="190500" h="95250">
                  <a:moveTo>
                    <a:pt x="0" y="0"/>
                  </a:moveTo>
                  <a:lnTo>
                    <a:pt x="190500" y="0"/>
                  </a:lnTo>
                  <a:lnTo>
                    <a:pt x="190500" y="95250"/>
                  </a:lnTo>
                  <a:lnTo>
                    <a:pt x="0" y="95250"/>
                  </a:ln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28" name="Freihandform: Form 127">
              <a:extLst>
                <a:ext uri="{FF2B5EF4-FFF2-40B4-BE49-F238E27FC236}">
                  <a16:creationId xmlns:a16="http://schemas.microsoft.com/office/drawing/2014/main" id="{240802FD-443F-57C2-C3F6-E1C6F1A42296}"/>
                </a:ext>
              </a:extLst>
            </p:cNvPr>
            <p:cNvSpPr/>
            <p:nvPr/>
          </p:nvSpPr>
          <p:spPr>
            <a:xfrm>
              <a:off x="4418398" y="3974568"/>
              <a:ext cx="190500" cy="95250"/>
            </a:xfrm>
            <a:custGeom>
              <a:avLst/>
              <a:gdLst>
                <a:gd name="connsiteX0" fmla="*/ 0 w 190500"/>
                <a:gd name="connsiteY0" fmla="*/ 0 h 95250"/>
                <a:gd name="connsiteX1" fmla="*/ 190500 w 190500"/>
                <a:gd name="connsiteY1" fmla="*/ 0 h 95250"/>
                <a:gd name="connsiteX2" fmla="*/ 190500 w 190500"/>
                <a:gd name="connsiteY2" fmla="*/ 95250 h 95250"/>
                <a:gd name="connsiteX3" fmla="*/ 0 w 190500"/>
                <a:gd name="connsiteY3" fmla="*/ 95250 h 95250"/>
              </a:gdLst>
              <a:ahLst/>
              <a:cxnLst>
                <a:cxn ang="0">
                  <a:pos x="connsiteX0" y="connsiteY0"/>
                </a:cxn>
                <a:cxn ang="0">
                  <a:pos x="connsiteX1" y="connsiteY1"/>
                </a:cxn>
                <a:cxn ang="0">
                  <a:pos x="connsiteX2" y="connsiteY2"/>
                </a:cxn>
                <a:cxn ang="0">
                  <a:pos x="connsiteX3" y="connsiteY3"/>
                </a:cxn>
              </a:cxnLst>
              <a:rect l="l" t="t" r="r" b="b"/>
              <a:pathLst>
                <a:path w="190500" h="95250">
                  <a:moveTo>
                    <a:pt x="0" y="0"/>
                  </a:moveTo>
                  <a:lnTo>
                    <a:pt x="190500" y="0"/>
                  </a:lnTo>
                  <a:lnTo>
                    <a:pt x="190500" y="95250"/>
                  </a:lnTo>
                  <a:lnTo>
                    <a:pt x="0" y="95250"/>
                  </a:ln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29" name="Freihandform: Form 128">
              <a:extLst>
                <a:ext uri="{FF2B5EF4-FFF2-40B4-BE49-F238E27FC236}">
                  <a16:creationId xmlns:a16="http://schemas.microsoft.com/office/drawing/2014/main" id="{83FF3005-980D-63A0-4285-87712E91EB01}"/>
                </a:ext>
              </a:extLst>
            </p:cNvPr>
            <p:cNvSpPr/>
            <p:nvPr/>
          </p:nvSpPr>
          <p:spPr>
            <a:xfrm rot="20208299">
              <a:off x="4524575" y="3427210"/>
              <a:ext cx="190500" cy="94564"/>
            </a:xfrm>
            <a:custGeom>
              <a:avLst/>
              <a:gdLst>
                <a:gd name="connsiteX0" fmla="*/ 0 w 190500"/>
                <a:gd name="connsiteY0" fmla="*/ 0 h 94564"/>
                <a:gd name="connsiteX1" fmla="*/ 190500 w 190500"/>
                <a:gd name="connsiteY1" fmla="*/ 0 h 94564"/>
                <a:gd name="connsiteX2" fmla="*/ 190500 w 190500"/>
                <a:gd name="connsiteY2" fmla="*/ 94564 h 94564"/>
                <a:gd name="connsiteX3" fmla="*/ 0 w 190500"/>
                <a:gd name="connsiteY3" fmla="*/ 94564 h 94564"/>
              </a:gdLst>
              <a:ahLst/>
              <a:cxnLst>
                <a:cxn ang="0">
                  <a:pos x="connsiteX0" y="connsiteY0"/>
                </a:cxn>
                <a:cxn ang="0">
                  <a:pos x="connsiteX1" y="connsiteY1"/>
                </a:cxn>
                <a:cxn ang="0">
                  <a:pos x="connsiteX2" y="connsiteY2"/>
                </a:cxn>
                <a:cxn ang="0">
                  <a:pos x="connsiteX3" y="connsiteY3"/>
                </a:cxn>
              </a:cxnLst>
              <a:rect l="l" t="t" r="r" b="b"/>
              <a:pathLst>
                <a:path w="190500" h="94564">
                  <a:moveTo>
                    <a:pt x="0" y="0"/>
                  </a:moveTo>
                  <a:lnTo>
                    <a:pt x="190500" y="0"/>
                  </a:lnTo>
                  <a:lnTo>
                    <a:pt x="190500" y="94564"/>
                  </a:lnTo>
                  <a:lnTo>
                    <a:pt x="0" y="94564"/>
                  </a:ln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grpSp>
        <p:nvGrpSpPr>
          <p:cNvPr id="130" name="Gruppieren 129">
            <a:extLst>
              <a:ext uri="{FF2B5EF4-FFF2-40B4-BE49-F238E27FC236}">
                <a16:creationId xmlns:a16="http://schemas.microsoft.com/office/drawing/2014/main" id="{076DB92E-7947-CE72-A759-2AE67A1B186A}"/>
              </a:ext>
            </a:extLst>
          </p:cNvPr>
          <p:cNvGrpSpPr>
            <a:grpSpLocks noChangeAspect="1"/>
          </p:cNvGrpSpPr>
          <p:nvPr/>
        </p:nvGrpSpPr>
        <p:grpSpPr>
          <a:xfrm>
            <a:off x="2850775" y="4103089"/>
            <a:ext cx="631812" cy="665911"/>
            <a:chOff x="4828930" y="3381465"/>
            <a:chExt cx="704907" cy="742950"/>
          </a:xfrm>
        </p:grpSpPr>
        <p:sp>
          <p:nvSpPr>
            <p:cNvPr id="131" name="Freihandform: Form 130">
              <a:extLst>
                <a:ext uri="{FF2B5EF4-FFF2-40B4-BE49-F238E27FC236}">
                  <a16:creationId xmlns:a16="http://schemas.microsoft.com/office/drawing/2014/main" id="{FAFC6279-60EB-8977-8E38-30431A7BEA90}"/>
                </a:ext>
              </a:extLst>
            </p:cNvPr>
            <p:cNvSpPr/>
            <p:nvPr/>
          </p:nvSpPr>
          <p:spPr>
            <a:xfrm>
              <a:off x="5338949" y="3381465"/>
              <a:ext cx="194888" cy="318525"/>
            </a:xfrm>
            <a:custGeom>
              <a:avLst/>
              <a:gdLst>
                <a:gd name="connsiteX0" fmla="*/ 97921 w 194888"/>
                <a:gd name="connsiteY0" fmla="*/ 140970 h 318525"/>
                <a:gd name="connsiteX1" fmla="*/ 56011 w 194888"/>
                <a:gd name="connsiteY1" fmla="*/ 99060 h 318525"/>
                <a:gd name="connsiteX2" fmla="*/ 97921 w 194888"/>
                <a:gd name="connsiteY2" fmla="*/ 57150 h 318525"/>
                <a:gd name="connsiteX3" fmla="*/ 139830 w 194888"/>
                <a:gd name="connsiteY3" fmla="*/ 99060 h 318525"/>
                <a:gd name="connsiteX4" fmla="*/ 139830 w 194888"/>
                <a:gd name="connsiteY4" fmla="*/ 99060 h 318525"/>
                <a:gd name="connsiteX5" fmla="*/ 97921 w 194888"/>
                <a:gd name="connsiteY5" fmla="*/ 140970 h 318525"/>
                <a:gd name="connsiteX6" fmla="*/ 97921 w 194888"/>
                <a:gd name="connsiteY6" fmla="*/ 140970 h 318525"/>
                <a:gd name="connsiteX7" fmla="*/ 97921 w 194888"/>
                <a:gd name="connsiteY7" fmla="*/ 0 h 318525"/>
                <a:gd name="connsiteX8" fmla="*/ 16958 w 194888"/>
                <a:gd name="connsiteY8" fmla="*/ 42863 h 318525"/>
                <a:gd name="connsiteX9" fmla="*/ 6480 w 194888"/>
                <a:gd name="connsiteY9" fmla="*/ 134303 h 318525"/>
                <a:gd name="connsiteX10" fmla="*/ 51248 w 194888"/>
                <a:gd name="connsiteY10" fmla="*/ 232410 h 318525"/>
                <a:gd name="connsiteX11" fmla="*/ 89348 w 194888"/>
                <a:gd name="connsiteY11" fmla="*/ 313373 h 318525"/>
                <a:gd name="connsiteX12" fmla="*/ 101730 w 194888"/>
                <a:gd name="connsiteY12" fmla="*/ 317183 h 318525"/>
                <a:gd name="connsiteX13" fmla="*/ 105540 w 194888"/>
                <a:gd name="connsiteY13" fmla="*/ 313373 h 318525"/>
                <a:gd name="connsiteX14" fmla="*/ 143641 w 194888"/>
                <a:gd name="connsiteY14" fmla="*/ 232410 h 318525"/>
                <a:gd name="connsiteX15" fmla="*/ 188408 w 194888"/>
                <a:gd name="connsiteY15" fmla="*/ 134303 h 318525"/>
                <a:gd name="connsiteX16" fmla="*/ 177930 w 194888"/>
                <a:gd name="connsiteY16" fmla="*/ 42863 h 318525"/>
                <a:gd name="connsiteX17" fmla="*/ 97921 w 194888"/>
                <a:gd name="connsiteY17" fmla="*/ 0 h 318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4888" h="318525">
                  <a:moveTo>
                    <a:pt x="97921" y="140970"/>
                  </a:moveTo>
                  <a:cubicBezTo>
                    <a:pt x="75061" y="140970"/>
                    <a:pt x="56011" y="121920"/>
                    <a:pt x="56011" y="99060"/>
                  </a:cubicBezTo>
                  <a:cubicBezTo>
                    <a:pt x="56011" y="76200"/>
                    <a:pt x="75061" y="57150"/>
                    <a:pt x="97921" y="57150"/>
                  </a:cubicBezTo>
                  <a:cubicBezTo>
                    <a:pt x="120780" y="57150"/>
                    <a:pt x="139830" y="76200"/>
                    <a:pt x="139830" y="99060"/>
                  </a:cubicBezTo>
                  <a:lnTo>
                    <a:pt x="139830" y="99060"/>
                  </a:lnTo>
                  <a:cubicBezTo>
                    <a:pt x="139830" y="121920"/>
                    <a:pt x="120780" y="140970"/>
                    <a:pt x="97921" y="140970"/>
                  </a:cubicBezTo>
                  <a:cubicBezTo>
                    <a:pt x="97921" y="140970"/>
                    <a:pt x="97921" y="140970"/>
                    <a:pt x="97921" y="140970"/>
                  </a:cubicBezTo>
                  <a:close/>
                  <a:moveTo>
                    <a:pt x="97921" y="0"/>
                  </a:moveTo>
                  <a:cubicBezTo>
                    <a:pt x="65536" y="0"/>
                    <a:pt x="35055" y="16192"/>
                    <a:pt x="16958" y="42863"/>
                  </a:cubicBezTo>
                  <a:cubicBezTo>
                    <a:pt x="-1139" y="69533"/>
                    <a:pt x="-4949" y="103823"/>
                    <a:pt x="6480" y="134303"/>
                  </a:cubicBezTo>
                  <a:lnTo>
                    <a:pt x="51248" y="232410"/>
                  </a:lnTo>
                  <a:lnTo>
                    <a:pt x="89348" y="313373"/>
                  </a:lnTo>
                  <a:cubicBezTo>
                    <a:pt x="92205" y="318135"/>
                    <a:pt x="97921" y="320040"/>
                    <a:pt x="101730" y="317183"/>
                  </a:cubicBezTo>
                  <a:cubicBezTo>
                    <a:pt x="103636" y="316230"/>
                    <a:pt x="104588" y="315278"/>
                    <a:pt x="105540" y="313373"/>
                  </a:cubicBezTo>
                  <a:lnTo>
                    <a:pt x="143641" y="232410"/>
                  </a:lnTo>
                  <a:lnTo>
                    <a:pt x="188408" y="134303"/>
                  </a:lnTo>
                  <a:cubicBezTo>
                    <a:pt x="199838" y="103823"/>
                    <a:pt x="196028" y="69533"/>
                    <a:pt x="177930" y="42863"/>
                  </a:cubicBezTo>
                  <a:cubicBezTo>
                    <a:pt x="160786" y="16192"/>
                    <a:pt x="130305" y="0"/>
                    <a:pt x="97921" y="0"/>
                  </a:cubicBez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32" name="Freihandform: Form 131">
              <a:extLst>
                <a:ext uri="{FF2B5EF4-FFF2-40B4-BE49-F238E27FC236}">
                  <a16:creationId xmlns:a16="http://schemas.microsoft.com/office/drawing/2014/main" id="{A8667301-B561-4708-7601-0B0A80A4AE69}"/>
                </a:ext>
              </a:extLst>
            </p:cNvPr>
            <p:cNvSpPr/>
            <p:nvPr/>
          </p:nvSpPr>
          <p:spPr>
            <a:xfrm>
              <a:off x="4828930" y="3729127"/>
              <a:ext cx="243651" cy="394695"/>
            </a:xfrm>
            <a:custGeom>
              <a:avLst/>
              <a:gdLst>
                <a:gd name="connsiteX0" fmla="*/ 122164 w 243651"/>
                <a:gd name="connsiteY0" fmla="*/ 174308 h 394695"/>
                <a:gd name="connsiteX1" fmla="*/ 69777 w 243651"/>
                <a:gd name="connsiteY1" fmla="*/ 121920 h 394695"/>
                <a:gd name="connsiteX2" fmla="*/ 122164 w 243651"/>
                <a:gd name="connsiteY2" fmla="*/ 69532 h 394695"/>
                <a:gd name="connsiteX3" fmla="*/ 174552 w 243651"/>
                <a:gd name="connsiteY3" fmla="*/ 121920 h 394695"/>
                <a:gd name="connsiteX4" fmla="*/ 174552 w 243651"/>
                <a:gd name="connsiteY4" fmla="*/ 121920 h 394695"/>
                <a:gd name="connsiteX5" fmla="*/ 122164 w 243651"/>
                <a:gd name="connsiteY5" fmla="*/ 174308 h 394695"/>
                <a:gd name="connsiteX6" fmla="*/ 122164 w 243651"/>
                <a:gd name="connsiteY6" fmla="*/ 174308 h 394695"/>
                <a:gd name="connsiteX7" fmla="*/ 122164 w 243651"/>
                <a:gd name="connsiteY7" fmla="*/ 174308 h 394695"/>
                <a:gd name="connsiteX8" fmla="*/ 122164 w 243651"/>
                <a:gd name="connsiteY8" fmla="*/ 0 h 394695"/>
                <a:gd name="connsiteX9" fmla="*/ 21199 w 243651"/>
                <a:gd name="connsiteY9" fmla="*/ 53340 h 394695"/>
                <a:gd name="connsiteX10" fmla="*/ 8817 w 243651"/>
                <a:gd name="connsiteY10" fmla="*/ 166688 h 394695"/>
                <a:gd name="connsiteX11" fmla="*/ 64062 w 243651"/>
                <a:gd name="connsiteY11" fmla="*/ 288608 h 394695"/>
                <a:gd name="connsiteX12" fmla="*/ 111687 w 243651"/>
                <a:gd name="connsiteY12" fmla="*/ 388620 h 394695"/>
                <a:gd name="connsiteX13" fmla="*/ 127879 w 243651"/>
                <a:gd name="connsiteY13" fmla="*/ 393383 h 394695"/>
                <a:gd name="connsiteX14" fmla="*/ 132642 w 243651"/>
                <a:gd name="connsiteY14" fmla="*/ 388620 h 394695"/>
                <a:gd name="connsiteX15" fmla="*/ 180267 w 243651"/>
                <a:gd name="connsiteY15" fmla="*/ 288608 h 394695"/>
                <a:gd name="connsiteX16" fmla="*/ 235512 w 243651"/>
                <a:gd name="connsiteY16" fmla="*/ 166688 h 394695"/>
                <a:gd name="connsiteX17" fmla="*/ 223129 w 243651"/>
                <a:gd name="connsiteY17" fmla="*/ 53340 h 394695"/>
                <a:gd name="connsiteX18" fmla="*/ 122164 w 243651"/>
                <a:gd name="connsiteY18" fmla="*/ 0 h 394695"/>
                <a:gd name="connsiteX19" fmla="*/ 122164 w 243651"/>
                <a:gd name="connsiteY19" fmla="*/ 0 h 394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43651" h="394695">
                  <a:moveTo>
                    <a:pt x="122164" y="174308"/>
                  </a:moveTo>
                  <a:cubicBezTo>
                    <a:pt x="93589" y="174308"/>
                    <a:pt x="69777" y="150495"/>
                    <a:pt x="69777" y="121920"/>
                  </a:cubicBezTo>
                  <a:cubicBezTo>
                    <a:pt x="69777" y="93345"/>
                    <a:pt x="93589" y="69532"/>
                    <a:pt x="122164" y="69532"/>
                  </a:cubicBezTo>
                  <a:cubicBezTo>
                    <a:pt x="150739" y="69532"/>
                    <a:pt x="174552" y="93345"/>
                    <a:pt x="174552" y="121920"/>
                  </a:cubicBezTo>
                  <a:cubicBezTo>
                    <a:pt x="174552" y="121920"/>
                    <a:pt x="174552" y="121920"/>
                    <a:pt x="174552" y="121920"/>
                  </a:cubicBezTo>
                  <a:cubicBezTo>
                    <a:pt x="174552" y="150495"/>
                    <a:pt x="150739" y="174308"/>
                    <a:pt x="122164" y="174308"/>
                  </a:cubicBezTo>
                  <a:cubicBezTo>
                    <a:pt x="122164" y="174308"/>
                    <a:pt x="122164" y="174308"/>
                    <a:pt x="122164" y="174308"/>
                  </a:cubicBezTo>
                  <a:lnTo>
                    <a:pt x="122164" y="174308"/>
                  </a:lnTo>
                  <a:close/>
                  <a:moveTo>
                    <a:pt x="122164" y="0"/>
                  </a:moveTo>
                  <a:cubicBezTo>
                    <a:pt x="82159" y="0"/>
                    <a:pt x="44059" y="20002"/>
                    <a:pt x="21199" y="53340"/>
                  </a:cubicBezTo>
                  <a:cubicBezTo>
                    <a:pt x="-1661" y="86677"/>
                    <a:pt x="-6423" y="129540"/>
                    <a:pt x="8817" y="166688"/>
                  </a:cubicBezTo>
                  <a:lnTo>
                    <a:pt x="64062" y="288608"/>
                  </a:lnTo>
                  <a:lnTo>
                    <a:pt x="111687" y="388620"/>
                  </a:lnTo>
                  <a:cubicBezTo>
                    <a:pt x="114544" y="394335"/>
                    <a:pt x="122164" y="396240"/>
                    <a:pt x="127879" y="393383"/>
                  </a:cubicBezTo>
                  <a:cubicBezTo>
                    <a:pt x="129784" y="392430"/>
                    <a:pt x="131689" y="390525"/>
                    <a:pt x="132642" y="388620"/>
                  </a:cubicBezTo>
                  <a:lnTo>
                    <a:pt x="180267" y="288608"/>
                  </a:lnTo>
                  <a:lnTo>
                    <a:pt x="235512" y="166688"/>
                  </a:lnTo>
                  <a:cubicBezTo>
                    <a:pt x="249799" y="129540"/>
                    <a:pt x="245037" y="86677"/>
                    <a:pt x="223129" y="53340"/>
                  </a:cubicBezTo>
                  <a:cubicBezTo>
                    <a:pt x="200269" y="20002"/>
                    <a:pt x="162169" y="0"/>
                    <a:pt x="122164" y="0"/>
                  </a:cubicBezTo>
                  <a:lnTo>
                    <a:pt x="122164" y="0"/>
                  </a:ln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33" name="Freihandform: Form 132">
              <a:extLst>
                <a:ext uri="{FF2B5EF4-FFF2-40B4-BE49-F238E27FC236}">
                  <a16:creationId xmlns:a16="http://schemas.microsoft.com/office/drawing/2014/main" id="{A79C7863-1662-76CB-DEE9-52A9C7BAF03D}"/>
                </a:ext>
              </a:extLst>
            </p:cNvPr>
            <p:cNvSpPr/>
            <p:nvPr/>
          </p:nvSpPr>
          <p:spPr>
            <a:xfrm>
              <a:off x="5027294" y="4067265"/>
              <a:ext cx="57150" cy="57150"/>
            </a:xfrm>
            <a:custGeom>
              <a:avLst/>
              <a:gdLst>
                <a:gd name="connsiteX0" fmla="*/ 57150 w 57150"/>
                <a:gd name="connsiteY0" fmla="*/ 57150 h 57150"/>
                <a:gd name="connsiteX1" fmla="*/ 32385 w 57150"/>
                <a:gd name="connsiteY1" fmla="*/ 57150 h 57150"/>
                <a:gd name="connsiteX2" fmla="*/ 0 w 57150"/>
                <a:gd name="connsiteY2" fmla="*/ 57150 h 57150"/>
                <a:gd name="connsiteX3" fmla="*/ 0 w 57150"/>
                <a:gd name="connsiteY3" fmla="*/ 0 h 57150"/>
                <a:gd name="connsiteX4" fmla="*/ 32385 w 57150"/>
                <a:gd name="connsiteY4" fmla="*/ 0 h 57150"/>
                <a:gd name="connsiteX5" fmla="*/ 57150 w 57150"/>
                <a:gd name="connsiteY5" fmla="*/ 0 h 57150"/>
                <a:gd name="connsiteX6" fmla="*/ 57150 w 57150"/>
                <a:gd name="connsiteY6" fmla="*/ 57150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150" h="57150">
                  <a:moveTo>
                    <a:pt x="57150" y="57150"/>
                  </a:moveTo>
                  <a:lnTo>
                    <a:pt x="32385" y="57150"/>
                  </a:lnTo>
                  <a:cubicBezTo>
                    <a:pt x="20955" y="57150"/>
                    <a:pt x="10478" y="57150"/>
                    <a:pt x="0" y="57150"/>
                  </a:cubicBezTo>
                  <a:lnTo>
                    <a:pt x="0" y="0"/>
                  </a:lnTo>
                  <a:cubicBezTo>
                    <a:pt x="9525" y="0"/>
                    <a:pt x="20955" y="0"/>
                    <a:pt x="32385" y="0"/>
                  </a:cubicBezTo>
                  <a:lnTo>
                    <a:pt x="57150" y="0"/>
                  </a:lnTo>
                  <a:lnTo>
                    <a:pt x="57150" y="57150"/>
                  </a:ln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34" name="Freihandform: Form 133">
              <a:extLst>
                <a:ext uri="{FF2B5EF4-FFF2-40B4-BE49-F238E27FC236}">
                  <a16:creationId xmlns:a16="http://schemas.microsoft.com/office/drawing/2014/main" id="{85E31C20-4F81-9E56-4F26-AA6BDB9E89A4}"/>
                </a:ext>
              </a:extLst>
            </p:cNvPr>
            <p:cNvSpPr/>
            <p:nvPr/>
          </p:nvSpPr>
          <p:spPr>
            <a:xfrm>
              <a:off x="5123497" y="4066312"/>
              <a:ext cx="58102" cy="58102"/>
            </a:xfrm>
            <a:custGeom>
              <a:avLst/>
              <a:gdLst>
                <a:gd name="connsiteX0" fmla="*/ 0 w 58102"/>
                <a:gd name="connsiteY0" fmla="*/ 58102 h 58102"/>
                <a:gd name="connsiteX1" fmla="*/ 0 w 58102"/>
                <a:gd name="connsiteY1" fmla="*/ 952 h 58102"/>
                <a:gd name="connsiteX2" fmla="*/ 56197 w 58102"/>
                <a:gd name="connsiteY2" fmla="*/ 0 h 58102"/>
                <a:gd name="connsiteX3" fmla="*/ 58102 w 58102"/>
                <a:gd name="connsiteY3" fmla="*/ 57150 h 58102"/>
                <a:gd name="connsiteX4" fmla="*/ 0 w 58102"/>
                <a:gd name="connsiteY4" fmla="*/ 58102 h 581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102" h="58102">
                  <a:moveTo>
                    <a:pt x="0" y="58102"/>
                  </a:moveTo>
                  <a:lnTo>
                    <a:pt x="0" y="952"/>
                  </a:lnTo>
                  <a:cubicBezTo>
                    <a:pt x="20955" y="952"/>
                    <a:pt x="39052" y="952"/>
                    <a:pt x="56197" y="0"/>
                  </a:cubicBezTo>
                  <a:lnTo>
                    <a:pt x="58102" y="57150"/>
                  </a:lnTo>
                  <a:cubicBezTo>
                    <a:pt x="40005" y="58102"/>
                    <a:pt x="20955" y="58102"/>
                    <a:pt x="0" y="58102"/>
                  </a:cubicBez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35" name="Freihandform: Form 134">
              <a:extLst>
                <a:ext uri="{FF2B5EF4-FFF2-40B4-BE49-F238E27FC236}">
                  <a16:creationId xmlns:a16="http://schemas.microsoft.com/office/drawing/2014/main" id="{0E09327C-DE1D-A27D-E77A-C365FCB31CCB}"/>
                </a:ext>
              </a:extLst>
            </p:cNvPr>
            <p:cNvSpPr/>
            <p:nvPr/>
          </p:nvSpPr>
          <p:spPr>
            <a:xfrm>
              <a:off x="5216842" y="4060597"/>
              <a:ext cx="60959" cy="60959"/>
            </a:xfrm>
            <a:custGeom>
              <a:avLst/>
              <a:gdLst>
                <a:gd name="connsiteX0" fmla="*/ 2857 w 60959"/>
                <a:gd name="connsiteY0" fmla="*/ 60960 h 60959"/>
                <a:gd name="connsiteX1" fmla="*/ 0 w 60959"/>
                <a:gd name="connsiteY1" fmla="*/ 3810 h 60959"/>
                <a:gd name="connsiteX2" fmla="*/ 55245 w 60959"/>
                <a:gd name="connsiteY2" fmla="*/ 0 h 60959"/>
                <a:gd name="connsiteX3" fmla="*/ 60960 w 60959"/>
                <a:gd name="connsiteY3" fmla="*/ 57150 h 60959"/>
                <a:gd name="connsiteX4" fmla="*/ 2857 w 60959"/>
                <a:gd name="connsiteY4" fmla="*/ 60960 h 60959"/>
                <a:gd name="connsiteX5" fmla="*/ 2857 w 60959"/>
                <a:gd name="connsiteY5" fmla="*/ 60960 h 60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959" h="60959">
                  <a:moveTo>
                    <a:pt x="2857" y="60960"/>
                  </a:moveTo>
                  <a:lnTo>
                    <a:pt x="0" y="3810"/>
                  </a:lnTo>
                  <a:cubicBezTo>
                    <a:pt x="20002" y="2857"/>
                    <a:pt x="39052" y="1905"/>
                    <a:pt x="55245" y="0"/>
                  </a:cubicBezTo>
                  <a:lnTo>
                    <a:pt x="60960" y="57150"/>
                  </a:lnTo>
                  <a:cubicBezTo>
                    <a:pt x="43815" y="59055"/>
                    <a:pt x="23813" y="60007"/>
                    <a:pt x="2857" y="60960"/>
                  </a:cubicBezTo>
                  <a:lnTo>
                    <a:pt x="2857" y="60960"/>
                  </a:ln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36" name="Freihandform: Form 135">
              <a:extLst>
                <a:ext uri="{FF2B5EF4-FFF2-40B4-BE49-F238E27FC236}">
                  <a16:creationId xmlns:a16="http://schemas.microsoft.com/office/drawing/2014/main" id="{0AABFA60-BDF4-3CFA-BB68-240E99ECD730}"/>
                </a:ext>
              </a:extLst>
            </p:cNvPr>
            <p:cNvSpPr/>
            <p:nvPr/>
          </p:nvSpPr>
          <p:spPr>
            <a:xfrm>
              <a:off x="5309235" y="4046310"/>
              <a:ext cx="67627" cy="66675"/>
            </a:xfrm>
            <a:custGeom>
              <a:avLst/>
              <a:gdLst>
                <a:gd name="connsiteX0" fmla="*/ 8572 w 67627"/>
                <a:gd name="connsiteY0" fmla="*/ 66675 h 66675"/>
                <a:gd name="connsiteX1" fmla="*/ 0 w 67627"/>
                <a:gd name="connsiteY1" fmla="*/ 10477 h 66675"/>
                <a:gd name="connsiteX2" fmla="*/ 52388 w 67627"/>
                <a:gd name="connsiteY2" fmla="*/ 0 h 66675"/>
                <a:gd name="connsiteX3" fmla="*/ 67627 w 67627"/>
                <a:gd name="connsiteY3" fmla="*/ 55245 h 66675"/>
                <a:gd name="connsiteX4" fmla="*/ 8572 w 67627"/>
                <a:gd name="connsiteY4" fmla="*/ 66675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627" h="66675">
                  <a:moveTo>
                    <a:pt x="8572" y="66675"/>
                  </a:moveTo>
                  <a:lnTo>
                    <a:pt x="0" y="10477"/>
                  </a:lnTo>
                  <a:cubicBezTo>
                    <a:pt x="18097" y="7620"/>
                    <a:pt x="35242" y="4763"/>
                    <a:pt x="52388" y="0"/>
                  </a:cubicBezTo>
                  <a:lnTo>
                    <a:pt x="67627" y="55245"/>
                  </a:lnTo>
                  <a:cubicBezTo>
                    <a:pt x="47625" y="60007"/>
                    <a:pt x="28575" y="63817"/>
                    <a:pt x="8572" y="66675"/>
                  </a:cubicBez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37" name="Freihandform: Form 136">
              <a:extLst>
                <a:ext uri="{FF2B5EF4-FFF2-40B4-BE49-F238E27FC236}">
                  <a16:creationId xmlns:a16="http://schemas.microsoft.com/office/drawing/2014/main" id="{82187D06-864E-23EA-CCD0-F166B6DD09A9}"/>
                </a:ext>
              </a:extLst>
            </p:cNvPr>
            <p:cNvSpPr/>
            <p:nvPr/>
          </p:nvSpPr>
          <p:spPr>
            <a:xfrm>
              <a:off x="5394007" y="4012019"/>
              <a:ext cx="80962" cy="75247"/>
            </a:xfrm>
            <a:custGeom>
              <a:avLst/>
              <a:gdLst>
                <a:gd name="connsiteX0" fmla="*/ 22860 w 80962"/>
                <a:gd name="connsiteY0" fmla="*/ 75248 h 75247"/>
                <a:gd name="connsiteX1" fmla="*/ 0 w 80962"/>
                <a:gd name="connsiteY1" fmla="*/ 22860 h 75247"/>
                <a:gd name="connsiteX2" fmla="*/ 30480 w 80962"/>
                <a:gd name="connsiteY2" fmla="*/ 0 h 75247"/>
                <a:gd name="connsiteX3" fmla="*/ 80963 w 80962"/>
                <a:gd name="connsiteY3" fmla="*/ 27623 h 75247"/>
                <a:gd name="connsiteX4" fmla="*/ 22860 w 80962"/>
                <a:gd name="connsiteY4" fmla="*/ 75248 h 75247"/>
                <a:gd name="connsiteX5" fmla="*/ 22860 w 80962"/>
                <a:gd name="connsiteY5" fmla="*/ 75248 h 75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0962" h="75247">
                  <a:moveTo>
                    <a:pt x="22860" y="75248"/>
                  </a:moveTo>
                  <a:lnTo>
                    <a:pt x="0" y="22860"/>
                  </a:lnTo>
                  <a:cubicBezTo>
                    <a:pt x="12382" y="19050"/>
                    <a:pt x="22860" y="10478"/>
                    <a:pt x="30480" y="0"/>
                  </a:cubicBezTo>
                  <a:lnTo>
                    <a:pt x="80963" y="27623"/>
                  </a:lnTo>
                  <a:cubicBezTo>
                    <a:pt x="66675" y="49530"/>
                    <a:pt x="46672" y="65723"/>
                    <a:pt x="22860" y="75248"/>
                  </a:cubicBezTo>
                  <a:lnTo>
                    <a:pt x="22860" y="75248"/>
                  </a:ln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38" name="Freihandform: Form 137">
              <a:extLst>
                <a:ext uri="{FF2B5EF4-FFF2-40B4-BE49-F238E27FC236}">
                  <a16:creationId xmlns:a16="http://schemas.microsoft.com/office/drawing/2014/main" id="{F549F07C-BC4B-3B97-D5D5-1E4D218AE3B1}"/>
                </a:ext>
              </a:extLst>
            </p:cNvPr>
            <p:cNvSpPr/>
            <p:nvPr/>
          </p:nvSpPr>
          <p:spPr>
            <a:xfrm>
              <a:off x="5409247" y="3919627"/>
              <a:ext cx="72389" cy="73342"/>
            </a:xfrm>
            <a:custGeom>
              <a:avLst/>
              <a:gdLst>
                <a:gd name="connsiteX0" fmla="*/ 16192 w 72389"/>
                <a:gd name="connsiteY0" fmla="*/ 73342 h 73342"/>
                <a:gd name="connsiteX1" fmla="*/ 0 w 72389"/>
                <a:gd name="connsiteY1" fmla="*/ 40005 h 73342"/>
                <a:gd name="connsiteX2" fmla="*/ 40005 w 72389"/>
                <a:gd name="connsiteY2" fmla="*/ 0 h 73342"/>
                <a:gd name="connsiteX3" fmla="*/ 72390 w 72389"/>
                <a:gd name="connsiteY3" fmla="*/ 66675 h 73342"/>
                <a:gd name="connsiteX4" fmla="*/ 16192 w 72389"/>
                <a:gd name="connsiteY4" fmla="*/ 73342 h 733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389" h="73342">
                  <a:moveTo>
                    <a:pt x="16192" y="73342"/>
                  </a:moveTo>
                  <a:cubicBezTo>
                    <a:pt x="14288" y="60960"/>
                    <a:pt x="8573" y="48577"/>
                    <a:pt x="0" y="40005"/>
                  </a:cubicBezTo>
                  <a:lnTo>
                    <a:pt x="40005" y="0"/>
                  </a:lnTo>
                  <a:cubicBezTo>
                    <a:pt x="58102" y="18098"/>
                    <a:pt x="69532" y="40958"/>
                    <a:pt x="72390" y="66675"/>
                  </a:cubicBezTo>
                  <a:lnTo>
                    <a:pt x="16192" y="73342"/>
                  </a:ln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39" name="Freihandform: Form 138">
              <a:extLst>
                <a:ext uri="{FF2B5EF4-FFF2-40B4-BE49-F238E27FC236}">
                  <a16:creationId xmlns:a16="http://schemas.microsoft.com/office/drawing/2014/main" id="{8FA0DAB0-6B8E-F3AA-227C-4A9D6A7F776D}"/>
                </a:ext>
              </a:extLst>
            </p:cNvPr>
            <p:cNvSpPr/>
            <p:nvPr/>
          </p:nvSpPr>
          <p:spPr>
            <a:xfrm>
              <a:off x="5337810" y="3869145"/>
              <a:ext cx="74294" cy="73342"/>
            </a:xfrm>
            <a:custGeom>
              <a:avLst/>
              <a:gdLst>
                <a:gd name="connsiteX0" fmla="*/ 47625 w 74294"/>
                <a:gd name="connsiteY0" fmla="*/ 73343 h 73342"/>
                <a:gd name="connsiteX1" fmla="*/ 0 w 74294"/>
                <a:gd name="connsiteY1" fmla="*/ 54293 h 73342"/>
                <a:gd name="connsiteX2" fmla="*/ 16192 w 74294"/>
                <a:gd name="connsiteY2" fmla="*/ 0 h 73342"/>
                <a:gd name="connsiteX3" fmla="*/ 74295 w 74294"/>
                <a:gd name="connsiteY3" fmla="*/ 22860 h 73342"/>
                <a:gd name="connsiteX4" fmla="*/ 47625 w 74294"/>
                <a:gd name="connsiteY4" fmla="*/ 73343 h 733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294" h="73342">
                  <a:moveTo>
                    <a:pt x="47625" y="73343"/>
                  </a:moveTo>
                  <a:cubicBezTo>
                    <a:pt x="32385" y="65722"/>
                    <a:pt x="16192" y="59055"/>
                    <a:pt x="0" y="54293"/>
                  </a:cubicBezTo>
                  <a:lnTo>
                    <a:pt x="16192" y="0"/>
                  </a:lnTo>
                  <a:cubicBezTo>
                    <a:pt x="36195" y="5715"/>
                    <a:pt x="56198" y="13335"/>
                    <a:pt x="74295" y="22860"/>
                  </a:cubicBezTo>
                  <a:lnTo>
                    <a:pt x="47625" y="73343"/>
                  </a:ln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40" name="Freihandform: Form 139">
              <a:extLst>
                <a:ext uri="{FF2B5EF4-FFF2-40B4-BE49-F238E27FC236}">
                  <a16:creationId xmlns:a16="http://schemas.microsoft.com/office/drawing/2014/main" id="{AF18D867-4DEC-0D97-F0BF-F3C978EE6510}"/>
                </a:ext>
              </a:extLst>
            </p:cNvPr>
            <p:cNvSpPr/>
            <p:nvPr/>
          </p:nvSpPr>
          <p:spPr>
            <a:xfrm>
              <a:off x="5245417" y="3844379"/>
              <a:ext cx="69532" cy="69532"/>
            </a:xfrm>
            <a:custGeom>
              <a:avLst/>
              <a:gdLst>
                <a:gd name="connsiteX0" fmla="*/ 56197 w 69532"/>
                <a:gd name="connsiteY0" fmla="*/ 69533 h 69532"/>
                <a:gd name="connsiteX1" fmla="*/ 40957 w 69532"/>
                <a:gd name="connsiteY1" fmla="*/ 65723 h 69532"/>
                <a:gd name="connsiteX2" fmla="*/ 0 w 69532"/>
                <a:gd name="connsiteY2" fmla="*/ 55245 h 69532"/>
                <a:gd name="connsiteX3" fmla="*/ 15240 w 69532"/>
                <a:gd name="connsiteY3" fmla="*/ 0 h 69532"/>
                <a:gd name="connsiteX4" fmla="*/ 54293 w 69532"/>
                <a:gd name="connsiteY4" fmla="*/ 10478 h 69532"/>
                <a:gd name="connsiteX5" fmla="*/ 69532 w 69532"/>
                <a:gd name="connsiteY5" fmla="*/ 14288 h 69532"/>
                <a:gd name="connsiteX6" fmla="*/ 56197 w 69532"/>
                <a:gd name="connsiteY6" fmla="*/ 69533 h 69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532" h="69532">
                  <a:moveTo>
                    <a:pt x="56197" y="69533"/>
                  </a:moveTo>
                  <a:lnTo>
                    <a:pt x="40957" y="65723"/>
                  </a:lnTo>
                  <a:cubicBezTo>
                    <a:pt x="27622" y="61913"/>
                    <a:pt x="13335" y="59055"/>
                    <a:pt x="0" y="55245"/>
                  </a:cubicBezTo>
                  <a:lnTo>
                    <a:pt x="15240" y="0"/>
                  </a:lnTo>
                  <a:cubicBezTo>
                    <a:pt x="27622" y="3810"/>
                    <a:pt x="40957" y="6668"/>
                    <a:pt x="54293" y="10478"/>
                  </a:cubicBezTo>
                  <a:lnTo>
                    <a:pt x="69532" y="14288"/>
                  </a:lnTo>
                  <a:lnTo>
                    <a:pt x="56197" y="69533"/>
                  </a:ln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41" name="Freihandform: Form 140">
              <a:extLst>
                <a:ext uri="{FF2B5EF4-FFF2-40B4-BE49-F238E27FC236}">
                  <a16:creationId xmlns:a16="http://schemas.microsoft.com/office/drawing/2014/main" id="{8347049F-1538-84CC-2F9F-11E70698ED93}"/>
                </a:ext>
              </a:extLst>
            </p:cNvPr>
            <p:cNvSpPr/>
            <p:nvPr/>
          </p:nvSpPr>
          <p:spPr>
            <a:xfrm>
              <a:off x="5147310" y="3811995"/>
              <a:ext cx="80009" cy="74294"/>
            </a:xfrm>
            <a:custGeom>
              <a:avLst/>
              <a:gdLst>
                <a:gd name="connsiteX0" fmla="*/ 59055 w 80009"/>
                <a:gd name="connsiteY0" fmla="*/ 74295 h 74294"/>
                <a:gd name="connsiteX1" fmla="*/ 0 w 80009"/>
                <a:gd name="connsiteY1" fmla="*/ 32385 h 74294"/>
                <a:gd name="connsiteX2" fmla="*/ 46672 w 80009"/>
                <a:gd name="connsiteY2" fmla="*/ 0 h 74294"/>
                <a:gd name="connsiteX3" fmla="*/ 80010 w 80009"/>
                <a:gd name="connsiteY3" fmla="*/ 21907 h 74294"/>
                <a:gd name="connsiteX4" fmla="*/ 59055 w 80009"/>
                <a:gd name="connsiteY4" fmla="*/ 74295 h 74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74294">
                  <a:moveTo>
                    <a:pt x="59055" y="74295"/>
                  </a:moveTo>
                  <a:cubicBezTo>
                    <a:pt x="36195" y="65722"/>
                    <a:pt x="15240" y="51435"/>
                    <a:pt x="0" y="32385"/>
                  </a:cubicBezTo>
                  <a:lnTo>
                    <a:pt x="46672" y="0"/>
                  </a:lnTo>
                  <a:cubicBezTo>
                    <a:pt x="55245" y="10477"/>
                    <a:pt x="67627" y="18097"/>
                    <a:pt x="80010" y="21907"/>
                  </a:cubicBezTo>
                  <a:lnTo>
                    <a:pt x="59055" y="74295"/>
                  </a:ln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42" name="Freihandform: Form 141">
              <a:extLst>
                <a:ext uri="{FF2B5EF4-FFF2-40B4-BE49-F238E27FC236}">
                  <a16:creationId xmlns:a16="http://schemas.microsoft.com/office/drawing/2014/main" id="{BEF4AAA4-00BE-8962-C6FB-BE40484B179D}"/>
                </a:ext>
              </a:extLst>
            </p:cNvPr>
            <p:cNvSpPr/>
            <p:nvPr/>
          </p:nvSpPr>
          <p:spPr>
            <a:xfrm>
              <a:off x="5133022" y="3720554"/>
              <a:ext cx="74294" cy="72390"/>
            </a:xfrm>
            <a:custGeom>
              <a:avLst/>
              <a:gdLst>
                <a:gd name="connsiteX0" fmla="*/ 57150 w 74294"/>
                <a:gd name="connsiteY0" fmla="*/ 72390 h 72390"/>
                <a:gd name="connsiteX1" fmla="*/ 0 w 74294"/>
                <a:gd name="connsiteY1" fmla="*/ 68580 h 72390"/>
                <a:gd name="connsiteX2" fmla="*/ 39052 w 74294"/>
                <a:gd name="connsiteY2" fmla="*/ 0 h 72390"/>
                <a:gd name="connsiteX3" fmla="*/ 74295 w 74294"/>
                <a:gd name="connsiteY3" fmla="*/ 44768 h 72390"/>
                <a:gd name="connsiteX4" fmla="*/ 57150 w 74294"/>
                <a:gd name="connsiteY4" fmla="*/ 72390 h 72390"/>
                <a:gd name="connsiteX5" fmla="*/ 57150 w 74294"/>
                <a:gd name="connsiteY5" fmla="*/ 72390 h 7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294" h="72390">
                  <a:moveTo>
                    <a:pt x="57150" y="72390"/>
                  </a:moveTo>
                  <a:lnTo>
                    <a:pt x="0" y="68580"/>
                  </a:lnTo>
                  <a:cubicBezTo>
                    <a:pt x="1905" y="40958"/>
                    <a:pt x="17145" y="16193"/>
                    <a:pt x="39052" y="0"/>
                  </a:cubicBezTo>
                  <a:lnTo>
                    <a:pt x="74295" y="44768"/>
                  </a:lnTo>
                  <a:cubicBezTo>
                    <a:pt x="57150" y="59055"/>
                    <a:pt x="57150" y="69533"/>
                    <a:pt x="57150" y="72390"/>
                  </a:cubicBezTo>
                  <a:lnTo>
                    <a:pt x="57150" y="72390"/>
                  </a:ln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43" name="Freihandform: Form 142">
              <a:extLst>
                <a:ext uri="{FF2B5EF4-FFF2-40B4-BE49-F238E27FC236}">
                  <a16:creationId xmlns:a16="http://schemas.microsoft.com/office/drawing/2014/main" id="{8E0B7AB3-C479-10FD-02F2-A8B39F4EEB07}"/>
                </a:ext>
              </a:extLst>
            </p:cNvPr>
            <p:cNvSpPr/>
            <p:nvPr/>
          </p:nvSpPr>
          <p:spPr>
            <a:xfrm>
              <a:off x="5211127" y="3678645"/>
              <a:ext cx="72390" cy="72389"/>
            </a:xfrm>
            <a:custGeom>
              <a:avLst/>
              <a:gdLst>
                <a:gd name="connsiteX0" fmla="*/ 22860 w 72390"/>
                <a:gd name="connsiteY0" fmla="*/ 72390 h 72389"/>
                <a:gd name="connsiteX1" fmla="*/ 0 w 72390"/>
                <a:gd name="connsiteY1" fmla="*/ 20002 h 72389"/>
                <a:gd name="connsiteX2" fmla="*/ 59055 w 72390"/>
                <a:gd name="connsiteY2" fmla="*/ 0 h 72389"/>
                <a:gd name="connsiteX3" fmla="*/ 72390 w 72390"/>
                <a:gd name="connsiteY3" fmla="*/ 55245 h 72389"/>
                <a:gd name="connsiteX4" fmla="*/ 22860 w 72390"/>
                <a:gd name="connsiteY4" fmla="*/ 72390 h 72389"/>
                <a:gd name="connsiteX5" fmla="*/ 22860 w 72390"/>
                <a:gd name="connsiteY5" fmla="*/ 72390 h 72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2390" h="72389">
                  <a:moveTo>
                    <a:pt x="22860" y="72390"/>
                  </a:moveTo>
                  <a:lnTo>
                    <a:pt x="0" y="20002"/>
                  </a:lnTo>
                  <a:cubicBezTo>
                    <a:pt x="19050" y="11430"/>
                    <a:pt x="39053" y="4763"/>
                    <a:pt x="59055" y="0"/>
                  </a:cubicBezTo>
                  <a:lnTo>
                    <a:pt x="72390" y="55245"/>
                  </a:lnTo>
                  <a:cubicBezTo>
                    <a:pt x="55245" y="60007"/>
                    <a:pt x="39053" y="65722"/>
                    <a:pt x="22860" y="72390"/>
                  </a:cubicBezTo>
                  <a:lnTo>
                    <a:pt x="22860" y="72390"/>
                  </a:ln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44" name="Freihandform: Form 143">
              <a:extLst>
                <a:ext uri="{FF2B5EF4-FFF2-40B4-BE49-F238E27FC236}">
                  <a16:creationId xmlns:a16="http://schemas.microsoft.com/office/drawing/2014/main" id="{23DAC2E5-21FE-04AB-7E78-E7CAD2D7634B}"/>
                </a:ext>
              </a:extLst>
            </p:cNvPr>
            <p:cNvSpPr/>
            <p:nvPr/>
          </p:nvSpPr>
          <p:spPr>
            <a:xfrm>
              <a:off x="5309235" y="3663404"/>
              <a:ext cx="63817" cy="63817"/>
            </a:xfrm>
            <a:custGeom>
              <a:avLst/>
              <a:gdLst>
                <a:gd name="connsiteX0" fmla="*/ 9525 w 63817"/>
                <a:gd name="connsiteY0" fmla="*/ 63818 h 63817"/>
                <a:gd name="connsiteX1" fmla="*/ 0 w 63817"/>
                <a:gd name="connsiteY1" fmla="*/ 7620 h 63817"/>
                <a:gd name="connsiteX2" fmla="*/ 59055 w 63817"/>
                <a:gd name="connsiteY2" fmla="*/ 0 h 63817"/>
                <a:gd name="connsiteX3" fmla="*/ 63817 w 63817"/>
                <a:gd name="connsiteY3" fmla="*/ 57150 h 63817"/>
                <a:gd name="connsiteX4" fmla="*/ 9525 w 63817"/>
                <a:gd name="connsiteY4" fmla="*/ 63818 h 63817"/>
                <a:gd name="connsiteX5" fmla="*/ 9525 w 63817"/>
                <a:gd name="connsiteY5" fmla="*/ 63818 h 63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817" h="63817">
                  <a:moveTo>
                    <a:pt x="9525" y="63818"/>
                  </a:moveTo>
                  <a:lnTo>
                    <a:pt x="0" y="7620"/>
                  </a:lnTo>
                  <a:cubicBezTo>
                    <a:pt x="24765" y="3810"/>
                    <a:pt x="45720" y="953"/>
                    <a:pt x="59055" y="0"/>
                  </a:cubicBezTo>
                  <a:lnTo>
                    <a:pt x="63817" y="57150"/>
                  </a:lnTo>
                  <a:cubicBezTo>
                    <a:pt x="54292" y="58103"/>
                    <a:pt x="33338" y="60008"/>
                    <a:pt x="9525" y="63818"/>
                  </a:cubicBezTo>
                  <a:lnTo>
                    <a:pt x="9525" y="63818"/>
                  </a:ln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grpSp>
        <p:nvGrpSpPr>
          <p:cNvPr id="245" name="Gruppieren 244">
            <a:extLst>
              <a:ext uri="{FF2B5EF4-FFF2-40B4-BE49-F238E27FC236}">
                <a16:creationId xmlns:a16="http://schemas.microsoft.com/office/drawing/2014/main" id="{439F951B-3DF9-61AA-EC8D-CFD2633AB21E}"/>
              </a:ext>
            </a:extLst>
          </p:cNvPr>
          <p:cNvGrpSpPr>
            <a:grpSpLocks noChangeAspect="1"/>
          </p:cNvGrpSpPr>
          <p:nvPr/>
        </p:nvGrpSpPr>
        <p:grpSpPr>
          <a:xfrm>
            <a:off x="3484365" y="885917"/>
            <a:ext cx="439758" cy="553414"/>
            <a:chOff x="445635" y="1828102"/>
            <a:chExt cx="666047" cy="838187"/>
          </a:xfrm>
        </p:grpSpPr>
        <p:sp>
          <p:nvSpPr>
            <p:cNvPr id="243" name="Freihandform: Form 242">
              <a:extLst>
                <a:ext uri="{FF2B5EF4-FFF2-40B4-BE49-F238E27FC236}">
                  <a16:creationId xmlns:a16="http://schemas.microsoft.com/office/drawing/2014/main" id="{3A392EA3-7FD0-81C7-4649-9907DAED3B6E}"/>
                </a:ext>
              </a:extLst>
            </p:cNvPr>
            <p:cNvSpPr/>
            <p:nvPr/>
          </p:nvSpPr>
          <p:spPr>
            <a:xfrm>
              <a:off x="445635" y="1828102"/>
              <a:ext cx="323147" cy="628643"/>
            </a:xfrm>
            <a:custGeom>
              <a:avLst/>
              <a:gdLst>
                <a:gd name="connsiteX0" fmla="*/ 190149 w 323147"/>
                <a:gd name="connsiteY0" fmla="*/ 600069 h 628643"/>
                <a:gd name="connsiteX1" fmla="*/ 190149 w 323147"/>
                <a:gd name="connsiteY1" fmla="*/ 97549 h 628643"/>
                <a:gd name="connsiteX2" fmla="*/ 274721 w 323147"/>
                <a:gd name="connsiteY2" fmla="*/ 182121 h 628643"/>
                <a:gd name="connsiteX3" fmla="*/ 315126 w 323147"/>
                <a:gd name="connsiteY3" fmla="*/ 181419 h 628643"/>
                <a:gd name="connsiteX4" fmla="*/ 315126 w 323147"/>
                <a:gd name="connsiteY4" fmla="*/ 141716 h 628643"/>
                <a:gd name="connsiteX5" fmla="*/ 181776 w 323147"/>
                <a:gd name="connsiteY5" fmla="*/ 8366 h 628643"/>
                <a:gd name="connsiteX6" fmla="*/ 141371 w 323147"/>
                <a:gd name="connsiteY6" fmla="*/ 8366 h 628643"/>
                <a:gd name="connsiteX7" fmla="*/ 8021 w 323147"/>
                <a:gd name="connsiteY7" fmla="*/ 141716 h 628643"/>
                <a:gd name="connsiteX8" fmla="*/ 8723 w 323147"/>
                <a:gd name="connsiteY8" fmla="*/ 182121 h 628643"/>
                <a:gd name="connsiteX9" fmla="*/ 48426 w 323147"/>
                <a:gd name="connsiteY9" fmla="*/ 182121 h 628643"/>
                <a:gd name="connsiteX10" fmla="*/ 132999 w 323147"/>
                <a:gd name="connsiteY10" fmla="*/ 97549 h 628643"/>
                <a:gd name="connsiteX11" fmla="*/ 132999 w 323147"/>
                <a:gd name="connsiteY11" fmla="*/ 600069 h 628643"/>
                <a:gd name="connsiteX12" fmla="*/ 161574 w 323147"/>
                <a:gd name="connsiteY12" fmla="*/ 628644 h 628643"/>
                <a:gd name="connsiteX13" fmla="*/ 190149 w 323147"/>
                <a:gd name="connsiteY13" fmla="*/ 600069 h 628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23147" h="628643">
                  <a:moveTo>
                    <a:pt x="190149" y="600069"/>
                  </a:moveTo>
                  <a:lnTo>
                    <a:pt x="190149" y="97549"/>
                  </a:lnTo>
                  <a:lnTo>
                    <a:pt x="274721" y="182121"/>
                  </a:lnTo>
                  <a:cubicBezTo>
                    <a:pt x="286073" y="193085"/>
                    <a:pt x="304163" y="192770"/>
                    <a:pt x="315126" y="181419"/>
                  </a:cubicBezTo>
                  <a:cubicBezTo>
                    <a:pt x="325822" y="170346"/>
                    <a:pt x="325822" y="152790"/>
                    <a:pt x="315126" y="141716"/>
                  </a:cubicBezTo>
                  <a:lnTo>
                    <a:pt x="181776" y="8366"/>
                  </a:lnTo>
                  <a:cubicBezTo>
                    <a:pt x="170618" y="-2789"/>
                    <a:pt x="152530" y="-2789"/>
                    <a:pt x="141371" y="8366"/>
                  </a:cubicBezTo>
                  <a:lnTo>
                    <a:pt x="8021" y="141716"/>
                  </a:lnTo>
                  <a:cubicBezTo>
                    <a:pt x="-2942" y="153068"/>
                    <a:pt x="-2628" y="171158"/>
                    <a:pt x="8723" y="182121"/>
                  </a:cubicBezTo>
                  <a:cubicBezTo>
                    <a:pt x="19797" y="192816"/>
                    <a:pt x="37352" y="192816"/>
                    <a:pt x="48426" y="182121"/>
                  </a:cubicBezTo>
                  <a:lnTo>
                    <a:pt x="132999" y="97549"/>
                  </a:lnTo>
                  <a:lnTo>
                    <a:pt x="132999" y="600069"/>
                  </a:lnTo>
                  <a:cubicBezTo>
                    <a:pt x="132999" y="615851"/>
                    <a:pt x="145792" y="628644"/>
                    <a:pt x="161574" y="628644"/>
                  </a:cubicBezTo>
                  <a:cubicBezTo>
                    <a:pt x="177356" y="628644"/>
                    <a:pt x="190149" y="615851"/>
                    <a:pt x="190149" y="600069"/>
                  </a:cubicBez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244" name="Freihandform: Form 243">
              <a:extLst>
                <a:ext uri="{FF2B5EF4-FFF2-40B4-BE49-F238E27FC236}">
                  <a16:creationId xmlns:a16="http://schemas.microsoft.com/office/drawing/2014/main" id="{C3129BF4-28F1-8829-E951-E9C07FFF44DD}"/>
                </a:ext>
              </a:extLst>
            </p:cNvPr>
            <p:cNvSpPr/>
            <p:nvPr/>
          </p:nvSpPr>
          <p:spPr>
            <a:xfrm>
              <a:off x="788535" y="2037646"/>
              <a:ext cx="323147" cy="628643"/>
            </a:xfrm>
            <a:custGeom>
              <a:avLst/>
              <a:gdLst>
                <a:gd name="connsiteX0" fmla="*/ 190149 w 323147"/>
                <a:gd name="connsiteY0" fmla="*/ 28575 h 628643"/>
                <a:gd name="connsiteX1" fmla="*/ 190149 w 323147"/>
                <a:gd name="connsiteY1" fmla="*/ 531095 h 628643"/>
                <a:gd name="connsiteX2" fmla="*/ 274721 w 323147"/>
                <a:gd name="connsiteY2" fmla="*/ 446522 h 628643"/>
                <a:gd name="connsiteX3" fmla="*/ 315126 w 323147"/>
                <a:gd name="connsiteY3" fmla="*/ 447224 h 628643"/>
                <a:gd name="connsiteX4" fmla="*/ 315126 w 323147"/>
                <a:gd name="connsiteY4" fmla="*/ 486928 h 628643"/>
                <a:gd name="connsiteX5" fmla="*/ 181776 w 323147"/>
                <a:gd name="connsiteY5" fmla="*/ 620278 h 628643"/>
                <a:gd name="connsiteX6" fmla="*/ 141371 w 323147"/>
                <a:gd name="connsiteY6" fmla="*/ 620278 h 628643"/>
                <a:gd name="connsiteX7" fmla="*/ 8021 w 323147"/>
                <a:gd name="connsiteY7" fmla="*/ 486928 h 628643"/>
                <a:gd name="connsiteX8" fmla="*/ 8723 w 323147"/>
                <a:gd name="connsiteY8" fmla="*/ 446522 h 628643"/>
                <a:gd name="connsiteX9" fmla="*/ 48426 w 323147"/>
                <a:gd name="connsiteY9" fmla="*/ 446522 h 628643"/>
                <a:gd name="connsiteX10" fmla="*/ 132999 w 323147"/>
                <a:gd name="connsiteY10" fmla="*/ 531095 h 628643"/>
                <a:gd name="connsiteX11" fmla="*/ 132999 w 323147"/>
                <a:gd name="connsiteY11" fmla="*/ 28575 h 628643"/>
                <a:gd name="connsiteX12" fmla="*/ 161574 w 323147"/>
                <a:gd name="connsiteY12" fmla="*/ 0 h 628643"/>
                <a:gd name="connsiteX13" fmla="*/ 190149 w 323147"/>
                <a:gd name="connsiteY13" fmla="*/ 28575 h 628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23147" h="628643">
                  <a:moveTo>
                    <a:pt x="190149" y="28575"/>
                  </a:moveTo>
                  <a:lnTo>
                    <a:pt x="190149" y="531095"/>
                  </a:lnTo>
                  <a:lnTo>
                    <a:pt x="274721" y="446522"/>
                  </a:lnTo>
                  <a:cubicBezTo>
                    <a:pt x="286073" y="435559"/>
                    <a:pt x="304163" y="435874"/>
                    <a:pt x="315126" y="447224"/>
                  </a:cubicBezTo>
                  <a:cubicBezTo>
                    <a:pt x="325821" y="458298"/>
                    <a:pt x="325821" y="475854"/>
                    <a:pt x="315126" y="486928"/>
                  </a:cubicBezTo>
                  <a:lnTo>
                    <a:pt x="181776" y="620278"/>
                  </a:lnTo>
                  <a:cubicBezTo>
                    <a:pt x="170618" y="631432"/>
                    <a:pt x="152530" y="631432"/>
                    <a:pt x="141371" y="620278"/>
                  </a:cubicBezTo>
                  <a:lnTo>
                    <a:pt x="8021" y="486928"/>
                  </a:lnTo>
                  <a:cubicBezTo>
                    <a:pt x="-2942" y="475576"/>
                    <a:pt x="-2628" y="457486"/>
                    <a:pt x="8723" y="446522"/>
                  </a:cubicBezTo>
                  <a:cubicBezTo>
                    <a:pt x="19797" y="435828"/>
                    <a:pt x="37352" y="435828"/>
                    <a:pt x="48426" y="446522"/>
                  </a:cubicBezTo>
                  <a:lnTo>
                    <a:pt x="132999" y="531095"/>
                  </a:lnTo>
                  <a:lnTo>
                    <a:pt x="132999" y="28575"/>
                  </a:lnTo>
                  <a:cubicBezTo>
                    <a:pt x="132999" y="12793"/>
                    <a:pt x="145792" y="0"/>
                    <a:pt x="161574" y="0"/>
                  </a:cubicBezTo>
                  <a:cubicBezTo>
                    <a:pt x="177356" y="0"/>
                    <a:pt x="190149" y="12793"/>
                    <a:pt x="190149" y="28575"/>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pic>
        <p:nvPicPr>
          <p:cNvPr id="247" name="Grafik 246" descr="Chatblase mit einfarbiger Füllung">
            <a:extLst>
              <a:ext uri="{FF2B5EF4-FFF2-40B4-BE49-F238E27FC236}">
                <a16:creationId xmlns:a16="http://schemas.microsoft.com/office/drawing/2014/main" id="{FA4CCA47-D528-7D8A-CDD0-E5F90844F60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11743" y="6008572"/>
            <a:ext cx="494438" cy="494438"/>
          </a:xfrm>
          <a:prstGeom prst="rect">
            <a:avLst/>
          </a:prstGeom>
        </p:spPr>
      </p:pic>
      <p:grpSp>
        <p:nvGrpSpPr>
          <p:cNvPr id="260" name="Gruppieren 259">
            <a:extLst>
              <a:ext uri="{FF2B5EF4-FFF2-40B4-BE49-F238E27FC236}">
                <a16:creationId xmlns:a16="http://schemas.microsoft.com/office/drawing/2014/main" id="{EA3F5965-D0BC-BDD6-2C7C-035040D4E017}"/>
              </a:ext>
            </a:extLst>
          </p:cNvPr>
          <p:cNvGrpSpPr>
            <a:grpSpLocks noChangeAspect="1"/>
          </p:cNvGrpSpPr>
          <p:nvPr/>
        </p:nvGrpSpPr>
        <p:grpSpPr>
          <a:xfrm>
            <a:off x="273428" y="5181443"/>
            <a:ext cx="575241" cy="576597"/>
            <a:chOff x="3547576" y="5077462"/>
            <a:chExt cx="760566" cy="762359"/>
          </a:xfrm>
        </p:grpSpPr>
        <p:sp>
          <p:nvSpPr>
            <p:cNvPr id="257" name="Freihandform: Form 256">
              <a:extLst>
                <a:ext uri="{FF2B5EF4-FFF2-40B4-BE49-F238E27FC236}">
                  <a16:creationId xmlns:a16="http://schemas.microsoft.com/office/drawing/2014/main" id="{0E4EF450-DCE6-A0AF-7250-A745372C94F7}"/>
                </a:ext>
              </a:extLst>
            </p:cNvPr>
            <p:cNvSpPr/>
            <p:nvPr/>
          </p:nvSpPr>
          <p:spPr>
            <a:xfrm>
              <a:off x="3640440" y="5077462"/>
              <a:ext cx="216217" cy="216217"/>
            </a:xfrm>
            <a:custGeom>
              <a:avLst/>
              <a:gdLst>
                <a:gd name="connsiteX0" fmla="*/ 203835 w 216217"/>
                <a:gd name="connsiteY0" fmla="*/ 201930 h 216217"/>
                <a:gd name="connsiteX1" fmla="*/ 216218 w 216217"/>
                <a:gd name="connsiteY1" fmla="*/ 172403 h 216217"/>
                <a:gd name="connsiteX2" fmla="*/ 203835 w 216217"/>
                <a:gd name="connsiteY2" fmla="*/ 142875 h 216217"/>
                <a:gd name="connsiteX3" fmla="*/ 72390 w 216217"/>
                <a:gd name="connsiteY3" fmla="*/ 12383 h 216217"/>
                <a:gd name="connsiteX4" fmla="*/ 43815 w 216217"/>
                <a:gd name="connsiteY4" fmla="*/ 0 h 216217"/>
                <a:gd name="connsiteX5" fmla="*/ 14288 w 216217"/>
                <a:gd name="connsiteY5" fmla="*/ 12383 h 216217"/>
                <a:gd name="connsiteX6" fmla="*/ 0 w 216217"/>
                <a:gd name="connsiteY6" fmla="*/ 26670 h 216217"/>
                <a:gd name="connsiteX7" fmla="*/ 189548 w 216217"/>
                <a:gd name="connsiteY7" fmla="*/ 216218 h 216217"/>
                <a:gd name="connsiteX8" fmla="*/ 203835 w 216217"/>
                <a:gd name="connsiteY8" fmla="*/ 201930 h 216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6217" h="216217">
                  <a:moveTo>
                    <a:pt x="203835" y="201930"/>
                  </a:moveTo>
                  <a:cubicBezTo>
                    <a:pt x="211455" y="194310"/>
                    <a:pt x="216218" y="183833"/>
                    <a:pt x="216218" y="172403"/>
                  </a:cubicBezTo>
                  <a:cubicBezTo>
                    <a:pt x="216218" y="160973"/>
                    <a:pt x="211455" y="150495"/>
                    <a:pt x="203835" y="142875"/>
                  </a:cubicBezTo>
                  <a:lnTo>
                    <a:pt x="72390" y="12383"/>
                  </a:lnTo>
                  <a:cubicBezTo>
                    <a:pt x="64770" y="4763"/>
                    <a:pt x="54293" y="0"/>
                    <a:pt x="43815" y="0"/>
                  </a:cubicBezTo>
                  <a:cubicBezTo>
                    <a:pt x="33338" y="0"/>
                    <a:pt x="21908" y="4763"/>
                    <a:pt x="14288" y="12383"/>
                  </a:cubicBezTo>
                  <a:lnTo>
                    <a:pt x="0" y="26670"/>
                  </a:lnTo>
                  <a:lnTo>
                    <a:pt x="189548" y="216218"/>
                  </a:lnTo>
                  <a:lnTo>
                    <a:pt x="203835" y="201930"/>
                  </a:ln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258" name="Freihandform: Form 257">
              <a:extLst>
                <a:ext uri="{FF2B5EF4-FFF2-40B4-BE49-F238E27FC236}">
                  <a16:creationId xmlns:a16="http://schemas.microsoft.com/office/drawing/2014/main" id="{E7E7FCEA-7B04-1EF9-F4CA-17E99F2E4D09}"/>
                </a:ext>
              </a:extLst>
            </p:cNvPr>
            <p:cNvSpPr/>
            <p:nvPr/>
          </p:nvSpPr>
          <p:spPr>
            <a:xfrm>
              <a:off x="3547576" y="5133659"/>
              <a:ext cx="705321" cy="706162"/>
            </a:xfrm>
            <a:custGeom>
              <a:avLst/>
              <a:gdLst>
                <a:gd name="connsiteX0" fmla="*/ 488152 w 705321"/>
                <a:gd name="connsiteY0" fmla="*/ 481965 h 706162"/>
                <a:gd name="connsiteX1" fmla="*/ 473864 w 705321"/>
                <a:gd name="connsiteY1" fmla="*/ 487680 h 706162"/>
                <a:gd name="connsiteX2" fmla="*/ 459577 w 705321"/>
                <a:gd name="connsiteY2" fmla="*/ 481965 h 706162"/>
                <a:gd name="connsiteX3" fmla="*/ 223357 w 705321"/>
                <a:gd name="connsiteY3" fmla="*/ 246698 h 706162"/>
                <a:gd name="connsiteX4" fmla="*/ 217642 w 705321"/>
                <a:gd name="connsiteY4" fmla="*/ 232410 h 706162"/>
                <a:gd name="connsiteX5" fmla="*/ 223357 w 705321"/>
                <a:gd name="connsiteY5" fmla="*/ 218123 h 706162"/>
                <a:gd name="connsiteX6" fmla="*/ 252884 w 705321"/>
                <a:gd name="connsiteY6" fmla="*/ 189548 h 706162"/>
                <a:gd name="connsiteX7" fmla="*/ 63337 w 705321"/>
                <a:gd name="connsiteY7" fmla="*/ 0 h 706162"/>
                <a:gd name="connsiteX8" fmla="*/ 31904 w 705321"/>
                <a:gd name="connsiteY8" fmla="*/ 31433 h 706162"/>
                <a:gd name="connsiteX9" fmla="*/ 472 w 705321"/>
                <a:gd name="connsiteY9" fmla="*/ 99060 h 706162"/>
                <a:gd name="connsiteX10" fmla="*/ 22379 w 705321"/>
                <a:gd name="connsiteY10" fmla="*/ 222885 h 706162"/>
                <a:gd name="connsiteX11" fmla="*/ 79529 w 705321"/>
                <a:gd name="connsiteY11" fmla="*/ 322898 h 706162"/>
                <a:gd name="connsiteX12" fmla="*/ 370042 w 705321"/>
                <a:gd name="connsiteY12" fmla="*/ 622935 h 706162"/>
                <a:gd name="connsiteX13" fmla="*/ 430049 w 705321"/>
                <a:gd name="connsiteY13" fmla="*/ 661035 h 706162"/>
                <a:gd name="connsiteX14" fmla="*/ 582449 w 705321"/>
                <a:gd name="connsiteY14" fmla="*/ 705803 h 706162"/>
                <a:gd name="connsiteX15" fmla="*/ 679604 w 705321"/>
                <a:gd name="connsiteY15" fmla="*/ 667703 h 706162"/>
                <a:gd name="connsiteX16" fmla="*/ 705322 w 705321"/>
                <a:gd name="connsiteY16" fmla="*/ 641985 h 706162"/>
                <a:gd name="connsiteX17" fmla="*/ 516727 w 705321"/>
                <a:gd name="connsiteY17" fmla="*/ 452438 h 706162"/>
                <a:gd name="connsiteX18" fmla="*/ 488152 w 705321"/>
                <a:gd name="connsiteY18" fmla="*/ 481965 h 706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05321" h="706162">
                  <a:moveTo>
                    <a:pt x="488152" y="481965"/>
                  </a:moveTo>
                  <a:cubicBezTo>
                    <a:pt x="484342" y="485775"/>
                    <a:pt x="478627" y="487680"/>
                    <a:pt x="473864" y="487680"/>
                  </a:cubicBezTo>
                  <a:cubicBezTo>
                    <a:pt x="469102" y="487680"/>
                    <a:pt x="463387" y="485775"/>
                    <a:pt x="459577" y="481965"/>
                  </a:cubicBezTo>
                  <a:lnTo>
                    <a:pt x="223357" y="246698"/>
                  </a:lnTo>
                  <a:cubicBezTo>
                    <a:pt x="219547" y="242888"/>
                    <a:pt x="217642" y="237173"/>
                    <a:pt x="217642" y="232410"/>
                  </a:cubicBezTo>
                  <a:cubicBezTo>
                    <a:pt x="217642" y="227648"/>
                    <a:pt x="219547" y="221933"/>
                    <a:pt x="223357" y="218123"/>
                  </a:cubicBezTo>
                  <a:lnTo>
                    <a:pt x="252884" y="189548"/>
                  </a:lnTo>
                  <a:lnTo>
                    <a:pt x="63337" y="0"/>
                  </a:lnTo>
                  <a:cubicBezTo>
                    <a:pt x="50954" y="12383"/>
                    <a:pt x="39524" y="23813"/>
                    <a:pt x="31904" y="31433"/>
                  </a:cubicBezTo>
                  <a:cubicBezTo>
                    <a:pt x="12854" y="49530"/>
                    <a:pt x="1424" y="73343"/>
                    <a:pt x="472" y="99060"/>
                  </a:cubicBezTo>
                  <a:cubicBezTo>
                    <a:pt x="-2386" y="141923"/>
                    <a:pt x="8092" y="182880"/>
                    <a:pt x="22379" y="222885"/>
                  </a:cubicBezTo>
                  <a:cubicBezTo>
                    <a:pt x="37619" y="258128"/>
                    <a:pt x="57622" y="291465"/>
                    <a:pt x="79529" y="322898"/>
                  </a:cubicBezTo>
                  <a:cubicBezTo>
                    <a:pt x="157634" y="440055"/>
                    <a:pt x="255742" y="541973"/>
                    <a:pt x="370042" y="622935"/>
                  </a:cubicBezTo>
                  <a:cubicBezTo>
                    <a:pt x="389092" y="637223"/>
                    <a:pt x="409094" y="649605"/>
                    <a:pt x="430049" y="661035"/>
                  </a:cubicBezTo>
                  <a:cubicBezTo>
                    <a:pt x="477674" y="684848"/>
                    <a:pt x="528157" y="701993"/>
                    <a:pt x="582449" y="705803"/>
                  </a:cubicBezTo>
                  <a:cubicBezTo>
                    <a:pt x="618644" y="708660"/>
                    <a:pt x="654839" y="694373"/>
                    <a:pt x="679604" y="667703"/>
                  </a:cubicBezTo>
                  <a:lnTo>
                    <a:pt x="705322" y="641985"/>
                  </a:lnTo>
                  <a:lnTo>
                    <a:pt x="516727" y="452438"/>
                  </a:lnTo>
                  <a:lnTo>
                    <a:pt x="488152" y="481965"/>
                  </a:lnTo>
                  <a:close/>
                </a:path>
              </a:pathLst>
            </a:custGeom>
            <a:solidFill>
              <a:schemeClr val="tx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259" name="Freihandform: Form 258">
              <a:extLst>
                <a:ext uri="{FF2B5EF4-FFF2-40B4-BE49-F238E27FC236}">
                  <a16:creationId xmlns:a16="http://schemas.microsoft.com/office/drawing/2014/main" id="{B1AC2A31-608B-3214-1AE5-BDF5DC6A6325}"/>
                </a:ext>
              </a:extLst>
            </p:cNvPr>
            <p:cNvSpPr/>
            <p:nvPr/>
          </p:nvSpPr>
          <p:spPr>
            <a:xfrm>
              <a:off x="4091925" y="5529899"/>
              <a:ext cx="216217" cy="217170"/>
            </a:xfrm>
            <a:custGeom>
              <a:avLst/>
              <a:gdLst>
                <a:gd name="connsiteX0" fmla="*/ 204788 w 216217"/>
                <a:gd name="connsiteY0" fmla="*/ 143827 h 217170"/>
                <a:gd name="connsiteX1" fmla="*/ 73343 w 216217"/>
                <a:gd name="connsiteY1" fmla="*/ 12382 h 217170"/>
                <a:gd name="connsiteX2" fmla="*/ 43815 w 216217"/>
                <a:gd name="connsiteY2" fmla="*/ 0 h 217170"/>
                <a:gd name="connsiteX3" fmla="*/ 14288 w 216217"/>
                <a:gd name="connsiteY3" fmla="*/ 12382 h 217170"/>
                <a:gd name="connsiteX4" fmla="*/ 0 w 216217"/>
                <a:gd name="connsiteY4" fmla="*/ 27623 h 217170"/>
                <a:gd name="connsiteX5" fmla="*/ 189548 w 216217"/>
                <a:gd name="connsiteY5" fmla="*/ 217170 h 217170"/>
                <a:gd name="connsiteX6" fmla="*/ 203835 w 216217"/>
                <a:gd name="connsiteY6" fmla="*/ 202883 h 217170"/>
                <a:gd name="connsiteX7" fmla="*/ 216218 w 216217"/>
                <a:gd name="connsiteY7" fmla="*/ 173355 h 217170"/>
                <a:gd name="connsiteX8" fmla="*/ 204788 w 216217"/>
                <a:gd name="connsiteY8" fmla="*/ 143827 h 2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6217" h="217170">
                  <a:moveTo>
                    <a:pt x="204788" y="143827"/>
                  </a:moveTo>
                  <a:lnTo>
                    <a:pt x="73343" y="12382"/>
                  </a:lnTo>
                  <a:cubicBezTo>
                    <a:pt x="65723" y="4763"/>
                    <a:pt x="55245" y="0"/>
                    <a:pt x="43815" y="0"/>
                  </a:cubicBezTo>
                  <a:cubicBezTo>
                    <a:pt x="32385" y="0"/>
                    <a:pt x="21908" y="4763"/>
                    <a:pt x="14288" y="12382"/>
                  </a:cubicBezTo>
                  <a:lnTo>
                    <a:pt x="0" y="27623"/>
                  </a:lnTo>
                  <a:lnTo>
                    <a:pt x="189548" y="217170"/>
                  </a:lnTo>
                  <a:lnTo>
                    <a:pt x="203835" y="202883"/>
                  </a:lnTo>
                  <a:cubicBezTo>
                    <a:pt x="211455" y="195263"/>
                    <a:pt x="216218" y="184785"/>
                    <a:pt x="216218" y="173355"/>
                  </a:cubicBezTo>
                  <a:cubicBezTo>
                    <a:pt x="216218" y="161925"/>
                    <a:pt x="212408" y="151448"/>
                    <a:pt x="204788" y="143827"/>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grpSp>
        <p:nvGrpSpPr>
          <p:cNvPr id="4" name="Gruppieren 3">
            <a:extLst>
              <a:ext uri="{FF2B5EF4-FFF2-40B4-BE49-F238E27FC236}">
                <a16:creationId xmlns:a16="http://schemas.microsoft.com/office/drawing/2014/main" id="{D0515B45-2706-B978-A5AF-E645F5E34EC5}"/>
              </a:ext>
            </a:extLst>
          </p:cNvPr>
          <p:cNvGrpSpPr>
            <a:grpSpLocks noChangeAspect="1"/>
          </p:cNvGrpSpPr>
          <p:nvPr/>
        </p:nvGrpSpPr>
        <p:grpSpPr>
          <a:xfrm>
            <a:off x="9035187" y="4971817"/>
            <a:ext cx="670369" cy="656462"/>
            <a:chOff x="7659923" y="942783"/>
            <a:chExt cx="670369" cy="656462"/>
          </a:xfrm>
        </p:grpSpPr>
        <p:sp>
          <p:nvSpPr>
            <p:cNvPr id="5" name="Freihandform: Form 4">
              <a:extLst>
                <a:ext uri="{FF2B5EF4-FFF2-40B4-BE49-F238E27FC236}">
                  <a16:creationId xmlns:a16="http://schemas.microsoft.com/office/drawing/2014/main" id="{CFF131EC-58BE-097D-B35C-25F74C0CE1DE}"/>
                </a:ext>
              </a:extLst>
            </p:cNvPr>
            <p:cNvSpPr/>
            <p:nvPr/>
          </p:nvSpPr>
          <p:spPr>
            <a:xfrm>
              <a:off x="7967230" y="942783"/>
              <a:ext cx="363062" cy="325469"/>
            </a:xfrm>
            <a:custGeom>
              <a:avLst/>
              <a:gdLst>
                <a:gd name="connsiteX0" fmla="*/ 37021 w 363062"/>
                <a:gd name="connsiteY0" fmla="*/ 229838 h 325469"/>
                <a:gd name="connsiteX1" fmla="*/ 37021 w 363062"/>
                <a:gd name="connsiteY1" fmla="*/ 229838 h 325469"/>
                <a:gd name="connsiteX2" fmla="*/ 90647 w 363062"/>
                <a:gd name="connsiteY2" fmla="*/ 252031 h 325469"/>
                <a:gd name="connsiteX3" fmla="*/ 157839 w 363062"/>
                <a:gd name="connsiteY3" fmla="*/ 191777 h 325469"/>
                <a:gd name="connsiteX4" fmla="*/ 213329 w 363062"/>
                <a:gd name="connsiteY4" fmla="*/ 231076 h 325469"/>
                <a:gd name="connsiteX5" fmla="*/ 202185 w 363062"/>
                <a:gd name="connsiteY5" fmla="*/ 298228 h 325469"/>
                <a:gd name="connsiteX6" fmla="*/ 266764 w 363062"/>
                <a:gd name="connsiteY6" fmla="*/ 324993 h 325469"/>
                <a:gd name="connsiteX7" fmla="*/ 267907 w 363062"/>
                <a:gd name="connsiteY7" fmla="*/ 325469 h 325469"/>
                <a:gd name="connsiteX8" fmla="*/ 363062 w 363062"/>
                <a:gd name="connsiteY8" fmla="*/ 95250 h 325469"/>
                <a:gd name="connsiteX9" fmla="*/ 132176 w 363062"/>
                <a:gd name="connsiteY9" fmla="*/ 0 h 325469"/>
                <a:gd name="connsiteX10" fmla="*/ 96267 w 363062"/>
                <a:gd name="connsiteY10" fmla="*/ 88297 h 325469"/>
                <a:gd name="connsiteX11" fmla="*/ 96267 w 363062"/>
                <a:gd name="connsiteY11" fmla="*/ 88297 h 325469"/>
                <a:gd name="connsiteX12" fmla="*/ 93505 w 363062"/>
                <a:gd name="connsiteY12" fmla="*/ 94869 h 325469"/>
                <a:gd name="connsiteX13" fmla="*/ 92743 w 363062"/>
                <a:gd name="connsiteY13" fmla="*/ 91821 h 325469"/>
                <a:gd name="connsiteX14" fmla="*/ 28163 w 363062"/>
                <a:gd name="connsiteY14" fmla="*/ 65056 h 325469"/>
                <a:gd name="connsiteX15" fmla="*/ 2731 w 363062"/>
                <a:gd name="connsiteY15" fmla="*/ 89154 h 325469"/>
                <a:gd name="connsiteX16" fmla="*/ 33203 w 363062"/>
                <a:gd name="connsiteY16" fmla="*/ 151926 h 325469"/>
                <a:gd name="connsiteX17" fmla="*/ 68263 w 363062"/>
                <a:gd name="connsiteY17" fmla="*/ 150876 h 325469"/>
                <a:gd name="connsiteX18" fmla="*/ 71311 w 363062"/>
                <a:gd name="connsiteY18" fmla="*/ 149638 h 325469"/>
                <a:gd name="connsiteX19" fmla="*/ 69502 w 363062"/>
                <a:gd name="connsiteY19" fmla="*/ 154019 h 325469"/>
                <a:gd name="connsiteX20" fmla="*/ 69502 w 363062"/>
                <a:gd name="connsiteY20" fmla="*/ 154019 h 325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63062" h="325469">
                  <a:moveTo>
                    <a:pt x="37021" y="229838"/>
                  </a:moveTo>
                  <a:lnTo>
                    <a:pt x="37021" y="229838"/>
                  </a:lnTo>
                  <a:lnTo>
                    <a:pt x="90647" y="252031"/>
                  </a:lnTo>
                  <a:cubicBezTo>
                    <a:pt x="92563" y="216839"/>
                    <a:pt x="122645" y="189862"/>
                    <a:pt x="157839" y="191777"/>
                  </a:cubicBezTo>
                  <a:cubicBezTo>
                    <a:pt x="182356" y="193112"/>
                    <a:pt x="203933" y="208393"/>
                    <a:pt x="213329" y="231076"/>
                  </a:cubicBezTo>
                  <a:cubicBezTo>
                    <a:pt x="222421" y="253788"/>
                    <a:pt x="218125" y="279670"/>
                    <a:pt x="202185" y="298228"/>
                  </a:cubicBezTo>
                  <a:lnTo>
                    <a:pt x="266764" y="324993"/>
                  </a:lnTo>
                  <a:lnTo>
                    <a:pt x="267907" y="325469"/>
                  </a:lnTo>
                  <a:lnTo>
                    <a:pt x="363062" y="95250"/>
                  </a:lnTo>
                  <a:lnTo>
                    <a:pt x="132176" y="0"/>
                  </a:lnTo>
                  <a:lnTo>
                    <a:pt x="96267" y="88297"/>
                  </a:lnTo>
                  <a:lnTo>
                    <a:pt x="96267" y="88297"/>
                  </a:lnTo>
                  <a:lnTo>
                    <a:pt x="93505" y="94869"/>
                  </a:lnTo>
                  <a:lnTo>
                    <a:pt x="92743" y="91821"/>
                  </a:lnTo>
                  <a:cubicBezTo>
                    <a:pt x="82259" y="66639"/>
                    <a:pt x="53387" y="54673"/>
                    <a:pt x="28163" y="65056"/>
                  </a:cubicBezTo>
                  <a:cubicBezTo>
                    <a:pt x="17105" y="69831"/>
                    <a:pt x="8094" y="78368"/>
                    <a:pt x="2731" y="89154"/>
                  </a:cubicBezTo>
                  <a:cubicBezTo>
                    <a:pt x="-6188" y="114902"/>
                    <a:pt x="7454" y="143006"/>
                    <a:pt x="33203" y="151926"/>
                  </a:cubicBezTo>
                  <a:cubicBezTo>
                    <a:pt x="44623" y="155882"/>
                    <a:pt x="57099" y="155509"/>
                    <a:pt x="68263" y="150876"/>
                  </a:cubicBezTo>
                  <a:lnTo>
                    <a:pt x="71311" y="149638"/>
                  </a:lnTo>
                  <a:lnTo>
                    <a:pt x="69502" y="154019"/>
                  </a:lnTo>
                  <a:lnTo>
                    <a:pt x="69502" y="154019"/>
                  </a:ln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6" name="Freihandform: Form 5">
              <a:extLst>
                <a:ext uri="{FF2B5EF4-FFF2-40B4-BE49-F238E27FC236}">
                  <a16:creationId xmlns:a16="http://schemas.microsoft.com/office/drawing/2014/main" id="{C43EC733-3127-4AF7-D846-EA97DD3F4F5C}"/>
                </a:ext>
              </a:extLst>
            </p:cNvPr>
            <p:cNvSpPr/>
            <p:nvPr/>
          </p:nvSpPr>
          <p:spPr>
            <a:xfrm>
              <a:off x="7659923" y="1351595"/>
              <a:ext cx="352907" cy="247650"/>
            </a:xfrm>
            <a:custGeom>
              <a:avLst/>
              <a:gdLst>
                <a:gd name="connsiteX0" fmla="*/ 320231 w 352907"/>
                <a:gd name="connsiteY0" fmla="*/ 158877 h 247650"/>
                <a:gd name="connsiteX1" fmla="*/ 350484 w 352907"/>
                <a:gd name="connsiteY1" fmla="*/ 98702 h 247650"/>
                <a:gd name="connsiteX2" fmla="*/ 290309 w 352907"/>
                <a:gd name="connsiteY2" fmla="*/ 68449 h 247650"/>
                <a:gd name="connsiteX3" fmla="*/ 266700 w 352907"/>
                <a:gd name="connsiteY3" fmla="*/ 85725 h 247650"/>
                <a:gd name="connsiteX4" fmla="*/ 266700 w 352907"/>
                <a:gd name="connsiteY4" fmla="*/ 0 h 247650"/>
                <a:gd name="connsiteX5" fmla="*/ 208883 w 352907"/>
                <a:gd name="connsiteY5" fmla="*/ 0 h 247650"/>
                <a:gd name="connsiteX6" fmla="*/ 209550 w 352907"/>
                <a:gd name="connsiteY6" fmla="*/ 9525 h 247650"/>
                <a:gd name="connsiteX7" fmla="*/ 133350 w 352907"/>
                <a:gd name="connsiteY7" fmla="*/ 85725 h 247650"/>
                <a:gd name="connsiteX8" fmla="*/ 57150 w 352907"/>
                <a:gd name="connsiteY8" fmla="*/ 9525 h 247650"/>
                <a:gd name="connsiteX9" fmla="*/ 57817 w 352907"/>
                <a:gd name="connsiteY9" fmla="*/ 0 h 247650"/>
                <a:gd name="connsiteX10" fmla="*/ 0 w 352907"/>
                <a:gd name="connsiteY10" fmla="*/ 0 h 247650"/>
                <a:gd name="connsiteX11" fmla="*/ 0 w 352907"/>
                <a:gd name="connsiteY11" fmla="*/ 247650 h 247650"/>
                <a:gd name="connsiteX12" fmla="*/ 266700 w 352907"/>
                <a:gd name="connsiteY12" fmla="*/ 247650 h 247650"/>
                <a:gd name="connsiteX13" fmla="*/ 266700 w 352907"/>
                <a:gd name="connsiteY13" fmla="*/ 142875 h 247650"/>
                <a:gd name="connsiteX14" fmla="*/ 270129 w 352907"/>
                <a:gd name="connsiteY14" fmla="*/ 147066 h 247650"/>
                <a:gd name="connsiteX15" fmla="*/ 271939 w 352907"/>
                <a:gd name="connsiteY15" fmla="*/ 149828 h 247650"/>
                <a:gd name="connsiteX16" fmla="*/ 314325 w 352907"/>
                <a:gd name="connsiteY16" fmla="*/ 160782 h 247650"/>
                <a:gd name="connsiteX17" fmla="*/ 318992 w 352907"/>
                <a:gd name="connsiteY17" fmla="*/ 159353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52907" h="247650">
                  <a:moveTo>
                    <a:pt x="320231" y="158877"/>
                  </a:moveTo>
                  <a:cubicBezTo>
                    <a:pt x="345201" y="150614"/>
                    <a:pt x="358747" y="123673"/>
                    <a:pt x="350484" y="98702"/>
                  </a:cubicBezTo>
                  <a:cubicBezTo>
                    <a:pt x="342221" y="73731"/>
                    <a:pt x="315279" y="60187"/>
                    <a:pt x="290309" y="68449"/>
                  </a:cubicBezTo>
                  <a:cubicBezTo>
                    <a:pt x="280822" y="71588"/>
                    <a:pt x="272562" y="77632"/>
                    <a:pt x="266700" y="85725"/>
                  </a:cubicBezTo>
                  <a:lnTo>
                    <a:pt x="266700" y="0"/>
                  </a:lnTo>
                  <a:lnTo>
                    <a:pt x="208883" y="0"/>
                  </a:lnTo>
                  <a:cubicBezTo>
                    <a:pt x="209301" y="3158"/>
                    <a:pt x="209524" y="6339"/>
                    <a:pt x="209550" y="9525"/>
                  </a:cubicBezTo>
                  <a:cubicBezTo>
                    <a:pt x="209550" y="51609"/>
                    <a:pt x="175434" y="85725"/>
                    <a:pt x="133350" y="85725"/>
                  </a:cubicBezTo>
                  <a:cubicBezTo>
                    <a:pt x="91266" y="85725"/>
                    <a:pt x="57150" y="51609"/>
                    <a:pt x="57150" y="9525"/>
                  </a:cubicBezTo>
                  <a:cubicBezTo>
                    <a:pt x="57176" y="6339"/>
                    <a:pt x="57399" y="3158"/>
                    <a:pt x="57817" y="0"/>
                  </a:cubicBezTo>
                  <a:lnTo>
                    <a:pt x="0" y="0"/>
                  </a:lnTo>
                  <a:lnTo>
                    <a:pt x="0" y="247650"/>
                  </a:lnTo>
                  <a:lnTo>
                    <a:pt x="266700" y="247650"/>
                  </a:lnTo>
                  <a:lnTo>
                    <a:pt x="266700" y="142875"/>
                  </a:lnTo>
                  <a:cubicBezTo>
                    <a:pt x="267762" y="144337"/>
                    <a:pt x="268907" y="145736"/>
                    <a:pt x="270129" y="147066"/>
                  </a:cubicBezTo>
                  <a:cubicBezTo>
                    <a:pt x="270642" y="148042"/>
                    <a:pt x="271248" y="148967"/>
                    <a:pt x="271939" y="149828"/>
                  </a:cubicBezTo>
                  <a:cubicBezTo>
                    <a:pt x="283197" y="160610"/>
                    <a:pt x="299253" y="164760"/>
                    <a:pt x="314325" y="160782"/>
                  </a:cubicBezTo>
                  <a:cubicBezTo>
                    <a:pt x="315944" y="160782"/>
                    <a:pt x="317468" y="159829"/>
                    <a:pt x="318992" y="159353"/>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7" name="Freihandform: Form 6">
              <a:extLst>
                <a:ext uri="{FF2B5EF4-FFF2-40B4-BE49-F238E27FC236}">
                  <a16:creationId xmlns:a16="http://schemas.microsoft.com/office/drawing/2014/main" id="{7B403C54-5873-CD55-691E-898F075BD159}"/>
                </a:ext>
              </a:extLst>
            </p:cNvPr>
            <p:cNvSpPr/>
            <p:nvPr/>
          </p:nvSpPr>
          <p:spPr>
            <a:xfrm>
              <a:off x="7955198" y="1266263"/>
              <a:ext cx="247650" cy="332792"/>
            </a:xfrm>
            <a:custGeom>
              <a:avLst/>
              <a:gdLst>
                <a:gd name="connsiteX0" fmla="*/ 142875 w 247650"/>
                <a:gd name="connsiteY0" fmla="*/ 85142 h 332792"/>
                <a:gd name="connsiteX1" fmla="*/ 147066 w 247650"/>
                <a:gd name="connsiteY1" fmla="*/ 81618 h 332792"/>
                <a:gd name="connsiteX2" fmla="*/ 149828 w 247650"/>
                <a:gd name="connsiteY2" fmla="*/ 79808 h 332792"/>
                <a:gd name="connsiteX3" fmla="*/ 159925 w 247650"/>
                <a:gd name="connsiteY3" fmla="*/ 33041 h 332792"/>
                <a:gd name="connsiteX4" fmla="*/ 159925 w 247650"/>
                <a:gd name="connsiteY4" fmla="*/ 31612 h 332792"/>
                <a:gd name="connsiteX5" fmla="*/ 99051 w 247650"/>
                <a:gd name="connsiteY5" fmla="*/ 2790 h 332792"/>
                <a:gd name="connsiteX6" fmla="*/ 70230 w 247650"/>
                <a:gd name="connsiteY6" fmla="*/ 63664 h 332792"/>
                <a:gd name="connsiteX7" fmla="*/ 85725 w 247650"/>
                <a:gd name="connsiteY7" fmla="*/ 85142 h 332792"/>
                <a:gd name="connsiteX8" fmla="*/ 0 w 247650"/>
                <a:gd name="connsiteY8" fmla="*/ 85142 h 332792"/>
                <a:gd name="connsiteX9" fmla="*/ 0 w 247650"/>
                <a:gd name="connsiteY9" fmla="*/ 124195 h 332792"/>
                <a:gd name="connsiteX10" fmla="*/ 9525 w 247650"/>
                <a:gd name="connsiteY10" fmla="*/ 123623 h 332792"/>
                <a:gd name="connsiteX11" fmla="*/ 85725 w 247650"/>
                <a:gd name="connsiteY11" fmla="*/ 199823 h 332792"/>
                <a:gd name="connsiteX12" fmla="*/ 9525 w 247650"/>
                <a:gd name="connsiteY12" fmla="*/ 276023 h 332792"/>
                <a:gd name="connsiteX13" fmla="*/ 0 w 247650"/>
                <a:gd name="connsiteY13" fmla="*/ 275357 h 332792"/>
                <a:gd name="connsiteX14" fmla="*/ 0 w 247650"/>
                <a:gd name="connsiteY14" fmla="*/ 332792 h 332792"/>
                <a:gd name="connsiteX15" fmla="*/ 247650 w 247650"/>
                <a:gd name="connsiteY15" fmla="*/ 332792 h 332792"/>
                <a:gd name="connsiteX16" fmla="*/ 247650 w 247650"/>
                <a:gd name="connsiteY16" fmla="*/ 85142 h 332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47650" h="332792">
                  <a:moveTo>
                    <a:pt x="142875" y="85142"/>
                  </a:moveTo>
                  <a:cubicBezTo>
                    <a:pt x="144353" y="84067"/>
                    <a:pt x="145753" y="82890"/>
                    <a:pt x="147066" y="81618"/>
                  </a:cubicBezTo>
                  <a:cubicBezTo>
                    <a:pt x="148106" y="81221"/>
                    <a:pt x="149049" y="80604"/>
                    <a:pt x="149828" y="79808"/>
                  </a:cubicBezTo>
                  <a:cubicBezTo>
                    <a:pt x="161536" y="67261"/>
                    <a:pt x="165413" y="49301"/>
                    <a:pt x="159925" y="33041"/>
                  </a:cubicBezTo>
                  <a:lnTo>
                    <a:pt x="159925" y="31612"/>
                  </a:lnTo>
                  <a:cubicBezTo>
                    <a:pt x="151074" y="6843"/>
                    <a:pt x="123820" y="-6060"/>
                    <a:pt x="99051" y="2790"/>
                  </a:cubicBezTo>
                  <a:cubicBezTo>
                    <a:pt x="74283" y="11641"/>
                    <a:pt x="61379" y="38895"/>
                    <a:pt x="70230" y="63664"/>
                  </a:cubicBezTo>
                  <a:cubicBezTo>
                    <a:pt x="73260" y="72145"/>
                    <a:pt x="78633" y="79592"/>
                    <a:pt x="85725" y="85142"/>
                  </a:cubicBezTo>
                  <a:lnTo>
                    <a:pt x="0" y="85142"/>
                  </a:lnTo>
                  <a:lnTo>
                    <a:pt x="0" y="124195"/>
                  </a:lnTo>
                  <a:cubicBezTo>
                    <a:pt x="3160" y="123812"/>
                    <a:pt x="6342" y="123622"/>
                    <a:pt x="9525" y="123623"/>
                  </a:cubicBezTo>
                  <a:cubicBezTo>
                    <a:pt x="51609" y="123623"/>
                    <a:pt x="85725" y="157739"/>
                    <a:pt x="85725" y="199823"/>
                  </a:cubicBezTo>
                  <a:cubicBezTo>
                    <a:pt x="85725" y="241908"/>
                    <a:pt x="51609" y="276023"/>
                    <a:pt x="9525" y="276023"/>
                  </a:cubicBezTo>
                  <a:cubicBezTo>
                    <a:pt x="6340" y="275994"/>
                    <a:pt x="3158" y="275772"/>
                    <a:pt x="0" y="275357"/>
                  </a:cubicBezTo>
                  <a:lnTo>
                    <a:pt x="0" y="332792"/>
                  </a:lnTo>
                  <a:lnTo>
                    <a:pt x="247650" y="332792"/>
                  </a:lnTo>
                  <a:lnTo>
                    <a:pt x="247650" y="85142"/>
                  </a:ln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8" name="Freihandform: Form 7">
              <a:extLst>
                <a:ext uri="{FF2B5EF4-FFF2-40B4-BE49-F238E27FC236}">
                  <a16:creationId xmlns:a16="http://schemas.microsoft.com/office/drawing/2014/main" id="{AAA2783A-4292-144C-7A84-6AD016ADB53E}"/>
                </a:ext>
              </a:extLst>
            </p:cNvPr>
            <p:cNvSpPr/>
            <p:nvPr/>
          </p:nvSpPr>
          <p:spPr>
            <a:xfrm>
              <a:off x="7659923" y="1056130"/>
              <a:ext cx="266700" cy="352425"/>
            </a:xfrm>
            <a:custGeom>
              <a:avLst/>
              <a:gdLst>
                <a:gd name="connsiteX0" fmla="*/ 266700 w 266700"/>
                <a:gd name="connsiteY0" fmla="*/ 98869 h 352425"/>
                <a:gd name="connsiteX1" fmla="*/ 266700 w 266700"/>
                <a:gd name="connsiteY1" fmla="*/ 0 h 352425"/>
                <a:gd name="connsiteX2" fmla="*/ 0 w 266700"/>
                <a:gd name="connsiteY2" fmla="*/ 0 h 352425"/>
                <a:gd name="connsiteX3" fmla="*/ 0 w 266700"/>
                <a:gd name="connsiteY3" fmla="*/ 266700 h 352425"/>
                <a:gd name="connsiteX4" fmla="*/ 104775 w 266700"/>
                <a:gd name="connsiteY4" fmla="*/ 266700 h 352425"/>
                <a:gd name="connsiteX5" fmla="*/ 85725 w 266700"/>
                <a:gd name="connsiteY5" fmla="*/ 304800 h 352425"/>
                <a:gd name="connsiteX6" fmla="*/ 133350 w 266700"/>
                <a:gd name="connsiteY6" fmla="*/ 352425 h 352425"/>
                <a:gd name="connsiteX7" fmla="*/ 180975 w 266700"/>
                <a:gd name="connsiteY7" fmla="*/ 304800 h 352425"/>
                <a:gd name="connsiteX8" fmla="*/ 161925 w 266700"/>
                <a:gd name="connsiteY8" fmla="*/ 266700 h 352425"/>
                <a:gd name="connsiteX9" fmla="*/ 266700 w 266700"/>
                <a:gd name="connsiteY9" fmla="*/ 266700 h 352425"/>
                <a:gd name="connsiteX10" fmla="*/ 266700 w 266700"/>
                <a:gd name="connsiteY10" fmla="*/ 168783 h 352425"/>
                <a:gd name="connsiteX11" fmla="*/ 193834 w 266700"/>
                <a:gd name="connsiteY11" fmla="*/ 168783 h 352425"/>
                <a:gd name="connsiteX12" fmla="*/ 193018 w 266700"/>
                <a:gd name="connsiteY12" fmla="*/ 99685 h 352425"/>
                <a:gd name="connsiteX13" fmla="*/ 193834 w 266700"/>
                <a:gd name="connsiteY13" fmla="*/ 98869 h 352425"/>
                <a:gd name="connsiteX14" fmla="*/ 266700 w 266700"/>
                <a:gd name="connsiteY14" fmla="*/ 98869 h 352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66700" h="352425">
                  <a:moveTo>
                    <a:pt x="266700" y="98869"/>
                  </a:moveTo>
                  <a:lnTo>
                    <a:pt x="266700" y="0"/>
                  </a:lnTo>
                  <a:lnTo>
                    <a:pt x="0" y="0"/>
                  </a:lnTo>
                  <a:lnTo>
                    <a:pt x="0" y="266700"/>
                  </a:lnTo>
                  <a:lnTo>
                    <a:pt x="104775" y="266700"/>
                  </a:lnTo>
                  <a:cubicBezTo>
                    <a:pt x="92783" y="275694"/>
                    <a:pt x="85725" y="289810"/>
                    <a:pt x="85725" y="304800"/>
                  </a:cubicBezTo>
                  <a:cubicBezTo>
                    <a:pt x="85725" y="331102"/>
                    <a:pt x="107048" y="352425"/>
                    <a:pt x="133350" y="352425"/>
                  </a:cubicBezTo>
                  <a:cubicBezTo>
                    <a:pt x="159652" y="352425"/>
                    <a:pt x="180975" y="331102"/>
                    <a:pt x="180975" y="304800"/>
                  </a:cubicBezTo>
                  <a:cubicBezTo>
                    <a:pt x="180975" y="289810"/>
                    <a:pt x="173917" y="275694"/>
                    <a:pt x="161925" y="266700"/>
                  </a:cubicBezTo>
                  <a:lnTo>
                    <a:pt x="266700" y="266700"/>
                  </a:lnTo>
                  <a:lnTo>
                    <a:pt x="266700" y="168783"/>
                  </a:lnTo>
                  <a:cubicBezTo>
                    <a:pt x="246215" y="188005"/>
                    <a:pt x="214319" y="188005"/>
                    <a:pt x="193834" y="168783"/>
                  </a:cubicBezTo>
                  <a:cubicBezTo>
                    <a:pt x="174528" y="149927"/>
                    <a:pt x="174163" y="118991"/>
                    <a:pt x="193018" y="99685"/>
                  </a:cubicBezTo>
                  <a:cubicBezTo>
                    <a:pt x="193287" y="99410"/>
                    <a:pt x="193558" y="99138"/>
                    <a:pt x="193834" y="98869"/>
                  </a:cubicBezTo>
                  <a:cubicBezTo>
                    <a:pt x="214319" y="79647"/>
                    <a:pt x="246215" y="79647"/>
                    <a:pt x="266700" y="98869"/>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grpSp>
        <p:nvGrpSpPr>
          <p:cNvPr id="283" name="Gruppieren 282">
            <a:extLst>
              <a:ext uri="{FF2B5EF4-FFF2-40B4-BE49-F238E27FC236}">
                <a16:creationId xmlns:a16="http://schemas.microsoft.com/office/drawing/2014/main" id="{FB9CD57D-6041-5E71-1946-A9F25828E259}"/>
              </a:ext>
            </a:extLst>
          </p:cNvPr>
          <p:cNvGrpSpPr>
            <a:grpSpLocks noChangeAspect="1"/>
          </p:cNvGrpSpPr>
          <p:nvPr/>
        </p:nvGrpSpPr>
        <p:grpSpPr>
          <a:xfrm>
            <a:off x="226414" y="2725599"/>
            <a:ext cx="750569" cy="647700"/>
            <a:chOff x="5349967" y="3318186"/>
            <a:chExt cx="750569" cy="647700"/>
          </a:xfrm>
        </p:grpSpPr>
        <p:sp>
          <p:nvSpPr>
            <p:cNvPr id="281" name="Freihandform: Form 280">
              <a:extLst>
                <a:ext uri="{FF2B5EF4-FFF2-40B4-BE49-F238E27FC236}">
                  <a16:creationId xmlns:a16="http://schemas.microsoft.com/office/drawing/2014/main" id="{7423AC00-177A-DDCE-E411-FCA530A5B1BA}"/>
                </a:ext>
              </a:extLst>
            </p:cNvPr>
            <p:cNvSpPr/>
            <p:nvPr/>
          </p:nvSpPr>
          <p:spPr>
            <a:xfrm>
              <a:off x="5349967" y="3318186"/>
              <a:ext cx="701039" cy="647700"/>
            </a:xfrm>
            <a:custGeom>
              <a:avLst/>
              <a:gdLst>
                <a:gd name="connsiteX0" fmla="*/ 304800 w 701039"/>
                <a:gd name="connsiteY0" fmla="*/ 285750 h 647700"/>
                <a:gd name="connsiteX1" fmla="*/ 266700 w 701039"/>
                <a:gd name="connsiteY1" fmla="*/ 247650 h 647700"/>
                <a:gd name="connsiteX2" fmla="*/ 304800 w 701039"/>
                <a:gd name="connsiteY2" fmla="*/ 209550 h 647700"/>
                <a:gd name="connsiteX3" fmla="*/ 342900 w 701039"/>
                <a:gd name="connsiteY3" fmla="*/ 247650 h 647700"/>
                <a:gd name="connsiteX4" fmla="*/ 304800 w 701039"/>
                <a:gd name="connsiteY4" fmla="*/ 285750 h 647700"/>
                <a:gd name="connsiteX5" fmla="*/ 701040 w 701039"/>
                <a:gd name="connsiteY5" fmla="*/ 261938 h 647700"/>
                <a:gd name="connsiteX6" fmla="*/ 191453 w 701039"/>
                <a:gd name="connsiteY6" fmla="*/ 50482 h 647700"/>
                <a:gd name="connsiteX7" fmla="*/ 103823 w 701039"/>
                <a:gd name="connsiteY7" fmla="*/ 261938 h 647700"/>
                <a:gd name="connsiteX8" fmla="*/ 276225 w 701039"/>
                <a:gd name="connsiteY8" fmla="*/ 334328 h 647700"/>
                <a:gd name="connsiteX9" fmla="*/ 276225 w 701039"/>
                <a:gd name="connsiteY9" fmla="*/ 371475 h 647700"/>
                <a:gd name="connsiteX10" fmla="*/ 200025 w 701039"/>
                <a:gd name="connsiteY10" fmla="*/ 447675 h 647700"/>
                <a:gd name="connsiteX11" fmla="*/ 57150 w 701039"/>
                <a:gd name="connsiteY11" fmla="*/ 447675 h 647700"/>
                <a:gd name="connsiteX12" fmla="*/ 57150 w 701039"/>
                <a:gd name="connsiteY12" fmla="*/ 0 h 647700"/>
                <a:gd name="connsiteX13" fmla="*/ 0 w 701039"/>
                <a:gd name="connsiteY13" fmla="*/ 0 h 647700"/>
                <a:gd name="connsiteX14" fmla="*/ 0 w 701039"/>
                <a:gd name="connsiteY14" fmla="*/ 647700 h 647700"/>
                <a:gd name="connsiteX15" fmla="*/ 57150 w 701039"/>
                <a:gd name="connsiteY15" fmla="*/ 647700 h 647700"/>
                <a:gd name="connsiteX16" fmla="*/ 57150 w 701039"/>
                <a:gd name="connsiteY16" fmla="*/ 504825 h 647700"/>
                <a:gd name="connsiteX17" fmla="*/ 200025 w 701039"/>
                <a:gd name="connsiteY17" fmla="*/ 504825 h 647700"/>
                <a:gd name="connsiteX18" fmla="*/ 333375 w 701039"/>
                <a:gd name="connsiteY18" fmla="*/ 371475 h 647700"/>
                <a:gd name="connsiteX19" fmla="*/ 333375 w 701039"/>
                <a:gd name="connsiteY19" fmla="*/ 357188 h 647700"/>
                <a:gd name="connsiteX20" fmla="*/ 495300 w 701039"/>
                <a:gd name="connsiteY20" fmla="*/ 423863 h 647700"/>
                <a:gd name="connsiteX21" fmla="*/ 701040 w 701039"/>
                <a:gd name="connsiteY21" fmla="*/ 261938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01039" h="647700">
                  <a:moveTo>
                    <a:pt x="304800" y="285750"/>
                  </a:moveTo>
                  <a:cubicBezTo>
                    <a:pt x="283845" y="285750"/>
                    <a:pt x="266700" y="268605"/>
                    <a:pt x="266700" y="247650"/>
                  </a:cubicBezTo>
                  <a:cubicBezTo>
                    <a:pt x="266700" y="226695"/>
                    <a:pt x="283845" y="209550"/>
                    <a:pt x="304800" y="209550"/>
                  </a:cubicBezTo>
                  <a:cubicBezTo>
                    <a:pt x="325755" y="209550"/>
                    <a:pt x="342900" y="226695"/>
                    <a:pt x="342900" y="247650"/>
                  </a:cubicBezTo>
                  <a:cubicBezTo>
                    <a:pt x="342900" y="268605"/>
                    <a:pt x="325755" y="285750"/>
                    <a:pt x="304800" y="285750"/>
                  </a:cubicBezTo>
                  <a:close/>
                  <a:moveTo>
                    <a:pt x="701040" y="261938"/>
                  </a:moveTo>
                  <a:lnTo>
                    <a:pt x="191453" y="50482"/>
                  </a:lnTo>
                  <a:lnTo>
                    <a:pt x="103823" y="261938"/>
                  </a:lnTo>
                  <a:lnTo>
                    <a:pt x="276225" y="334328"/>
                  </a:lnTo>
                  <a:lnTo>
                    <a:pt x="276225" y="371475"/>
                  </a:lnTo>
                  <a:cubicBezTo>
                    <a:pt x="276225" y="413385"/>
                    <a:pt x="241935" y="447675"/>
                    <a:pt x="200025" y="447675"/>
                  </a:cubicBezTo>
                  <a:lnTo>
                    <a:pt x="57150" y="447675"/>
                  </a:lnTo>
                  <a:lnTo>
                    <a:pt x="57150" y="0"/>
                  </a:lnTo>
                  <a:lnTo>
                    <a:pt x="0" y="0"/>
                  </a:lnTo>
                  <a:lnTo>
                    <a:pt x="0" y="647700"/>
                  </a:lnTo>
                  <a:lnTo>
                    <a:pt x="57150" y="647700"/>
                  </a:lnTo>
                  <a:lnTo>
                    <a:pt x="57150" y="504825"/>
                  </a:lnTo>
                  <a:lnTo>
                    <a:pt x="200025" y="504825"/>
                  </a:lnTo>
                  <a:cubicBezTo>
                    <a:pt x="273368" y="504825"/>
                    <a:pt x="333375" y="444818"/>
                    <a:pt x="333375" y="371475"/>
                  </a:cubicBezTo>
                  <a:lnTo>
                    <a:pt x="333375" y="357188"/>
                  </a:lnTo>
                  <a:lnTo>
                    <a:pt x="495300" y="423863"/>
                  </a:lnTo>
                  <a:lnTo>
                    <a:pt x="701040" y="261938"/>
                  </a:lnTo>
                  <a:close/>
                </a:path>
              </a:pathLst>
            </a:custGeom>
            <a:solidFill>
              <a:schemeClr val="tx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282" name="Freihandform: Form 281">
              <a:extLst>
                <a:ext uri="{FF2B5EF4-FFF2-40B4-BE49-F238E27FC236}">
                  <a16:creationId xmlns:a16="http://schemas.microsoft.com/office/drawing/2014/main" id="{E6D9FE6B-5E82-6C57-F30C-AF9BC8370C57}"/>
                </a:ext>
              </a:extLst>
            </p:cNvPr>
            <p:cNvSpPr/>
            <p:nvPr/>
          </p:nvSpPr>
          <p:spPr>
            <a:xfrm>
              <a:off x="5946231" y="3644893"/>
              <a:ext cx="154305" cy="95250"/>
            </a:xfrm>
            <a:custGeom>
              <a:avLst/>
              <a:gdLst>
                <a:gd name="connsiteX0" fmla="*/ 84773 w 154305"/>
                <a:gd name="connsiteY0" fmla="*/ 0 h 95250"/>
                <a:gd name="connsiteX1" fmla="*/ 0 w 154305"/>
                <a:gd name="connsiteY1" fmla="*/ 66675 h 95250"/>
                <a:gd name="connsiteX2" fmla="*/ 69533 w 154305"/>
                <a:gd name="connsiteY2" fmla="*/ 95250 h 95250"/>
                <a:gd name="connsiteX3" fmla="*/ 154305 w 154305"/>
                <a:gd name="connsiteY3" fmla="*/ 28575 h 95250"/>
              </a:gdLst>
              <a:ahLst/>
              <a:cxnLst>
                <a:cxn ang="0">
                  <a:pos x="connsiteX0" y="connsiteY0"/>
                </a:cxn>
                <a:cxn ang="0">
                  <a:pos x="connsiteX1" y="connsiteY1"/>
                </a:cxn>
                <a:cxn ang="0">
                  <a:pos x="connsiteX2" y="connsiteY2"/>
                </a:cxn>
                <a:cxn ang="0">
                  <a:pos x="connsiteX3" y="connsiteY3"/>
                </a:cxn>
              </a:cxnLst>
              <a:rect l="l" t="t" r="r" b="b"/>
              <a:pathLst>
                <a:path w="154305" h="95250">
                  <a:moveTo>
                    <a:pt x="84773" y="0"/>
                  </a:moveTo>
                  <a:lnTo>
                    <a:pt x="0" y="66675"/>
                  </a:lnTo>
                  <a:lnTo>
                    <a:pt x="69533" y="95250"/>
                  </a:lnTo>
                  <a:lnTo>
                    <a:pt x="154305" y="28575"/>
                  </a:ln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grpSp>
        <p:nvGrpSpPr>
          <p:cNvPr id="301" name="Gruppieren 300">
            <a:extLst>
              <a:ext uri="{FF2B5EF4-FFF2-40B4-BE49-F238E27FC236}">
                <a16:creationId xmlns:a16="http://schemas.microsoft.com/office/drawing/2014/main" id="{6FFD4AB3-7E0D-68A3-831D-01A29386F566}"/>
              </a:ext>
            </a:extLst>
          </p:cNvPr>
          <p:cNvGrpSpPr>
            <a:grpSpLocks noChangeAspect="1"/>
          </p:cNvGrpSpPr>
          <p:nvPr/>
        </p:nvGrpSpPr>
        <p:grpSpPr>
          <a:xfrm>
            <a:off x="1023942" y="1044350"/>
            <a:ext cx="528637" cy="363235"/>
            <a:chOff x="5764123" y="5078880"/>
            <a:chExt cx="776287" cy="533400"/>
          </a:xfrm>
        </p:grpSpPr>
        <p:sp>
          <p:nvSpPr>
            <p:cNvPr id="297" name="Freihandform: Form 296">
              <a:extLst>
                <a:ext uri="{FF2B5EF4-FFF2-40B4-BE49-F238E27FC236}">
                  <a16:creationId xmlns:a16="http://schemas.microsoft.com/office/drawing/2014/main" id="{51F103FC-B54C-7DB4-276E-EB41E85AF375}"/>
                </a:ext>
              </a:extLst>
            </p:cNvPr>
            <p:cNvSpPr/>
            <p:nvPr/>
          </p:nvSpPr>
          <p:spPr>
            <a:xfrm>
              <a:off x="5992723" y="5078880"/>
              <a:ext cx="319087" cy="533400"/>
            </a:xfrm>
            <a:custGeom>
              <a:avLst/>
              <a:gdLst>
                <a:gd name="connsiteX0" fmla="*/ 119063 w 319087"/>
                <a:gd name="connsiteY0" fmla="*/ 0 h 533400"/>
                <a:gd name="connsiteX1" fmla="*/ 0 w 319087"/>
                <a:gd name="connsiteY1" fmla="*/ 0 h 533400"/>
                <a:gd name="connsiteX2" fmla="*/ 200025 w 319087"/>
                <a:gd name="connsiteY2" fmla="*/ 266700 h 533400"/>
                <a:gd name="connsiteX3" fmla="*/ 0 w 319087"/>
                <a:gd name="connsiteY3" fmla="*/ 533400 h 533400"/>
                <a:gd name="connsiteX4" fmla="*/ 119063 w 319087"/>
                <a:gd name="connsiteY4" fmla="*/ 533400 h 533400"/>
                <a:gd name="connsiteX5" fmla="*/ 319088 w 319087"/>
                <a:gd name="connsiteY5" fmla="*/ 266700 h 533400"/>
                <a:gd name="connsiteX6" fmla="*/ 119063 w 319087"/>
                <a:gd name="connsiteY6" fmla="*/ 0 h 53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9087" h="533400">
                  <a:moveTo>
                    <a:pt x="119063" y="0"/>
                  </a:moveTo>
                  <a:lnTo>
                    <a:pt x="0" y="0"/>
                  </a:lnTo>
                  <a:lnTo>
                    <a:pt x="200025" y="266700"/>
                  </a:lnTo>
                  <a:lnTo>
                    <a:pt x="0" y="533400"/>
                  </a:lnTo>
                  <a:lnTo>
                    <a:pt x="119063" y="533400"/>
                  </a:lnTo>
                  <a:lnTo>
                    <a:pt x="319088" y="266700"/>
                  </a:lnTo>
                  <a:lnTo>
                    <a:pt x="119063" y="0"/>
                  </a:ln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298" name="Freihandform: Form 297">
              <a:extLst>
                <a:ext uri="{FF2B5EF4-FFF2-40B4-BE49-F238E27FC236}">
                  <a16:creationId xmlns:a16="http://schemas.microsoft.com/office/drawing/2014/main" id="{C0C198A5-F3BB-3711-D321-79F1F9CD9EE3}"/>
                </a:ext>
              </a:extLst>
            </p:cNvPr>
            <p:cNvSpPr/>
            <p:nvPr/>
          </p:nvSpPr>
          <p:spPr>
            <a:xfrm>
              <a:off x="5764123" y="5078880"/>
              <a:ext cx="319087" cy="533400"/>
            </a:xfrm>
            <a:custGeom>
              <a:avLst/>
              <a:gdLst>
                <a:gd name="connsiteX0" fmla="*/ 0 w 319087"/>
                <a:gd name="connsiteY0" fmla="*/ 533400 h 533400"/>
                <a:gd name="connsiteX1" fmla="*/ 119063 w 319087"/>
                <a:gd name="connsiteY1" fmla="*/ 533400 h 533400"/>
                <a:gd name="connsiteX2" fmla="*/ 319088 w 319087"/>
                <a:gd name="connsiteY2" fmla="*/ 266700 h 533400"/>
                <a:gd name="connsiteX3" fmla="*/ 119063 w 319087"/>
                <a:gd name="connsiteY3" fmla="*/ 0 h 533400"/>
                <a:gd name="connsiteX4" fmla="*/ 0 w 319087"/>
                <a:gd name="connsiteY4" fmla="*/ 0 h 533400"/>
                <a:gd name="connsiteX5" fmla="*/ 200025 w 319087"/>
                <a:gd name="connsiteY5" fmla="*/ 266700 h 533400"/>
                <a:gd name="connsiteX6" fmla="*/ 0 w 319087"/>
                <a:gd name="connsiteY6" fmla="*/ 533400 h 53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9087" h="533400">
                  <a:moveTo>
                    <a:pt x="0" y="533400"/>
                  </a:moveTo>
                  <a:lnTo>
                    <a:pt x="119063" y="533400"/>
                  </a:lnTo>
                  <a:lnTo>
                    <a:pt x="319088" y="266700"/>
                  </a:lnTo>
                  <a:lnTo>
                    <a:pt x="119063" y="0"/>
                  </a:lnTo>
                  <a:lnTo>
                    <a:pt x="0" y="0"/>
                  </a:lnTo>
                  <a:lnTo>
                    <a:pt x="200025" y="266700"/>
                  </a:lnTo>
                  <a:lnTo>
                    <a:pt x="0" y="533400"/>
                  </a:lnTo>
                  <a:close/>
                </a:path>
              </a:pathLst>
            </a:custGeom>
            <a:solidFill>
              <a:schemeClr val="tx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299" name="Freihandform: Form 298">
              <a:extLst>
                <a:ext uri="{FF2B5EF4-FFF2-40B4-BE49-F238E27FC236}">
                  <a16:creationId xmlns:a16="http://schemas.microsoft.com/office/drawing/2014/main" id="{CE8B2C34-0E24-645C-3707-C00E8E520835}"/>
                </a:ext>
              </a:extLst>
            </p:cNvPr>
            <p:cNvSpPr/>
            <p:nvPr/>
          </p:nvSpPr>
          <p:spPr>
            <a:xfrm>
              <a:off x="6221323" y="5078880"/>
              <a:ext cx="319087" cy="533400"/>
            </a:xfrm>
            <a:custGeom>
              <a:avLst/>
              <a:gdLst>
                <a:gd name="connsiteX0" fmla="*/ 119063 w 319087"/>
                <a:gd name="connsiteY0" fmla="*/ 0 h 533400"/>
                <a:gd name="connsiteX1" fmla="*/ 0 w 319087"/>
                <a:gd name="connsiteY1" fmla="*/ 0 h 533400"/>
                <a:gd name="connsiteX2" fmla="*/ 200025 w 319087"/>
                <a:gd name="connsiteY2" fmla="*/ 266700 h 533400"/>
                <a:gd name="connsiteX3" fmla="*/ 0 w 319087"/>
                <a:gd name="connsiteY3" fmla="*/ 533400 h 533400"/>
                <a:gd name="connsiteX4" fmla="*/ 119063 w 319087"/>
                <a:gd name="connsiteY4" fmla="*/ 533400 h 533400"/>
                <a:gd name="connsiteX5" fmla="*/ 319088 w 319087"/>
                <a:gd name="connsiteY5" fmla="*/ 266700 h 533400"/>
                <a:gd name="connsiteX6" fmla="*/ 119063 w 319087"/>
                <a:gd name="connsiteY6" fmla="*/ 0 h 53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9087" h="533400">
                  <a:moveTo>
                    <a:pt x="119063" y="0"/>
                  </a:moveTo>
                  <a:lnTo>
                    <a:pt x="0" y="0"/>
                  </a:lnTo>
                  <a:lnTo>
                    <a:pt x="200025" y="266700"/>
                  </a:lnTo>
                  <a:lnTo>
                    <a:pt x="0" y="533400"/>
                  </a:lnTo>
                  <a:lnTo>
                    <a:pt x="119063" y="533400"/>
                  </a:lnTo>
                  <a:lnTo>
                    <a:pt x="319088" y="266700"/>
                  </a:lnTo>
                  <a:lnTo>
                    <a:pt x="119063" y="0"/>
                  </a:ln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grpSp>
        <p:nvGrpSpPr>
          <p:cNvPr id="303" name="Gruppieren 302">
            <a:extLst>
              <a:ext uri="{FF2B5EF4-FFF2-40B4-BE49-F238E27FC236}">
                <a16:creationId xmlns:a16="http://schemas.microsoft.com/office/drawing/2014/main" id="{FD2E920F-2824-91F1-F33D-03B3839A0CC6}"/>
              </a:ext>
            </a:extLst>
          </p:cNvPr>
          <p:cNvGrpSpPr>
            <a:grpSpLocks noChangeAspect="1"/>
          </p:cNvGrpSpPr>
          <p:nvPr/>
        </p:nvGrpSpPr>
        <p:grpSpPr>
          <a:xfrm>
            <a:off x="8004443" y="4903186"/>
            <a:ext cx="670369" cy="656462"/>
            <a:chOff x="7659923" y="942783"/>
            <a:chExt cx="670369" cy="656462"/>
          </a:xfrm>
        </p:grpSpPr>
        <p:sp>
          <p:nvSpPr>
            <p:cNvPr id="304" name="Freihandform: Form 303">
              <a:extLst>
                <a:ext uri="{FF2B5EF4-FFF2-40B4-BE49-F238E27FC236}">
                  <a16:creationId xmlns:a16="http://schemas.microsoft.com/office/drawing/2014/main" id="{E7CCD533-B06F-BF86-631E-F9AB1A419CED}"/>
                </a:ext>
              </a:extLst>
            </p:cNvPr>
            <p:cNvSpPr/>
            <p:nvPr/>
          </p:nvSpPr>
          <p:spPr>
            <a:xfrm>
              <a:off x="7967230" y="942783"/>
              <a:ext cx="363062" cy="325469"/>
            </a:xfrm>
            <a:custGeom>
              <a:avLst/>
              <a:gdLst>
                <a:gd name="connsiteX0" fmla="*/ 37021 w 363062"/>
                <a:gd name="connsiteY0" fmla="*/ 229838 h 325469"/>
                <a:gd name="connsiteX1" fmla="*/ 37021 w 363062"/>
                <a:gd name="connsiteY1" fmla="*/ 229838 h 325469"/>
                <a:gd name="connsiteX2" fmla="*/ 90647 w 363062"/>
                <a:gd name="connsiteY2" fmla="*/ 252031 h 325469"/>
                <a:gd name="connsiteX3" fmla="*/ 157839 w 363062"/>
                <a:gd name="connsiteY3" fmla="*/ 191777 h 325469"/>
                <a:gd name="connsiteX4" fmla="*/ 213329 w 363062"/>
                <a:gd name="connsiteY4" fmla="*/ 231076 h 325469"/>
                <a:gd name="connsiteX5" fmla="*/ 202185 w 363062"/>
                <a:gd name="connsiteY5" fmla="*/ 298228 h 325469"/>
                <a:gd name="connsiteX6" fmla="*/ 266764 w 363062"/>
                <a:gd name="connsiteY6" fmla="*/ 324993 h 325469"/>
                <a:gd name="connsiteX7" fmla="*/ 267907 w 363062"/>
                <a:gd name="connsiteY7" fmla="*/ 325469 h 325469"/>
                <a:gd name="connsiteX8" fmla="*/ 363062 w 363062"/>
                <a:gd name="connsiteY8" fmla="*/ 95250 h 325469"/>
                <a:gd name="connsiteX9" fmla="*/ 132176 w 363062"/>
                <a:gd name="connsiteY9" fmla="*/ 0 h 325469"/>
                <a:gd name="connsiteX10" fmla="*/ 96267 w 363062"/>
                <a:gd name="connsiteY10" fmla="*/ 88297 h 325469"/>
                <a:gd name="connsiteX11" fmla="*/ 96267 w 363062"/>
                <a:gd name="connsiteY11" fmla="*/ 88297 h 325469"/>
                <a:gd name="connsiteX12" fmla="*/ 93505 w 363062"/>
                <a:gd name="connsiteY12" fmla="*/ 94869 h 325469"/>
                <a:gd name="connsiteX13" fmla="*/ 92743 w 363062"/>
                <a:gd name="connsiteY13" fmla="*/ 91821 h 325469"/>
                <a:gd name="connsiteX14" fmla="*/ 28163 w 363062"/>
                <a:gd name="connsiteY14" fmla="*/ 65056 h 325469"/>
                <a:gd name="connsiteX15" fmla="*/ 2731 w 363062"/>
                <a:gd name="connsiteY15" fmla="*/ 89154 h 325469"/>
                <a:gd name="connsiteX16" fmla="*/ 33203 w 363062"/>
                <a:gd name="connsiteY16" fmla="*/ 151926 h 325469"/>
                <a:gd name="connsiteX17" fmla="*/ 68263 w 363062"/>
                <a:gd name="connsiteY17" fmla="*/ 150876 h 325469"/>
                <a:gd name="connsiteX18" fmla="*/ 71311 w 363062"/>
                <a:gd name="connsiteY18" fmla="*/ 149638 h 325469"/>
                <a:gd name="connsiteX19" fmla="*/ 69502 w 363062"/>
                <a:gd name="connsiteY19" fmla="*/ 154019 h 325469"/>
                <a:gd name="connsiteX20" fmla="*/ 69502 w 363062"/>
                <a:gd name="connsiteY20" fmla="*/ 154019 h 325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63062" h="325469">
                  <a:moveTo>
                    <a:pt x="37021" y="229838"/>
                  </a:moveTo>
                  <a:lnTo>
                    <a:pt x="37021" y="229838"/>
                  </a:lnTo>
                  <a:lnTo>
                    <a:pt x="90647" y="252031"/>
                  </a:lnTo>
                  <a:cubicBezTo>
                    <a:pt x="92563" y="216839"/>
                    <a:pt x="122645" y="189862"/>
                    <a:pt x="157839" y="191777"/>
                  </a:cubicBezTo>
                  <a:cubicBezTo>
                    <a:pt x="182356" y="193112"/>
                    <a:pt x="203933" y="208393"/>
                    <a:pt x="213329" y="231076"/>
                  </a:cubicBezTo>
                  <a:cubicBezTo>
                    <a:pt x="222421" y="253788"/>
                    <a:pt x="218125" y="279670"/>
                    <a:pt x="202185" y="298228"/>
                  </a:cubicBezTo>
                  <a:lnTo>
                    <a:pt x="266764" y="324993"/>
                  </a:lnTo>
                  <a:lnTo>
                    <a:pt x="267907" y="325469"/>
                  </a:lnTo>
                  <a:lnTo>
                    <a:pt x="363062" y="95250"/>
                  </a:lnTo>
                  <a:lnTo>
                    <a:pt x="132176" y="0"/>
                  </a:lnTo>
                  <a:lnTo>
                    <a:pt x="96267" y="88297"/>
                  </a:lnTo>
                  <a:lnTo>
                    <a:pt x="96267" y="88297"/>
                  </a:lnTo>
                  <a:lnTo>
                    <a:pt x="93505" y="94869"/>
                  </a:lnTo>
                  <a:lnTo>
                    <a:pt x="92743" y="91821"/>
                  </a:lnTo>
                  <a:cubicBezTo>
                    <a:pt x="82259" y="66639"/>
                    <a:pt x="53387" y="54673"/>
                    <a:pt x="28163" y="65056"/>
                  </a:cubicBezTo>
                  <a:cubicBezTo>
                    <a:pt x="17105" y="69831"/>
                    <a:pt x="8094" y="78368"/>
                    <a:pt x="2731" y="89154"/>
                  </a:cubicBezTo>
                  <a:cubicBezTo>
                    <a:pt x="-6188" y="114902"/>
                    <a:pt x="7454" y="143006"/>
                    <a:pt x="33203" y="151926"/>
                  </a:cubicBezTo>
                  <a:cubicBezTo>
                    <a:pt x="44623" y="155882"/>
                    <a:pt x="57099" y="155509"/>
                    <a:pt x="68263" y="150876"/>
                  </a:cubicBezTo>
                  <a:lnTo>
                    <a:pt x="71311" y="149638"/>
                  </a:lnTo>
                  <a:lnTo>
                    <a:pt x="69502" y="154019"/>
                  </a:lnTo>
                  <a:lnTo>
                    <a:pt x="69502" y="154019"/>
                  </a:ln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305" name="Freihandform: Form 304">
              <a:extLst>
                <a:ext uri="{FF2B5EF4-FFF2-40B4-BE49-F238E27FC236}">
                  <a16:creationId xmlns:a16="http://schemas.microsoft.com/office/drawing/2014/main" id="{A8930E62-82C1-7E61-1600-AAED491A3968}"/>
                </a:ext>
              </a:extLst>
            </p:cNvPr>
            <p:cNvSpPr/>
            <p:nvPr/>
          </p:nvSpPr>
          <p:spPr>
            <a:xfrm>
              <a:off x="7659923" y="1351595"/>
              <a:ext cx="352907" cy="247650"/>
            </a:xfrm>
            <a:custGeom>
              <a:avLst/>
              <a:gdLst>
                <a:gd name="connsiteX0" fmla="*/ 320231 w 352907"/>
                <a:gd name="connsiteY0" fmla="*/ 158877 h 247650"/>
                <a:gd name="connsiteX1" fmla="*/ 350484 w 352907"/>
                <a:gd name="connsiteY1" fmla="*/ 98702 h 247650"/>
                <a:gd name="connsiteX2" fmla="*/ 290309 w 352907"/>
                <a:gd name="connsiteY2" fmla="*/ 68449 h 247650"/>
                <a:gd name="connsiteX3" fmla="*/ 266700 w 352907"/>
                <a:gd name="connsiteY3" fmla="*/ 85725 h 247650"/>
                <a:gd name="connsiteX4" fmla="*/ 266700 w 352907"/>
                <a:gd name="connsiteY4" fmla="*/ 0 h 247650"/>
                <a:gd name="connsiteX5" fmla="*/ 208883 w 352907"/>
                <a:gd name="connsiteY5" fmla="*/ 0 h 247650"/>
                <a:gd name="connsiteX6" fmla="*/ 209550 w 352907"/>
                <a:gd name="connsiteY6" fmla="*/ 9525 h 247650"/>
                <a:gd name="connsiteX7" fmla="*/ 133350 w 352907"/>
                <a:gd name="connsiteY7" fmla="*/ 85725 h 247650"/>
                <a:gd name="connsiteX8" fmla="*/ 57150 w 352907"/>
                <a:gd name="connsiteY8" fmla="*/ 9525 h 247650"/>
                <a:gd name="connsiteX9" fmla="*/ 57817 w 352907"/>
                <a:gd name="connsiteY9" fmla="*/ 0 h 247650"/>
                <a:gd name="connsiteX10" fmla="*/ 0 w 352907"/>
                <a:gd name="connsiteY10" fmla="*/ 0 h 247650"/>
                <a:gd name="connsiteX11" fmla="*/ 0 w 352907"/>
                <a:gd name="connsiteY11" fmla="*/ 247650 h 247650"/>
                <a:gd name="connsiteX12" fmla="*/ 266700 w 352907"/>
                <a:gd name="connsiteY12" fmla="*/ 247650 h 247650"/>
                <a:gd name="connsiteX13" fmla="*/ 266700 w 352907"/>
                <a:gd name="connsiteY13" fmla="*/ 142875 h 247650"/>
                <a:gd name="connsiteX14" fmla="*/ 270129 w 352907"/>
                <a:gd name="connsiteY14" fmla="*/ 147066 h 247650"/>
                <a:gd name="connsiteX15" fmla="*/ 271939 w 352907"/>
                <a:gd name="connsiteY15" fmla="*/ 149828 h 247650"/>
                <a:gd name="connsiteX16" fmla="*/ 314325 w 352907"/>
                <a:gd name="connsiteY16" fmla="*/ 160782 h 247650"/>
                <a:gd name="connsiteX17" fmla="*/ 318992 w 352907"/>
                <a:gd name="connsiteY17" fmla="*/ 159353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52907" h="247650">
                  <a:moveTo>
                    <a:pt x="320231" y="158877"/>
                  </a:moveTo>
                  <a:cubicBezTo>
                    <a:pt x="345201" y="150614"/>
                    <a:pt x="358747" y="123673"/>
                    <a:pt x="350484" y="98702"/>
                  </a:cubicBezTo>
                  <a:cubicBezTo>
                    <a:pt x="342221" y="73731"/>
                    <a:pt x="315279" y="60187"/>
                    <a:pt x="290309" y="68449"/>
                  </a:cubicBezTo>
                  <a:cubicBezTo>
                    <a:pt x="280822" y="71588"/>
                    <a:pt x="272562" y="77632"/>
                    <a:pt x="266700" y="85725"/>
                  </a:cubicBezTo>
                  <a:lnTo>
                    <a:pt x="266700" y="0"/>
                  </a:lnTo>
                  <a:lnTo>
                    <a:pt x="208883" y="0"/>
                  </a:lnTo>
                  <a:cubicBezTo>
                    <a:pt x="209301" y="3158"/>
                    <a:pt x="209524" y="6339"/>
                    <a:pt x="209550" y="9525"/>
                  </a:cubicBezTo>
                  <a:cubicBezTo>
                    <a:pt x="209550" y="51609"/>
                    <a:pt x="175434" y="85725"/>
                    <a:pt x="133350" y="85725"/>
                  </a:cubicBezTo>
                  <a:cubicBezTo>
                    <a:pt x="91266" y="85725"/>
                    <a:pt x="57150" y="51609"/>
                    <a:pt x="57150" y="9525"/>
                  </a:cubicBezTo>
                  <a:cubicBezTo>
                    <a:pt x="57176" y="6339"/>
                    <a:pt x="57399" y="3158"/>
                    <a:pt x="57817" y="0"/>
                  </a:cubicBezTo>
                  <a:lnTo>
                    <a:pt x="0" y="0"/>
                  </a:lnTo>
                  <a:lnTo>
                    <a:pt x="0" y="247650"/>
                  </a:lnTo>
                  <a:lnTo>
                    <a:pt x="266700" y="247650"/>
                  </a:lnTo>
                  <a:lnTo>
                    <a:pt x="266700" y="142875"/>
                  </a:lnTo>
                  <a:cubicBezTo>
                    <a:pt x="267762" y="144337"/>
                    <a:pt x="268907" y="145736"/>
                    <a:pt x="270129" y="147066"/>
                  </a:cubicBezTo>
                  <a:cubicBezTo>
                    <a:pt x="270642" y="148042"/>
                    <a:pt x="271248" y="148967"/>
                    <a:pt x="271939" y="149828"/>
                  </a:cubicBezTo>
                  <a:cubicBezTo>
                    <a:pt x="283197" y="160610"/>
                    <a:pt x="299253" y="164760"/>
                    <a:pt x="314325" y="160782"/>
                  </a:cubicBezTo>
                  <a:cubicBezTo>
                    <a:pt x="315944" y="160782"/>
                    <a:pt x="317468" y="159829"/>
                    <a:pt x="318992" y="159353"/>
                  </a:cubicBez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306" name="Freihandform: Form 305">
              <a:extLst>
                <a:ext uri="{FF2B5EF4-FFF2-40B4-BE49-F238E27FC236}">
                  <a16:creationId xmlns:a16="http://schemas.microsoft.com/office/drawing/2014/main" id="{FBCA1BF7-6735-FD8D-DCCB-B673FDFCBAC3}"/>
                </a:ext>
              </a:extLst>
            </p:cNvPr>
            <p:cNvSpPr/>
            <p:nvPr/>
          </p:nvSpPr>
          <p:spPr>
            <a:xfrm>
              <a:off x="7955198" y="1266263"/>
              <a:ext cx="247650" cy="332792"/>
            </a:xfrm>
            <a:custGeom>
              <a:avLst/>
              <a:gdLst>
                <a:gd name="connsiteX0" fmla="*/ 142875 w 247650"/>
                <a:gd name="connsiteY0" fmla="*/ 85142 h 332792"/>
                <a:gd name="connsiteX1" fmla="*/ 147066 w 247650"/>
                <a:gd name="connsiteY1" fmla="*/ 81618 h 332792"/>
                <a:gd name="connsiteX2" fmla="*/ 149828 w 247650"/>
                <a:gd name="connsiteY2" fmla="*/ 79808 h 332792"/>
                <a:gd name="connsiteX3" fmla="*/ 159925 w 247650"/>
                <a:gd name="connsiteY3" fmla="*/ 33041 h 332792"/>
                <a:gd name="connsiteX4" fmla="*/ 159925 w 247650"/>
                <a:gd name="connsiteY4" fmla="*/ 31612 h 332792"/>
                <a:gd name="connsiteX5" fmla="*/ 99051 w 247650"/>
                <a:gd name="connsiteY5" fmla="*/ 2790 h 332792"/>
                <a:gd name="connsiteX6" fmla="*/ 70230 w 247650"/>
                <a:gd name="connsiteY6" fmla="*/ 63664 h 332792"/>
                <a:gd name="connsiteX7" fmla="*/ 85725 w 247650"/>
                <a:gd name="connsiteY7" fmla="*/ 85142 h 332792"/>
                <a:gd name="connsiteX8" fmla="*/ 0 w 247650"/>
                <a:gd name="connsiteY8" fmla="*/ 85142 h 332792"/>
                <a:gd name="connsiteX9" fmla="*/ 0 w 247650"/>
                <a:gd name="connsiteY9" fmla="*/ 124195 h 332792"/>
                <a:gd name="connsiteX10" fmla="*/ 9525 w 247650"/>
                <a:gd name="connsiteY10" fmla="*/ 123623 h 332792"/>
                <a:gd name="connsiteX11" fmla="*/ 85725 w 247650"/>
                <a:gd name="connsiteY11" fmla="*/ 199823 h 332792"/>
                <a:gd name="connsiteX12" fmla="*/ 9525 w 247650"/>
                <a:gd name="connsiteY12" fmla="*/ 276023 h 332792"/>
                <a:gd name="connsiteX13" fmla="*/ 0 w 247650"/>
                <a:gd name="connsiteY13" fmla="*/ 275357 h 332792"/>
                <a:gd name="connsiteX14" fmla="*/ 0 w 247650"/>
                <a:gd name="connsiteY14" fmla="*/ 332792 h 332792"/>
                <a:gd name="connsiteX15" fmla="*/ 247650 w 247650"/>
                <a:gd name="connsiteY15" fmla="*/ 332792 h 332792"/>
                <a:gd name="connsiteX16" fmla="*/ 247650 w 247650"/>
                <a:gd name="connsiteY16" fmla="*/ 85142 h 332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47650" h="332792">
                  <a:moveTo>
                    <a:pt x="142875" y="85142"/>
                  </a:moveTo>
                  <a:cubicBezTo>
                    <a:pt x="144353" y="84067"/>
                    <a:pt x="145753" y="82890"/>
                    <a:pt x="147066" y="81618"/>
                  </a:cubicBezTo>
                  <a:cubicBezTo>
                    <a:pt x="148106" y="81221"/>
                    <a:pt x="149049" y="80604"/>
                    <a:pt x="149828" y="79808"/>
                  </a:cubicBezTo>
                  <a:cubicBezTo>
                    <a:pt x="161536" y="67261"/>
                    <a:pt x="165413" y="49301"/>
                    <a:pt x="159925" y="33041"/>
                  </a:cubicBezTo>
                  <a:lnTo>
                    <a:pt x="159925" y="31612"/>
                  </a:lnTo>
                  <a:cubicBezTo>
                    <a:pt x="151074" y="6843"/>
                    <a:pt x="123820" y="-6060"/>
                    <a:pt x="99051" y="2790"/>
                  </a:cubicBezTo>
                  <a:cubicBezTo>
                    <a:pt x="74283" y="11641"/>
                    <a:pt x="61379" y="38895"/>
                    <a:pt x="70230" y="63664"/>
                  </a:cubicBezTo>
                  <a:cubicBezTo>
                    <a:pt x="73260" y="72145"/>
                    <a:pt x="78633" y="79592"/>
                    <a:pt x="85725" y="85142"/>
                  </a:cubicBezTo>
                  <a:lnTo>
                    <a:pt x="0" y="85142"/>
                  </a:lnTo>
                  <a:lnTo>
                    <a:pt x="0" y="124195"/>
                  </a:lnTo>
                  <a:cubicBezTo>
                    <a:pt x="3160" y="123812"/>
                    <a:pt x="6342" y="123622"/>
                    <a:pt x="9525" y="123623"/>
                  </a:cubicBezTo>
                  <a:cubicBezTo>
                    <a:pt x="51609" y="123623"/>
                    <a:pt x="85725" y="157739"/>
                    <a:pt x="85725" y="199823"/>
                  </a:cubicBezTo>
                  <a:cubicBezTo>
                    <a:pt x="85725" y="241908"/>
                    <a:pt x="51609" y="276023"/>
                    <a:pt x="9525" y="276023"/>
                  </a:cubicBezTo>
                  <a:cubicBezTo>
                    <a:pt x="6340" y="275994"/>
                    <a:pt x="3158" y="275772"/>
                    <a:pt x="0" y="275357"/>
                  </a:cubicBezTo>
                  <a:lnTo>
                    <a:pt x="0" y="332792"/>
                  </a:lnTo>
                  <a:lnTo>
                    <a:pt x="247650" y="332792"/>
                  </a:lnTo>
                  <a:lnTo>
                    <a:pt x="247650" y="85142"/>
                  </a:ln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307" name="Freihandform: Form 306">
              <a:extLst>
                <a:ext uri="{FF2B5EF4-FFF2-40B4-BE49-F238E27FC236}">
                  <a16:creationId xmlns:a16="http://schemas.microsoft.com/office/drawing/2014/main" id="{0F8C1E20-1943-22C2-2C9E-A4188612AFBD}"/>
                </a:ext>
              </a:extLst>
            </p:cNvPr>
            <p:cNvSpPr/>
            <p:nvPr/>
          </p:nvSpPr>
          <p:spPr>
            <a:xfrm>
              <a:off x="7659923" y="1056130"/>
              <a:ext cx="266700" cy="352425"/>
            </a:xfrm>
            <a:custGeom>
              <a:avLst/>
              <a:gdLst>
                <a:gd name="connsiteX0" fmla="*/ 266700 w 266700"/>
                <a:gd name="connsiteY0" fmla="*/ 98869 h 352425"/>
                <a:gd name="connsiteX1" fmla="*/ 266700 w 266700"/>
                <a:gd name="connsiteY1" fmla="*/ 0 h 352425"/>
                <a:gd name="connsiteX2" fmla="*/ 0 w 266700"/>
                <a:gd name="connsiteY2" fmla="*/ 0 h 352425"/>
                <a:gd name="connsiteX3" fmla="*/ 0 w 266700"/>
                <a:gd name="connsiteY3" fmla="*/ 266700 h 352425"/>
                <a:gd name="connsiteX4" fmla="*/ 104775 w 266700"/>
                <a:gd name="connsiteY4" fmla="*/ 266700 h 352425"/>
                <a:gd name="connsiteX5" fmla="*/ 85725 w 266700"/>
                <a:gd name="connsiteY5" fmla="*/ 304800 h 352425"/>
                <a:gd name="connsiteX6" fmla="*/ 133350 w 266700"/>
                <a:gd name="connsiteY6" fmla="*/ 352425 h 352425"/>
                <a:gd name="connsiteX7" fmla="*/ 180975 w 266700"/>
                <a:gd name="connsiteY7" fmla="*/ 304800 h 352425"/>
                <a:gd name="connsiteX8" fmla="*/ 161925 w 266700"/>
                <a:gd name="connsiteY8" fmla="*/ 266700 h 352425"/>
                <a:gd name="connsiteX9" fmla="*/ 266700 w 266700"/>
                <a:gd name="connsiteY9" fmla="*/ 266700 h 352425"/>
                <a:gd name="connsiteX10" fmla="*/ 266700 w 266700"/>
                <a:gd name="connsiteY10" fmla="*/ 168783 h 352425"/>
                <a:gd name="connsiteX11" fmla="*/ 193834 w 266700"/>
                <a:gd name="connsiteY11" fmla="*/ 168783 h 352425"/>
                <a:gd name="connsiteX12" fmla="*/ 193018 w 266700"/>
                <a:gd name="connsiteY12" fmla="*/ 99685 h 352425"/>
                <a:gd name="connsiteX13" fmla="*/ 193834 w 266700"/>
                <a:gd name="connsiteY13" fmla="*/ 98869 h 352425"/>
                <a:gd name="connsiteX14" fmla="*/ 266700 w 266700"/>
                <a:gd name="connsiteY14" fmla="*/ 98869 h 352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66700" h="352425">
                  <a:moveTo>
                    <a:pt x="266700" y="98869"/>
                  </a:moveTo>
                  <a:lnTo>
                    <a:pt x="266700" y="0"/>
                  </a:lnTo>
                  <a:lnTo>
                    <a:pt x="0" y="0"/>
                  </a:lnTo>
                  <a:lnTo>
                    <a:pt x="0" y="266700"/>
                  </a:lnTo>
                  <a:lnTo>
                    <a:pt x="104775" y="266700"/>
                  </a:lnTo>
                  <a:cubicBezTo>
                    <a:pt x="92783" y="275694"/>
                    <a:pt x="85725" y="289810"/>
                    <a:pt x="85725" y="304800"/>
                  </a:cubicBezTo>
                  <a:cubicBezTo>
                    <a:pt x="85725" y="331102"/>
                    <a:pt x="107048" y="352425"/>
                    <a:pt x="133350" y="352425"/>
                  </a:cubicBezTo>
                  <a:cubicBezTo>
                    <a:pt x="159652" y="352425"/>
                    <a:pt x="180975" y="331102"/>
                    <a:pt x="180975" y="304800"/>
                  </a:cubicBezTo>
                  <a:cubicBezTo>
                    <a:pt x="180975" y="289810"/>
                    <a:pt x="173917" y="275694"/>
                    <a:pt x="161925" y="266700"/>
                  </a:cubicBezTo>
                  <a:lnTo>
                    <a:pt x="266700" y="266700"/>
                  </a:lnTo>
                  <a:lnTo>
                    <a:pt x="266700" y="168783"/>
                  </a:lnTo>
                  <a:cubicBezTo>
                    <a:pt x="246215" y="188005"/>
                    <a:pt x="214319" y="188005"/>
                    <a:pt x="193834" y="168783"/>
                  </a:cubicBezTo>
                  <a:cubicBezTo>
                    <a:pt x="174528" y="149927"/>
                    <a:pt x="174163" y="118991"/>
                    <a:pt x="193018" y="99685"/>
                  </a:cubicBezTo>
                  <a:cubicBezTo>
                    <a:pt x="193287" y="99410"/>
                    <a:pt x="193558" y="99138"/>
                    <a:pt x="193834" y="98869"/>
                  </a:cubicBezTo>
                  <a:cubicBezTo>
                    <a:pt x="214319" y="79647"/>
                    <a:pt x="246215" y="79647"/>
                    <a:pt x="266700" y="98869"/>
                  </a:cubicBez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grpSp>
        <p:nvGrpSpPr>
          <p:cNvPr id="9" name="Gruppieren 8">
            <a:extLst>
              <a:ext uri="{FF2B5EF4-FFF2-40B4-BE49-F238E27FC236}">
                <a16:creationId xmlns:a16="http://schemas.microsoft.com/office/drawing/2014/main" id="{9E02F9DE-B13E-B966-3BA7-4509E3469DBC}"/>
              </a:ext>
            </a:extLst>
          </p:cNvPr>
          <p:cNvGrpSpPr>
            <a:grpSpLocks noChangeAspect="1"/>
          </p:cNvGrpSpPr>
          <p:nvPr/>
        </p:nvGrpSpPr>
        <p:grpSpPr>
          <a:xfrm>
            <a:off x="1841551" y="1733813"/>
            <a:ext cx="690966" cy="725088"/>
            <a:chOff x="642900" y="1985566"/>
            <a:chExt cx="337162" cy="353812"/>
          </a:xfrm>
        </p:grpSpPr>
        <p:sp>
          <p:nvSpPr>
            <p:cNvPr id="21" name="Freihandform: Form 20">
              <a:extLst>
                <a:ext uri="{FF2B5EF4-FFF2-40B4-BE49-F238E27FC236}">
                  <a16:creationId xmlns:a16="http://schemas.microsoft.com/office/drawing/2014/main" id="{BAD0289B-9639-786D-2C9B-5B3B3C524B69}"/>
                </a:ext>
              </a:extLst>
            </p:cNvPr>
            <p:cNvSpPr/>
            <p:nvPr/>
          </p:nvSpPr>
          <p:spPr>
            <a:xfrm>
              <a:off x="836353" y="2033557"/>
              <a:ext cx="36789" cy="36789"/>
            </a:xfrm>
            <a:custGeom>
              <a:avLst/>
              <a:gdLst>
                <a:gd name="connsiteX0" fmla="*/ 19533 w 36789"/>
                <a:gd name="connsiteY0" fmla="*/ 36754 h 36789"/>
                <a:gd name="connsiteX1" fmla="*/ 36754 w 36789"/>
                <a:gd name="connsiteY1" fmla="*/ 17257 h 36789"/>
                <a:gd name="connsiteX2" fmla="*/ 17257 w 36789"/>
                <a:gd name="connsiteY2" fmla="*/ 36 h 36789"/>
                <a:gd name="connsiteX3" fmla="*/ 36 w 36789"/>
                <a:gd name="connsiteY3" fmla="*/ 19533 h 36789"/>
                <a:gd name="connsiteX4" fmla="*/ 36 w 36789"/>
                <a:gd name="connsiteY4" fmla="*/ 19533 h 36789"/>
                <a:gd name="connsiteX5" fmla="*/ 19533 w 36789"/>
                <a:gd name="connsiteY5" fmla="*/ 36754 h 36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789" h="36789">
                  <a:moveTo>
                    <a:pt x="19533" y="36754"/>
                  </a:moveTo>
                  <a:cubicBezTo>
                    <a:pt x="29672" y="36125"/>
                    <a:pt x="37382" y="27396"/>
                    <a:pt x="36754" y="17257"/>
                  </a:cubicBezTo>
                  <a:cubicBezTo>
                    <a:pt x="36125" y="7117"/>
                    <a:pt x="27396" y="-593"/>
                    <a:pt x="17257" y="36"/>
                  </a:cubicBezTo>
                  <a:cubicBezTo>
                    <a:pt x="7117" y="665"/>
                    <a:pt x="-593" y="9394"/>
                    <a:pt x="36" y="19533"/>
                  </a:cubicBezTo>
                  <a:cubicBezTo>
                    <a:pt x="36" y="19533"/>
                    <a:pt x="36" y="19533"/>
                    <a:pt x="36" y="19533"/>
                  </a:cubicBezTo>
                  <a:cubicBezTo>
                    <a:pt x="665" y="29672"/>
                    <a:pt x="9394" y="37382"/>
                    <a:pt x="19533" y="36754"/>
                  </a:cubicBezTo>
                  <a:close/>
                </a:path>
              </a:pathLst>
            </a:custGeom>
            <a:solidFill>
              <a:schemeClr val="tx2"/>
            </a:solidFill>
            <a:ln w="406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22" name="Freihandform: Form 21">
              <a:extLst>
                <a:ext uri="{FF2B5EF4-FFF2-40B4-BE49-F238E27FC236}">
                  <a16:creationId xmlns:a16="http://schemas.microsoft.com/office/drawing/2014/main" id="{738EF875-F212-3020-074C-7F5B62F65567}"/>
                </a:ext>
              </a:extLst>
            </p:cNvPr>
            <p:cNvSpPr/>
            <p:nvPr/>
          </p:nvSpPr>
          <p:spPr>
            <a:xfrm>
              <a:off x="642900" y="1985566"/>
              <a:ext cx="337162" cy="353812"/>
            </a:xfrm>
            <a:custGeom>
              <a:avLst/>
              <a:gdLst>
                <a:gd name="connsiteX0" fmla="*/ 320513 w 337162"/>
                <a:gd name="connsiteY0" fmla="*/ 6993 h 353812"/>
                <a:gd name="connsiteX1" fmla="*/ 278888 w 337162"/>
                <a:gd name="connsiteY1" fmla="*/ 54113 h 353812"/>
                <a:gd name="connsiteX2" fmla="*/ 276806 w 337162"/>
                <a:gd name="connsiteY2" fmla="*/ 97340 h 353812"/>
                <a:gd name="connsiteX3" fmla="*/ 250474 w 337162"/>
                <a:gd name="connsiteY3" fmla="*/ 132676 h 353812"/>
                <a:gd name="connsiteX4" fmla="*/ 248231 w 337162"/>
                <a:gd name="connsiteY4" fmla="*/ 130956 h 353812"/>
                <a:gd name="connsiteX5" fmla="*/ 226952 w 337162"/>
                <a:gd name="connsiteY5" fmla="*/ 120713 h 353812"/>
                <a:gd name="connsiteX6" fmla="*/ 215376 w 337162"/>
                <a:gd name="connsiteY6" fmla="*/ 108279 h 353812"/>
                <a:gd name="connsiteX7" fmla="*/ 255540 w 337162"/>
                <a:gd name="connsiteY7" fmla="*/ 105782 h 353812"/>
                <a:gd name="connsiteX8" fmla="*/ 262918 w 337162"/>
                <a:gd name="connsiteY8" fmla="*/ 97430 h 353812"/>
                <a:gd name="connsiteX9" fmla="*/ 254566 w 337162"/>
                <a:gd name="connsiteY9" fmla="*/ 90052 h 353812"/>
                <a:gd name="connsiteX10" fmla="*/ 207530 w 337162"/>
                <a:gd name="connsiteY10" fmla="*/ 92965 h 353812"/>
                <a:gd name="connsiteX11" fmla="*/ 201598 w 337162"/>
                <a:gd name="connsiteY11" fmla="*/ 88174 h 353812"/>
                <a:gd name="connsiteX12" fmla="*/ 200916 w 337162"/>
                <a:gd name="connsiteY12" fmla="*/ 87575 h 353812"/>
                <a:gd name="connsiteX13" fmla="*/ 200387 w 337162"/>
                <a:gd name="connsiteY13" fmla="*/ 87196 h 353812"/>
                <a:gd name="connsiteX14" fmla="*/ 199950 w 337162"/>
                <a:gd name="connsiteY14" fmla="*/ 86842 h 353812"/>
                <a:gd name="connsiteX15" fmla="*/ 199950 w 337162"/>
                <a:gd name="connsiteY15" fmla="*/ 86876 h 353812"/>
                <a:gd name="connsiteX16" fmla="*/ 175087 w 337162"/>
                <a:gd name="connsiteY16" fmla="*/ 90543 h 353812"/>
                <a:gd name="connsiteX17" fmla="*/ 149434 w 337162"/>
                <a:gd name="connsiteY17" fmla="*/ 122860 h 353812"/>
                <a:gd name="connsiteX18" fmla="*/ 147465 w 337162"/>
                <a:gd name="connsiteY18" fmla="*/ 125932 h 353812"/>
                <a:gd name="connsiteX19" fmla="*/ 145051 w 337162"/>
                <a:gd name="connsiteY19" fmla="*/ 130636 h 353812"/>
                <a:gd name="connsiteX20" fmla="*/ 144260 w 337162"/>
                <a:gd name="connsiteY20" fmla="*/ 133367 h 353812"/>
                <a:gd name="connsiteX21" fmla="*/ 138237 w 337162"/>
                <a:gd name="connsiteY21" fmla="*/ 175150 h 353812"/>
                <a:gd name="connsiteX22" fmla="*/ 114810 w 337162"/>
                <a:gd name="connsiteY22" fmla="*/ 203401 h 353812"/>
                <a:gd name="connsiteX23" fmla="*/ 116190 w 337162"/>
                <a:gd name="connsiteY23" fmla="*/ 218200 h 353812"/>
                <a:gd name="connsiteX24" fmla="*/ 130990 w 337162"/>
                <a:gd name="connsiteY24" fmla="*/ 216820 h 353812"/>
                <a:gd name="connsiteX25" fmla="*/ 156306 w 337162"/>
                <a:gd name="connsiteY25" fmla="*/ 186293 h 353812"/>
                <a:gd name="connsiteX26" fmla="*/ 158620 w 337162"/>
                <a:gd name="connsiteY26" fmla="*/ 181081 h 353812"/>
                <a:gd name="connsiteX27" fmla="*/ 162662 w 337162"/>
                <a:gd name="connsiteY27" fmla="*/ 153030 h 353812"/>
                <a:gd name="connsiteX28" fmla="*/ 188690 w 337162"/>
                <a:gd name="connsiteY28" fmla="*/ 170750 h 353812"/>
                <a:gd name="connsiteX29" fmla="*/ 186418 w 337162"/>
                <a:gd name="connsiteY29" fmla="*/ 207064 h 353812"/>
                <a:gd name="connsiteX30" fmla="*/ 188470 w 337162"/>
                <a:gd name="connsiteY30" fmla="*/ 213907 h 353812"/>
                <a:gd name="connsiteX31" fmla="*/ 170663 w 337162"/>
                <a:gd name="connsiteY31" fmla="*/ 216450 h 353812"/>
                <a:gd name="connsiteX32" fmla="*/ 116550 w 337162"/>
                <a:gd name="connsiteY32" fmla="*/ 262238 h 353812"/>
                <a:gd name="connsiteX33" fmla="*/ 108225 w 337162"/>
                <a:gd name="connsiteY33" fmla="*/ 295538 h 353812"/>
                <a:gd name="connsiteX34" fmla="*/ 58275 w 337162"/>
                <a:gd name="connsiteY34" fmla="*/ 303863 h 353812"/>
                <a:gd name="connsiteX35" fmla="*/ 41625 w 337162"/>
                <a:gd name="connsiteY35" fmla="*/ 324675 h 353812"/>
                <a:gd name="connsiteX36" fmla="*/ 8325 w 337162"/>
                <a:gd name="connsiteY36" fmla="*/ 333000 h 353812"/>
                <a:gd name="connsiteX37" fmla="*/ 0 w 337162"/>
                <a:gd name="connsiteY37" fmla="*/ 353813 h 353812"/>
                <a:gd name="connsiteX38" fmla="*/ 337163 w 337162"/>
                <a:gd name="connsiteY38" fmla="*/ 353813 h 353812"/>
                <a:gd name="connsiteX39" fmla="*/ 337163 w 337162"/>
                <a:gd name="connsiteY39" fmla="*/ 0 h 353812"/>
                <a:gd name="connsiteX40" fmla="*/ 209486 w 337162"/>
                <a:gd name="connsiteY40" fmla="*/ 174996 h 353812"/>
                <a:gd name="connsiteX41" fmla="*/ 210044 w 337162"/>
                <a:gd name="connsiteY41" fmla="*/ 166088 h 353812"/>
                <a:gd name="connsiteX42" fmla="*/ 205465 w 337162"/>
                <a:gd name="connsiteY42" fmla="*/ 156743 h 353812"/>
                <a:gd name="connsiteX43" fmla="*/ 182122 w 337162"/>
                <a:gd name="connsiteY43" fmla="*/ 140851 h 353812"/>
                <a:gd name="connsiteX44" fmla="*/ 201465 w 337162"/>
                <a:gd name="connsiteY44" fmla="*/ 116488 h 353812"/>
                <a:gd name="connsiteX45" fmla="*/ 216450 w 337162"/>
                <a:gd name="connsiteY45" fmla="*/ 132551 h 353812"/>
                <a:gd name="connsiteX46" fmla="*/ 218798 w 337162"/>
                <a:gd name="connsiteY46" fmla="*/ 134274 h 353812"/>
                <a:gd name="connsiteX47" fmla="*/ 233999 w 337162"/>
                <a:gd name="connsiteY47" fmla="*/ 141596 h 353812"/>
                <a:gd name="connsiteX48" fmla="*/ 216450 w 337162"/>
                <a:gd name="connsiteY48" fmla="*/ 148185 h 353812"/>
                <a:gd name="connsiteX49" fmla="*/ 320513 w 337162"/>
                <a:gd name="connsiteY49" fmla="*/ 228938 h 353812"/>
                <a:gd name="connsiteX50" fmla="*/ 299700 w 337162"/>
                <a:gd name="connsiteY50" fmla="*/ 237263 h 353812"/>
                <a:gd name="connsiteX51" fmla="*/ 278888 w 337162"/>
                <a:gd name="connsiteY51" fmla="*/ 220613 h 353812"/>
                <a:gd name="connsiteX52" fmla="*/ 245588 w 337162"/>
                <a:gd name="connsiteY52" fmla="*/ 224775 h 353812"/>
                <a:gd name="connsiteX53" fmla="*/ 220613 w 337162"/>
                <a:gd name="connsiteY53" fmla="*/ 199800 h 353812"/>
                <a:gd name="connsiteX54" fmla="*/ 230394 w 337162"/>
                <a:gd name="connsiteY54" fmla="*/ 160735 h 353812"/>
                <a:gd name="connsiteX55" fmla="*/ 258104 w 337162"/>
                <a:gd name="connsiteY55" fmla="*/ 150308 h 353812"/>
                <a:gd name="connsiteX56" fmla="*/ 293119 w 337162"/>
                <a:gd name="connsiteY56" fmla="*/ 103317 h 353812"/>
                <a:gd name="connsiteX57" fmla="*/ 295055 w 337162"/>
                <a:gd name="connsiteY57" fmla="*/ 62438 h 353812"/>
                <a:gd name="connsiteX58" fmla="*/ 320513 w 337162"/>
                <a:gd name="connsiteY58" fmla="*/ 33396 h 353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337162" h="353812">
                  <a:moveTo>
                    <a:pt x="320513" y="6993"/>
                  </a:moveTo>
                  <a:lnTo>
                    <a:pt x="278888" y="54113"/>
                  </a:lnTo>
                  <a:lnTo>
                    <a:pt x="276806" y="97340"/>
                  </a:lnTo>
                  <a:lnTo>
                    <a:pt x="250474" y="132676"/>
                  </a:lnTo>
                  <a:cubicBezTo>
                    <a:pt x="249840" y="131967"/>
                    <a:pt x="249079" y="131384"/>
                    <a:pt x="248231" y="130956"/>
                  </a:cubicBezTo>
                  <a:lnTo>
                    <a:pt x="226952" y="120713"/>
                  </a:lnTo>
                  <a:lnTo>
                    <a:pt x="215376" y="108279"/>
                  </a:lnTo>
                  <a:lnTo>
                    <a:pt x="255540" y="105782"/>
                  </a:lnTo>
                  <a:cubicBezTo>
                    <a:pt x="259884" y="105513"/>
                    <a:pt x="263187" y="101773"/>
                    <a:pt x="262918" y="97430"/>
                  </a:cubicBezTo>
                  <a:cubicBezTo>
                    <a:pt x="262649" y="93086"/>
                    <a:pt x="258910" y="89783"/>
                    <a:pt x="254566" y="90052"/>
                  </a:cubicBezTo>
                  <a:lnTo>
                    <a:pt x="207530" y="92965"/>
                  </a:lnTo>
                  <a:lnTo>
                    <a:pt x="201598" y="88174"/>
                  </a:lnTo>
                  <a:cubicBezTo>
                    <a:pt x="201369" y="87974"/>
                    <a:pt x="201153" y="87758"/>
                    <a:pt x="200916" y="87575"/>
                  </a:cubicBezTo>
                  <a:cubicBezTo>
                    <a:pt x="200678" y="87392"/>
                    <a:pt x="200562" y="87325"/>
                    <a:pt x="200387" y="87196"/>
                  </a:cubicBezTo>
                  <a:lnTo>
                    <a:pt x="199950" y="86842"/>
                  </a:lnTo>
                  <a:lnTo>
                    <a:pt x="199950" y="86876"/>
                  </a:lnTo>
                  <a:cubicBezTo>
                    <a:pt x="191991" y="81355"/>
                    <a:pt x="181113" y="82959"/>
                    <a:pt x="175087" y="90543"/>
                  </a:cubicBezTo>
                  <a:lnTo>
                    <a:pt x="149434" y="122860"/>
                  </a:lnTo>
                  <a:cubicBezTo>
                    <a:pt x="148677" y="123816"/>
                    <a:pt x="148018" y="124845"/>
                    <a:pt x="147465" y="125932"/>
                  </a:cubicBezTo>
                  <a:lnTo>
                    <a:pt x="145051" y="130636"/>
                  </a:lnTo>
                  <a:cubicBezTo>
                    <a:pt x="144664" y="131506"/>
                    <a:pt x="144398" y="132425"/>
                    <a:pt x="144260" y="133367"/>
                  </a:cubicBezTo>
                  <a:lnTo>
                    <a:pt x="138237" y="175150"/>
                  </a:lnTo>
                  <a:lnTo>
                    <a:pt x="114810" y="203401"/>
                  </a:lnTo>
                  <a:cubicBezTo>
                    <a:pt x="111104" y="207869"/>
                    <a:pt x="111722" y="214494"/>
                    <a:pt x="116190" y="218200"/>
                  </a:cubicBezTo>
                  <a:cubicBezTo>
                    <a:pt x="120658" y="221906"/>
                    <a:pt x="127284" y="221288"/>
                    <a:pt x="130990" y="216820"/>
                  </a:cubicBezTo>
                  <a:lnTo>
                    <a:pt x="156306" y="186293"/>
                  </a:lnTo>
                  <a:cubicBezTo>
                    <a:pt x="157544" y="184803"/>
                    <a:pt x="158345" y="182999"/>
                    <a:pt x="158620" y="181081"/>
                  </a:cubicBezTo>
                  <a:lnTo>
                    <a:pt x="162662" y="153030"/>
                  </a:lnTo>
                  <a:lnTo>
                    <a:pt x="188690" y="170750"/>
                  </a:lnTo>
                  <a:lnTo>
                    <a:pt x="186418" y="207064"/>
                  </a:lnTo>
                  <a:cubicBezTo>
                    <a:pt x="186273" y="209515"/>
                    <a:pt x="186999" y="211939"/>
                    <a:pt x="188470" y="213907"/>
                  </a:cubicBezTo>
                  <a:lnTo>
                    <a:pt x="170663" y="216450"/>
                  </a:lnTo>
                  <a:lnTo>
                    <a:pt x="116550" y="262238"/>
                  </a:lnTo>
                  <a:lnTo>
                    <a:pt x="108225" y="295538"/>
                  </a:lnTo>
                  <a:lnTo>
                    <a:pt x="58275" y="303863"/>
                  </a:lnTo>
                  <a:lnTo>
                    <a:pt x="41625" y="324675"/>
                  </a:lnTo>
                  <a:lnTo>
                    <a:pt x="8325" y="333000"/>
                  </a:lnTo>
                  <a:lnTo>
                    <a:pt x="0" y="353813"/>
                  </a:lnTo>
                  <a:lnTo>
                    <a:pt x="337163" y="353813"/>
                  </a:lnTo>
                  <a:lnTo>
                    <a:pt x="337163" y="0"/>
                  </a:lnTo>
                  <a:close/>
                  <a:moveTo>
                    <a:pt x="209486" y="174996"/>
                  </a:moveTo>
                  <a:lnTo>
                    <a:pt x="210044" y="166088"/>
                  </a:lnTo>
                  <a:cubicBezTo>
                    <a:pt x="210284" y="162381"/>
                    <a:pt x="208541" y="158825"/>
                    <a:pt x="205465" y="156743"/>
                  </a:cubicBezTo>
                  <a:lnTo>
                    <a:pt x="182122" y="140851"/>
                  </a:lnTo>
                  <a:lnTo>
                    <a:pt x="201465" y="116488"/>
                  </a:lnTo>
                  <a:lnTo>
                    <a:pt x="216450" y="132551"/>
                  </a:lnTo>
                  <a:cubicBezTo>
                    <a:pt x="217118" y="133267"/>
                    <a:pt x="217914" y="133852"/>
                    <a:pt x="218798" y="134274"/>
                  </a:cubicBezTo>
                  <a:lnTo>
                    <a:pt x="233999" y="141596"/>
                  </a:lnTo>
                  <a:lnTo>
                    <a:pt x="216450" y="148185"/>
                  </a:lnTo>
                  <a:close/>
                  <a:moveTo>
                    <a:pt x="320513" y="228938"/>
                  </a:moveTo>
                  <a:lnTo>
                    <a:pt x="299700" y="237263"/>
                  </a:lnTo>
                  <a:lnTo>
                    <a:pt x="278888" y="220613"/>
                  </a:lnTo>
                  <a:lnTo>
                    <a:pt x="245588" y="224775"/>
                  </a:lnTo>
                  <a:lnTo>
                    <a:pt x="220613" y="199800"/>
                  </a:lnTo>
                  <a:lnTo>
                    <a:pt x="230394" y="160735"/>
                  </a:lnTo>
                  <a:lnTo>
                    <a:pt x="258104" y="150308"/>
                  </a:lnTo>
                  <a:lnTo>
                    <a:pt x="293119" y="103317"/>
                  </a:lnTo>
                  <a:lnTo>
                    <a:pt x="295055" y="62438"/>
                  </a:lnTo>
                  <a:lnTo>
                    <a:pt x="320513" y="33396"/>
                  </a:lnTo>
                  <a:close/>
                </a:path>
              </a:pathLst>
            </a:custGeom>
            <a:solidFill>
              <a:schemeClr val="tx1"/>
            </a:solidFill>
            <a:ln w="406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grpSp>
        <p:nvGrpSpPr>
          <p:cNvPr id="86" name="Gruppieren 85">
            <a:extLst>
              <a:ext uri="{FF2B5EF4-FFF2-40B4-BE49-F238E27FC236}">
                <a16:creationId xmlns:a16="http://schemas.microsoft.com/office/drawing/2014/main" id="{6C0A3010-4762-41D6-A273-592FEB12FCC4}"/>
              </a:ext>
            </a:extLst>
          </p:cNvPr>
          <p:cNvGrpSpPr>
            <a:grpSpLocks noChangeAspect="1"/>
          </p:cNvGrpSpPr>
          <p:nvPr/>
        </p:nvGrpSpPr>
        <p:grpSpPr>
          <a:xfrm>
            <a:off x="449990" y="4203282"/>
            <a:ext cx="487975" cy="500489"/>
            <a:chOff x="674951" y="4292954"/>
            <a:chExt cx="275973" cy="283050"/>
          </a:xfrm>
        </p:grpSpPr>
        <p:sp>
          <p:nvSpPr>
            <p:cNvPr id="92" name="Freihandform: Form 91">
              <a:extLst>
                <a:ext uri="{FF2B5EF4-FFF2-40B4-BE49-F238E27FC236}">
                  <a16:creationId xmlns:a16="http://schemas.microsoft.com/office/drawing/2014/main" id="{1A6EFA76-E2D7-6126-7EDB-1866916779CB}"/>
                </a:ext>
              </a:extLst>
            </p:cNvPr>
            <p:cNvSpPr/>
            <p:nvPr/>
          </p:nvSpPr>
          <p:spPr>
            <a:xfrm>
              <a:off x="674951" y="4292954"/>
              <a:ext cx="275973" cy="283050"/>
            </a:xfrm>
            <a:custGeom>
              <a:avLst/>
              <a:gdLst>
                <a:gd name="connsiteX0" fmla="*/ 250999 w 275973"/>
                <a:gd name="connsiteY0" fmla="*/ 258075 h 283050"/>
                <a:gd name="connsiteX1" fmla="*/ 42874 w 275973"/>
                <a:gd name="connsiteY1" fmla="*/ 258075 h 283050"/>
                <a:gd name="connsiteX2" fmla="*/ 42874 w 275973"/>
                <a:gd name="connsiteY2" fmla="*/ 24975 h 283050"/>
                <a:gd name="connsiteX3" fmla="*/ 250999 w 275973"/>
                <a:gd name="connsiteY3" fmla="*/ 24975 h 283050"/>
                <a:gd name="connsiteX4" fmla="*/ 250999 w 275973"/>
                <a:gd name="connsiteY4" fmla="*/ 258075 h 283050"/>
                <a:gd name="connsiteX5" fmla="*/ 17899 w 275973"/>
                <a:gd name="connsiteY5" fmla="*/ 0 h 283050"/>
                <a:gd name="connsiteX6" fmla="*/ 17899 w 275973"/>
                <a:gd name="connsiteY6" fmla="*/ 24975 h 283050"/>
                <a:gd name="connsiteX7" fmla="*/ 12488 w 275973"/>
                <a:gd name="connsiteY7" fmla="*/ 24975 h 283050"/>
                <a:gd name="connsiteX8" fmla="*/ 1249 w 275973"/>
                <a:gd name="connsiteY8" fmla="*/ 37463 h 283050"/>
                <a:gd name="connsiteX9" fmla="*/ 12488 w 275973"/>
                <a:gd name="connsiteY9" fmla="*/ 49950 h 283050"/>
                <a:gd name="connsiteX10" fmla="*/ 17899 w 275973"/>
                <a:gd name="connsiteY10" fmla="*/ 49950 h 283050"/>
                <a:gd name="connsiteX11" fmla="*/ 17899 w 275973"/>
                <a:gd name="connsiteY11" fmla="*/ 66600 h 283050"/>
                <a:gd name="connsiteX12" fmla="*/ 12488 w 275973"/>
                <a:gd name="connsiteY12" fmla="*/ 66600 h 283050"/>
                <a:gd name="connsiteX13" fmla="*/ 0 w 275973"/>
                <a:gd name="connsiteY13" fmla="*/ 79088 h 283050"/>
                <a:gd name="connsiteX14" fmla="*/ 12488 w 275973"/>
                <a:gd name="connsiteY14" fmla="*/ 91575 h 283050"/>
                <a:gd name="connsiteX15" fmla="*/ 17899 w 275973"/>
                <a:gd name="connsiteY15" fmla="*/ 91575 h 283050"/>
                <a:gd name="connsiteX16" fmla="*/ 17899 w 275973"/>
                <a:gd name="connsiteY16" fmla="*/ 108225 h 283050"/>
                <a:gd name="connsiteX17" fmla="*/ 12488 w 275973"/>
                <a:gd name="connsiteY17" fmla="*/ 108225 h 283050"/>
                <a:gd name="connsiteX18" fmla="*/ 0 w 275973"/>
                <a:gd name="connsiteY18" fmla="*/ 120713 h 283050"/>
                <a:gd name="connsiteX19" fmla="*/ 12488 w 275973"/>
                <a:gd name="connsiteY19" fmla="*/ 133200 h 283050"/>
                <a:gd name="connsiteX20" fmla="*/ 17899 w 275973"/>
                <a:gd name="connsiteY20" fmla="*/ 133200 h 283050"/>
                <a:gd name="connsiteX21" fmla="*/ 17899 w 275973"/>
                <a:gd name="connsiteY21" fmla="*/ 149850 h 283050"/>
                <a:gd name="connsiteX22" fmla="*/ 12488 w 275973"/>
                <a:gd name="connsiteY22" fmla="*/ 149850 h 283050"/>
                <a:gd name="connsiteX23" fmla="*/ 0 w 275973"/>
                <a:gd name="connsiteY23" fmla="*/ 162338 h 283050"/>
                <a:gd name="connsiteX24" fmla="*/ 12488 w 275973"/>
                <a:gd name="connsiteY24" fmla="*/ 174825 h 283050"/>
                <a:gd name="connsiteX25" fmla="*/ 17899 w 275973"/>
                <a:gd name="connsiteY25" fmla="*/ 174825 h 283050"/>
                <a:gd name="connsiteX26" fmla="*/ 17899 w 275973"/>
                <a:gd name="connsiteY26" fmla="*/ 191475 h 283050"/>
                <a:gd name="connsiteX27" fmla="*/ 12488 w 275973"/>
                <a:gd name="connsiteY27" fmla="*/ 191475 h 283050"/>
                <a:gd name="connsiteX28" fmla="*/ 0 w 275973"/>
                <a:gd name="connsiteY28" fmla="*/ 203963 h 283050"/>
                <a:gd name="connsiteX29" fmla="*/ 12488 w 275973"/>
                <a:gd name="connsiteY29" fmla="*/ 216450 h 283050"/>
                <a:gd name="connsiteX30" fmla="*/ 17899 w 275973"/>
                <a:gd name="connsiteY30" fmla="*/ 216450 h 283050"/>
                <a:gd name="connsiteX31" fmla="*/ 17899 w 275973"/>
                <a:gd name="connsiteY31" fmla="*/ 233100 h 283050"/>
                <a:gd name="connsiteX32" fmla="*/ 12488 w 275973"/>
                <a:gd name="connsiteY32" fmla="*/ 233100 h 283050"/>
                <a:gd name="connsiteX33" fmla="*/ 0 w 275973"/>
                <a:gd name="connsiteY33" fmla="*/ 245588 h 283050"/>
                <a:gd name="connsiteX34" fmla="*/ 12488 w 275973"/>
                <a:gd name="connsiteY34" fmla="*/ 258075 h 283050"/>
                <a:gd name="connsiteX35" fmla="*/ 17899 w 275973"/>
                <a:gd name="connsiteY35" fmla="*/ 258075 h 283050"/>
                <a:gd name="connsiteX36" fmla="*/ 17899 w 275973"/>
                <a:gd name="connsiteY36" fmla="*/ 283050 h 283050"/>
                <a:gd name="connsiteX37" fmla="*/ 275974 w 275973"/>
                <a:gd name="connsiteY37" fmla="*/ 283050 h 283050"/>
                <a:gd name="connsiteX38" fmla="*/ 275974 w 275973"/>
                <a:gd name="connsiteY38" fmla="*/ 0 h 283050"/>
                <a:gd name="connsiteX39" fmla="*/ 17899 w 275973"/>
                <a:gd name="connsiteY39" fmla="*/ 0 h 283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75973" h="283050">
                  <a:moveTo>
                    <a:pt x="250999" y="258075"/>
                  </a:moveTo>
                  <a:lnTo>
                    <a:pt x="42874" y="258075"/>
                  </a:lnTo>
                  <a:lnTo>
                    <a:pt x="42874" y="24975"/>
                  </a:lnTo>
                  <a:lnTo>
                    <a:pt x="250999" y="24975"/>
                  </a:lnTo>
                  <a:lnTo>
                    <a:pt x="250999" y="258075"/>
                  </a:lnTo>
                  <a:close/>
                  <a:moveTo>
                    <a:pt x="17899" y="0"/>
                  </a:moveTo>
                  <a:lnTo>
                    <a:pt x="17899" y="24975"/>
                  </a:lnTo>
                  <a:lnTo>
                    <a:pt x="12488" y="24975"/>
                  </a:lnTo>
                  <a:cubicBezTo>
                    <a:pt x="5828" y="25391"/>
                    <a:pt x="1249" y="30802"/>
                    <a:pt x="1249" y="37463"/>
                  </a:cubicBezTo>
                  <a:cubicBezTo>
                    <a:pt x="832" y="44123"/>
                    <a:pt x="5828" y="49534"/>
                    <a:pt x="12488" y="49950"/>
                  </a:cubicBezTo>
                  <a:lnTo>
                    <a:pt x="17899" y="49950"/>
                  </a:lnTo>
                  <a:lnTo>
                    <a:pt x="17899" y="66600"/>
                  </a:lnTo>
                  <a:lnTo>
                    <a:pt x="12488" y="66600"/>
                  </a:lnTo>
                  <a:cubicBezTo>
                    <a:pt x="5411" y="66600"/>
                    <a:pt x="0" y="72011"/>
                    <a:pt x="0" y="79088"/>
                  </a:cubicBezTo>
                  <a:cubicBezTo>
                    <a:pt x="0" y="86164"/>
                    <a:pt x="5411" y="91575"/>
                    <a:pt x="12488" y="91575"/>
                  </a:cubicBezTo>
                  <a:lnTo>
                    <a:pt x="17899" y="91575"/>
                  </a:lnTo>
                  <a:lnTo>
                    <a:pt x="17899" y="108225"/>
                  </a:lnTo>
                  <a:lnTo>
                    <a:pt x="12488" y="108225"/>
                  </a:lnTo>
                  <a:cubicBezTo>
                    <a:pt x="5411" y="108225"/>
                    <a:pt x="0" y="113636"/>
                    <a:pt x="0" y="120713"/>
                  </a:cubicBezTo>
                  <a:cubicBezTo>
                    <a:pt x="0" y="127789"/>
                    <a:pt x="5411" y="133200"/>
                    <a:pt x="12488" y="133200"/>
                  </a:cubicBezTo>
                  <a:lnTo>
                    <a:pt x="17899" y="133200"/>
                  </a:lnTo>
                  <a:lnTo>
                    <a:pt x="17899" y="149850"/>
                  </a:lnTo>
                  <a:lnTo>
                    <a:pt x="12488" y="149850"/>
                  </a:lnTo>
                  <a:cubicBezTo>
                    <a:pt x="5411" y="149850"/>
                    <a:pt x="0" y="155261"/>
                    <a:pt x="0" y="162338"/>
                  </a:cubicBezTo>
                  <a:cubicBezTo>
                    <a:pt x="0" y="169414"/>
                    <a:pt x="5411" y="174825"/>
                    <a:pt x="12488" y="174825"/>
                  </a:cubicBezTo>
                  <a:lnTo>
                    <a:pt x="17899" y="174825"/>
                  </a:lnTo>
                  <a:lnTo>
                    <a:pt x="17899" y="191475"/>
                  </a:lnTo>
                  <a:lnTo>
                    <a:pt x="12488" y="191475"/>
                  </a:lnTo>
                  <a:cubicBezTo>
                    <a:pt x="5411" y="191475"/>
                    <a:pt x="0" y="196886"/>
                    <a:pt x="0" y="203963"/>
                  </a:cubicBezTo>
                  <a:cubicBezTo>
                    <a:pt x="0" y="211039"/>
                    <a:pt x="5411" y="216450"/>
                    <a:pt x="12488" y="216450"/>
                  </a:cubicBezTo>
                  <a:lnTo>
                    <a:pt x="17899" y="216450"/>
                  </a:lnTo>
                  <a:lnTo>
                    <a:pt x="17899" y="233100"/>
                  </a:lnTo>
                  <a:lnTo>
                    <a:pt x="12488" y="233100"/>
                  </a:lnTo>
                  <a:cubicBezTo>
                    <a:pt x="5411" y="233100"/>
                    <a:pt x="0" y="238511"/>
                    <a:pt x="0" y="245588"/>
                  </a:cubicBezTo>
                  <a:cubicBezTo>
                    <a:pt x="0" y="252664"/>
                    <a:pt x="5411" y="258075"/>
                    <a:pt x="12488" y="258075"/>
                  </a:cubicBezTo>
                  <a:lnTo>
                    <a:pt x="17899" y="258075"/>
                  </a:lnTo>
                  <a:lnTo>
                    <a:pt x="17899" y="283050"/>
                  </a:lnTo>
                  <a:lnTo>
                    <a:pt x="275974" y="283050"/>
                  </a:lnTo>
                  <a:lnTo>
                    <a:pt x="275974" y="0"/>
                  </a:lnTo>
                  <a:lnTo>
                    <a:pt x="17899" y="0"/>
                  </a:lnTo>
                  <a:close/>
                </a:path>
              </a:pathLst>
            </a:custGeom>
            <a:solidFill>
              <a:schemeClr val="tx1"/>
            </a:solidFill>
            <a:ln w="406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93" name="Freihandform: Form 92">
              <a:extLst>
                <a:ext uri="{FF2B5EF4-FFF2-40B4-BE49-F238E27FC236}">
                  <a16:creationId xmlns:a16="http://schemas.microsoft.com/office/drawing/2014/main" id="{F9B93D34-6C17-F1C9-C9F9-88A004A44DB1}"/>
                </a:ext>
              </a:extLst>
            </p:cNvPr>
            <p:cNvSpPr/>
            <p:nvPr/>
          </p:nvSpPr>
          <p:spPr>
            <a:xfrm>
              <a:off x="742952" y="4342904"/>
              <a:ext cx="158022" cy="183150"/>
            </a:xfrm>
            <a:custGeom>
              <a:avLst/>
              <a:gdLst>
                <a:gd name="connsiteX0" fmla="*/ 33148 w 158022"/>
                <a:gd name="connsiteY0" fmla="*/ 133200 h 183150"/>
                <a:gd name="connsiteX1" fmla="*/ 49798 w 158022"/>
                <a:gd name="connsiteY1" fmla="*/ 149850 h 183150"/>
                <a:gd name="connsiteX2" fmla="*/ 33148 w 158022"/>
                <a:gd name="connsiteY2" fmla="*/ 166500 h 183150"/>
                <a:gd name="connsiteX3" fmla="*/ 16498 w 158022"/>
                <a:gd name="connsiteY3" fmla="*/ 149850 h 183150"/>
                <a:gd name="connsiteX4" fmla="*/ 33148 w 158022"/>
                <a:gd name="connsiteY4" fmla="*/ 133200 h 183150"/>
                <a:gd name="connsiteX5" fmla="*/ 33148 w 158022"/>
                <a:gd name="connsiteY5" fmla="*/ 183150 h 183150"/>
                <a:gd name="connsiteX6" fmla="*/ 66032 w 158022"/>
                <a:gd name="connsiteY6" fmla="*/ 154013 h 183150"/>
                <a:gd name="connsiteX7" fmla="*/ 41473 w 158022"/>
                <a:gd name="connsiteY7" fmla="*/ 117799 h 183150"/>
                <a:gd name="connsiteX8" fmla="*/ 41473 w 158022"/>
                <a:gd name="connsiteY8" fmla="*/ 108225 h 183150"/>
                <a:gd name="connsiteX9" fmla="*/ 49798 w 158022"/>
                <a:gd name="connsiteY9" fmla="*/ 99900 h 183150"/>
                <a:gd name="connsiteX10" fmla="*/ 108073 w 158022"/>
                <a:gd name="connsiteY10" fmla="*/ 99900 h 183150"/>
                <a:gd name="connsiteX11" fmla="*/ 133048 w 158022"/>
                <a:gd name="connsiteY11" fmla="*/ 74925 h 183150"/>
                <a:gd name="connsiteX12" fmla="*/ 133048 w 158022"/>
                <a:gd name="connsiteY12" fmla="*/ 28305 h 183150"/>
                <a:gd name="connsiteX13" fmla="*/ 143870 w 158022"/>
                <a:gd name="connsiteY13" fmla="*/ 39128 h 183150"/>
                <a:gd name="connsiteX14" fmla="*/ 155525 w 158022"/>
                <a:gd name="connsiteY14" fmla="*/ 39128 h 183150"/>
                <a:gd name="connsiteX15" fmla="*/ 155525 w 158022"/>
                <a:gd name="connsiteY15" fmla="*/ 27472 h 183150"/>
                <a:gd name="connsiteX16" fmla="*/ 130550 w 158022"/>
                <a:gd name="connsiteY16" fmla="*/ 2498 h 183150"/>
                <a:gd name="connsiteX17" fmla="*/ 124723 w 158022"/>
                <a:gd name="connsiteY17" fmla="*/ 0 h 183150"/>
                <a:gd name="connsiteX18" fmla="*/ 118895 w 158022"/>
                <a:gd name="connsiteY18" fmla="*/ 2498 h 183150"/>
                <a:gd name="connsiteX19" fmla="*/ 93920 w 158022"/>
                <a:gd name="connsiteY19" fmla="*/ 27472 h 183150"/>
                <a:gd name="connsiteX20" fmla="*/ 93920 w 158022"/>
                <a:gd name="connsiteY20" fmla="*/ 39128 h 183150"/>
                <a:gd name="connsiteX21" fmla="*/ 105575 w 158022"/>
                <a:gd name="connsiteY21" fmla="*/ 39128 h 183150"/>
                <a:gd name="connsiteX22" fmla="*/ 116398 w 158022"/>
                <a:gd name="connsiteY22" fmla="*/ 28305 h 183150"/>
                <a:gd name="connsiteX23" fmla="*/ 116398 w 158022"/>
                <a:gd name="connsiteY23" fmla="*/ 74925 h 183150"/>
                <a:gd name="connsiteX24" fmla="*/ 108073 w 158022"/>
                <a:gd name="connsiteY24" fmla="*/ 83250 h 183150"/>
                <a:gd name="connsiteX25" fmla="*/ 49798 w 158022"/>
                <a:gd name="connsiteY25" fmla="*/ 83250 h 183150"/>
                <a:gd name="connsiteX26" fmla="*/ 24823 w 158022"/>
                <a:gd name="connsiteY26" fmla="*/ 108225 h 183150"/>
                <a:gd name="connsiteX27" fmla="*/ 24823 w 158022"/>
                <a:gd name="connsiteY27" fmla="*/ 117799 h 183150"/>
                <a:gd name="connsiteX28" fmla="*/ 264 w 158022"/>
                <a:gd name="connsiteY28" fmla="*/ 154013 h 183150"/>
                <a:gd name="connsiteX29" fmla="*/ 33148 w 158022"/>
                <a:gd name="connsiteY29" fmla="*/ 183150 h 183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58022" h="183150">
                  <a:moveTo>
                    <a:pt x="33148" y="133200"/>
                  </a:moveTo>
                  <a:cubicBezTo>
                    <a:pt x="42305" y="133200"/>
                    <a:pt x="49798" y="140693"/>
                    <a:pt x="49798" y="149850"/>
                  </a:cubicBezTo>
                  <a:cubicBezTo>
                    <a:pt x="49798" y="159007"/>
                    <a:pt x="42305" y="166500"/>
                    <a:pt x="33148" y="166500"/>
                  </a:cubicBezTo>
                  <a:cubicBezTo>
                    <a:pt x="23990" y="166500"/>
                    <a:pt x="16498" y="159007"/>
                    <a:pt x="16498" y="149850"/>
                  </a:cubicBezTo>
                  <a:cubicBezTo>
                    <a:pt x="16498" y="140693"/>
                    <a:pt x="23990" y="133200"/>
                    <a:pt x="33148" y="133200"/>
                  </a:cubicBezTo>
                  <a:close/>
                  <a:moveTo>
                    <a:pt x="33148" y="183150"/>
                  </a:moveTo>
                  <a:cubicBezTo>
                    <a:pt x="49798" y="183150"/>
                    <a:pt x="63950" y="170663"/>
                    <a:pt x="66032" y="154013"/>
                  </a:cubicBezTo>
                  <a:cubicBezTo>
                    <a:pt x="68113" y="137363"/>
                    <a:pt x="57707" y="121961"/>
                    <a:pt x="41473" y="117799"/>
                  </a:cubicBezTo>
                  <a:lnTo>
                    <a:pt x="41473" y="108225"/>
                  </a:lnTo>
                  <a:cubicBezTo>
                    <a:pt x="41473" y="103646"/>
                    <a:pt x="45219" y="99900"/>
                    <a:pt x="49798" y="99900"/>
                  </a:cubicBezTo>
                  <a:lnTo>
                    <a:pt x="108073" y="99900"/>
                  </a:lnTo>
                  <a:cubicBezTo>
                    <a:pt x="121809" y="99900"/>
                    <a:pt x="133048" y="88661"/>
                    <a:pt x="133048" y="74925"/>
                  </a:cubicBezTo>
                  <a:lnTo>
                    <a:pt x="133048" y="28305"/>
                  </a:lnTo>
                  <a:lnTo>
                    <a:pt x="143870" y="39128"/>
                  </a:lnTo>
                  <a:cubicBezTo>
                    <a:pt x="147200" y="42458"/>
                    <a:pt x="152195" y="42458"/>
                    <a:pt x="155525" y="39128"/>
                  </a:cubicBezTo>
                  <a:cubicBezTo>
                    <a:pt x="158855" y="35797"/>
                    <a:pt x="158855" y="30803"/>
                    <a:pt x="155525" y="27472"/>
                  </a:cubicBezTo>
                  <a:lnTo>
                    <a:pt x="130550" y="2498"/>
                  </a:lnTo>
                  <a:cubicBezTo>
                    <a:pt x="128885" y="833"/>
                    <a:pt x="126804" y="0"/>
                    <a:pt x="124723" y="0"/>
                  </a:cubicBezTo>
                  <a:cubicBezTo>
                    <a:pt x="122642" y="0"/>
                    <a:pt x="120560" y="833"/>
                    <a:pt x="118895" y="2498"/>
                  </a:cubicBezTo>
                  <a:lnTo>
                    <a:pt x="93920" y="27472"/>
                  </a:lnTo>
                  <a:cubicBezTo>
                    <a:pt x="90590" y="30803"/>
                    <a:pt x="90590" y="35797"/>
                    <a:pt x="93920" y="39128"/>
                  </a:cubicBezTo>
                  <a:cubicBezTo>
                    <a:pt x="97250" y="42458"/>
                    <a:pt x="102245" y="42458"/>
                    <a:pt x="105575" y="39128"/>
                  </a:cubicBezTo>
                  <a:lnTo>
                    <a:pt x="116398" y="28305"/>
                  </a:lnTo>
                  <a:lnTo>
                    <a:pt x="116398" y="74925"/>
                  </a:lnTo>
                  <a:cubicBezTo>
                    <a:pt x="116398" y="79504"/>
                    <a:pt x="112652" y="83250"/>
                    <a:pt x="108073" y="83250"/>
                  </a:cubicBezTo>
                  <a:lnTo>
                    <a:pt x="49798" y="83250"/>
                  </a:lnTo>
                  <a:cubicBezTo>
                    <a:pt x="36062" y="83250"/>
                    <a:pt x="24823" y="94489"/>
                    <a:pt x="24823" y="108225"/>
                  </a:cubicBezTo>
                  <a:lnTo>
                    <a:pt x="24823" y="117799"/>
                  </a:lnTo>
                  <a:cubicBezTo>
                    <a:pt x="8589" y="121961"/>
                    <a:pt x="-1817" y="137779"/>
                    <a:pt x="264" y="154013"/>
                  </a:cubicBezTo>
                  <a:cubicBezTo>
                    <a:pt x="2345" y="170663"/>
                    <a:pt x="16498" y="183150"/>
                    <a:pt x="33148" y="183150"/>
                  </a:cubicBezTo>
                  <a:close/>
                </a:path>
              </a:pathLst>
            </a:custGeom>
            <a:solidFill>
              <a:schemeClr val="tx2"/>
            </a:solidFill>
            <a:ln w="406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94" name="Freihandform: Form 93">
              <a:extLst>
                <a:ext uri="{FF2B5EF4-FFF2-40B4-BE49-F238E27FC236}">
                  <a16:creationId xmlns:a16="http://schemas.microsoft.com/office/drawing/2014/main" id="{E0989CDC-8013-2AA1-DFDC-C898FA59034D}"/>
                </a:ext>
              </a:extLst>
            </p:cNvPr>
            <p:cNvSpPr/>
            <p:nvPr/>
          </p:nvSpPr>
          <p:spPr>
            <a:xfrm>
              <a:off x="834374" y="4459453"/>
              <a:ext cx="66599" cy="66599"/>
            </a:xfrm>
            <a:custGeom>
              <a:avLst/>
              <a:gdLst>
                <a:gd name="connsiteX0" fmla="*/ 64103 w 66599"/>
                <a:gd name="connsiteY0" fmla="*/ 2497 h 66599"/>
                <a:gd name="connsiteX1" fmla="*/ 58275 w 66599"/>
                <a:gd name="connsiteY1" fmla="*/ 0 h 66599"/>
                <a:gd name="connsiteX2" fmla="*/ 52447 w 66599"/>
                <a:gd name="connsiteY2" fmla="*/ 2497 h 66599"/>
                <a:gd name="connsiteX3" fmla="*/ 33300 w 66599"/>
                <a:gd name="connsiteY3" fmla="*/ 21645 h 66599"/>
                <a:gd name="connsiteX4" fmla="*/ 14153 w 66599"/>
                <a:gd name="connsiteY4" fmla="*/ 2497 h 66599"/>
                <a:gd name="connsiteX5" fmla="*/ 2497 w 66599"/>
                <a:gd name="connsiteY5" fmla="*/ 2497 h 66599"/>
                <a:gd name="connsiteX6" fmla="*/ 2497 w 66599"/>
                <a:gd name="connsiteY6" fmla="*/ 14153 h 66599"/>
                <a:gd name="connsiteX7" fmla="*/ 21645 w 66599"/>
                <a:gd name="connsiteY7" fmla="*/ 33300 h 66599"/>
                <a:gd name="connsiteX8" fmla="*/ 2497 w 66599"/>
                <a:gd name="connsiteY8" fmla="*/ 52447 h 66599"/>
                <a:gd name="connsiteX9" fmla="*/ 2497 w 66599"/>
                <a:gd name="connsiteY9" fmla="*/ 64103 h 66599"/>
                <a:gd name="connsiteX10" fmla="*/ 14153 w 66599"/>
                <a:gd name="connsiteY10" fmla="*/ 64103 h 66599"/>
                <a:gd name="connsiteX11" fmla="*/ 33300 w 66599"/>
                <a:gd name="connsiteY11" fmla="*/ 44955 h 66599"/>
                <a:gd name="connsiteX12" fmla="*/ 52447 w 66599"/>
                <a:gd name="connsiteY12" fmla="*/ 64103 h 66599"/>
                <a:gd name="connsiteX13" fmla="*/ 64103 w 66599"/>
                <a:gd name="connsiteY13" fmla="*/ 64103 h 66599"/>
                <a:gd name="connsiteX14" fmla="*/ 64103 w 66599"/>
                <a:gd name="connsiteY14" fmla="*/ 52447 h 66599"/>
                <a:gd name="connsiteX15" fmla="*/ 44955 w 66599"/>
                <a:gd name="connsiteY15" fmla="*/ 33300 h 66599"/>
                <a:gd name="connsiteX16" fmla="*/ 64103 w 66599"/>
                <a:gd name="connsiteY16" fmla="*/ 14153 h 66599"/>
                <a:gd name="connsiteX17" fmla="*/ 64103 w 66599"/>
                <a:gd name="connsiteY17" fmla="*/ 2497 h 66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6599" h="66599">
                  <a:moveTo>
                    <a:pt x="64103" y="2497"/>
                  </a:moveTo>
                  <a:cubicBezTo>
                    <a:pt x="62438" y="833"/>
                    <a:pt x="60356" y="0"/>
                    <a:pt x="58275" y="0"/>
                  </a:cubicBezTo>
                  <a:cubicBezTo>
                    <a:pt x="56194" y="0"/>
                    <a:pt x="54113" y="833"/>
                    <a:pt x="52447" y="2497"/>
                  </a:cubicBezTo>
                  <a:lnTo>
                    <a:pt x="33300" y="21645"/>
                  </a:lnTo>
                  <a:lnTo>
                    <a:pt x="14153" y="2497"/>
                  </a:lnTo>
                  <a:cubicBezTo>
                    <a:pt x="10822" y="-832"/>
                    <a:pt x="5828" y="-832"/>
                    <a:pt x="2497" y="2497"/>
                  </a:cubicBezTo>
                  <a:cubicBezTo>
                    <a:pt x="-832" y="5828"/>
                    <a:pt x="-832" y="10822"/>
                    <a:pt x="2497" y="14153"/>
                  </a:cubicBezTo>
                  <a:lnTo>
                    <a:pt x="21645" y="33300"/>
                  </a:lnTo>
                  <a:lnTo>
                    <a:pt x="2497" y="52447"/>
                  </a:lnTo>
                  <a:cubicBezTo>
                    <a:pt x="-832" y="55778"/>
                    <a:pt x="-832" y="60772"/>
                    <a:pt x="2497" y="64103"/>
                  </a:cubicBezTo>
                  <a:cubicBezTo>
                    <a:pt x="5828" y="67432"/>
                    <a:pt x="10822" y="67432"/>
                    <a:pt x="14153" y="64103"/>
                  </a:cubicBezTo>
                  <a:lnTo>
                    <a:pt x="33300" y="44955"/>
                  </a:lnTo>
                  <a:lnTo>
                    <a:pt x="52447" y="64103"/>
                  </a:lnTo>
                  <a:cubicBezTo>
                    <a:pt x="55778" y="67432"/>
                    <a:pt x="60772" y="67432"/>
                    <a:pt x="64103" y="64103"/>
                  </a:cubicBezTo>
                  <a:cubicBezTo>
                    <a:pt x="67432" y="60772"/>
                    <a:pt x="67432" y="55778"/>
                    <a:pt x="64103" y="52447"/>
                  </a:cubicBezTo>
                  <a:lnTo>
                    <a:pt x="44955" y="33300"/>
                  </a:lnTo>
                  <a:lnTo>
                    <a:pt x="64103" y="14153"/>
                  </a:lnTo>
                  <a:cubicBezTo>
                    <a:pt x="67432" y="10822"/>
                    <a:pt x="67432" y="5828"/>
                    <a:pt x="64103" y="2497"/>
                  </a:cubicBezTo>
                  <a:close/>
                </a:path>
              </a:pathLst>
            </a:custGeom>
            <a:solidFill>
              <a:schemeClr val="tx1"/>
            </a:solidFill>
            <a:ln w="406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95" name="Freihandform: Form 94">
              <a:extLst>
                <a:ext uri="{FF2B5EF4-FFF2-40B4-BE49-F238E27FC236}">
                  <a16:creationId xmlns:a16="http://schemas.microsoft.com/office/drawing/2014/main" id="{3E0098AD-F281-4402-DDD6-2E4FC3CC2AC6}"/>
                </a:ext>
              </a:extLst>
            </p:cNvPr>
            <p:cNvSpPr/>
            <p:nvPr/>
          </p:nvSpPr>
          <p:spPr>
            <a:xfrm>
              <a:off x="742799" y="4342903"/>
              <a:ext cx="66600" cy="66600"/>
            </a:xfrm>
            <a:custGeom>
              <a:avLst/>
              <a:gdLst>
                <a:gd name="connsiteX0" fmla="*/ 2497 w 66600"/>
                <a:gd name="connsiteY0" fmla="*/ 64103 h 66600"/>
                <a:gd name="connsiteX1" fmla="*/ 8325 w 66600"/>
                <a:gd name="connsiteY1" fmla="*/ 66600 h 66600"/>
                <a:gd name="connsiteX2" fmla="*/ 14153 w 66600"/>
                <a:gd name="connsiteY2" fmla="*/ 64103 h 66600"/>
                <a:gd name="connsiteX3" fmla="*/ 33300 w 66600"/>
                <a:gd name="connsiteY3" fmla="*/ 44955 h 66600"/>
                <a:gd name="connsiteX4" fmla="*/ 52447 w 66600"/>
                <a:gd name="connsiteY4" fmla="*/ 64103 h 66600"/>
                <a:gd name="connsiteX5" fmla="*/ 64103 w 66600"/>
                <a:gd name="connsiteY5" fmla="*/ 64103 h 66600"/>
                <a:gd name="connsiteX6" fmla="*/ 64103 w 66600"/>
                <a:gd name="connsiteY6" fmla="*/ 52447 h 66600"/>
                <a:gd name="connsiteX7" fmla="*/ 44955 w 66600"/>
                <a:gd name="connsiteY7" fmla="*/ 33300 h 66600"/>
                <a:gd name="connsiteX8" fmla="*/ 64103 w 66600"/>
                <a:gd name="connsiteY8" fmla="*/ 14153 h 66600"/>
                <a:gd name="connsiteX9" fmla="*/ 64103 w 66600"/>
                <a:gd name="connsiteY9" fmla="*/ 2498 h 66600"/>
                <a:gd name="connsiteX10" fmla="*/ 52447 w 66600"/>
                <a:gd name="connsiteY10" fmla="*/ 2498 h 66600"/>
                <a:gd name="connsiteX11" fmla="*/ 33300 w 66600"/>
                <a:gd name="connsiteY11" fmla="*/ 21645 h 66600"/>
                <a:gd name="connsiteX12" fmla="*/ 14153 w 66600"/>
                <a:gd name="connsiteY12" fmla="*/ 2498 h 66600"/>
                <a:gd name="connsiteX13" fmla="*/ 2497 w 66600"/>
                <a:gd name="connsiteY13" fmla="*/ 2498 h 66600"/>
                <a:gd name="connsiteX14" fmla="*/ 2497 w 66600"/>
                <a:gd name="connsiteY14" fmla="*/ 14153 h 66600"/>
                <a:gd name="connsiteX15" fmla="*/ 21645 w 66600"/>
                <a:gd name="connsiteY15" fmla="*/ 33300 h 66600"/>
                <a:gd name="connsiteX16" fmla="*/ 2497 w 66600"/>
                <a:gd name="connsiteY16" fmla="*/ 52447 h 66600"/>
                <a:gd name="connsiteX17" fmla="*/ 2497 w 66600"/>
                <a:gd name="connsiteY17" fmla="*/ 64103 h 6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6600" h="66600">
                  <a:moveTo>
                    <a:pt x="2497" y="64103"/>
                  </a:moveTo>
                  <a:cubicBezTo>
                    <a:pt x="4163" y="65768"/>
                    <a:pt x="6244" y="66600"/>
                    <a:pt x="8325" y="66600"/>
                  </a:cubicBezTo>
                  <a:cubicBezTo>
                    <a:pt x="10406" y="66600"/>
                    <a:pt x="12488" y="65768"/>
                    <a:pt x="14153" y="64103"/>
                  </a:cubicBezTo>
                  <a:lnTo>
                    <a:pt x="33300" y="44955"/>
                  </a:lnTo>
                  <a:lnTo>
                    <a:pt x="52447" y="64103"/>
                  </a:lnTo>
                  <a:cubicBezTo>
                    <a:pt x="55778" y="67433"/>
                    <a:pt x="60772" y="67433"/>
                    <a:pt x="64103" y="64103"/>
                  </a:cubicBezTo>
                  <a:cubicBezTo>
                    <a:pt x="67433" y="60772"/>
                    <a:pt x="67433" y="55778"/>
                    <a:pt x="64103" y="52447"/>
                  </a:cubicBezTo>
                  <a:lnTo>
                    <a:pt x="44955" y="33300"/>
                  </a:lnTo>
                  <a:lnTo>
                    <a:pt x="64103" y="14153"/>
                  </a:lnTo>
                  <a:cubicBezTo>
                    <a:pt x="67433" y="10823"/>
                    <a:pt x="67433" y="5828"/>
                    <a:pt x="64103" y="2498"/>
                  </a:cubicBezTo>
                  <a:cubicBezTo>
                    <a:pt x="60772" y="-833"/>
                    <a:pt x="55778" y="-833"/>
                    <a:pt x="52447" y="2498"/>
                  </a:cubicBezTo>
                  <a:lnTo>
                    <a:pt x="33300" y="21645"/>
                  </a:lnTo>
                  <a:lnTo>
                    <a:pt x="14153" y="2498"/>
                  </a:lnTo>
                  <a:cubicBezTo>
                    <a:pt x="10822" y="-833"/>
                    <a:pt x="5828" y="-833"/>
                    <a:pt x="2497" y="2498"/>
                  </a:cubicBezTo>
                  <a:cubicBezTo>
                    <a:pt x="-832" y="5828"/>
                    <a:pt x="-832" y="10823"/>
                    <a:pt x="2497" y="14153"/>
                  </a:cubicBezTo>
                  <a:lnTo>
                    <a:pt x="21645" y="33300"/>
                  </a:lnTo>
                  <a:lnTo>
                    <a:pt x="2497" y="52447"/>
                  </a:lnTo>
                  <a:cubicBezTo>
                    <a:pt x="-832" y="55778"/>
                    <a:pt x="-832" y="60772"/>
                    <a:pt x="2497" y="64103"/>
                  </a:cubicBezTo>
                  <a:close/>
                </a:path>
              </a:pathLst>
            </a:custGeom>
            <a:solidFill>
              <a:schemeClr val="accent2"/>
            </a:solidFill>
            <a:ln w="406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grpSp>
        <p:nvGrpSpPr>
          <p:cNvPr id="96" name="Grafik 20" descr="Eisberg mit einfarbiger Füllung">
            <a:extLst>
              <a:ext uri="{FF2B5EF4-FFF2-40B4-BE49-F238E27FC236}">
                <a16:creationId xmlns:a16="http://schemas.microsoft.com/office/drawing/2014/main" id="{6BF8FA18-EE2E-CDB6-BD19-F3A6AF432CF5}"/>
              </a:ext>
            </a:extLst>
          </p:cNvPr>
          <p:cNvGrpSpPr>
            <a:grpSpLocks noChangeAspect="1"/>
          </p:cNvGrpSpPr>
          <p:nvPr/>
        </p:nvGrpSpPr>
        <p:grpSpPr>
          <a:xfrm>
            <a:off x="2875743" y="2725599"/>
            <a:ext cx="573598" cy="609464"/>
            <a:chOff x="642912" y="2461737"/>
            <a:chExt cx="332999" cy="353821"/>
          </a:xfrm>
          <a:solidFill>
            <a:schemeClr val="tx1"/>
          </a:solidFill>
        </p:grpSpPr>
        <p:sp>
          <p:nvSpPr>
            <p:cNvPr id="97" name="Freihandform: Form 96">
              <a:extLst>
                <a:ext uri="{FF2B5EF4-FFF2-40B4-BE49-F238E27FC236}">
                  <a16:creationId xmlns:a16="http://schemas.microsoft.com/office/drawing/2014/main" id="{798F6EAB-0F29-3B72-33B0-8D8DF3DC50B9}"/>
                </a:ext>
              </a:extLst>
            </p:cNvPr>
            <p:cNvSpPr/>
            <p:nvPr/>
          </p:nvSpPr>
          <p:spPr>
            <a:xfrm>
              <a:off x="884503" y="2461737"/>
              <a:ext cx="67028" cy="38511"/>
            </a:xfrm>
            <a:custGeom>
              <a:avLst/>
              <a:gdLst>
                <a:gd name="connsiteX0" fmla="*/ 10823 w 67028"/>
                <a:gd name="connsiteY0" fmla="*/ 38512 h 38511"/>
                <a:gd name="connsiteX1" fmla="*/ 57359 w 67028"/>
                <a:gd name="connsiteY1" fmla="*/ 38512 h 38511"/>
                <a:gd name="connsiteX2" fmla="*/ 67029 w 67028"/>
                <a:gd name="connsiteY2" fmla="*/ 28842 h 38511"/>
                <a:gd name="connsiteX3" fmla="*/ 57359 w 67028"/>
                <a:gd name="connsiteY3" fmla="*/ 19173 h 38511"/>
                <a:gd name="connsiteX4" fmla="*/ 56556 w 67028"/>
                <a:gd name="connsiteY4" fmla="*/ 19173 h 38511"/>
                <a:gd name="connsiteX5" fmla="*/ 44564 w 67028"/>
                <a:gd name="connsiteY5" fmla="*/ 7106 h 38511"/>
                <a:gd name="connsiteX6" fmla="*/ 40439 w 67028"/>
                <a:gd name="connsiteY6" fmla="*/ 7822 h 38511"/>
                <a:gd name="connsiteX7" fmla="*/ 20992 w 67028"/>
                <a:gd name="connsiteY7" fmla="*/ 1609 h 38511"/>
                <a:gd name="connsiteX8" fmla="*/ 13174 w 67028"/>
                <a:gd name="connsiteY8" fmla="*/ 14270 h 38511"/>
                <a:gd name="connsiteX9" fmla="*/ 41 w 67028"/>
                <a:gd name="connsiteY9" fmla="*/ 25414 h 38511"/>
                <a:gd name="connsiteX10" fmla="*/ 10823 w 67028"/>
                <a:gd name="connsiteY10" fmla="*/ 38512 h 38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7028" h="38511">
                  <a:moveTo>
                    <a:pt x="10823" y="38512"/>
                  </a:moveTo>
                  <a:lnTo>
                    <a:pt x="57359" y="38512"/>
                  </a:lnTo>
                  <a:cubicBezTo>
                    <a:pt x="62700" y="38512"/>
                    <a:pt x="67029" y="34183"/>
                    <a:pt x="67029" y="28842"/>
                  </a:cubicBezTo>
                  <a:cubicBezTo>
                    <a:pt x="67029" y="23502"/>
                    <a:pt x="62700" y="19173"/>
                    <a:pt x="57359" y="19173"/>
                  </a:cubicBezTo>
                  <a:lnTo>
                    <a:pt x="56556" y="19173"/>
                  </a:lnTo>
                  <a:cubicBezTo>
                    <a:pt x="56576" y="12529"/>
                    <a:pt x="51208" y="7127"/>
                    <a:pt x="44564" y="7106"/>
                  </a:cubicBezTo>
                  <a:cubicBezTo>
                    <a:pt x="43157" y="7102"/>
                    <a:pt x="41761" y="7344"/>
                    <a:pt x="40439" y="7822"/>
                  </a:cubicBezTo>
                  <a:cubicBezTo>
                    <a:pt x="36784" y="736"/>
                    <a:pt x="28078" y="-2046"/>
                    <a:pt x="20992" y="1609"/>
                  </a:cubicBezTo>
                  <a:cubicBezTo>
                    <a:pt x="16244" y="4057"/>
                    <a:pt x="13237" y="8928"/>
                    <a:pt x="13174" y="14270"/>
                  </a:cubicBezTo>
                  <a:cubicBezTo>
                    <a:pt x="6470" y="13721"/>
                    <a:pt x="590" y="18710"/>
                    <a:pt x="41" y="25414"/>
                  </a:cubicBezTo>
                  <a:cubicBezTo>
                    <a:pt x="-496" y="31977"/>
                    <a:pt x="4279" y="37778"/>
                    <a:pt x="10823" y="38512"/>
                  </a:cubicBezTo>
                  <a:close/>
                </a:path>
              </a:pathLst>
            </a:custGeom>
            <a:solidFill>
              <a:schemeClr val="accent2"/>
            </a:solidFill>
            <a:ln w="406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98" name="Freihandform: Form 97">
              <a:extLst>
                <a:ext uri="{FF2B5EF4-FFF2-40B4-BE49-F238E27FC236}">
                  <a16:creationId xmlns:a16="http://schemas.microsoft.com/office/drawing/2014/main" id="{5E65C11B-CD24-0BA7-DF0F-A3F77AADF397}"/>
                </a:ext>
              </a:extLst>
            </p:cNvPr>
            <p:cNvSpPr/>
            <p:nvPr/>
          </p:nvSpPr>
          <p:spPr>
            <a:xfrm>
              <a:off x="652174" y="2490879"/>
              <a:ext cx="56833" cy="33088"/>
            </a:xfrm>
            <a:custGeom>
              <a:avLst/>
              <a:gdLst>
                <a:gd name="connsiteX0" fmla="*/ 9041 w 56833"/>
                <a:gd name="connsiteY0" fmla="*/ 33088 h 33088"/>
                <a:gd name="connsiteX1" fmla="*/ 49001 w 56833"/>
                <a:gd name="connsiteY1" fmla="*/ 33088 h 33088"/>
                <a:gd name="connsiteX2" fmla="*/ 56819 w 56833"/>
                <a:gd name="connsiteY2" fmla="*/ 24285 h 33088"/>
                <a:gd name="connsiteX3" fmla="*/ 49001 w 56833"/>
                <a:gd name="connsiteY3" fmla="*/ 16467 h 33088"/>
                <a:gd name="connsiteX4" fmla="*/ 48310 w 56833"/>
                <a:gd name="connsiteY4" fmla="*/ 16467 h 33088"/>
                <a:gd name="connsiteX5" fmla="*/ 38011 w 56833"/>
                <a:gd name="connsiteY5" fmla="*/ 6103 h 33088"/>
                <a:gd name="connsiteX6" fmla="*/ 34465 w 56833"/>
                <a:gd name="connsiteY6" fmla="*/ 6719 h 33088"/>
                <a:gd name="connsiteX7" fmla="*/ 17754 w 56833"/>
                <a:gd name="connsiteY7" fmla="*/ 1384 h 33088"/>
                <a:gd name="connsiteX8" fmla="*/ 11039 w 56833"/>
                <a:gd name="connsiteY8" fmla="*/ 12259 h 33088"/>
                <a:gd name="connsiteX9" fmla="*/ 16 w 56833"/>
                <a:gd name="connsiteY9" fmla="*/ 22134 h 33088"/>
                <a:gd name="connsiteX10" fmla="*/ 9016 w 56833"/>
                <a:gd name="connsiteY10" fmla="*/ 33072 h 33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6833" h="33088">
                  <a:moveTo>
                    <a:pt x="9041" y="33088"/>
                  </a:moveTo>
                  <a:lnTo>
                    <a:pt x="49001" y="33088"/>
                  </a:lnTo>
                  <a:cubicBezTo>
                    <a:pt x="53590" y="32816"/>
                    <a:pt x="57091" y="28875"/>
                    <a:pt x="56819" y="24285"/>
                  </a:cubicBezTo>
                  <a:cubicBezTo>
                    <a:pt x="56569" y="20075"/>
                    <a:pt x="53211" y="16717"/>
                    <a:pt x="49001" y="16467"/>
                  </a:cubicBezTo>
                  <a:lnTo>
                    <a:pt x="48310" y="16467"/>
                  </a:lnTo>
                  <a:cubicBezTo>
                    <a:pt x="48328" y="10761"/>
                    <a:pt x="43717" y="6121"/>
                    <a:pt x="38011" y="6103"/>
                  </a:cubicBezTo>
                  <a:cubicBezTo>
                    <a:pt x="36803" y="6099"/>
                    <a:pt x="35602" y="6307"/>
                    <a:pt x="34465" y="6719"/>
                  </a:cubicBezTo>
                  <a:cubicBezTo>
                    <a:pt x="31324" y="631"/>
                    <a:pt x="23842" y="-1758"/>
                    <a:pt x="17754" y="1384"/>
                  </a:cubicBezTo>
                  <a:cubicBezTo>
                    <a:pt x="13676" y="3488"/>
                    <a:pt x="11093" y="7671"/>
                    <a:pt x="11039" y="12259"/>
                  </a:cubicBezTo>
                  <a:cubicBezTo>
                    <a:pt x="5268" y="11942"/>
                    <a:pt x="333" y="16363"/>
                    <a:pt x="16" y="22134"/>
                  </a:cubicBezTo>
                  <a:cubicBezTo>
                    <a:pt x="-282" y="27565"/>
                    <a:pt x="3629" y="32319"/>
                    <a:pt x="9016" y="33072"/>
                  </a:cubicBezTo>
                  <a:close/>
                </a:path>
              </a:pathLst>
            </a:custGeom>
            <a:solidFill>
              <a:schemeClr val="accent2"/>
            </a:solidFill>
            <a:ln w="406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200" name="Freihandform: Form 199">
              <a:extLst>
                <a:ext uri="{FF2B5EF4-FFF2-40B4-BE49-F238E27FC236}">
                  <a16:creationId xmlns:a16="http://schemas.microsoft.com/office/drawing/2014/main" id="{E238577B-0022-ED81-7291-6AF773E54959}"/>
                </a:ext>
              </a:extLst>
            </p:cNvPr>
            <p:cNvSpPr/>
            <p:nvPr/>
          </p:nvSpPr>
          <p:spPr>
            <a:xfrm>
              <a:off x="642912" y="2461757"/>
              <a:ext cx="332999" cy="146729"/>
            </a:xfrm>
            <a:custGeom>
              <a:avLst/>
              <a:gdLst>
                <a:gd name="connsiteX0" fmla="*/ 316338 w 332999"/>
                <a:gd name="connsiteY0" fmla="*/ 117821 h 146729"/>
                <a:gd name="connsiteX1" fmla="*/ 291363 w 332999"/>
                <a:gd name="connsiteY1" fmla="*/ 112535 h 146729"/>
                <a:gd name="connsiteX2" fmla="*/ 266388 w 332999"/>
                <a:gd name="connsiteY2" fmla="*/ 117821 h 146729"/>
                <a:gd name="connsiteX3" fmla="*/ 259220 w 332999"/>
                <a:gd name="connsiteY3" fmla="*/ 120177 h 146729"/>
                <a:gd name="connsiteX4" fmla="*/ 224009 w 332999"/>
                <a:gd name="connsiteY4" fmla="*/ 42338 h 146729"/>
                <a:gd name="connsiteX5" fmla="*/ 215393 w 332999"/>
                <a:gd name="connsiteY5" fmla="*/ 37510 h 146729"/>
                <a:gd name="connsiteX6" fmla="*/ 186713 w 332999"/>
                <a:gd name="connsiteY6" fmla="*/ 41094 h 146729"/>
                <a:gd name="connsiteX7" fmla="*/ 156327 w 332999"/>
                <a:gd name="connsiteY7" fmla="*/ 3107 h 146729"/>
                <a:gd name="connsiteX8" fmla="*/ 144622 w 332999"/>
                <a:gd name="connsiteY8" fmla="*/ 1839 h 146729"/>
                <a:gd name="connsiteX9" fmla="*/ 143952 w 332999"/>
                <a:gd name="connsiteY9" fmla="*/ 2441 h 146729"/>
                <a:gd name="connsiteX10" fmla="*/ 102327 w 332999"/>
                <a:gd name="connsiteY10" fmla="*/ 44066 h 146729"/>
                <a:gd name="connsiteX11" fmla="*/ 100245 w 332999"/>
                <a:gd name="connsiteY11" fmla="*/ 47562 h 146729"/>
                <a:gd name="connsiteX12" fmla="*/ 88145 w 332999"/>
                <a:gd name="connsiteY12" fmla="*/ 87901 h 146729"/>
                <a:gd name="connsiteX13" fmla="*/ 67066 w 332999"/>
                <a:gd name="connsiteY13" fmla="*/ 118013 h 146729"/>
                <a:gd name="connsiteX14" fmla="*/ 66600 w 332999"/>
                <a:gd name="connsiteY14" fmla="*/ 117838 h 146729"/>
                <a:gd name="connsiteX15" fmla="*/ 41625 w 332999"/>
                <a:gd name="connsiteY15" fmla="*/ 112551 h 146729"/>
                <a:gd name="connsiteX16" fmla="*/ 16650 w 332999"/>
                <a:gd name="connsiteY16" fmla="*/ 117838 h 146729"/>
                <a:gd name="connsiteX17" fmla="*/ 0 w 332999"/>
                <a:gd name="connsiteY17" fmla="*/ 121755 h 146729"/>
                <a:gd name="connsiteX18" fmla="*/ 0 w 332999"/>
                <a:gd name="connsiteY18" fmla="*/ 146730 h 146729"/>
                <a:gd name="connsiteX19" fmla="*/ 24975 w 332999"/>
                <a:gd name="connsiteY19" fmla="*/ 141443 h 146729"/>
                <a:gd name="connsiteX20" fmla="*/ 41625 w 332999"/>
                <a:gd name="connsiteY20" fmla="*/ 137281 h 146729"/>
                <a:gd name="connsiteX21" fmla="*/ 58275 w 332999"/>
                <a:gd name="connsiteY21" fmla="*/ 141443 h 146729"/>
                <a:gd name="connsiteX22" fmla="*/ 83250 w 332999"/>
                <a:gd name="connsiteY22" fmla="*/ 146730 h 146729"/>
                <a:gd name="connsiteX23" fmla="*/ 108225 w 332999"/>
                <a:gd name="connsiteY23" fmla="*/ 141443 h 146729"/>
                <a:gd name="connsiteX24" fmla="*/ 124875 w 332999"/>
                <a:gd name="connsiteY24" fmla="*/ 137281 h 146729"/>
                <a:gd name="connsiteX25" fmla="*/ 141525 w 332999"/>
                <a:gd name="connsiteY25" fmla="*/ 141194 h 146729"/>
                <a:gd name="connsiteX26" fmla="*/ 166500 w 332999"/>
                <a:gd name="connsiteY26" fmla="*/ 146730 h 146729"/>
                <a:gd name="connsiteX27" fmla="*/ 191475 w 332999"/>
                <a:gd name="connsiteY27" fmla="*/ 141443 h 146729"/>
                <a:gd name="connsiteX28" fmla="*/ 208125 w 332999"/>
                <a:gd name="connsiteY28" fmla="*/ 137281 h 146729"/>
                <a:gd name="connsiteX29" fmla="*/ 224775 w 332999"/>
                <a:gd name="connsiteY29" fmla="*/ 141443 h 146729"/>
                <a:gd name="connsiteX30" fmla="*/ 249750 w 332999"/>
                <a:gd name="connsiteY30" fmla="*/ 146730 h 146729"/>
                <a:gd name="connsiteX31" fmla="*/ 274725 w 332999"/>
                <a:gd name="connsiteY31" fmla="*/ 141443 h 146729"/>
                <a:gd name="connsiteX32" fmla="*/ 291375 w 332999"/>
                <a:gd name="connsiteY32" fmla="*/ 137281 h 146729"/>
                <a:gd name="connsiteX33" fmla="*/ 308025 w 332999"/>
                <a:gd name="connsiteY33" fmla="*/ 141194 h 146729"/>
                <a:gd name="connsiteX34" fmla="*/ 333000 w 332999"/>
                <a:gd name="connsiteY34" fmla="*/ 146730 h 146729"/>
                <a:gd name="connsiteX35" fmla="*/ 333000 w 332999"/>
                <a:gd name="connsiteY35" fmla="*/ 121755 h 146729"/>
                <a:gd name="connsiteX36" fmla="*/ 316338 w 332999"/>
                <a:gd name="connsiteY36" fmla="*/ 117821 h 146729"/>
                <a:gd name="connsiteX37" fmla="*/ 208113 w 332999"/>
                <a:gd name="connsiteY37" fmla="*/ 112535 h 146729"/>
                <a:gd name="connsiteX38" fmla="*/ 183138 w 332999"/>
                <a:gd name="connsiteY38" fmla="*/ 117821 h 146729"/>
                <a:gd name="connsiteX39" fmla="*/ 166488 w 332999"/>
                <a:gd name="connsiteY39" fmla="*/ 121738 h 146729"/>
                <a:gd name="connsiteX40" fmla="*/ 149838 w 332999"/>
                <a:gd name="connsiteY40" fmla="*/ 117821 h 146729"/>
                <a:gd name="connsiteX41" fmla="*/ 124863 w 332999"/>
                <a:gd name="connsiteY41" fmla="*/ 112535 h 146729"/>
                <a:gd name="connsiteX42" fmla="*/ 99888 w 332999"/>
                <a:gd name="connsiteY42" fmla="*/ 117821 h 146729"/>
                <a:gd name="connsiteX43" fmla="*/ 84903 w 332999"/>
                <a:gd name="connsiteY43" fmla="*/ 121567 h 146729"/>
                <a:gd name="connsiteX44" fmla="*/ 102560 w 332999"/>
                <a:gd name="connsiteY44" fmla="*/ 96351 h 146729"/>
                <a:gd name="connsiteX45" fmla="*/ 103713 w 332999"/>
                <a:gd name="connsiteY45" fmla="*/ 93966 h 146729"/>
                <a:gd name="connsiteX46" fmla="*/ 115597 w 332999"/>
                <a:gd name="connsiteY46" fmla="*/ 54351 h 146729"/>
                <a:gd name="connsiteX47" fmla="*/ 148576 w 332999"/>
                <a:gd name="connsiteY47" fmla="*/ 21372 h 146729"/>
                <a:gd name="connsiteX48" fmla="*/ 186692 w 332999"/>
                <a:gd name="connsiteY48" fmla="*/ 84754 h 146729"/>
                <a:gd name="connsiteX49" fmla="*/ 211401 w 332999"/>
                <a:gd name="connsiteY49" fmla="*/ 54830 h 146729"/>
                <a:gd name="connsiteX50" fmla="*/ 241071 w 332999"/>
                <a:gd name="connsiteY50" fmla="*/ 120410 h 146729"/>
                <a:gd name="connsiteX51" fmla="*/ 233088 w 332999"/>
                <a:gd name="connsiteY51" fmla="*/ 117821 h 146729"/>
                <a:gd name="connsiteX52" fmla="*/ 208113 w 332999"/>
                <a:gd name="connsiteY52" fmla="*/ 112535 h 146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332999" h="146729">
                  <a:moveTo>
                    <a:pt x="316338" y="117821"/>
                  </a:moveTo>
                  <a:cubicBezTo>
                    <a:pt x="308373" y="114655"/>
                    <a:pt x="299927" y="112867"/>
                    <a:pt x="291363" y="112535"/>
                  </a:cubicBezTo>
                  <a:cubicBezTo>
                    <a:pt x="282798" y="112867"/>
                    <a:pt x="274352" y="114655"/>
                    <a:pt x="266388" y="117821"/>
                  </a:cubicBezTo>
                  <a:cubicBezTo>
                    <a:pt x="264057" y="118775"/>
                    <a:pt x="261662" y="119562"/>
                    <a:pt x="259220" y="120177"/>
                  </a:cubicBezTo>
                  <a:lnTo>
                    <a:pt x="224009" y="42338"/>
                  </a:lnTo>
                  <a:cubicBezTo>
                    <a:pt x="222505" y="39015"/>
                    <a:pt x="219012" y="37058"/>
                    <a:pt x="215393" y="37510"/>
                  </a:cubicBezTo>
                  <a:lnTo>
                    <a:pt x="186713" y="41094"/>
                  </a:lnTo>
                  <a:lnTo>
                    <a:pt x="156327" y="3107"/>
                  </a:lnTo>
                  <a:cubicBezTo>
                    <a:pt x="153445" y="-476"/>
                    <a:pt x="148204" y="-1043"/>
                    <a:pt x="144622" y="1839"/>
                  </a:cubicBezTo>
                  <a:cubicBezTo>
                    <a:pt x="144388" y="2027"/>
                    <a:pt x="144164" y="2228"/>
                    <a:pt x="143952" y="2441"/>
                  </a:cubicBezTo>
                  <a:lnTo>
                    <a:pt x="102327" y="44066"/>
                  </a:lnTo>
                  <a:cubicBezTo>
                    <a:pt x="101356" y="45042"/>
                    <a:pt x="100641" y="46244"/>
                    <a:pt x="100245" y="47562"/>
                  </a:cubicBezTo>
                  <a:lnTo>
                    <a:pt x="88145" y="87901"/>
                  </a:lnTo>
                  <a:lnTo>
                    <a:pt x="67066" y="118013"/>
                  </a:lnTo>
                  <a:cubicBezTo>
                    <a:pt x="66912" y="117950"/>
                    <a:pt x="66754" y="117904"/>
                    <a:pt x="66600" y="117838"/>
                  </a:cubicBezTo>
                  <a:cubicBezTo>
                    <a:pt x="58635" y="114672"/>
                    <a:pt x="50190" y="112884"/>
                    <a:pt x="41625" y="112551"/>
                  </a:cubicBezTo>
                  <a:cubicBezTo>
                    <a:pt x="33060" y="112884"/>
                    <a:pt x="24615" y="114671"/>
                    <a:pt x="16650" y="117838"/>
                  </a:cubicBezTo>
                  <a:cubicBezTo>
                    <a:pt x="11348" y="120033"/>
                    <a:pt x="5725" y="121356"/>
                    <a:pt x="0" y="121755"/>
                  </a:cubicBezTo>
                  <a:lnTo>
                    <a:pt x="0" y="146730"/>
                  </a:lnTo>
                  <a:cubicBezTo>
                    <a:pt x="8565" y="146398"/>
                    <a:pt x="17010" y="144610"/>
                    <a:pt x="24975" y="141443"/>
                  </a:cubicBezTo>
                  <a:cubicBezTo>
                    <a:pt x="30263" y="139162"/>
                    <a:pt x="35886" y="137757"/>
                    <a:pt x="41625" y="137281"/>
                  </a:cubicBezTo>
                  <a:cubicBezTo>
                    <a:pt x="47364" y="137757"/>
                    <a:pt x="52987" y="139162"/>
                    <a:pt x="58275" y="141443"/>
                  </a:cubicBezTo>
                  <a:cubicBezTo>
                    <a:pt x="66240" y="144610"/>
                    <a:pt x="74685" y="146398"/>
                    <a:pt x="83250" y="146730"/>
                  </a:cubicBezTo>
                  <a:cubicBezTo>
                    <a:pt x="91815" y="146398"/>
                    <a:pt x="100260" y="144610"/>
                    <a:pt x="108225" y="141443"/>
                  </a:cubicBezTo>
                  <a:cubicBezTo>
                    <a:pt x="113513" y="139162"/>
                    <a:pt x="119136" y="137757"/>
                    <a:pt x="124875" y="137281"/>
                  </a:cubicBezTo>
                  <a:cubicBezTo>
                    <a:pt x="130600" y="137677"/>
                    <a:pt x="136223" y="138999"/>
                    <a:pt x="141525" y="141194"/>
                  </a:cubicBezTo>
                  <a:cubicBezTo>
                    <a:pt x="149468" y="144466"/>
                    <a:pt x="157918" y="146338"/>
                    <a:pt x="166500" y="146730"/>
                  </a:cubicBezTo>
                  <a:cubicBezTo>
                    <a:pt x="175065" y="146398"/>
                    <a:pt x="183510" y="144610"/>
                    <a:pt x="191475" y="141443"/>
                  </a:cubicBezTo>
                  <a:cubicBezTo>
                    <a:pt x="196763" y="139162"/>
                    <a:pt x="202386" y="137757"/>
                    <a:pt x="208125" y="137281"/>
                  </a:cubicBezTo>
                  <a:cubicBezTo>
                    <a:pt x="213864" y="137757"/>
                    <a:pt x="219487" y="139162"/>
                    <a:pt x="224775" y="141443"/>
                  </a:cubicBezTo>
                  <a:cubicBezTo>
                    <a:pt x="232740" y="144610"/>
                    <a:pt x="241185" y="146398"/>
                    <a:pt x="249750" y="146730"/>
                  </a:cubicBezTo>
                  <a:cubicBezTo>
                    <a:pt x="258315" y="146398"/>
                    <a:pt x="266760" y="144610"/>
                    <a:pt x="274725" y="141443"/>
                  </a:cubicBezTo>
                  <a:cubicBezTo>
                    <a:pt x="280013" y="139162"/>
                    <a:pt x="285636" y="137757"/>
                    <a:pt x="291375" y="137281"/>
                  </a:cubicBezTo>
                  <a:cubicBezTo>
                    <a:pt x="297100" y="137677"/>
                    <a:pt x="302723" y="138999"/>
                    <a:pt x="308025" y="141194"/>
                  </a:cubicBezTo>
                  <a:cubicBezTo>
                    <a:pt x="315968" y="144466"/>
                    <a:pt x="324418" y="146338"/>
                    <a:pt x="333000" y="146730"/>
                  </a:cubicBezTo>
                  <a:lnTo>
                    <a:pt x="333000" y="121755"/>
                  </a:lnTo>
                  <a:cubicBezTo>
                    <a:pt x="327270" y="121353"/>
                    <a:pt x="321643" y="120024"/>
                    <a:pt x="316338" y="117821"/>
                  </a:cubicBezTo>
                  <a:close/>
                  <a:moveTo>
                    <a:pt x="208113" y="112535"/>
                  </a:moveTo>
                  <a:cubicBezTo>
                    <a:pt x="199548" y="112867"/>
                    <a:pt x="191102" y="114655"/>
                    <a:pt x="183138" y="117821"/>
                  </a:cubicBezTo>
                  <a:cubicBezTo>
                    <a:pt x="177835" y="120017"/>
                    <a:pt x="172213" y="121340"/>
                    <a:pt x="166488" y="121738"/>
                  </a:cubicBezTo>
                  <a:cubicBezTo>
                    <a:pt x="160762" y="121340"/>
                    <a:pt x="155140" y="120017"/>
                    <a:pt x="149838" y="117821"/>
                  </a:cubicBezTo>
                  <a:cubicBezTo>
                    <a:pt x="141873" y="114655"/>
                    <a:pt x="133427" y="112867"/>
                    <a:pt x="124863" y="112535"/>
                  </a:cubicBezTo>
                  <a:cubicBezTo>
                    <a:pt x="116298" y="112867"/>
                    <a:pt x="107852" y="114655"/>
                    <a:pt x="99888" y="117821"/>
                  </a:cubicBezTo>
                  <a:cubicBezTo>
                    <a:pt x="95102" y="119794"/>
                    <a:pt x="90054" y="121056"/>
                    <a:pt x="84903" y="121567"/>
                  </a:cubicBezTo>
                  <a:lnTo>
                    <a:pt x="102560" y="96351"/>
                  </a:lnTo>
                  <a:cubicBezTo>
                    <a:pt x="103067" y="95621"/>
                    <a:pt x="103456" y="94816"/>
                    <a:pt x="103713" y="93966"/>
                  </a:cubicBezTo>
                  <a:lnTo>
                    <a:pt x="115597" y="54351"/>
                  </a:lnTo>
                  <a:lnTo>
                    <a:pt x="148576" y="21372"/>
                  </a:lnTo>
                  <a:lnTo>
                    <a:pt x="186692" y="84754"/>
                  </a:lnTo>
                  <a:lnTo>
                    <a:pt x="211401" y="54830"/>
                  </a:lnTo>
                  <a:lnTo>
                    <a:pt x="241071" y="120410"/>
                  </a:lnTo>
                  <a:cubicBezTo>
                    <a:pt x="238346" y="119759"/>
                    <a:pt x="235676" y="118893"/>
                    <a:pt x="233088" y="117821"/>
                  </a:cubicBezTo>
                  <a:cubicBezTo>
                    <a:pt x="225123" y="114655"/>
                    <a:pt x="216677" y="112867"/>
                    <a:pt x="208113" y="112535"/>
                  </a:cubicBezTo>
                  <a:close/>
                </a:path>
              </a:pathLst>
            </a:custGeom>
            <a:solidFill>
              <a:schemeClr val="tx2"/>
            </a:solidFill>
            <a:ln w="406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201" name="Freihandform: Form 200">
              <a:extLst>
                <a:ext uri="{FF2B5EF4-FFF2-40B4-BE49-F238E27FC236}">
                  <a16:creationId xmlns:a16="http://schemas.microsoft.com/office/drawing/2014/main" id="{4F9742F6-B513-98FA-F3AC-8B821DBF2C2C}"/>
                </a:ext>
              </a:extLst>
            </p:cNvPr>
            <p:cNvSpPr/>
            <p:nvPr/>
          </p:nvSpPr>
          <p:spPr>
            <a:xfrm>
              <a:off x="680361" y="2624042"/>
              <a:ext cx="266401" cy="191516"/>
            </a:xfrm>
            <a:custGeom>
              <a:avLst/>
              <a:gdLst>
                <a:gd name="connsiteX0" fmla="*/ 241530 w 266401"/>
                <a:gd name="connsiteY0" fmla="*/ 1540 h 191516"/>
                <a:gd name="connsiteX1" fmla="*/ 228951 w 266401"/>
                <a:gd name="connsiteY1" fmla="*/ 5286 h 191516"/>
                <a:gd name="connsiteX2" fmla="*/ 212301 w 266401"/>
                <a:gd name="connsiteY2" fmla="*/ 9203 h 191516"/>
                <a:gd name="connsiteX3" fmla="*/ 195651 w 266401"/>
                <a:gd name="connsiteY3" fmla="*/ 5286 h 191516"/>
                <a:gd name="connsiteX4" fmla="*/ 170676 w 266401"/>
                <a:gd name="connsiteY4" fmla="*/ 0 h 191516"/>
                <a:gd name="connsiteX5" fmla="*/ 145701 w 266401"/>
                <a:gd name="connsiteY5" fmla="*/ 5286 h 191516"/>
                <a:gd name="connsiteX6" fmla="*/ 129051 w 266401"/>
                <a:gd name="connsiteY6" fmla="*/ 9203 h 191516"/>
                <a:gd name="connsiteX7" fmla="*/ 112401 w 266401"/>
                <a:gd name="connsiteY7" fmla="*/ 5286 h 191516"/>
                <a:gd name="connsiteX8" fmla="*/ 87426 w 266401"/>
                <a:gd name="connsiteY8" fmla="*/ 0 h 191516"/>
                <a:gd name="connsiteX9" fmla="*/ 62451 w 266401"/>
                <a:gd name="connsiteY9" fmla="*/ 5286 h 191516"/>
                <a:gd name="connsiteX10" fmla="*/ 45801 w 266401"/>
                <a:gd name="connsiteY10" fmla="*/ 9203 h 191516"/>
                <a:gd name="connsiteX11" fmla="*/ 29151 w 266401"/>
                <a:gd name="connsiteY11" fmla="*/ 5286 h 191516"/>
                <a:gd name="connsiteX12" fmla="*/ 14337 w 266401"/>
                <a:gd name="connsiteY12" fmla="*/ 1153 h 191516"/>
                <a:gd name="connsiteX13" fmla="*/ 176 w 266401"/>
                <a:gd name="connsiteY13" fmla="*/ 69093 h 191516"/>
                <a:gd name="connsiteX14" fmla="*/ 2673 w 266401"/>
                <a:gd name="connsiteY14" fmla="*/ 76906 h 191516"/>
                <a:gd name="connsiteX15" fmla="*/ 55412 w 266401"/>
                <a:gd name="connsiteY15" fmla="*/ 125591 h 191516"/>
                <a:gd name="connsiteX16" fmla="*/ 79684 w 266401"/>
                <a:gd name="connsiteY16" fmla="*/ 186280 h 191516"/>
                <a:gd name="connsiteX17" fmla="*/ 87413 w 266401"/>
                <a:gd name="connsiteY17" fmla="*/ 191517 h 191516"/>
                <a:gd name="connsiteX18" fmla="*/ 88662 w 266401"/>
                <a:gd name="connsiteY18" fmla="*/ 191417 h 191516"/>
                <a:gd name="connsiteX19" fmla="*/ 142775 w 266401"/>
                <a:gd name="connsiteY19" fmla="*/ 183092 h 191516"/>
                <a:gd name="connsiteX20" fmla="*/ 148186 w 266401"/>
                <a:gd name="connsiteY20" fmla="*/ 179862 h 191516"/>
                <a:gd name="connsiteX21" fmla="*/ 171762 w 266401"/>
                <a:gd name="connsiteY21" fmla="*/ 148426 h 191516"/>
                <a:gd name="connsiteX22" fmla="*/ 211219 w 266401"/>
                <a:gd name="connsiteY22" fmla="*/ 132642 h 191516"/>
                <a:gd name="connsiteX23" fmla="*/ 214786 w 266401"/>
                <a:gd name="connsiteY23" fmla="*/ 129912 h 191516"/>
                <a:gd name="connsiteX24" fmla="*/ 264736 w 266401"/>
                <a:gd name="connsiteY24" fmla="*/ 63312 h 191516"/>
                <a:gd name="connsiteX25" fmla="*/ 265660 w 266401"/>
                <a:gd name="connsiteY25" fmla="*/ 54883 h 191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66401" h="191516">
                  <a:moveTo>
                    <a:pt x="241530" y="1540"/>
                  </a:moveTo>
                  <a:cubicBezTo>
                    <a:pt x="237237" y="2424"/>
                    <a:pt x="233028" y="3678"/>
                    <a:pt x="228951" y="5286"/>
                  </a:cubicBezTo>
                  <a:cubicBezTo>
                    <a:pt x="223649" y="7482"/>
                    <a:pt x="218026" y="8805"/>
                    <a:pt x="212301" y="9203"/>
                  </a:cubicBezTo>
                  <a:cubicBezTo>
                    <a:pt x="206576" y="8805"/>
                    <a:pt x="200953" y="7482"/>
                    <a:pt x="195651" y="5286"/>
                  </a:cubicBezTo>
                  <a:cubicBezTo>
                    <a:pt x="187686" y="2120"/>
                    <a:pt x="179241" y="333"/>
                    <a:pt x="170676" y="0"/>
                  </a:cubicBezTo>
                  <a:cubicBezTo>
                    <a:pt x="162111" y="333"/>
                    <a:pt x="153666" y="2120"/>
                    <a:pt x="145701" y="5286"/>
                  </a:cubicBezTo>
                  <a:cubicBezTo>
                    <a:pt x="140399" y="7482"/>
                    <a:pt x="134776" y="8805"/>
                    <a:pt x="129051" y="9203"/>
                  </a:cubicBezTo>
                  <a:cubicBezTo>
                    <a:pt x="123326" y="8805"/>
                    <a:pt x="117703" y="7482"/>
                    <a:pt x="112401" y="5286"/>
                  </a:cubicBezTo>
                  <a:cubicBezTo>
                    <a:pt x="104436" y="2120"/>
                    <a:pt x="95991" y="333"/>
                    <a:pt x="87426" y="0"/>
                  </a:cubicBezTo>
                  <a:cubicBezTo>
                    <a:pt x="78861" y="333"/>
                    <a:pt x="70416" y="2120"/>
                    <a:pt x="62451" y="5286"/>
                  </a:cubicBezTo>
                  <a:cubicBezTo>
                    <a:pt x="57149" y="7482"/>
                    <a:pt x="51526" y="8805"/>
                    <a:pt x="45801" y="9203"/>
                  </a:cubicBezTo>
                  <a:cubicBezTo>
                    <a:pt x="40076" y="8805"/>
                    <a:pt x="34453" y="7482"/>
                    <a:pt x="29151" y="5286"/>
                  </a:cubicBezTo>
                  <a:cubicBezTo>
                    <a:pt x="24367" y="3408"/>
                    <a:pt x="19402" y="2023"/>
                    <a:pt x="14337" y="1153"/>
                  </a:cubicBezTo>
                  <a:lnTo>
                    <a:pt x="176" y="69093"/>
                  </a:lnTo>
                  <a:cubicBezTo>
                    <a:pt x="-422" y="71955"/>
                    <a:pt x="527" y="74921"/>
                    <a:pt x="2673" y="76906"/>
                  </a:cubicBezTo>
                  <a:lnTo>
                    <a:pt x="55412" y="125591"/>
                  </a:lnTo>
                  <a:lnTo>
                    <a:pt x="79684" y="186280"/>
                  </a:lnTo>
                  <a:cubicBezTo>
                    <a:pt x="80947" y="189442"/>
                    <a:pt x="84008" y="191516"/>
                    <a:pt x="87413" y="191517"/>
                  </a:cubicBezTo>
                  <a:cubicBezTo>
                    <a:pt x="87832" y="191515"/>
                    <a:pt x="88249" y="191482"/>
                    <a:pt x="88662" y="191417"/>
                  </a:cubicBezTo>
                  <a:lnTo>
                    <a:pt x="142775" y="183092"/>
                  </a:lnTo>
                  <a:cubicBezTo>
                    <a:pt x="144932" y="182766"/>
                    <a:pt x="146875" y="181606"/>
                    <a:pt x="148186" y="179862"/>
                  </a:cubicBezTo>
                  <a:lnTo>
                    <a:pt x="171762" y="148426"/>
                  </a:lnTo>
                  <a:lnTo>
                    <a:pt x="211219" y="132642"/>
                  </a:lnTo>
                  <a:cubicBezTo>
                    <a:pt x="212636" y="132076"/>
                    <a:pt x="213869" y="131132"/>
                    <a:pt x="214786" y="129912"/>
                  </a:cubicBezTo>
                  <a:lnTo>
                    <a:pt x="264736" y="63312"/>
                  </a:lnTo>
                  <a:cubicBezTo>
                    <a:pt x="266559" y="60881"/>
                    <a:pt x="266913" y="57650"/>
                    <a:pt x="265660" y="54883"/>
                  </a:cubicBezTo>
                  <a:close/>
                </a:path>
              </a:pathLst>
            </a:custGeom>
            <a:solidFill>
              <a:schemeClr val="tx1"/>
            </a:solidFill>
            <a:ln w="406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grpSp>
        <p:nvGrpSpPr>
          <p:cNvPr id="262" name="Gruppieren 261">
            <a:extLst>
              <a:ext uri="{FF2B5EF4-FFF2-40B4-BE49-F238E27FC236}">
                <a16:creationId xmlns:a16="http://schemas.microsoft.com/office/drawing/2014/main" id="{74769C7B-E75B-DD8B-E071-31A5CAD39B14}"/>
              </a:ext>
            </a:extLst>
          </p:cNvPr>
          <p:cNvGrpSpPr>
            <a:grpSpLocks noChangeAspect="1"/>
          </p:cNvGrpSpPr>
          <p:nvPr/>
        </p:nvGrpSpPr>
        <p:grpSpPr>
          <a:xfrm>
            <a:off x="5081437" y="5295736"/>
            <a:ext cx="838200" cy="640080"/>
            <a:chOff x="5858863" y="4503500"/>
            <a:chExt cx="838200" cy="640080"/>
          </a:xfrm>
        </p:grpSpPr>
        <p:sp>
          <p:nvSpPr>
            <p:cNvPr id="231" name="Freihandform: Form 230">
              <a:extLst>
                <a:ext uri="{FF2B5EF4-FFF2-40B4-BE49-F238E27FC236}">
                  <a16:creationId xmlns:a16="http://schemas.microsoft.com/office/drawing/2014/main" id="{9DC3CCBC-9CF7-C892-2B38-88A852A8BC47}"/>
                </a:ext>
              </a:extLst>
            </p:cNvPr>
            <p:cNvSpPr/>
            <p:nvPr/>
          </p:nvSpPr>
          <p:spPr>
            <a:xfrm>
              <a:off x="5858863" y="4762580"/>
              <a:ext cx="838200" cy="381000"/>
            </a:xfrm>
            <a:custGeom>
              <a:avLst/>
              <a:gdLst>
                <a:gd name="connsiteX0" fmla="*/ 781050 w 838200"/>
                <a:gd name="connsiteY0" fmla="*/ 295275 h 381000"/>
                <a:gd name="connsiteX1" fmla="*/ 752475 w 838200"/>
                <a:gd name="connsiteY1" fmla="*/ 323850 h 381000"/>
                <a:gd name="connsiteX2" fmla="*/ 95250 w 838200"/>
                <a:gd name="connsiteY2" fmla="*/ 323850 h 381000"/>
                <a:gd name="connsiteX3" fmla="*/ 57150 w 838200"/>
                <a:gd name="connsiteY3" fmla="*/ 285750 h 381000"/>
                <a:gd name="connsiteX4" fmla="*/ 57150 w 838200"/>
                <a:gd name="connsiteY4" fmla="*/ 95250 h 381000"/>
                <a:gd name="connsiteX5" fmla="*/ 95250 w 838200"/>
                <a:gd name="connsiteY5" fmla="*/ 57150 h 381000"/>
                <a:gd name="connsiteX6" fmla="*/ 752475 w 838200"/>
                <a:gd name="connsiteY6" fmla="*/ 57150 h 381000"/>
                <a:gd name="connsiteX7" fmla="*/ 781050 w 838200"/>
                <a:gd name="connsiteY7" fmla="*/ 85725 h 381000"/>
                <a:gd name="connsiteX8" fmla="*/ 781050 w 838200"/>
                <a:gd name="connsiteY8" fmla="*/ 295275 h 381000"/>
                <a:gd name="connsiteX9" fmla="*/ 0 w 838200"/>
                <a:gd name="connsiteY9" fmla="*/ 0 h 381000"/>
                <a:gd name="connsiteX10" fmla="*/ 0 w 838200"/>
                <a:gd name="connsiteY10" fmla="*/ 381000 h 381000"/>
                <a:gd name="connsiteX11" fmla="*/ 838200 w 838200"/>
                <a:gd name="connsiteY11" fmla="*/ 381000 h 381000"/>
                <a:gd name="connsiteX12" fmla="*/ 838200 w 838200"/>
                <a:gd name="connsiteY12" fmla="*/ 0 h 381000"/>
                <a:gd name="connsiteX13" fmla="*/ 0 w 838200"/>
                <a:gd name="connsiteY13" fmla="*/ 0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38200" h="381000">
                  <a:moveTo>
                    <a:pt x="781050" y="295275"/>
                  </a:moveTo>
                  <a:lnTo>
                    <a:pt x="752475" y="323850"/>
                  </a:lnTo>
                  <a:lnTo>
                    <a:pt x="95250" y="323850"/>
                  </a:lnTo>
                  <a:lnTo>
                    <a:pt x="57150" y="285750"/>
                  </a:lnTo>
                  <a:lnTo>
                    <a:pt x="57150" y="95250"/>
                  </a:lnTo>
                  <a:lnTo>
                    <a:pt x="95250" y="57150"/>
                  </a:lnTo>
                  <a:lnTo>
                    <a:pt x="752475" y="57150"/>
                  </a:lnTo>
                  <a:lnTo>
                    <a:pt x="781050" y="85725"/>
                  </a:lnTo>
                  <a:lnTo>
                    <a:pt x="781050" y="295275"/>
                  </a:lnTo>
                  <a:close/>
                  <a:moveTo>
                    <a:pt x="0" y="0"/>
                  </a:moveTo>
                  <a:lnTo>
                    <a:pt x="0" y="381000"/>
                  </a:lnTo>
                  <a:lnTo>
                    <a:pt x="838200" y="381000"/>
                  </a:lnTo>
                  <a:lnTo>
                    <a:pt x="838200" y="0"/>
                  </a:lnTo>
                  <a:lnTo>
                    <a:pt x="0" y="0"/>
                  </a:lnTo>
                  <a:close/>
                </a:path>
              </a:pathLst>
            </a:custGeom>
            <a:solidFill>
              <a:schemeClr val="tx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232" name="Freihandform: Form 231">
              <a:extLst>
                <a:ext uri="{FF2B5EF4-FFF2-40B4-BE49-F238E27FC236}">
                  <a16:creationId xmlns:a16="http://schemas.microsoft.com/office/drawing/2014/main" id="{D5C12B4F-1496-1D60-FA36-200611D3208C}"/>
                </a:ext>
              </a:extLst>
            </p:cNvPr>
            <p:cNvSpPr/>
            <p:nvPr/>
          </p:nvSpPr>
          <p:spPr>
            <a:xfrm>
              <a:off x="6201763" y="4857830"/>
              <a:ext cx="152400" cy="190500"/>
            </a:xfrm>
            <a:custGeom>
              <a:avLst/>
              <a:gdLst>
                <a:gd name="connsiteX0" fmla="*/ 152400 w 152400"/>
                <a:gd name="connsiteY0" fmla="*/ 95250 h 190500"/>
                <a:gd name="connsiteX1" fmla="*/ 76200 w 152400"/>
                <a:gd name="connsiteY1" fmla="*/ 190500 h 190500"/>
                <a:gd name="connsiteX2" fmla="*/ 0 w 152400"/>
                <a:gd name="connsiteY2" fmla="*/ 95250 h 190500"/>
                <a:gd name="connsiteX3" fmla="*/ 76200 w 152400"/>
                <a:gd name="connsiteY3" fmla="*/ 0 h 190500"/>
                <a:gd name="connsiteX4" fmla="*/ 152400 w 152400"/>
                <a:gd name="connsiteY4" fmla="*/ 95250 h 190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400" h="190500">
                  <a:moveTo>
                    <a:pt x="152400" y="95250"/>
                  </a:moveTo>
                  <a:cubicBezTo>
                    <a:pt x="152400" y="147855"/>
                    <a:pt x="118284" y="190500"/>
                    <a:pt x="76200" y="190500"/>
                  </a:cubicBezTo>
                  <a:cubicBezTo>
                    <a:pt x="34116" y="190500"/>
                    <a:pt x="0" y="147855"/>
                    <a:pt x="0" y="95250"/>
                  </a:cubicBezTo>
                  <a:cubicBezTo>
                    <a:pt x="0" y="42645"/>
                    <a:pt x="34116" y="0"/>
                    <a:pt x="76200" y="0"/>
                  </a:cubicBezTo>
                  <a:cubicBezTo>
                    <a:pt x="118284" y="0"/>
                    <a:pt x="152400" y="42645"/>
                    <a:pt x="152400" y="95250"/>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234" name="Freihandform: Form 233">
              <a:extLst>
                <a:ext uri="{FF2B5EF4-FFF2-40B4-BE49-F238E27FC236}">
                  <a16:creationId xmlns:a16="http://schemas.microsoft.com/office/drawing/2014/main" id="{A6618726-3B70-5A50-DBBB-A70882F3A40D}"/>
                </a:ext>
              </a:extLst>
            </p:cNvPr>
            <p:cNvSpPr/>
            <p:nvPr/>
          </p:nvSpPr>
          <p:spPr>
            <a:xfrm>
              <a:off x="6011263" y="4924505"/>
              <a:ext cx="57150" cy="57150"/>
            </a:xfrm>
            <a:custGeom>
              <a:avLst/>
              <a:gdLst>
                <a:gd name="connsiteX0" fmla="*/ 57150 w 57150"/>
                <a:gd name="connsiteY0" fmla="*/ 28575 h 57150"/>
                <a:gd name="connsiteX1" fmla="*/ 28575 w 57150"/>
                <a:gd name="connsiteY1" fmla="*/ 57150 h 57150"/>
                <a:gd name="connsiteX2" fmla="*/ 0 w 57150"/>
                <a:gd name="connsiteY2" fmla="*/ 28575 h 57150"/>
                <a:gd name="connsiteX3" fmla="*/ 28575 w 57150"/>
                <a:gd name="connsiteY3" fmla="*/ 0 h 57150"/>
                <a:gd name="connsiteX4" fmla="*/ 57150 w 57150"/>
                <a:gd name="connsiteY4" fmla="*/ 28575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7150" y="28575"/>
                  </a:moveTo>
                  <a:cubicBezTo>
                    <a:pt x="57150" y="44357"/>
                    <a:pt x="44357" y="57150"/>
                    <a:pt x="28575" y="57150"/>
                  </a:cubicBezTo>
                  <a:cubicBezTo>
                    <a:pt x="12793" y="57150"/>
                    <a:pt x="0" y="44357"/>
                    <a:pt x="0" y="28575"/>
                  </a:cubicBezTo>
                  <a:cubicBezTo>
                    <a:pt x="0" y="12793"/>
                    <a:pt x="12793" y="0"/>
                    <a:pt x="28575" y="0"/>
                  </a:cubicBezTo>
                  <a:cubicBezTo>
                    <a:pt x="44357" y="0"/>
                    <a:pt x="57150" y="12793"/>
                    <a:pt x="57150" y="28575"/>
                  </a:cubicBez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241" name="Freihandform: Form 240">
              <a:extLst>
                <a:ext uri="{FF2B5EF4-FFF2-40B4-BE49-F238E27FC236}">
                  <a16:creationId xmlns:a16="http://schemas.microsoft.com/office/drawing/2014/main" id="{67F0CDAB-390B-88E4-FA87-C4D40339FD3D}"/>
                </a:ext>
              </a:extLst>
            </p:cNvPr>
            <p:cNvSpPr/>
            <p:nvPr/>
          </p:nvSpPr>
          <p:spPr>
            <a:xfrm>
              <a:off x="6487513" y="4924505"/>
              <a:ext cx="57150" cy="57150"/>
            </a:xfrm>
            <a:custGeom>
              <a:avLst/>
              <a:gdLst>
                <a:gd name="connsiteX0" fmla="*/ 57150 w 57150"/>
                <a:gd name="connsiteY0" fmla="*/ 28575 h 57150"/>
                <a:gd name="connsiteX1" fmla="*/ 28575 w 57150"/>
                <a:gd name="connsiteY1" fmla="*/ 57150 h 57150"/>
                <a:gd name="connsiteX2" fmla="*/ 0 w 57150"/>
                <a:gd name="connsiteY2" fmla="*/ 28575 h 57150"/>
                <a:gd name="connsiteX3" fmla="*/ 28575 w 57150"/>
                <a:gd name="connsiteY3" fmla="*/ 0 h 57150"/>
                <a:gd name="connsiteX4" fmla="*/ 57150 w 57150"/>
                <a:gd name="connsiteY4" fmla="*/ 28575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7150" y="28575"/>
                  </a:moveTo>
                  <a:cubicBezTo>
                    <a:pt x="57150" y="44357"/>
                    <a:pt x="44357" y="57150"/>
                    <a:pt x="28575" y="57150"/>
                  </a:cubicBezTo>
                  <a:cubicBezTo>
                    <a:pt x="12793" y="57150"/>
                    <a:pt x="0" y="44357"/>
                    <a:pt x="0" y="28575"/>
                  </a:cubicBezTo>
                  <a:cubicBezTo>
                    <a:pt x="0" y="12793"/>
                    <a:pt x="12793" y="0"/>
                    <a:pt x="28575" y="0"/>
                  </a:cubicBezTo>
                  <a:cubicBezTo>
                    <a:pt x="44357" y="0"/>
                    <a:pt x="57150" y="12793"/>
                    <a:pt x="57150" y="28575"/>
                  </a:cubicBez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242" name="Freihandform: Form 241">
              <a:extLst>
                <a:ext uri="{FF2B5EF4-FFF2-40B4-BE49-F238E27FC236}">
                  <a16:creationId xmlns:a16="http://schemas.microsoft.com/office/drawing/2014/main" id="{F9B3FA52-EB0A-49A3-E93D-81E515520D3D}"/>
                </a:ext>
              </a:extLst>
            </p:cNvPr>
            <p:cNvSpPr/>
            <p:nvPr/>
          </p:nvSpPr>
          <p:spPr>
            <a:xfrm>
              <a:off x="5967447" y="4503500"/>
              <a:ext cx="552450" cy="209549"/>
            </a:xfrm>
            <a:custGeom>
              <a:avLst/>
              <a:gdLst>
                <a:gd name="connsiteX0" fmla="*/ 481013 w 552450"/>
                <a:gd name="connsiteY0" fmla="*/ 75248 h 209549"/>
                <a:gd name="connsiteX1" fmla="*/ 495300 w 552450"/>
                <a:gd name="connsiteY1" fmla="*/ 111443 h 209549"/>
                <a:gd name="connsiteX2" fmla="*/ 552450 w 552450"/>
                <a:gd name="connsiteY2" fmla="*/ 100012 h 209549"/>
                <a:gd name="connsiteX3" fmla="*/ 512445 w 552450"/>
                <a:gd name="connsiteY3" fmla="*/ 0 h 209549"/>
                <a:gd name="connsiteX4" fmla="*/ 0 w 552450"/>
                <a:gd name="connsiteY4" fmla="*/ 209550 h 209549"/>
                <a:gd name="connsiteX5" fmla="*/ 293370 w 552450"/>
                <a:gd name="connsiteY5" fmla="*/ 151448 h 209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52450" h="209549">
                  <a:moveTo>
                    <a:pt x="481013" y="75248"/>
                  </a:moveTo>
                  <a:lnTo>
                    <a:pt x="495300" y="111443"/>
                  </a:lnTo>
                  <a:lnTo>
                    <a:pt x="552450" y="100012"/>
                  </a:lnTo>
                  <a:lnTo>
                    <a:pt x="512445" y="0"/>
                  </a:lnTo>
                  <a:lnTo>
                    <a:pt x="0" y="209550"/>
                  </a:lnTo>
                  <a:lnTo>
                    <a:pt x="293370" y="151448"/>
                  </a:ln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261" name="Freihandform: Form 260">
              <a:extLst>
                <a:ext uri="{FF2B5EF4-FFF2-40B4-BE49-F238E27FC236}">
                  <a16:creationId xmlns:a16="http://schemas.microsoft.com/office/drawing/2014/main" id="{035BFC51-9887-5FCD-AB72-87D8A66F742A}"/>
                </a:ext>
              </a:extLst>
            </p:cNvPr>
            <p:cNvSpPr/>
            <p:nvPr/>
          </p:nvSpPr>
          <p:spPr>
            <a:xfrm>
              <a:off x="6106513" y="4627324"/>
              <a:ext cx="507682" cy="97155"/>
            </a:xfrm>
            <a:custGeom>
              <a:avLst/>
              <a:gdLst>
                <a:gd name="connsiteX0" fmla="*/ 292418 w 507682"/>
                <a:gd name="connsiteY0" fmla="*/ 97155 h 97155"/>
                <a:gd name="connsiteX1" fmla="*/ 442913 w 507682"/>
                <a:gd name="connsiteY1" fmla="*/ 67628 h 97155"/>
                <a:gd name="connsiteX2" fmla="*/ 449580 w 507682"/>
                <a:gd name="connsiteY2" fmla="*/ 97155 h 97155"/>
                <a:gd name="connsiteX3" fmla="*/ 507683 w 507682"/>
                <a:gd name="connsiteY3" fmla="*/ 97155 h 97155"/>
                <a:gd name="connsiteX4" fmla="*/ 488633 w 507682"/>
                <a:gd name="connsiteY4" fmla="*/ 0 h 97155"/>
                <a:gd name="connsiteX5" fmla="*/ 0 w 507682"/>
                <a:gd name="connsiteY5" fmla="*/ 97155 h 97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7682" h="97155">
                  <a:moveTo>
                    <a:pt x="292418" y="97155"/>
                  </a:moveTo>
                  <a:lnTo>
                    <a:pt x="442913" y="67628"/>
                  </a:lnTo>
                  <a:lnTo>
                    <a:pt x="449580" y="97155"/>
                  </a:lnTo>
                  <a:lnTo>
                    <a:pt x="507683" y="97155"/>
                  </a:lnTo>
                  <a:lnTo>
                    <a:pt x="488633" y="0"/>
                  </a:lnTo>
                  <a:lnTo>
                    <a:pt x="0" y="97155"/>
                  </a:ln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sp>
        <p:nvSpPr>
          <p:cNvPr id="280" name="Grafik 278" descr="Sparschwein mit einfarbiger Füllung">
            <a:extLst>
              <a:ext uri="{FF2B5EF4-FFF2-40B4-BE49-F238E27FC236}">
                <a16:creationId xmlns:a16="http://schemas.microsoft.com/office/drawing/2014/main" id="{4DA60E6B-41DA-A0CD-5B98-0C781E557F8B}"/>
              </a:ext>
            </a:extLst>
          </p:cNvPr>
          <p:cNvSpPr>
            <a:spLocks noChangeAspect="1"/>
          </p:cNvSpPr>
          <p:nvPr/>
        </p:nvSpPr>
        <p:spPr>
          <a:xfrm>
            <a:off x="5024832" y="6027513"/>
            <a:ext cx="809715" cy="602993"/>
          </a:xfrm>
          <a:custGeom>
            <a:avLst/>
            <a:gdLst>
              <a:gd name="connsiteX0" fmla="*/ 723900 w 809715"/>
              <a:gd name="connsiteY0" fmla="*/ 305813 h 602993"/>
              <a:gd name="connsiteX1" fmla="*/ 712470 w 809715"/>
              <a:gd name="connsiteY1" fmla="*/ 300098 h 602993"/>
              <a:gd name="connsiteX2" fmla="*/ 704850 w 809715"/>
              <a:gd name="connsiteY2" fmla="*/ 278191 h 602993"/>
              <a:gd name="connsiteX3" fmla="*/ 721043 w 809715"/>
              <a:gd name="connsiteY3" fmla="*/ 250568 h 602993"/>
              <a:gd name="connsiteX4" fmla="*/ 721995 w 809715"/>
              <a:gd name="connsiteY4" fmla="*/ 249616 h 602993"/>
              <a:gd name="connsiteX5" fmla="*/ 742950 w 809715"/>
              <a:gd name="connsiteY5" fmla="*/ 277238 h 602993"/>
              <a:gd name="connsiteX6" fmla="*/ 723900 w 809715"/>
              <a:gd name="connsiteY6" fmla="*/ 305813 h 602993"/>
              <a:gd name="connsiteX7" fmla="*/ 464820 w 809715"/>
              <a:gd name="connsiteY7" fmla="*/ 118171 h 602993"/>
              <a:gd name="connsiteX8" fmla="*/ 447675 w 809715"/>
              <a:gd name="connsiteY8" fmla="*/ 129601 h 602993"/>
              <a:gd name="connsiteX9" fmla="*/ 440055 w 809715"/>
              <a:gd name="connsiteY9" fmla="*/ 127696 h 602993"/>
              <a:gd name="connsiteX10" fmla="*/ 344805 w 809715"/>
              <a:gd name="connsiteY10" fmla="*/ 105788 h 602993"/>
              <a:gd name="connsiteX11" fmla="*/ 290513 w 809715"/>
              <a:gd name="connsiteY11" fmla="*/ 113408 h 602993"/>
              <a:gd name="connsiteX12" fmla="*/ 266700 w 809715"/>
              <a:gd name="connsiteY12" fmla="*/ 100073 h 602993"/>
              <a:gd name="connsiteX13" fmla="*/ 280035 w 809715"/>
              <a:gd name="connsiteY13" fmla="*/ 76261 h 602993"/>
              <a:gd name="connsiteX14" fmla="*/ 343853 w 809715"/>
              <a:gd name="connsiteY14" fmla="*/ 67688 h 602993"/>
              <a:gd name="connsiteX15" fmla="*/ 454343 w 809715"/>
              <a:gd name="connsiteY15" fmla="*/ 92453 h 602993"/>
              <a:gd name="connsiteX16" fmla="*/ 464820 w 809715"/>
              <a:gd name="connsiteY16" fmla="*/ 118171 h 602993"/>
              <a:gd name="connsiteX17" fmla="*/ 793433 w 809715"/>
              <a:gd name="connsiteY17" fmla="*/ 191513 h 602993"/>
              <a:gd name="connsiteX18" fmla="*/ 716280 w 809715"/>
              <a:gd name="connsiteY18" fmla="*/ 207706 h 602993"/>
              <a:gd name="connsiteX19" fmla="*/ 630555 w 809715"/>
              <a:gd name="connsiteY19" fmla="*/ 213421 h 602993"/>
              <a:gd name="connsiteX20" fmla="*/ 342900 w 809715"/>
              <a:gd name="connsiteY20" fmla="*/ 29588 h 602993"/>
              <a:gd name="connsiteX21" fmla="*/ 223838 w 809715"/>
              <a:gd name="connsiteY21" fmla="*/ 56258 h 602993"/>
              <a:gd name="connsiteX22" fmla="*/ 106680 w 809715"/>
              <a:gd name="connsiteY22" fmla="*/ 1013 h 602993"/>
              <a:gd name="connsiteX23" fmla="*/ 93345 w 809715"/>
              <a:gd name="connsiteY23" fmla="*/ 12443 h 602993"/>
              <a:gd name="connsiteX24" fmla="*/ 131445 w 809715"/>
              <a:gd name="connsiteY24" fmla="*/ 120076 h 602993"/>
              <a:gd name="connsiteX25" fmla="*/ 76200 w 809715"/>
              <a:gd name="connsiteY25" fmla="*/ 201991 h 602993"/>
              <a:gd name="connsiteX26" fmla="*/ 62865 w 809715"/>
              <a:gd name="connsiteY26" fmla="*/ 213421 h 602993"/>
              <a:gd name="connsiteX27" fmla="*/ 28575 w 809715"/>
              <a:gd name="connsiteY27" fmla="*/ 221993 h 602993"/>
              <a:gd name="connsiteX28" fmla="*/ 0 w 809715"/>
              <a:gd name="connsiteY28" fmla="*/ 259141 h 602993"/>
              <a:gd name="connsiteX29" fmla="*/ 0 w 809715"/>
              <a:gd name="connsiteY29" fmla="*/ 333436 h 602993"/>
              <a:gd name="connsiteX30" fmla="*/ 28575 w 809715"/>
              <a:gd name="connsiteY30" fmla="*/ 370583 h 602993"/>
              <a:gd name="connsiteX31" fmla="*/ 63818 w 809715"/>
              <a:gd name="connsiteY31" fmla="*/ 379156 h 602993"/>
              <a:gd name="connsiteX32" fmla="*/ 77153 w 809715"/>
              <a:gd name="connsiteY32" fmla="*/ 390586 h 602993"/>
              <a:gd name="connsiteX33" fmla="*/ 148590 w 809715"/>
              <a:gd name="connsiteY33" fmla="*/ 488693 h 602993"/>
              <a:gd name="connsiteX34" fmla="*/ 155258 w 809715"/>
              <a:gd name="connsiteY34" fmla="*/ 500123 h 602993"/>
              <a:gd name="connsiteX35" fmla="*/ 169545 w 809715"/>
              <a:gd name="connsiteY35" fmla="*/ 586801 h 602993"/>
              <a:gd name="connsiteX36" fmla="*/ 188595 w 809715"/>
              <a:gd name="connsiteY36" fmla="*/ 602993 h 602993"/>
              <a:gd name="connsiteX37" fmla="*/ 251460 w 809715"/>
              <a:gd name="connsiteY37" fmla="*/ 602993 h 602993"/>
              <a:gd name="connsiteX38" fmla="*/ 270510 w 809715"/>
              <a:gd name="connsiteY38" fmla="*/ 586801 h 602993"/>
              <a:gd name="connsiteX39" fmla="*/ 275273 w 809715"/>
              <a:gd name="connsiteY39" fmla="*/ 556321 h 602993"/>
              <a:gd name="connsiteX40" fmla="*/ 343853 w 809715"/>
              <a:gd name="connsiteY40" fmla="*/ 564893 h 602993"/>
              <a:gd name="connsiteX41" fmla="*/ 421005 w 809715"/>
              <a:gd name="connsiteY41" fmla="*/ 554416 h 602993"/>
              <a:gd name="connsiteX42" fmla="*/ 426720 w 809715"/>
              <a:gd name="connsiteY42" fmla="*/ 586801 h 602993"/>
              <a:gd name="connsiteX43" fmla="*/ 445770 w 809715"/>
              <a:gd name="connsiteY43" fmla="*/ 602993 h 602993"/>
              <a:gd name="connsiteX44" fmla="*/ 508635 w 809715"/>
              <a:gd name="connsiteY44" fmla="*/ 602993 h 602993"/>
              <a:gd name="connsiteX45" fmla="*/ 527685 w 809715"/>
              <a:gd name="connsiteY45" fmla="*/ 586801 h 602993"/>
              <a:gd name="connsiteX46" fmla="*/ 541973 w 809715"/>
              <a:gd name="connsiteY46" fmla="*/ 500123 h 602993"/>
              <a:gd name="connsiteX47" fmla="*/ 548640 w 809715"/>
              <a:gd name="connsiteY47" fmla="*/ 488693 h 602993"/>
              <a:gd name="connsiteX48" fmla="*/ 647700 w 809715"/>
              <a:gd name="connsiteY48" fmla="*/ 296288 h 602993"/>
              <a:gd name="connsiteX49" fmla="*/ 641985 w 809715"/>
              <a:gd name="connsiteY49" fmla="*/ 249616 h 602993"/>
              <a:gd name="connsiteX50" fmla="*/ 677228 w 809715"/>
              <a:gd name="connsiteY50" fmla="*/ 242948 h 602993"/>
              <a:gd name="connsiteX51" fmla="*/ 666750 w 809715"/>
              <a:gd name="connsiteY51" fmla="*/ 277238 h 602993"/>
              <a:gd name="connsiteX52" fmla="*/ 685800 w 809715"/>
              <a:gd name="connsiteY52" fmla="*/ 327721 h 602993"/>
              <a:gd name="connsiteX53" fmla="*/ 723900 w 809715"/>
              <a:gd name="connsiteY53" fmla="*/ 344866 h 602993"/>
              <a:gd name="connsiteX54" fmla="*/ 781050 w 809715"/>
              <a:gd name="connsiteY54" fmla="*/ 278191 h 602993"/>
              <a:gd name="connsiteX55" fmla="*/ 761048 w 809715"/>
              <a:gd name="connsiteY55" fmla="*/ 231518 h 602993"/>
              <a:gd name="connsiteX56" fmla="*/ 787718 w 809715"/>
              <a:gd name="connsiteY56" fmla="*/ 229613 h 602993"/>
              <a:gd name="connsiteX57" fmla="*/ 809625 w 809715"/>
              <a:gd name="connsiteY57" fmla="*/ 213421 h 602993"/>
              <a:gd name="connsiteX58" fmla="*/ 793433 w 809715"/>
              <a:gd name="connsiteY58" fmla="*/ 191513 h 602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809715" h="602993">
                <a:moveTo>
                  <a:pt x="723900" y="305813"/>
                </a:moveTo>
                <a:cubicBezTo>
                  <a:pt x="719138" y="305813"/>
                  <a:pt x="715328" y="302956"/>
                  <a:pt x="712470" y="300098"/>
                </a:cubicBezTo>
                <a:cubicBezTo>
                  <a:pt x="707708" y="295336"/>
                  <a:pt x="704850" y="286763"/>
                  <a:pt x="704850" y="278191"/>
                </a:cubicBezTo>
                <a:cubicBezTo>
                  <a:pt x="704850" y="265808"/>
                  <a:pt x="713423" y="256283"/>
                  <a:pt x="721043" y="250568"/>
                </a:cubicBezTo>
                <a:lnTo>
                  <a:pt x="721995" y="249616"/>
                </a:lnTo>
                <a:cubicBezTo>
                  <a:pt x="740093" y="259141"/>
                  <a:pt x="742950" y="268666"/>
                  <a:pt x="742950" y="277238"/>
                </a:cubicBezTo>
                <a:cubicBezTo>
                  <a:pt x="742950" y="292478"/>
                  <a:pt x="734378" y="305813"/>
                  <a:pt x="723900" y="305813"/>
                </a:cubicBezTo>
                <a:close/>
                <a:moveTo>
                  <a:pt x="464820" y="118171"/>
                </a:moveTo>
                <a:cubicBezTo>
                  <a:pt x="461963" y="124838"/>
                  <a:pt x="454343" y="129601"/>
                  <a:pt x="447675" y="129601"/>
                </a:cubicBezTo>
                <a:cubicBezTo>
                  <a:pt x="444818" y="129601"/>
                  <a:pt x="441960" y="128648"/>
                  <a:pt x="440055" y="127696"/>
                </a:cubicBezTo>
                <a:cubicBezTo>
                  <a:pt x="409575" y="113408"/>
                  <a:pt x="376238" y="105788"/>
                  <a:pt x="344805" y="105788"/>
                </a:cubicBezTo>
                <a:cubicBezTo>
                  <a:pt x="326708" y="105788"/>
                  <a:pt x="308610" y="108646"/>
                  <a:pt x="290513" y="113408"/>
                </a:cubicBezTo>
                <a:cubicBezTo>
                  <a:pt x="280035" y="116266"/>
                  <a:pt x="269558" y="110551"/>
                  <a:pt x="266700" y="100073"/>
                </a:cubicBezTo>
                <a:cubicBezTo>
                  <a:pt x="263843" y="89596"/>
                  <a:pt x="269558" y="79118"/>
                  <a:pt x="280035" y="76261"/>
                </a:cubicBezTo>
                <a:cubicBezTo>
                  <a:pt x="300990" y="70546"/>
                  <a:pt x="322898" y="67688"/>
                  <a:pt x="343853" y="67688"/>
                </a:cubicBezTo>
                <a:cubicBezTo>
                  <a:pt x="380048" y="67688"/>
                  <a:pt x="419100" y="76261"/>
                  <a:pt x="454343" y="92453"/>
                </a:cubicBezTo>
                <a:cubicBezTo>
                  <a:pt x="464820" y="97216"/>
                  <a:pt x="469583" y="108646"/>
                  <a:pt x="464820" y="118171"/>
                </a:cubicBezTo>
                <a:close/>
                <a:moveTo>
                  <a:pt x="793433" y="191513"/>
                </a:moveTo>
                <a:cubicBezTo>
                  <a:pt x="769620" y="187703"/>
                  <a:pt x="740093" y="194371"/>
                  <a:pt x="716280" y="207706"/>
                </a:cubicBezTo>
                <a:cubicBezTo>
                  <a:pt x="694373" y="202943"/>
                  <a:pt x="661035" y="202943"/>
                  <a:pt x="630555" y="213421"/>
                </a:cubicBezTo>
                <a:cubicBezTo>
                  <a:pt x="585788" y="106741"/>
                  <a:pt x="461010" y="29588"/>
                  <a:pt x="342900" y="29588"/>
                </a:cubicBezTo>
                <a:cubicBezTo>
                  <a:pt x="301943" y="29588"/>
                  <a:pt x="260985" y="39113"/>
                  <a:pt x="223838" y="56258"/>
                </a:cubicBezTo>
                <a:lnTo>
                  <a:pt x="106680" y="1013"/>
                </a:lnTo>
                <a:cubicBezTo>
                  <a:pt x="99060" y="-2797"/>
                  <a:pt x="90488" y="4823"/>
                  <a:pt x="93345" y="12443"/>
                </a:cubicBezTo>
                <a:lnTo>
                  <a:pt x="131445" y="120076"/>
                </a:lnTo>
                <a:cubicBezTo>
                  <a:pt x="108585" y="143888"/>
                  <a:pt x="89535" y="171511"/>
                  <a:pt x="76200" y="201991"/>
                </a:cubicBezTo>
                <a:cubicBezTo>
                  <a:pt x="74295" y="207706"/>
                  <a:pt x="69533" y="211516"/>
                  <a:pt x="62865" y="213421"/>
                </a:cubicBezTo>
                <a:lnTo>
                  <a:pt x="28575" y="221993"/>
                </a:lnTo>
                <a:cubicBezTo>
                  <a:pt x="11430" y="225803"/>
                  <a:pt x="0" y="241043"/>
                  <a:pt x="0" y="259141"/>
                </a:cubicBezTo>
                <a:lnTo>
                  <a:pt x="0" y="333436"/>
                </a:lnTo>
                <a:cubicBezTo>
                  <a:pt x="0" y="350581"/>
                  <a:pt x="11430" y="365821"/>
                  <a:pt x="28575" y="370583"/>
                </a:cubicBezTo>
                <a:lnTo>
                  <a:pt x="63818" y="379156"/>
                </a:lnTo>
                <a:cubicBezTo>
                  <a:pt x="69533" y="381061"/>
                  <a:pt x="74295" y="384871"/>
                  <a:pt x="77153" y="390586"/>
                </a:cubicBezTo>
                <a:cubicBezTo>
                  <a:pt x="93345" y="427733"/>
                  <a:pt x="118110" y="461071"/>
                  <a:pt x="148590" y="488693"/>
                </a:cubicBezTo>
                <a:cubicBezTo>
                  <a:pt x="151448" y="491551"/>
                  <a:pt x="154305" y="495361"/>
                  <a:pt x="155258" y="500123"/>
                </a:cubicBezTo>
                <a:lnTo>
                  <a:pt x="169545" y="586801"/>
                </a:lnTo>
                <a:cubicBezTo>
                  <a:pt x="171450" y="596326"/>
                  <a:pt x="179070" y="602993"/>
                  <a:pt x="188595" y="602993"/>
                </a:cubicBezTo>
                <a:lnTo>
                  <a:pt x="251460" y="602993"/>
                </a:lnTo>
                <a:cubicBezTo>
                  <a:pt x="260985" y="602993"/>
                  <a:pt x="268605" y="596326"/>
                  <a:pt x="270510" y="586801"/>
                </a:cubicBezTo>
                <a:lnTo>
                  <a:pt x="275273" y="556321"/>
                </a:lnTo>
                <a:cubicBezTo>
                  <a:pt x="297180" y="562036"/>
                  <a:pt x="320040" y="564893"/>
                  <a:pt x="343853" y="564893"/>
                </a:cubicBezTo>
                <a:cubicBezTo>
                  <a:pt x="369570" y="564893"/>
                  <a:pt x="396240" y="561083"/>
                  <a:pt x="421005" y="554416"/>
                </a:cubicBezTo>
                <a:lnTo>
                  <a:pt x="426720" y="586801"/>
                </a:lnTo>
                <a:cubicBezTo>
                  <a:pt x="428625" y="596326"/>
                  <a:pt x="436245" y="602993"/>
                  <a:pt x="445770" y="602993"/>
                </a:cubicBezTo>
                <a:lnTo>
                  <a:pt x="508635" y="602993"/>
                </a:lnTo>
                <a:cubicBezTo>
                  <a:pt x="518160" y="602993"/>
                  <a:pt x="525780" y="596326"/>
                  <a:pt x="527685" y="586801"/>
                </a:cubicBezTo>
                <a:lnTo>
                  <a:pt x="541973" y="500123"/>
                </a:lnTo>
                <a:cubicBezTo>
                  <a:pt x="542925" y="495361"/>
                  <a:pt x="544830" y="491551"/>
                  <a:pt x="548640" y="488693"/>
                </a:cubicBezTo>
                <a:cubicBezTo>
                  <a:pt x="606743" y="438211"/>
                  <a:pt x="647700" y="371536"/>
                  <a:pt x="647700" y="296288"/>
                </a:cubicBezTo>
                <a:cubicBezTo>
                  <a:pt x="647700" y="280096"/>
                  <a:pt x="645795" y="264856"/>
                  <a:pt x="641985" y="249616"/>
                </a:cubicBezTo>
                <a:cubicBezTo>
                  <a:pt x="653415" y="245806"/>
                  <a:pt x="665798" y="242948"/>
                  <a:pt x="677228" y="242948"/>
                </a:cubicBezTo>
                <a:cubicBezTo>
                  <a:pt x="670560" y="253426"/>
                  <a:pt x="666750" y="264856"/>
                  <a:pt x="666750" y="277238"/>
                </a:cubicBezTo>
                <a:cubicBezTo>
                  <a:pt x="665798" y="296288"/>
                  <a:pt x="673418" y="314386"/>
                  <a:pt x="685800" y="327721"/>
                </a:cubicBezTo>
                <a:cubicBezTo>
                  <a:pt x="696278" y="338198"/>
                  <a:pt x="709613" y="344866"/>
                  <a:pt x="723900" y="344866"/>
                </a:cubicBezTo>
                <a:cubicBezTo>
                  <a:pt x="755333" y="344866"/>
                  <a:pt x="781050" y="315338"/>
                  <a:pt x="781050" y="278191"/>
                </a:cubicBezTo>
                <a:cubicBezTo>
                  <a:pt x="781050" y="260093"/>
                  <a:pt x="774383" y="243901"/>
                  <a:pt x="761048" y="231518"/>
                </a:cubicBezTo>
                <a:cubicBezTo>
                  <a:pt x="770573" y="229613"/>
                  <a:pt x="779145" y="228661"/>
                  <a:pt x="787718" y="229613"/>
                </a:cubicBezTo>
                <a:cubicBezTo>
                  <a:pt x="798195" y="231518"/>
                  <a:pt x="807720" y="223898"/>
                  <a:pt x="809625" y="213421"/>
                </a:cubicBezTo>
                <a:cubicBezTo>
                  <a:pt x="810578" y="202943"/>
                  <a:pt x="803910" y="193418"/>
                  <a:pt x="793433" y="191513"/>
                </a:cubicBezTo>
                <a:close/>
              </a:path>
            </a:pathLst>
          </a:custGeom>
          <a:solidFill>
            <a:schemeClr val="tx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nvGrpSpPr>
          <p:cNvPr id="230" name="Gruppieren 229">
            <a:extLst>
              <a:ext uri="{FF2B5EF4-FFF2-40B4-BE49-F238E27FC236}">
                <a16:creationId xmlns:a16="http://schemas.microsoft.com/office/drawing/2014/main" id="{A10FC675-59EC-BB22-1E62-F0585AF3C1B0}"/>
              </a:ext>
            </a:extLst>
          </p:cNvPr>
          <p:cNvGrpSpPr>
            <a:grpSpLocks noChangeAspect="1"/>
          </p:cNvGrpSpPr>
          <p:nvPr/>
        </p:nvGrpSpPr>
        <p:grpSpPr>
          <a:xfrm>
            <a:off x="2976271" y="884607"/>
            <a:ext cx="152400" cy="752475"/>
            <a:chOff x="1577335" y="4303618"/>
            <a:chExt cx="152400" cy="752475"/>
          </a:xfrm>
        </p:grpSpPr>
        <p:sp>
          <p:nvSpPr>
            <p:cNvPr id="228" name="Freihandform: Form 227">
              <a:extLst>
                <a:ext uri="{FF2B5EF4-FFF2-40B4-BE49-F238E27FC236}">
                  <a16:creationId xmlns:a16="http://schemas.microsoft.com/office/drawing/2014/main" id="{116AEAFF-D78E-DA19-5DD5-F75812AECBC2}"/>
                </a:ext>
              </a:extLst>
            </p:cNvPr>
            <p:cNvSpPr/>
            <p:nvPr/>
          </p:nvSpPr>
          <p:spPr>
            <a:xfrm>
              <a:off x="1599718" y="4303618"/>
              <a:ext cx="107632" cy="541877"/>
            </a:xfrm>
            <a:custGeom>
              <a:avLst/>
              <a:gdLst>
                <a:gd name="connsiteX0" fmla="*/ 0 w 107632"/>
                <a:gd name="connsiteY0" fmla="*/ 0 h 541877"/>
                <a:gd name="connsiteX1" fmla="*/ 107633 w 107632"/>
                <a:gd name="connsiteY1" fmla="*/ 0 h 541877"/>
                <a:gd name="connsiteX2" fmla="*/ 98679 w 107632"/>
                <a:gd name="connsiteY2" fmla="*/ 541877 h 541877"/>
                <a:gd name="connsiteX3" fmla="*/ 8954 w 107632"/>
                <a:gd name="connsiteY3" fmla="*/ 541877 h 541877"/>
                <a:gd name="connsiteX4" fmla="*/ 0 w 107632"/>
                <a:gd name="connsiteY4" fmla="*/ 0 h 5418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632" h="541877">
                  <a:moveTo>
                    <a:pt x="0" y="0"/>
                  </a:moveTo>
                  <a:lnTo>
                    <a:pt x="107633" y="0"/>
                  </a:lnTo>
                  <a:lnTo>
                    <a:pt x="98679" y="541877"/>
                  </a:lnTo>
                  <a:lnTo>
                    <a:pt x="8954" y="541877"/>
                  </a:lnTo>
                  <a:lnTo>
                    <a:pt x="0" y="0"/>
                  </a:ln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229" name="Freihandform: Form 228">
              <a:extLst>
                <a:ext uri="{FF2B5EF4-FFF2-40B4-BE49-F238E27FC236}">
                  <a16:creationId xmlns:a16="http://schemas.microsoft.com/office/drawing/2014/main" id="{4D70F058-8D5E-B7D8-5A0A-4BD888B8CFED}"/>
                </a:ext>
              </a:extLst>
            </p:cNvPr>
            <p:cNvSpPr/>
            <p:nvPr/>
          </p:nvSpPr>
          <p:spPr>
            <a:xfrm>
              <a:off x="1577335" y="4903693"/>
              <a:ext cx="152400" cy="152400"/>
            </a:xfrm>
            <a:custGeom>
              <a:avLst/>
              <a:gdLst>
                <a:gd name="connsiteX0" fmla="*/ 152400 w 152400"/>
                <a:gd name="connsiteY0" fmla="*/ 76200 h 152400"/>
                <a:gd name="connsiteX1" fmla="*/ 76200 w 152400"/>
                <a:gd name="connsiteY1" fmla="*/ 152400 h 152400"/>
                <a:gd name="connsiteX2" fmla="*/ 0 w 152400"/>
                <a:gd name="connsiteY2" fmla="*/ 76200 h 152400"/>
                <a:gd name="connsiteX3" fmla="*/ 76200 w 152400"/>
                <a:gd name="connsiteY3" fmla="*/ 0 h 152400"/>
                <a:gd name="connsiteX4" fmla="*/ 152400 w 152400"/>
                <a:gd name="connsiteY4" fmla="*/ 76200 h 152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400" h="152400">
                  <a:moveTo>
                    <a:pt x="152400" y="76200"/>
                  </a:moveTo>
                  <a:cubicBezTo>
                    <a:pt x="152400" y="118284"/>
                    <a:pt x="118284" y="152400"/>
                    <a:pt x="76200" y="152400"/>
                  </a:cubicBezTo>
                  <a:cubicBezTo>
                    <a:pt x="34116" y="152400"/>
                    <a:pt x="0" y="118284"/>
                    <a:pt x="0" y="76200"/>
                  </a:cubicBezTo>
                  <a:cubicBezTo>
                    <a:pt x="0" y="34116"/>
                    <a:pt x="34116" y="0"/>
                    <a:pt x="76200" y="0"/>
                  </a:cubicBezTo>
                  <a:cubicBezTo>
                    <a:pt x="118284" y="0"/>
                    <a:pt x="152400" y="34116"/>
                    <a:pt x="152400" y="76200"/>
                  </a:cubicBez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grpSp>
        <p:nvGrpSpPr>
          <p:cNvPr id="289" name="Gruppieren 288">
            <a:extLst>
              <a:ext uri="{FF2B5EF4-FFF2-40B4-BE49-F238E27FC236}">
                <a16:creationId xmlns:a16="http://schemas.microsoft.com/office/drawing/2014/main" id="{5633D124-F5D1-7B2F-7794-AD2DA588F8B8}"/>
              </a:ext>
            </a:extLst>
          </p:cNvPr>
          <p:cNvGrpSpPr>
            <a:grpSpLocks noChangeAspect="1"/>
          </p:cNvGrpSpPr>
          <p:nvPr/>
        </p:nvGrpSpPr>
        <p:grpSpPr>
          <a:xfrm>
            <a:off x="10724300" y="2363910"/>
            <a:ext cx="462806" cy="597169"/>
            <a:chOff x="10827711" y="3760117"/>
            <a:chExt cx="462806" cy="597169"/>
          </a:xfrm>
        </p:grpSpPr>
        <p:sp>
          <p:nvSpPr>
            <p:cNvPr id="278" name="Freihandform: Form 277">
              <a:extLst>
                <a:ext uri="{FF2B5EF4-FFF2-40B4-BE49-F238E27FC236}">
                  <a16:creationId xmlns:a16="http://schemas.microsoft.com/office/drawing/2014/main" id="{E59B409F-0598-A79D-56C0-1EEBE6D4D789}"/>
                </a:ext>
              </a:extLst>
            </p:cNvPr>
            <p:cNvSpPr/>
            <p:nvPr/>
          </p:nvSpPr>
          <p:spPr>
            <a:xfrm>
              <a:off x="10827711" y="3760117"/>
              <a:ext cx="462806" cy="597169"/>
            </a:xfrm>
            <a:custGeom>
              <a:avLst/>
              <a:gdLst>
                <a:gd name="connsiteX0" fmla="*/ 57150 w 590550"/>
                <a:gd name="connsiteY0" fmla="*/ 704850 h 762000"/>
                <a:gd name="connsiteX1" fmla="*/ 57150 w 590550"/>
                <a:gd name="connsiteY1" fmla="*/ 57150 h 762000"/>
                <a:gd name="connsiteX2" fmla="*/ 295275 w 590550"/>
                <a:gd name="connsiteY2" fmla="*/ 57150 h 762000"/>
                <a:gd name="connsiteX3" fmla="*/ 295275 w 590550"/>
                <a:gd name="connsiteY3" fmla="*/ 257175 h 762000"/>
                <a:gd name="connsiteX4" fmla="*/ 533400 w 590550"/>
                <a:gd name="connsiteY4" fmla="*/ 257175 h 762000"/>
                <a:gd name="connsiteX5" fmla="*/ 533400 w 590550"/>
                <a:gd name="connsiteY5" fmla="*/ 704850 h 762000"/>
                <a:gd name="connsiteX6" fmla="*/ 57150 w 590550"/>
                <a:gd name="connsiteY6" fmla="*/ 704850 h 762000"/>
                <a:gd name="connsiteX7" fmla="*/ 352425 w 590550"/>
                <a:gd name="connsiteY7" fmla="*/ 80963 h 762000"/>
                <a:gd name="connsiteX8" fmla="*/ 471488 w 590550"/>
                <a:gd name="connsiteY8" fmla="*/ 200025 h 762000"/>
                <a:gd name="connsiteX9" fmla="*/ 352425 w 590550"/>
                <a:gd name="connsiteY9" fmla="*/ 200025 h 762000"/>
                <a:gd name="connsiteX10" fmla="*/ 352425 w 590550"/>
                <a:gd name="connsiteY10" fmla="*/ 80963 h 762000"/>
                <a:gd name="connsiteX11" fmla="*/ 352425 w 590550"/>
                <a:gd name="connsiteY11" fmla="*/ 0 h 762000"/>
                <a:gd name="connsiteX12" fmla="*/ 0 w 590550"/>
                <a:gd name="connsiteY12" fmla="*/ 0 h 762000"/>
                <a:gd name="connsiteX13" fmla="*/ 0 w 590550"/>
                <a:gd name="connsiteY13" fmla="*/ 762000 h 762000"/>
                <a:gd name="connsiteX14" fmla="*/ 590550 w 590550"/>
                <a:gd name="connsiteY14" fmla="*/ 762000 h 762000"/>
                <a:gd name="connsiteX15" fmla="*/ 590550 w 590550"/>
                <a:gd name="connsiteY15" fmla="*/ 209550 h 762000"/>
                <a:gd name="connsiteX16" fmla="*/ 352425 w 590550"/>
                <a:gd name="connsiteY16" fmla="*/ 0 h 76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90550" h="762000">
                  <a:moveTo>
                    <a:pt x="57150" y="704850"/>
                  </a:moveTo>
                  <a:lnTo>
                    <a:pt x="57150" y="57150"/>
                  </a:lnTo>
                  <a:lnTo>
                    <a:pt x="295275" y="57150"/>
                  </a:lnTo>
                  <a:lnTo>
                    <a:pt x="295275" y="257175"/>
                  </a:lnTo>
                  <a:lnTo>
                    <a:pt x="533400" y="257175"/>
                  </a:lnTo>
                  <a:lnTo>
                    <a:pt x="533400" y="704850"/>
                  </a:lnTo>
                  <a:lnTo>
                    <a:pt x="57150" y="704850"/>
                  </a:lnTo>
                  <a:close/>
                  <a:moveTo>
                    <a:pt x="352425" y="80963"/>
                  </a:moveTo>
                  <a:lnTo>
                    <a:pt x="471488" y="200025"/>
                  </a:lnTo>
                  <a:lnTo>
                    <a:pt x="352425" y="200025"/>
                  </a:lnTo>
                  <a:lnTo>
                    <a:pt x="352425" y="80963"/>
                  </a:lnTo>
                  <a:close/>
                  <a:moveTo>
                    <a:pt x="352425" y="0"/>
                  </a:moveTo>
                  <a:lnTo>
                    <a:pt x="0" y="0"/>
                  </a:lnTo>
                  <a:lnTo>
                    <a:pt x="0" y="762000"/>
                  </a:lnTo>
                  <a:lnTo>
                    <a:pt x="590550" y="762000"/>
                  </a:lnTo>
                  <a:lnTo>
                    <a:pt x="590550" y="209550"/>
                  </a:lnTo>
                  <a:lnTo>
                    <a:pt x="352425" y="0"/>
                  </a:lnTo>
                  <a:close/>
                </a:path>
              </a:pathLst>
            </a:custGeom>
            <a:solidFill>
              <a:schemeClr val="tx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279" name="Freihandform: Form 278">
              <a:extLst>
                <a:ext uri="{FF2B5EF4-FFF2-40B4-BE49-F238E27FC236}">
                  <a16:creationId xmlns:a16="http://schemas.microsoft.com/office/drawing/2014/main" id="{384D9AEC-9ABC-E76F-E7D7-353CA1062344}"/>
                </a:ext>
              </a:extLst>
            </p:cNvPr>
            <p:cNvSpPr/>
            <p:nvPr/>
          </p:nvSpPr>
          <p:spPr>
            <a:xfrm>
              <a:off x="10917286" y="4036308"/>
              <a:ext cx="283655" cy="29858"/>
            </a:xfrm>
            <a:custGeom>
              <a:avLst/>
              <a:gdLst>
                <a:gd name="connsiteX0" fmla="*/ 0 w 361950"/>
                <a:gd name="connsiteY0" fmla="*/ 0 h 38100"/>
                <a:gd name="connsiteX1" fmla="*/ 361950 w 361950"/>
                <a:gd name="connsiteY1" fmla="*/ 0 h 38100"/>
                <a:gd name="connsiteX2" fmla="*/ 361950 w 361950"/>
                <a:gd name="connsiteY2" fmla="*/ 38100 h 38100"/>
                <a:gd name="connsiteX3" fmla="*/ 0 w 361950"/>
                <a:gd name="connsiteY3" fmla="*/ 38100 h 38100"/>
              </a:gdLst>
              <a:ahLst/>
              <a:cxnLst>
                <a:cxn ang="0">
                  <a:pos x="connsiteX0" y="connsiteY0"/>
                </a:cxn>
                <a:cxn ang="0">
                  <a:pos x="connsiteX1" y="connsiteY1"/>
                </a:cxn>
                <a:cxn ang="0">
                  <a:pos x="connsiteX2" y="connsiteY2"/>
                </a:cxn>
                <a:cxn ang="0">
                  <a:pos x="connsiteX3" y="connsiteY3"/>
                </a:cxn>
              </a:cxnLst>
              <a:rect l="l" t="t" r="r" b="b"/>
              <a:pathLst>
                <a:path w="361950" h="38100">
                  <a:moveTo>
                    <a:pt x="0" y="0"/>
                  </a:moveTo>
                  <a:lnTo>
                    <a:pt x="361950" y="0"/>
                  </a:lnTo>
                  <a:lnTo>
                    <a:pt x="361950" y="38100"/>
                  </a:lnTo>
                  <a:lnTo>
                    <a:pt x="0" y="38100"/>
                  </a:ln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284" name="Freihandform: Form 283">
              <a:extLst>
                <a:ext uri="{FF2B5EF4-FFF2-40B4-BE49-F238E27FC236}">
                  <a16:creationId xmlns:a16="http://schemas.microsoft.com/office/drawing/2014/main" id="{138C18F9-FBBF-AD09-94BB-7A584FDC8072}"/>
                </a:ext>
              </a:extLst>
            </p:cNvPr>
            <p:cNvSpPr/>
            <p:nvPr/>
          </p:nvSpPr>
          <p:spPr>
            <a:xfrm>
              <a:off x="10917286" y="4096025"/>
              <a:ext cx="283655" cy="29858"/>
            </a:xfrm>
            <a:custGeom>
              <a:avLst/>
              <a:gdLst>
                <a:gd name="connsiteX0" fmla="*/ 0 w 361950"/>
                <a:gd name="connsiteY0" fmla="*/ 0 h 38100"/>
                <a:gd name="connsiteX1" fmla="*/ 361950 w 361950"/>
                <a:gd name="connsiteY1" fmla="*/ 0 h 38100"/>
                <a:gd name="connsiteX2" fmla="*/ 361950 w 361950"/>
                <a:gd name="connsiteY2" fmla="*/ 38100 h 38100"/>
                <a:gd name="connsiteX3" fmla="*/ 0 w 361950"/>
                <a:gd name="connsiteY3" fmla="*/ 38100 h 38100"/>
              </a:gdLst>
              <a:ahLst/>
              <a:cxnLst>
                <a:cxn ang="0">
                  <a:pos x="connsiteX0" y="connsiteY0"/>
                </a:cxn>
                <a:cxn ang="0">
                  <a:pos x="connsiteX1" y="connsiteY1"/>
                </a:cxn>
                <a:cxn ang="0">
                  <a:pos x="connsiteX2" y="connsiteY2"/>
                </a:cxn>
                <a:cxn ang="0">
                  <a:pos x="connsiteX3" y="connsiteY3"/>
                </a:cxn>
              </a:cxnLst>
              <a:rect l="l" t="t" r="r" b="b"/>
              <a:pathLst>
                <a:path w="361950" h="38100">
                  <a:moveTo>
                    <a:pt x="0" y="0"/>
                  </a:moveTo>
                  <a:lnTo>
                    <a:pt x="361950" y="0"/>
                  </a:lnTo>
                  <a:lnTo>
                    <a:pt x="361950" y="38100"/>
                  </a:lnTo>
                  <a:lnTo>
                    <a:pt x="0" y="38100"/>
                  </a:ln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285" name="Freihandform: Form 284">
              <a:extLst>
                <a:ext uri="{FF2B5EF4-FFF2-40B4-BE49-F238E27FC236}">
                  <a16:creationId xmlns:a16="http://schemas.microsoft.com/office/drawing/2014/main" id="{CFE53F4E-0469-CE03-8E37-2F26605E1362}"/>
                </a:ext>
              </a:extLst>
            </p:cNvPr>
            <p:cNvSpPr/>
            <p:nvPr/>
          </p:nvSpPr>
          <p:spPr>
            <a:xfrm>
              <a:off x="10917286" y="4155741"/>
              <a:ext cx="283655" cy="29858"/>
            </a:xfrm>
            <a:custGeom>
              <a:avLst/>
              <a:gdLst>
                <a:gd name="connsiteX0" fmla="*/ 0 w 361950"/>
                <a:gd name="connsiteY0" fmla="*/ 0 h 38100"/>
                <a:gd name="connsiteX1" fmla="*/ 361950 w 361950"/>
                <a:gd name="connsiteY1" fmla="*/ 0 h 38100"/>
                <a:gd name="connsiteX2" fmla="*/ 361950 w 361950"/>
                <a:gd name="connsiteY2" fmla="*/ 38100 h 38100"/>
                <a:gd name="connsiteX3" fmla="*/ 0 w 361950"/>
                <a:gd name="connsiteY3" fmla="*/ 38100 h 38100"/>
              </a:gdLst>
              <a:ahLst/>
              <a:cxnLst>
                <a:cxn ang="0">
                  <a:pos x="connsiteX0" y="connsiteY0"/>
                </a:cxn>
                <a:cxn ang="0">
                  <a:pos x="connsiteX1" y="connsiteY1"/>
                </a:cxn>
                <a:cxn ang="0">
                  <a:pos x="connsiteX2" y="connsiteY2"/>
                </a:cxn>
                <a:cxn ang="0">
                  <a:pos x="connsiteX3" y="connsiteY3"/>
                </a:cxn>
              </a:cxnLst>
              <a:rect l="l" t="t" r="r" b="b"/>
              <a:pathLst>
                <a:path w="361950" h="38100">
                  <a:moveTo>
                    <a:pt x="0" y="0"/>
                  </a:moveTo>
                  <a:lnTo>
                    <a:pt x="361950" y="0"/>
                  </a:lnTo>
                  <a:lnTo>
                    <a:pt x="361950" y="38100"/>
                  </a:lnTo>
                  <a:lnTo>
                    <a:pt x="0" y="38100"/>
                  </a:ln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286" name="Freihandform: Form 285">
              <a:extLst>
                <a:ext uri="{FF2B5EF4-FFF2-40B4-BE49-F238E27FC236}">
                  <a16:creationId xmlns:a16="http://schemas.microsoft.com/office/drawing/2014/main" id="{BCE9EDA8-F014-2E95-449E-EF8340F0C11B}"/>
                </a:ext>
              </a:extLst>
            </p:cNvPr>
            <p:cNvSpPr/>
            <p:nvPr/>
          </p:nvSpPr>
          <p:spPr>
            <a:xfrm>
              <a:off x="10917286" y="4215458"/>
              <a:ext cx="283655" cy="29858"/>
            </a:xfrm>
            <a:custGeom>
              <a:avLst/>
              <a:gdLst>
                <a:gd name="connsiteX0" fmla="*/ 0 w 361950"/>
                <a:gd name="connsiteY0" fmla="*/ 0 h 38100"/>
                <a:gd name="connsiteX1" fmla="*/ 361950 w 361950"/>
                <a:gd name="connsiteY1" fmla="*/ 0 h 38100"/>
                <a:gd name="connsiteX2" fmla="*/ 361950 w 361950"/>
                <a:gd name="connsiteY2" fmla="*/ 38100 h 38100"/>
                <a:gd name="connsiteX3" fmla="*/ 0 w 361950"/>
                <a:gd name="connsiteY3" fmla="*/ 38100 h 38100"/>
              </a:gdLst>
              <a:ahLst/>
              <a:cxnLst>
                <a:cxn ang="0">
                  <a:pos x="connsiteX0" y="connsiteY0"/>
                </a:cxn>
                <a:cxn ang="0">
                  <a:pos x="connsiteX1" y="connsiteY1"/>
                </a:cxn>
                <a:cxn ang="0">
                  <a:pos x="connsiteX2" y="connsiteY2"/>
                </a:cxn>
                <a:cxn ang="0">
                  <a:pos x="connsiteX3" y="connsiteY3"/>
                </a:cxn>
              </a:cxnLst>
              <a:rect l="l" t="t" r="r" b="b"/>
              <a:pathLst>
                <a:path w="361950" h="38100">
                  <a:moveTo>
                    <a:pt x="0" y="0"/>
                  </a:moveTo>
                  <a:lnTo>
                    <a:pt x="361950" y="0"/>
                  </a:lnTo>
                  <a:lnTo>
                    <a:pt x="361950" y="38100"/>
                  </a:lnTo>
                  <a:lnTo>
                    <a:pt x="0" y="38100"/>
                  </a:ln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grpSp>
        <p:nvGrpSpPr>
          <p:cNvPr id="121" name="Gruppieren 120">
            <a:extLst>
              <a:ext uri="{FF2B5EF4-FFF2-40B4-BE49-F238E27FC236}">
                <a16:creationId xmlns:a16="http://schemas.microsoft.com/office/drawing/2014/main" id="{A4E4A0FD-9260-03D4-B726-BB94D0E7E5CD}"/>
              </a:ext>
            </a:extLst>
          </p:cNvPr>
          <p:cNvGrpSpPr>
            <a:grpSpLocks noChangeAspect="1"/>
          </p:cNvGrpSpPr>
          <p:nvPr/>
        </p:nvGrpSpPr>
        <p:grpSpPr>
          <a:xfrm>
            <a:off x="9402702" y="2341708"/>
            <a:ext cx="620121" cy="612792"/>
            <a:chOff x="2084641" y="2069138"/>
            <a:chExt cx="2114783" cy="2089790"/>
          </a:xfrm>
        </p:grpSpPr>
        <p:grpSp>
          <p:nvGrpSpPr>
            <p:cNvPr id="202" name="Gruppieren 201">
              <a:extLst>
                <a:ext uri="{FF2B5EF4-FFF2-40B4-BE49-F238E27FC236}">
                  <a16:creationId xmlns:a16="http://schemas.microsoft.com/office/drawing/2014/main" id="{5D50ACF0-D7BA-F63D-1221-5BCAD4F1E181}"/>
                </a:ext>
              </a:extLst>
            </p:cNvPr>
            <p:cNvGrpSpPr/>
            <p:nvPr/>
          </p:nvGrpSpPr>
          <p:grpSpPr>
            <a:xfrm>
              <a:off x="2084641" y="2069138"/>
              <a:ext cx="1619587" cy="2089790"/>
              <a:chOff x="2084641" y="2069138"/>
              <a:chExt cx="1619587" cy="2089790"/>
            </a:xfrm>
          </p:grpSpPr>
          <p:sp>
            <p:nvSpPr>
              <p:cNvPr id="287" name="Freihandform: Form 286">
                <a:extLst>
                  <a:ext uri="{FF2B5EF4-FFF2-40B4-BE49-F238E27FC236}">
                    <a16:creationId xmlns:a16="http://schemas.microsoft.com/office/drawing/2014/main" id="{8BD06E6A-2F78-4977-CDAF-FB76A33D7D4B}"/>
                  </a:ext>
                </a:extLst>
              </p:cNvPr>
              <p:cNvSpPr/>
              <p:nvPr/>
            </p:nvSpPr>
            <p:spPr>
              <a:xfrm>
                <a:off x="2084641" y="2069138"/>
                <a:ext cx="1619587" cy="2089790"/>
              </a:xfrm>
              <a:custGeom>
                <a:avLst/>
                <a:gdLst>
                  <a:gd name="connsiteX0" fmla="*/ 156734 w 1619587"/>
                  <a:gd name="connsiteY0" fmla="*/ 1933057 h 2089790"/>
                  <a:gd name="connsiteX1" fmla="*/ 156734 w 1619587"/>
                  <a:gd name="connsiteY1" fmla="*/ 156734 h 2089790"/>
                  <a:gd name="connsiteX2" fmla="*/ 809794 w 1619587"/>
                  <a:gd name="connsiteY2" fmla="*/ 156734 h 2089790"/>
                  <a:gd name="connsiteX3" fmla="*/ 809794 w 1619587"/>
                  <a:gd name="connsiteY3" fmla="*/ 705304 h 2089790"/>
                  <a:gd name="connsiteX4" fmla="*/ 1462854 w 1619587"/>
                  <a:gd name="connsiteY4" fmla="*/ 705304 h 2089790"/>
                  <a:gd name="connsiteX5" fmla="*/ 1462854 w 1619587"/>
                  <a:gd name="connsiteY5" fmla="*/ 1933057 h 2089790"/>
                  <a:gd name="connsiteX6" fmla="*/ 156734 w 1619587"/>
                  <a:gd name="connsiteY6" fmla="*/ 1933057 h 2089790"/>
                  <a:gd name="connsiteX7" fmla="*/ 966528 w 1619587"/>
                  <a:gd name="connsiteY7" fmla="*/ 222040 h 2089790"/>
                  <a:gd name="connsiteX8" fmla="*/ 1293058 w 1619587"/>
                  <a:gd name="connsiteY8" fmla="*/ 548570 h 2089790"/>
                  <a:gd name="connsiteX9" fmla="*/ 966528 w 1619587"/>
                  <a:gd name="connsiteY9" fmla="*/ 548570 h 2089790"/>
                  <a:gd name="connsiteX10" fmla="*/ 966528 w 1619587"/>
                  <a:gd name="connsiteY10" fmla="*/ 222040 h 2089790"/>
                  <a:gd name="connsiteX11" fmla="*/ 966528 w 1619587"/>
                  <a:gd name="connsiteY11" fmla="*/ 0 h 2089790"/>
                  <a:gd name="connsiteX12" fmla="*/ 0 w 1619587"/>
                  <a:gd name="connsiteY12" fmla="*/ 0 h 2089790"/>
                  <a:gd name="connsiteX13" fmla="*/ 0 w 1619587"/>
                  <a:gd name="connsiteY13" fmla="*/ 2089791 h 2089790"/>
                  <a:gd name="connsiteX14" fmla="*/ 1619588 w 1619587"/>
                  <a:gd name="connsiteY14" fmla="*/ 2089791 h 2089790"/>
                  <a:gd name="connsiteX15" fmla="*/ 1619588 w 1619587"/>
                  <a:gd name="connsiteY15" fmla="*/ 574693 h 2089790"/>
                  <a:gd name="connsiteX16" fmla="*/ 966528 w 1619587"/>
                  <a:gd name="connsiteY16" fmla="*/ 0 h 2089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19587" h="2089790">
                    <a:moveTo>
                      <a:pt x="156734" y="1933057"/>
                    </a:moveTo>
                    <a:lnTo>
                      <a:pt x="156734" y="156734"/>
                    </a:lnTo>
                    <a:lnTo>
                      <a:pt x="809794" y="156734"/>
                    </a:lnTo>
                    <a:lnTo>
                      <a:pt x="809794" y="705304"/>
                    </a:lnTo>
                    <a:lnTo>
                      <a:pt x="1462854" y="705304"/>
                    </a:lnTo>
                    <a:lnTo>
                      <a:pt x="1462854" y="1933057"/>
                    </a:lnTo>
                    <a:lnTo>
                      <a:pt x="156734" y="1933057"/>
                    </a:lnTo>
                    <a:close/>
                    <a:moveTo>
                      <a:pt x="966528" y="222040"/>
                    </a:moveTo>
                    <a:lnTo>
                      <a:pt x="1293058" y="548570"/>
                    </a:lnTo>
                    <a:lnTo>
                      <a:pt x="966528" y="548570"/>
                    </a:lnTo>
                    <a:lnTo>
                      <a:pt x="966528" y="222040"/>
                    </a:lnTo>
                    <a:close/>
                    <a:moveTo>
                      <a:pt x="966528" y="0"/>
                    </a:moveTo>
                    <a:lnTo>
                      <a:pt x="0" y="0"/>
                    </a:lnTo>
                    <a:lnTo>
                      <a:pt x="0" y="2089791"/>
                    </a:lnTo>
                    <a:lnTo>
                      <a:pt x="1619588" y="2089791"/>
                    </a:lnTo>
                    <a:lnTo>
                      <a:pt x="1619588" y="574693"/>
                    </a:lnTo>
                    <a:lnTo>
                      <a:pt x="966528" y="0"/>
                    </a:lnTo>
                    <a:close/>
                  </a:path>
                </a:pathLst>
              </a:custGeom>
              <a:solidFill>
                <a:schemeClr val="accent3"/>
              </a:solidFill>
              <a:ln w="2609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309" name="Freihandform: Form 308">
                <a:extLst>
                  <a:ext uri="{FF2B5EF4-FFF2-40B4-BE49-F238E27FC236}">
                    <a16:creationId xmlns:a16="http://schemas.microsoft.com/office/drawing/2014/main" id="{22A1E5CE-F815-658B-56F6-F7D5BA037684}"/>
                  </a:ext>
                </a:extLst>
              </p:cNvPr>
              <p:cNvSpPr/>
              <p:nvPr/>
            </p:nvSpPr>
            <p:spPr>
              <a:xfrm>
                <a:off x="2398110" y="3035666"/>
                <a:ext cx="992650" cy="104489"/>
              </a:xfrm>
              <a:custGeom>
                <a:avLst/>
                <a:gdLst>
                  <a:gd name="connsiteX0" fmla="*/ 0 w 992650"/>
                  <a:gd name="connsiteY0" fmla="*/ 0 h 104489"/>
                  <a:gd name="connsiteX1" fmla="*/ 992651 w 992650"/>
                  <a:gd name="connsiteY1" fmla="*/ 0 h 104489"/>
                  <a:gd name="connsiteX2" fmla="*/ 992651 w 992650"/>
                  <a:gd name="connsiteY2" fmla="*/ 104490 h 104489"/>
                  <a:gd name="connsiteX3" fmla="*/ 0 w 992650"/>
                  <a:gd name="connsiteY3" fmla="*/ 104490 h 104489"/>
                </a:gdLst>
                <a:ahLst/>
                <a:cxnLst>
                  <a:cxn ang="0">
                    <a:pos x="connsiteX0" y="connsiteY0"/>
                  </a:cxn>
                  <a:cxn ang="0">
                    <a:pos x="connsiteX1" y="connsiteY1"/>
                  </a:cxn>
                  <a:cxn ang="0">
                    <a:pos x="connsiteX2" y="connsiteY2"/>
                  </a:cxn>
                  <a:cxn ang="0">
                    <a:pos x="connsiteX3" y="connsiteY3"/>
                  </a:cxn>
                </a:cxnLst>
                <a:rect l="l" t="t" r="r" b="b"/>
                <a:pathLst>
                  <a:path w="992650" h="104489">
                    <a:moveTo>
                      <a:pt x="0" y="0"/>
                    </a:moveTo>
                    <a:lnTo>
                      <a:pt x="992651" y="0"/>
                    </a:lnTo>
                    <a:lnTo>
                      <a:pt x="992651" y="104490"/>
                    </a:lnTo>
                    <a:lnTo>
                      <a:pt x="0" y="104490"/>
                    </a:lnTo>
                    <a:close/>
                  </a:path>
                </a:pathLst>
              </a:custGeom>
              <a:solidFill>
                <a:schemeClr val="tx1"/>
              </a:solidFill>
              <a:ln w="2609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310" name="Freihandform: Form 309">
                <a:extLst>
                  <a:ext uri="{FF2B5EF4-FFF2-40B4-BE49-F238E27FC236}">
                    <a16:creationId xmlns:a16="http://schemas.microsoft.com/office/drawing/2014/main" id="{0127F296-59FF-6287-C6F3-BBA5E3074597}"/>
                  </a:ext>
                </a:extLst>
              </p:cNvPr>
              <p:cNvSpPr/>
              <p:nvPr/>
            </p:nvSpPr>
            <p:spPr>
              <a:xfrm>
                <a:off x="2398110" y="2826687"/>
                <a:ext cx="339591" cy="104489"/>
              </a:xfrm>
              <a:custGeom>
                <a:avLst/>
                <a:gdLst>
                  <a:gd name="connsiteX0" fmla="*/ 0 w 339591"/>
                  <a:gd name="connsiteY0" fmla="*/ 0 h 104489"/>
                  <a:gd name="connsiteX1" fmla="*/ 339591 w 339591"/>
                  <a:gd name="connsiteY1" fmla="*/ 0 h 104489"/>
                  <a:gd name="connsiteX2" fmla="*/ 339591 w 339591"/>
                  <a:gd name="connsiteY2" fmla="*/ 104490 h 104489"/>
                  <a:gd name="connsiteX3" fmla="*/ 0 w 339591"/>
                  <a:gd name="connsiteY3" fmla="*/ 104490 h 104489"/>
                </a:gdLst>
                <a:ahLst/>
                <a:cxnLst>
                  <a:cxn ang="0">
                    <a:pos x="connsiteX0" y="connsiteY0"/>
                  </a:cxn>
                  <a:cxn ang="0">
                    <a:pos x="connsiteX1" y="connsiteY1"/>
                  </a:cxn>
                  <a:cxn ang="0">
                    <a:pos x="connsiteX2" y="connsiteY2"/>
                  </a:cxn>
                  <a:cxn ang="0">
                    <a:pos x="connsiteX3" y="connsiteY3"/>
                  </a:cxn>
                </a:cxnLst>
                <a:rect l="l" t="t" r="r" b="b"/>
                <a:pathLst>
                  <a:path w="339591" h="104489">
                    <a:moveTo>
                      <a:pt x="0" y="0"/>
                    </a:moveTo>
                    <a:lnTo>
                      <a:pt x="339591" y="0"/>
                    </a:lnTo>
                    <a:lnTo>
                      <a:pt x="339591" y="104490"/>
                    </a:lnTo>
                    <a:lnTo>
                      <a:pt x="0" y="104490"/>
                    </a:lnTo>
                    <a:close/>
                  </a:path>
                </a:pathLst>
              </a:custGeom>
              <a:solidFill>
                <a:schemeClr val="tx1"/>
              </a:solidFill>
              <a:ln w="2609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311" name="Freihandform: Form 310">
                <a:extLst>
                  <a:ext uri="{FF2B5EF4-FFF2-40B4-BE49-F238E27FC236}">
                    <a16:creationId xmlns:a16="http://schemas.microsoft.com/office/drawing/2014/main" id="{F8FEF601-1D15-393D-9757-0D090622E915}"/>
                  </a:ext>
                </a:extLst>
              </p:cNvPr>
              <p:cNvSpPr/>
              <p:nvPr/>
            </p:nvSpPr>
            <p:spPr>
              <a:xfrm>
                <a:off x="2398110" y="3244645"/>
                <a:ext cx="992650" cy="104489"/>
              </a:xfrm>
              <a:custGeom>
                <a:avLst/>
                <a:gdLst>
                  <a:gd name="connsiteX0" fmla="*/ 0 w 992650"/>
                  <a:gd name="connsiteY0" fmla="*/ 0 h 104489"/>
                  <a:gd name="connsiteX1" fmla="*/ 992651 w 992650"/>
                  <a:gd name="connsiteY1" fmla="*/ 0 h 104489"/>
                  <a:gd name="connsiteX2" fmla="*/ 992651 w 992650"/>
                  <a:gd name="connsiteY2" fmla="*/ 104490 h 104489"/>
                  <a:gd name="connsiteX3" fmla="*/ 0 w 992650"/>
                  <a:gd name="connsiteY3" fmla="*/ 104490 h 104489"/>
                </a:gdLst>
                <a:ahLst/>
                <a:cxnLst>
                  <a:cxn ang="0">
                    <a:pos x="connsiteX0" y="connsiteY0"/>
                  </a:cxn>
                  <a:cxn ang="0">
                    <a:pos x="connsiteX1" y="connsiteY1"/>
                  </a:cxn>
                  <a:cxn ang="0">
                    <a:pos x="connsiteX2" y="connsiteY2"/>
                  </a:cxn>
                  <a:cxn ang="0">
                    <a:pos x="connsiteX3" y="connsiteY3"/>
                  </a:cxn>
                </a:cxnLst>
                <a:rect l="l" t="t" r="r" b="b"/>
                <a:pathLst>
                  <a:path w="992650" h="104489">
                    <a:moveTo>
                      <a:pt x="0" y="0"/>
                    </a:moveTo>
                    <a:lnTo>
                      <a:pt x="992651" y="0"/>
                    </a:lnTo>
                    <a:lnTo>
                      <a:pt x="992651" y="104490"/>
                    </a:lnTo>
                    <a:lnTo>
                      <a:pt x="0" y="104490"/>
                    </a:lnTo>
                    <a:close/>
                  </a:path>
                </a:pathLst>
              </a:custGeom>
              <a:solidFill>
                <a:schemeClr val="tx1"/>
              </a:solidFill>
              <a:ln w="2609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312" name="Freihandform: Form 311">
                <a:extLst>
                  <a:ext uri="{FF2B5EF4-FFF2-40B4-BE49-F238E27FC236}">
                    <a16:creationId xmlns:a16="http://schemas.microsoft.com/office/drawing/2014/main" id="{B754D2B9-4F57-1E8F-C664-BCB7D34DEC42}"/>
                  </a:ext>
                </a:extLst>
              </p:cNvPr>
              <p:cNvSpPr/>
              <p:nvPr/>
            </p:nvSpPr>
            <p:spPr>
              <a:xfrm>
                <a:off x="2398110" y="3453624"/>
                <a:ext cx="992650" cy="104489"/>
              </a:xfrm>
              <a:custGeom>
                <a:avLst/>
                <a:gdLst>
                  <a:gd name="connsiteX0" fmla="*/ 0 w 992650"/>
                  <a:gd name="connsiteY0" fmla="*/ 0 h 104489"/>
                  <a:gd name="connsiteX1" fmla="*/ 992651 w 992650"/>
                  <a:gd name="connsiteY1" fmla="*/ 0 h 104489"/>
                  <a:gd name="connsiteX2" fmla="*/ 992651 w 992650"/>
                  <a:gd name="connsiteY2" fmla="*/ 104490 h 104489"/>
                  <a:gd name="connsiteX3" fmla="*/ 0 w 992650"/>
                  <a:gd name="connsiteY3" fmla="*/ 104490 h 104489"/>
                </a:gdLst>
                <a:ahLst/>
                <a:cxnLst>
                  <a:cxn ang="0">
                    <a:pos x="connsiteX0" y="connsiteY0"/>
                  </a:cxn>
                  <a:cxn ang="0">
                    <a:pos x="connsiteX1" y="connsiteY1"/>
                  </a:cxn>
                  <a:cxn ang="0">
                    <a:pos x="connsiteX2" y="connsiteY2"/>
                  </a:cxn>
                  <a:cxn ang="0">
                    <a:pos x="connsiteX3" y="connsiteY3"/>
                  </a:cxn>
                </a:cxnLst>
                <a:rect l="l" t="t" r="r" b="b"/>
                <a:pathLst>
                  <a:path w="992650" h="104489">
                    <a:moveTo>
                      <a:pt x="0" y="0"/>
                    </a:moveTo>
                    <a:lnTo>
                      <a:pt x="992651" y="0"/>
                    </a:lnTo>
                    <a:lnTo>
                      <a:pt x="992651" y="104490"/>
                    </a:lnTo>
                    <a:lnTo>
                      <a:pt x="0" y="104490"/>
                    </a:lnTo>
                    <a:close/>
                  </a:path>
                </a:pathLst>
              </a:custGeom>
              <a:solidFill>
                <a:schemeClr val="tx1"/>
              </a:solidFill>
              <a:ln w="2609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313" name="Freihandform: Form 312">
                <a:extLst>
                  <a:ext uri="{FF2B5EF4-FFF2-40B4-BE49-F238E27FC236}">
                    <a16:creationId xmlns:a16="http://schemas.microsoft.com/office/drawing/2014/main" id="{DF7EB4A2-DAB7-77E1-0143-479229B8CC2E}"/>
                  </a:ext>
                </a:extLst>
              </p:cNvPr>
              <p:cNvSpPr/>
              <p:nvPr/>
            </p:nvSpPr>
            <p:spPr>
              <a:xfrm>
                <a:off x="2398110" y="3662603"/>
                <a:ext cx="992650" cy="104489"/>
              </a:xfrm>
              <a:custGeom>
                <a:avLst/>
                <a:gdLst>
                  <a:gd name="connsiteX0" fmla="*/ 0 w 992650"/>
                  <a:gd name="connsiteY0" fmla="*/ 0 h 104489"/>
                  <a:gd name="connsiteX1" fmla="*/ 992651 w 992650"/>
                  <a:gd name="connsiteY1" fmla="*/ 0 h 104489"/>
                  <a:gd name="connsiteX2" fmla="*/ 992651 w 992650"/>
                  <a:gd name="connsiteY2" fmla="*/ 104490 h 104489"/>
                  <a:gd name="connsiteX3" fmla="*/ 0 w 992650"/>
                  <a:gd name="connsiteY3" fmla="*/ 104490 h 104489"/>
                </a:gdLst>
                <a:ahLst/>
                <a:cxnLst>
                  <a:cxn ang="0">
                    <a:pos x="connsiteX0" y="connsiteY0"/>
                  </a:cxn>
                  <a:cxn ang="0">
                    <a:pos x="connsiteX1" y="connsiteY1"/>
                  </a:cxn>
                  <a:cxn ang="0">
                    <a:pos x="connsiteX2" y="connsiteY2"/>
                  </a:cxn>
                  <a:cxn ang="0">
                    <a:pos x="connsiteX3" y="connsiteY3"/>
                  </a:cxn>
                </a:cxnLst>
                <a:rect l="l" t="t" r="r" b="b"/>
                <a:pathLst>
                  <a:path w="992650" h="104489">
                    <a:moveTo>
                      <a:pt x="0" y="0"/>
                    </a:moveTo>
                    <a:lnTo>
                      <a:pt x="992651" y="0"/>
                    </a:lnTo>
                    <a:lnTo>
                      <a:pt x="992651" y="104490"/>
                    </a:lnTo>
                    <a:lnTo>
                      <a:pt x="0" y="104490"/>
                    </a:lnTo>
                    <a:close/>
                  </a:path>
                </a:pathLst>
              </a:custGeom>
              <a:solidFill>
                <a:schemeClr val="tx1"/>
              </a:solidFill>
              <a:ln w="2609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grpSp>
          <p:nvGrpSpPr>
            <p:cNvPr id="203" name="Gruppieren 202">
              <a:extLst>
                <a:ext uri="{FF2B5EF4-FFF2-40B4-BE49-F238E27FC236}">
                  <a16:creationId xmlns:a16="http://schemas.microsoft.com/office/drawing/2014/main" id="{D59C7BD6-C8C3-CCD1-0AC0-34A8C50F169D}"/>
                </a:ext>
              </a:extLst>
            </p:cNvPr>
            <p:cNvGrpSpPr/>
            <p:nvPr/>
          </p:nvGrpSpPr>
          <p:grpSpPr>
            <a:xfrm>
              <a:off x="3390760" y="3083268"/>
              <a:ext cx="808664" cy="802954"/>
              <a:chOff x="3786281" y="2257834"/>
              <a:chExt cx="808664" cy="802954"/>
            </a:xfrm>
          </p:grpSpPr>
          <p:sp>
            <p:nvSpPr>
              <p:cNvPr id="207" name="Freihandform: Form 206">
                <a:extLst>
                  <a:ext uri="{FF2B5EF4-FFF2-40B4-BE49-F238E27FC236}">
                    <a16:creationId xmlns:a16="http://schemas.microsoft.com/office/drawing/2014/main" id="{04636808-774C-72EC-87EB-A23CFF979B3C}"/>
                  </a:ext>
                </a:extLst>
              </p:cNvPr>
              <p:cNvSpPr/>
              <p:nvPr/>
            </p:nvSpPr>
            <p:spPr>
              <a:xfrm>
                <a:off x="4220016" y="2257834"/>
                <a:ext cx="374929" cy="369671"/>
              </a:xfrm>
              <a:custGeom>
                <a:avLst/>
                <a:gdLst>
                  <a:gd name="connsiteX0" fmla="*/ 360074 w 374929"/>
                  <a:gd name="connsiteY0" fmla="*/ 114783 h 369671"/>
                  <a:gd name="connsiteX1" fmla="*/ 347748 w 374929"/>
                  <a:gd name="connsiteY1" fmla="*/ 102458 h 369671"/>
                  <a:gd name="connsiteX2" fmla="*/ 366874 w 374929"/>
                  <a:gd name="connsiteY2" fmla="*/ 82455 h 369671"/>
                  <a:gd name="connsiteX3" fmla="*/ 353178 w 374929"/>
                  <a:gd name="connsiteY3" fmla="*/ 21009 h 369671"/>
                  <a:gd name="connsiteX4" fmla="*/ 289503 w 374929"/>
                  <a:gd name="connsiteY4" fmla="*/ 7065 h 369671"/>
                  <a:gd name="connsiteX5" fmla="*/ 0 w 374929"/>
                  <a:gd name="connsiteY5" fmla="*/ 277279 h 369671"/>
                  <a:gd name="connsiteX6" fmla="*/ 92393 w 374929"/>
                  <a:gd name="connsiteY6" fmla="*/ 369672 h 369671"/>
                  <a:gd name="connsiteX7" fmla="*/ 321421 w 374929"/>
                  <a:gd name="connsiteY7" fmla="*/ 130004 h 369671"/>
                  <a:gd name="connsiteX8" fmla="*/ 333137 w 374929"/>
                  <a:gd name="connsiteY8" fmla="*/ 141720 h 369671"/>
                  <a:gd name="connsiteX9" fmla="*/ 334089 w 374929"/>
                  <a:gd name="connsiteY9" fmla="*/ 157303 h 369671"/>
                  <a:gd name="connsiteX10" fmla="*/ 159458 w 374929"/>
                  <a:gd name="connsiteY10" fmla="*/ 331953 h 369671"/>
                  <a:gd name="connsiteX11" fmla="*/ 158989 w 374929"/>
                  <a:gd name="connsiteY11" fmla="*/ 358890 h 369671"/>
                  <a:gd name="connsiteX12" fmla="*/ 185926 w 374929"/>
                  <a:gd name="connsiteY12" fmla="*/ 359358 h 369671"/>
                  <a:gd name="connsiteX13" fmla="*/ 186395 w 374929"/>
                  <a:gd name="connsiteY13" fmla="*/ 358890 h 369671"/>
                  <a:gd name="connsiteX14" fmla="*/ 361055 w 374929"/>
                  <a:gd name="connsiteY14" fmla="*/ 184239 h 369671"/>
                  <a:gd name="connsiteX15" fmla="*/ 360074 w 374929"/>
                  <a:gd name="connsiteY15" fmla="*/ 114783 h 36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4929" h="369671">
                    <a:moveTo>
                      <a:pt x="360074" y="114783"/>
                    </a:moveTo>
                    <a:lnTo>
                      <a:pt x="347748" y="102458"/>
                    </a:lnTo>
                    <a:lnTo>
                      <a:pt x="366874" y="82455"/>
                    </a:lnTo>
                    <a:cubicBezTo>
                      <a:pt x="376923" y="71111"/>
                      <a:pt x="379371" y="48165"/>
                      <a:pt x="353178" y="21009"/>
                    </a:cubicBezTo>
                    <a:cubicBezTo>
                      <a:pt x="326707" y="-5480"/>
                      <a:pt x="299495" y="-2956"/>
                      <a:pt x="289503" y="7065"/>
                    </a:cubicBezTo>
                    <a:lnTo>
                      <a:pt x="0" y="277279"/>
                    </a:lnTo>
                    <a:lnTo>
                      <a:pt x="92393" y="369672"/>
                    </a:lnTo>
                    <a:lnTo>
                      <a:pt x="321421" y="130004"/>
                    </a:lnTo>
                    <a:lnTo>
                      <a:pt x="333137" y="141720"/>
                    </a:lnTo>
                    <a:cubicBezTo>
                      <a:pt x="337662" y="145779"/>
                      <a:pt x="338087" y="152722"/>
                      <a:pt x="334089" y="157303"/>
                    </a:cubicBezTo>
                    <a:lnTo>
                      <a:pt x="159458" y="331953"/>
                    </a:lnTo>
                    <a:cubicBezTo>
                      <a:pt x="151890" y="339262"/>
                      <a:pt x="151681" y="351322"/>
                      <a:pt x="158989" y="358890"/>
                    </a:cubicBezTo>
                    <a:cubicBezTo>
                      <a:pt x="166299" y="366457"/>
                      <a:pt x="178358" y="366667"/>
                      <a:pt x="185926" y="359358"/>
                    </a:cubicBezTo>
                    <a:cubicBezTo>
                      <a:pt x="186085" y="359205"/>
                      <a:pt x="186241" y="359049"/>
                      <a:pt x="186395" y="358890"/>
                    </a:cubicBezTo>
                    <a:lnTo>
                      <a:pt x="361055" y="184239"/>
                    </a:lnTo>
                    <a:cubicBezTo>
                      <a:pt x="379930" y="164775"/>
                      <a:pt x="379491" y="133706"/>
                      <a:pt x="360074" y="114783"/>
                    </a:cubicBez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211" name="Freihandform: Form 210">
                <a:extLst>
                  <a:ext uri="{FF2B5EF4-FFF2-40B4-BE49-F238E27FC236}">
                    <a16:creationId xmlns:a16="http://schemas.microsoft.com/office/drawing/2014/main" id="{68E39E54-AF0D-9DDD-2A01-D4D0B6D156F0}"/>
                  </a:ext>
                </a:extLst>
              </p:cNvPr>
              <p:cNvSpPr/>
              <p:nvPr/>
            </p:nvSpPr>
            <p:spPr>
              <a:xfrm>
                <a:off x="3901529" y="2564060"/>
                <a:ext cx="381885" cy="381895"/>
              </a:xfrm>
              <a:custGeom>
                <a:avLst/>
                <a:gdLst>
                  <a:gd name="connsiteX0" fmla="*/ 103518 w 381885"/>
                  <a:gd name="connsiteY0" fmla="*/ 192967 h 381895"/>
                  <a:gd name="connsiteX1" fmla="*/ 82563 w 381885"/>
                  <a:gd name="connsiteY1" fmla="*/ 215913 h 381895"/>
                  <a:gd name="connsiteX2" fmla="*/ 0 w 381885"/>
                  <a:gd name="connsiteY2" fmla="*/ 309134 h 381895"/>
                  <a:gd name="connsiteX3" fmla="*/ 72752 w 381885"/>
                  <a:gd name="connsiteY3" fmla="*/ 381895 h 381895"/>
                  <a:gd name="connsiteX4" fmla="*/ 165973 w 381885"/>
                  <a:gd name="connsiteY4" fmla="*/ 299276 h 381895"/>
                  <a:gd name="connsiteX5" fmla="*/ 188928 w 381885"/>
                  <a:gd name="connsiteY5" fmla="*/ 278321 h 381895"/>
                  <a:gd name="connsiteX6" fmla="*/ 381886 w 381885"/>
                  <a:gd name="connsiteY6" fmla="*/ 92488 h 381895"/>
                  <a:gd name="connsiteX7" fmla="*/ 289398 w 381885"/>
                  <a:gd name="connsiteY7" fmla="*/ 0 h 381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1885" h="381895">
                    <a:moveTo>
                      <a:pt x="103518" y="192967"/>
                    </a:moveTo>
                    <a:cubicBezTo>
                      <a:pt x="96285" y="200377"/>
                      <a:pt x="89300" y="208026"/>
                      <a:pt x="82563" y="215913"/>
                    </a:cubicBezTo>
                    <a:lnTo>
                      <a:pt x="0" y="309134"/>
                    </a:lnTo>
                    <a:lnTo>
                      <a:pt x="72752" y="381895"/>
                    </a:lnTo>
                    <a:lnTo>
                      <a:pt x="165973" y="299276"/>
                    </a:lnTo>
                    <a:cubicBezTo>
                      <a:pt x="173860" y="292570"/>
                      <a:pt x="181511" y="285585"/>
                      <a:pt x="188928" y="278321"/>
                    </a:cubicBezTo>
                    <a:lnTo>
                      <a:pt x="381886" y="92488"/>
                    </a:lnTo>
                    <a:lnTo>
                      <a:pt x="289398" y="0"/>
                    </a:ln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220" name="Freihandform: Form 219">
                <a:extLst>
                  <a:ext uri="{FF2B5EF4-FFF2-40B4-BE49-F238E27FC236}">
                    <a16:creationId xmlns:a16="http://schemas.microsoft.com/office/drawing/2014/main" id="{75CF8BA7-223C-710D-D335-D8AEA8169C3C}"/>
                  </a:ext>
                </a:extLst>
              </p:cNvPr>
              <p:cNvSpPr/>
              <p:nvPr/>
            </p:nvSpPr>
            <p:spPr>
              <a:xfrm>
                <a:off x="3786281" y="2905741"/>
                <a:ext cx="155281" cy="155047"/>
              </a:xfrm>
              <a:custGeom>
                <a:avLst/>
                <a:gdLst>
                  <a:gd name="connsiteX0" fmla="*/ 20798 w 155281"/>
                  <a:gd name="connsiteY0" fmla="*/ 89735 h 155047"/>
                  <a:gd name="connsiteX1" fmla="*/ 23236 w 155281"/>
                  <a:gd name="connsiteY1" fmla="*/ 104213 h 155047"/>
                  <a:gd name="connsiteX2" fmla="*/ 1491 w 155281"/>
                  <a:gd name="connsiteY2" fmla="*/ 139589 h 155047"/>
                  <a:gd name="connsiteX3" fmla="*/ 4868 w 155281"/>
                  <a:gd name="connsiteY3" fmla="*/ 153559 h 155047"/>
                  <a:gd name="connsiteX4" fmla="*/ 10063 w 155281"/>
                  <a:gd name="connsiteY4" fmla="*/ 155048 h 155047"/>
                  <a:gd name="connsiteX5" fmla="*/ 15483 w 155281"/>
                  <a:gd name="connsiteY5" fmla="*/ 153457 h 155047"/>
                  <a:gd name="connsiteX6" fmla="*/ 50506 w 155281"/>
                  <a:gd name="connsiteY6" fmla="*/ 131454 h 155047"/>
                  <a:gd name="connsiteX7" fmla="*/ 64794 w 155281"/>
                  <a:gd name="connsiteY7" fmla="*/ 133883 h 155047"/>
                  <a:gd name="connsiteX8" fmla="*/ 155281 w 155281"/>
                  <a:gd name="connsiteY8" fmla="*/ 65856 h 155047"/>
                  <a:gd name="connsiteX9" fmla="*/ 89416 w 155281"/>
                  <a:gd name="connsiteY9" fmla="*/ 0 h 155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5281" h="155047">
                    <a:moveTo>
                      <a:pt x="20798" y="89735"/>
                    </a:moveTo>
                    <a:cubicBezTo>
                      <a:pt x="18115" y="94536"/>
                      <a:pt x="19129" y="100556"/>
                      <a:pt x="23236" y="104213"/>
                    </a:cubicBezTo>
                    <a:lnTo>
                      <a:pt x="1491" y="139589"/>
                    </a:lnTo>
                    <a:cubicBezTo>
                      <a:pt x="-1434" y="144379"/>
                      <a:pt x="78" y="150634"/>
                      <a:pt x="4868" y="153559"/>
                    </a:cubicBezTo>
                    <a:cubicBezTo>
                      <a:pt x="6434" y="154516"/>
                      <a:pt x="8229" y="155030"/>
                      <a:pt x="10063" y="155048"/>
                    </a:cubicBezTo>
                    <a:cubicBezTo>
                      <a:pt x="11984" y="155040"/>
                      <a:pt x="13863" y="154489"/>
                      <a:pt x="15483" y="153457"/>
                    </a:cubicBezTo>
                    <a:lnTo>
                      <a:pt x="50506" y="131454"/>
                    </a:lnTo>
                    <a:cubicBezTo>
                      <a:pt x="54133" y="135472"/>
                      <a:pt x="60043" y="136477"/>
                      <a:pt x="64794" y="133883"/>
                    </a:cubicBezTo>
                    <a:lnTo>
                      <a:pt x="155281" y="65856"/>
                    </a:lnTo>
                    <a:lnTo>
                      <a:pt x="89416" y="0"/>
                    </a:lnTo>
                    <a:close/>
                  </a:path>
                </a:pathLst>
              </a:custGeom>
              <a:solidFill>
                <a:srgbClr val="000000"/>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grpSp>
      <p:grpSp>
        <p:nvGrpSpPr>
          <p:cNvPr id="314" name="Gruppieren 313">
            <a:extLst>
              <a:ext uri="{FF2B5EF4-FFF2-40B4-BE49-F238E27FC236}">
                <a16:creationId xmlns:a16="http://schemas.microsoft.com/office/drawing/2014/main" id="{E7EA1C42-C8EA-27BC-F969-57017E43B2A8}"/>
              </a:ext>
            </a:extLst>
          </p:cNvPr>
          <p:cNvGrpSpPr/>
          <p:nvPr/>
        </p:nvGrpSpPr>
        <p:grpSpPr>
          <a:xfrm>
            <a:off x="10681768" y="899367"/>
            <a:ext cx="462502" cy="667930"/>
            <a:chOff x="1120741" y="2069138"/>
            <a:chExt cx="462502" cy="667930"/>
          </a:xfrm>
        </p:grpSpPr>
        <p:sp>
          <p:nvSpPr>
            <p:cNvPr id="315" name="Freihandform: Form 314">
              <a:extLst>
                <a:ext uri="{FF2B5EF4-FFF2-40B4-BE49-F238E27FC236}">
                  <a16:creationId xmlns:a16="http://schemas.microsoft.com/office/drawing/2014/main" id="{B7D736D4-57D3-B2E3-6612-F5AD587F3BB3}"/>
                </a:ext>
              </a:extLst>
            </p:cNvPr>
            <p:cNvSpPr>
              <a:spLocks noChangeAspect="1"/>
            </p:cNvSpPr>
            <p:nvPr/>
          </p:nvSpPr>
          <p:spPr>
            <a:xfrm>
              <a:off x="1366209" y="2511488"/>
              <a:ext cx="217034" cy="220905"/>
            </a:xfrm>
            <a:custGeom>
              <a:avLst/>
              <a:gdLst>
                <a:gd name="connsiteX0" fmla="*/ 35281 w 84924"/>
                <a:gd name="connsiteY0" fmla="*/ 9916 h 86439"/>
                <a:gd name="connsiteX1" fmla="*/ 20355 w 84924"/>
                <a:gd name="connsiteY1" fmla="*/ 13097 h 86439"/>
                <a:gd name="connsiteX2" fmla="*/ 14126 w 84924"/>
                <a:gd name="connsiteY2" fmla="*/ 12592 h 86439"/>
                <a:gd name="connsiteX3" fmla="*/ 0 w 84924"/>
                <a:gd name="connsiteY3" fmla="*/ 17916 h 86439"/>
                <a:gd name="connsiteX4" fmla="*/ 38005 w 84924"/>
                <a:gd name="connsiteY4" fmla="*/ 86439 h 86439"/>
                <a:gd name="connsiteX5" fmla="*/ 53845 w 84924"/>
                <a:gd name="connsiteY5" fmla="*/ 60541 h 86439"/>
                <a:gd name="connsiteX6" fmla="*/ 84925 w 84924"/>
                <a:gd name="connsiteY6" fmla="*/ 65723 h 86439"/>
                <a:gd name="connsiteX7" fmla="*/ 48330 w 84924"/>
                <a:gd name="connsiteY7" fmla="*/ 0 h 86439"/>
                <a:gd name="connsiteX8" fmla="*/ 35281 w 84924"/>
                <a:gd name="connsiteY8" fmla="*/ 9916 h 86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24" h="86439">
                  <a:moveTo>
                    <a:pt x="35281" y="9916"/>
                  </a:moveTo>
                  <a:cubicBezTo>
                    <a:pt x="30590" y="12029"/>
                    <a:pt x="25500" y="13114"/>
                    <a:pt x="20355" y="13097"/>
                  </a:cubicBezTo>
                  <a:cubicBezTo>
                    <a:pt x="18268" y="13101"/>
                    <a:pt x="16185" y="12932"/>
                    <a:pt x="14126" y="12592"/>
                  </a:cubicBezTo>
                  <a:cubicBezTo>
                    <a:pt x="9820" y="15293"/>
                    <a:pt x="5017" y="17104"/>
                    <a:pt x="0" y="17916"/>
                  </a:cubicBezTo>
                  <a:lnTo>
                    <a:pt x="38005" y="86439"/>
                  </a:lnTo>
                  <a:lnTo>
                    <a:pt x="53845" y="60541"/>
                  </a:lnTo>
                  <a:lnTo>
                    <a:pt x="84925" y="65723"/>
                  </a:lnTo>
                  <a:lnTo>
                    <a:pt x="48330" y="0"/>
                  </a:lnTo>
                  <a:cubicBezTo>
                    <a:pt x="44768" y="4230"/>
                    <a:pt x="40311" y="7617"/>
                    <a:pt x="35281" y="9916"/>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316" name="Freihandform: Form 315">
              <a:extLst>
                <a:ext uri="{FF2B5EF4-FFF2-40B4-BE49-F238E27FC236}">
                  <a16:creationId xmlns:a16="http://schemas.microsoft.com/office/drawing/2014/main" id="{835C1DE7-5E6F-3848-1F72-F28F256F4248}"/>
                </a:ext>
              </a:extLst>
            </p:cNvPr>
            <p:cNvSpPr>
              <a:spLocks noChangeAspect="1"/>
            </p:cNvSpPr>
            <p:nvPr/>
          </p:nvSpPr>
          <p:spPr>
            <a:xfrm>
              <a:off x="1120741" y="2507011"/>
              <a:ext cx="210852" cy="230057"/>
            </a:xfrm>
            <a:custGeom>
              <a:avLst/>
              <a:gdLst>
                <a:gd name="connsiteX0" fmla="*/ 71599 w 82505"/>
                <a:gd name="connsiteY0" fmla="*/ 15316 h 90020"/>
                <a:gd name="connsiteX1" fmla="*/ 66084 w 82505"/>
                <a:gd name="connsiteY1" fmla="*/ 15726 h 90020"/>
                <a:gd name="connsiteX2" fmla="*/ 52407 w 82505"/>
                <a:gd name="connsiteY2" fmla="*/ 13164 h 90020"/>
                <a:gd name="connsiteX3" fmla="*/ 35652 w 82505"/>
                <a:gd name="connsiteY3" fmla="*/ 295 h 90020"/>
                <a:gd name="connsiteX4" fmla="*/ 34614 w 82505"/>
                <a:gd name="connsiteY4" fmla="*/ 0 h 90020"/>
                <a:gd name="connsiteX5" fmla="*/ 0 w 82505"/>
                <a:gd name="connsiteY5" fmla="*/ 68113 h 90020"/>
                <a:gd name="connsiteX6" fmla="*/ 30775 w 82505"/>
                <a:gd name="connsiteY6" fmla="*/ 61103 h 90020"/>
                <a:gd name="connsiteX7" fmla="*/ 46311 w 82505"/>
                <a:gd name="connsiteY7" fmla="*/ 90021 h 90020"/>
                <a:gd name="connsiteX8" fmla="*/ 82506 w 82505"/>
                <a:gd name="connsiteY8" fmla="*/ 19383 h 90020"/>
                <a:gd name="connsiteX9" fmla="*/ 71599 w 82505"/>
                <a:gd name="connsiteY9" fmla="*/ 15316 h 90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505" h="90020">
                  <a:moveTo>
                    <a:pt x="71599" y="15316"/>
                  </a:moveTo>
                  <a:cubicBezTo>
                    <a:pt x="69774" y="15591"/>
                    <a:pt x="67930" y="15729"/>
                    <a:pt x="66084" y="15726"/>
                  </a:cubicBezTo>
                  <a:cubicBezTo>
                    <a:pt x="61406" y="15726"/>
                    <a:pt x="56768" y="14857"/>
                    <a:pt x="52407" y="13164"/>
                  </a:cubicBezTo>
                  <a:cubicBezTo>
                    <a:pt x="45684" y="10604"/>
                    <a:pt x="39859" y="6130"/>
                    <a:pt x="35652" y="295"/>
                  </a:cubicBezTo>
                  <a:cubicBezTo>
                    <a:pt x="35300" y="229"/>
                    <a:pt x="34966" y="86"/>
                    <a:pt x="34614" y="0"/>
                  </a:cubicBezTo>
                  <a:lnTo>
                    <a:pt x="0" y="68113"/>
                  </a:lnTo>
                  <a:lnTo>
                    <a:pt x="30775" y="61103"/>
                  </a:lnTo>
                  <a:lnTo>
                    <a:pt x="46311" y="90021"/>
                  </a:lnTo>
                  <a:lnTo>
                    <a:pt x="82506" y="19383"/>
                  </a:lnTo>
                  <a:cubicBezTo>
                    <a:pt x="78678" y="18611"/>
                    <a:pt x="74998" y="17238"/>
                    <a:pt x="71599" y="15316"/>
                  </a:cubicBez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317" name="Freihandform: Form 316">
              <a:extLst>
                <a:ext uri="{FF2B5EF4-FFF2-40B4-BE49-F238E27FC236}">
                  <a16:creationId xmlns:a16="http://schemas.microsoft.com/office/drawing/2014/main" id="{6F10A04A-A9FB-E376-6C3E-9827C8217D23}"/>
                </a:ext>
              </a:extLst>
            </p:cNvPr>
            <p:cNvSpPr>
              <a:spLocks noChangeAspect="1"/>
            </p:cNvSpPr>
            <p:nvPr/>
          </p:nvSpPr>
          <p:spPr>
            <a:xfrm>
              <a:off x="1123928" y="2069138"/>
              <a:ext cx="453083" cy="453012"/>
            </a:xfrm>
            <a:custGeom>
              <a:avLst/>
              <a:gdLst>
                <a:gd name="connsiteX0" fmla="*/ 87411 w 177289"/>
                <a:gd name="connsiteY0" fmla="*/ 141342 h 177261"/>
                <a:gd name="connsiteX1" fmla="*/ 34700 w 177289"/>
                <a:gd name="connsiteY1" fmla="*/ 88631 h 177261"/>
                <a:gd name="connsiteX2" fmla="*/ 87411 w 177289"/>
                <a:gd name="connsiteY2" fmla="*/ 35919 h 177261"/>
                <a:gd name="connsiteX3" fmla="*/ 140123 w 177289"/>
                <a:gd name="connsiteY3" fmla="*/ 88631 h 177261"/>
                <a:gd name="connsiteX4" fmla="*/ 140123 w 177289"/>
                <a:gd name="connsiteY4" fmla="*/ 88640 h 177261"/>
                <a:gd name="connsiteX5" fmla="*/ 87411 w 177289"/>
                <a:gd name="connsiteY5" fmla="*/ 141342 h 177261"/>
                <a:gd name="connsiteX6" fmla="*/ 177289 w 177289"/>
                <a:gd name="connsiteY6" fmla="*/ 88640 h 177261"/>
                <a:gd name="connsiteX7" fmla="*/ 169974 w 177289"/>
                <a:gd name="connsiteY7" fmla="*/ 71571 h 177261"/>
                <a:gd name="connsiteX8" fmla="*/ 169974 w 177289"/>
                <a:gd name="connsiteY8" fmla="*/ 52988 h 177261"/>
                <a:gd name="connsiteX9" fmla="*/ 158096 w 177289"/>
                <a:gd name="connsiteY9" fmla="*/ 41110 h 177261"/>
                <a:gd name="connsiteX10" fmla="*/ 151429 w 177289"/>
                <a:gd name="connsiteY10" fmla="*/ 25870 h 177261"/>
                <a:gd name="connsiteX11" fmla="*/ 134065 w 177289"/>
                <a:gd name="connsiteY11" fmla="*/ 19203 h 177261"/>
                <a:gd name="connsiteX12" fmla="*/ 120930 w 177289"/>
                <a:gd name="connsiteY12" fmla="*/ 6087 h 177261"/>
                <a:gd name="connsiteX13" fmla="*/ 104166 w 177289"/>
                <a:gd name="connsiteY13" fmla="*/ 6087 h 177261"/>
                <a:gd name="connsiteX14" fmla="*/ 88631 w 177289"/>
                <a:gd name="connsiteY14" fmla="*/ 1 h 177261"/>
                <a:gd name="connsiteX15" fmla="*/ 71571 w 177289"/>
                <a:gd name="connsiteY15" fmla="*/ 7306 h 177261"/>
                <a:gd name="connsiteX16" fmla="*/ 52988 w 177289"/>
                <a:gd name="connsiteY16" fmla="*/ 7306 h 177261"/>
                <a:gd name="connsiteX17" fmla="*/ 41101 w 177289"/>
                <a:gd name="connsiteY17" fmla="*/ 19193 h 177261"/>
                <a:gd name="connsiteX18" fmla="*/ 25861 w 177289"/>
                <a:gd name="connsiteY18" fmla="*/ 25861 h 177261"/>
                <a:gd name="connsiteX19" fmla="*/ 19193 w 177289"/>
                <a:gd name="connsiteY19" fmla="*/ 43235 h 177261"/>
                <a:gd name="connsiteX20" fmla="*/ 6096 w 177289"/>
                <a:gd name="connsiteY20" fmla="*/ 56331 h 177261"/>
                <a:gd name="connsiteX21" fmla="*/ 6096 w 177289"/>
                <a:gd name="connsiteY21" fmla="*/ 73086 h 177261"/>
                <a:gd name="connsiteX22" fmla="*/ 0 w 177289"/>
                <a:gd name="connsiteY22" fmla="*/ 88631 h 177261"/>
                <a:gd name="connsiteX23" fmla="*/ 7316 w 177289"/>
                <a:gd name="connsiteY23" fmla="*/ 105690 h 177261"/>
                <a:gd name="connsiteX24" fmla="*/ 7316 w 177289"/>
                <a:gd name="connsiteY24" fmla="*/ 124273 h 177261"/>
                <a:gd name="connsiteX25" fmla="*/ 19193 w 177289"/>
                <a:gd name="connsiteY25" fmla="*/ 136160 h 177261"/>
                <a:gd name="connsiteX26" fmla="*/ 25861 w 177289"/>
                <a:gd name="connsiteY26" fmla="*/ 151400 h 177261"/>
                <a:gd name="connsiteX27" fmla="*/ 43225 w 177289"/>
                <a:gd name="connsiteY27" fmla="*/ 158068 h 177261"/>
                <a:gd name="connsiteX28" fmla="*/ 56322 w 177289"/>
                <a:gd name="connsiteY28" fmla="*/ 171165 h 177261"/>
                <a:gd name="connsiteX29" fmla="*/ 73086 w 177289"/>
                <a:gd name="connsiteY29" fmla="*/ 171165 h 177261"/>
                <a:gd name="connsiteX30" fmla="*/ 88621 w 177289"/>
                <a:gd name="connsiteY30" fmla="*/ 177261 h 177261"/>
                <a:gd name="connsiteX31" fmla="*/ 105680 w 177289"/>
                <a:gd name="connsiteY31" fmla="*/ 169946 h 177261"/>
                <a:gd name="connsiteX32" fmla="*/ 124264 w 177289"/>
                <a:gd name="connsiteY32" fmla="*/ 169946 h 177261"/>
                <a:gd name="connsiteX33" fmla="*/ 136151 w 177289"/>
                <a:gd name="connsiteY33" fmla="*/ 158068 h 177261"/>
                <a:gd name="connsiteX34" fmla="*/ 151391 w 177289"/>
                <a:gd name="connsiteY34" fmla="*/ 151400 h 177261"/>
                <a:gd name="connsiteX35" fmla="*/ 158058 w 177289"/>
                <a:gd name="connsiteY35" fmla="*/ 134036 h 177261"/>
                <a:gd name="connsiteX36" fmla="*/ 171155 w 177289"/>
                <a:gd name="connsiteY36" fmla="*/ 120901 h 177261"/>
                <a:gd name="connsiteX37" fmla="*/ 171155 w 177289"/>
                <a:gd name="connsiteY37" fmla="*/ 104147 h 177261"/>
                <a:gd name="connsiteX38" fmla="*/ 177289 w 177289"/>
                <a:gd name="connsiteY38" fmla="*/ 88612 h 1772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77289" h="177261">
                  <a:moveTo>
                    <a:pt x="87411" y="141342"/>
                  </a:moveTo>
                  <a:cubicBezTo>
                    <a:pt x="58300" y="141342"/>
                    <a:pt x="34700" y="117742"/>
                    <a:pt x="34700" y="88631"/>
                  </a:cubicBezTo>
                  <a:cubicBezTo>
                    <a:pt x="34700" y="59519"/>
                    <a:pt x="58300" y="35919"/>
                    <a:pt x="87411" y="35919"/>
                  </a:cubicBezTo>
                  <a:cubicBezTo>
                    <a:pt x="116523" y="35919"/>
                    <a:pt x="140123" y="59519"/>
                    <a:pt x="140123" y="88631"/>
                  </a:cubicBezTo>
                  <a:cubicBezTo>
                    <a:pt x="140123" y="88634"/>
                    <a:pt x="140123" y="88637"/>
                    <a:pt x="140123" y="88640"/>
                  </a:cubicBezTo>
                  <a:cubicBezTo>
                    <a:pt x="140112" y="117746"/>
                    <a:pt x="116517" y="141337"/>
                    <a:pt x="87411" y="141342"/>
                  </a:cubicBezTo>
                  <a:close/>
                  <a:moveTo>
                    <a:pt x="177289" y="88640"/>
                  </a:moveTo>
                  <a:cubicBezTo>
                    <a:pt x="177330" y="82181"/>
                    <a:pt x="174679" y="75997"/>
                    <a:pt x="169974" y="71571"/>
                  </a:cubicBezTo>
                  <a:cubicBezTo>
                    <a:pt x="172565" y="65648"/>
                    <a:pt x="172565" y="58912"/>
                    <a:pt x="169974" y="52988"/>
                  </a:cubicBezTo>
                  <a:cubicBezTo>
                    <a:pt x="167689" y="47649"/>
                    <a:pt x="163435" y="43396"/>
                    <a:pt x="158096" y="41110"/>
                  </a:cubicBezTo>
                  <a:cubicBezTo>
                    <a:pt x="157833" y="35381"/>
                    <a:pt x="155459" y="29952"/>
                    <a:pt x="151429" y="25870"/>
                  </a:cubicBezTo>
                  <a:cubicBezTo>
                    <a:pt x="146874" y="21246"/>
                    <a:pt x="140544" y="18815"/>
                    <a:pt x="134065" y="19203"/>
                  </a:cubicBezTo>
                  <a:cubicBezTo>
                    <a:pt x="131805" y="13127"/>
                    <a:pt x="127009" y="8338"/>
                    <a:pt x="120930" y="6087"/>
                  </a:cubicBezTo>
                  <a:cubicBezTo>
                    <a:pt x="115545" y="3952"/>
                    <a:pt x="109550" y="3952"/>
                    <a:pt x="104166" y="6087"/>
                  </a:cubicBezTo>
                  <a:cubicBezTo>
                    <a:pt x="99904" y="2228"/>
                    <a:pt x="94379" y="63"/>
                    <a:pt x="88631" y="1"/>
                  </a:cubicBezTo>
                  <a:cubicBezTo>
                    <a:pt x="82175" y="-44"/>
                    <a:pt x="75993" y="2603"/>
                    <a:pt x="71571" y="7306"/>
                  </a:cubicBezTo>
                  <a:cubicBezTo>
                    <a:pt x="65648" y="4715"/>
                    <a:pt x="58912" y="4715"/>
                    <a:pt x="52988" y="7306"/>
                  </a:cubicBezTo>
                  <a:cubicBezTo>
                    <a:pt x="47647" y="9597"/>
                    <a:pt x="43392" y="13853"/>
                    <a:pt x="41101" y="19193"/>
                  </a:cubicBezTo>
                  <a:cubicBezTo>
                    <a:pt x="35372" y="19457"/>
                    <a:pt x="29942" y="21832"/>
                    <a:pt x="25861" y="25861"/>
                  </a:cubicBezTo>
                  <a:cubicBezTo>
                    <a:pt x="21233" y="30417"/>
                    <a:pt x="18802" y="36752"/>
                    <a:pt x="19193" y="43235"/>
                  </a:cubicBezTo>
                  <a:cubicBezTo>
                    <a:pt x="13130" y="45486"/>
                    <a:pt x="8348" y="50268"/>
                    <a:pt x="6096" y="56331"/>
                  </a:cubicBezTo>
                  <a:cubicBezTo>
                    <a:pt x="3963" y="61712"/>
                    <a:pt x="3963" y="67705"/>
                    <a:pt x="6096" y="73086"/>
                  </a:cubicBezTo>
                  <a:cubicBezTo>
                    <a:pt x="2236" y="77350"/>
                    <a:pt x="68" y="82879"/>
                    <a:pt x="0" y="88631"/>
                  </a:cubicBezTo>
                  <a:cubicBezTo>
                    <a:pt x="-39" y="95087"/>
                    <a:pt x="2612" y="101267"/>
                    <a:pt x="7316" y="105690"/>
                  </a:cubicBezTo>
                  <a:cubicBezTo>
                    <a:pt x="4724" y="111614"/>
                    <a:pt x="4724" y="118350"/>
                    <a:pt x="7316" y="124273"/>
                  </a:cubicBezTo>
                  <a:cubicBezTo>
                    <a:pt x="9604" y="129613"/>
                    <a:pt x="13855" y="133869"/>
                    <a:pt x="19193" y="136160"/>
                  </a:cubicBezTo>
                  <a:cubicBezTo>
                    <a:pt x="19456" y="141890"/>
                    <a:pt x="21831" y="147319"/>
                    <a:pt x="25861" y="151400"/>
                  </a:cubicBezTo>
                  <a:cubicBezTo>
                    <a:pt x="30413" y="156028"/>
                    <a:pt x="36745" y="158459"/>
                    <a:pt x="43225" y="158068"/>
                  </a:cubicBezTo>
                  <a:cubicBezTo>
                    <a:pt x="45481" y="164128"/>
                    <a:pt x="50262" y="168907"/>
                    <a:pt x="56322" y="171165"/>
                  </a:cubicBezTo>
                  <a:cubicBezTo>
                    <a:pt x="61706" y="173299"/>
                    <a:pt x="67701" y="173299"/>
                    <a:pt x="73086" y="171165"/>
                  </a:cubicBezTo>
                  <a:cubicBezTo>
                    <a:pt x="77346" y="175024"/>
                    <a:pt x="82872" y="177193"/>
                    <a:pt x="88621" y="177261"/>
                  </a:cubicBezTo>
                  <a:cubicBezTo>
                    <a:pt x="95077" y="177302"/>
                    <a:pt x="101259" y="174651"/>
                    <a:pt x="105680" y="169946"/>
                  </a:cubicBezTo>
                  <a:cubicBezTo>
                    <a:pt x="111604" y="172536"/>
                    <a:pt x="118340" y="172536"/>
                    <a:pt x="124264" y="169946"/>
                  </a:cubicBezTo>
                  <a:cubicBezTo>
                    <a:pt x="129601" y="167656"/>
                    <a:pt x="133856" y="163404"/>
                    <a:pt x="136151" y="158068"/>
                  </a:cubicBezTo>
                  <a:cubicBezTo>
                    <a:pt x="141881" y="157807"/>
                    <a:pt x="147310" y="155431"/>
                    <a:pt x="151391" y="151400"/>
                  </a:cubicBezTo>
                  <a:cubicBezTo>
                    <a:pt x="156017" y="146847"/>
                    <a:pt x="158448" y="140516"/>
                    <a:pt x="158058" y="134036"/>
                  </a:cubicBezTo>
                  <a:cubicBezTo>
                    <a:pt x="164129" y="131774"/>
                    <a:pt x="168911" y="126978"/>
                    <a:pt x="171155" y="120901"/>
                  </a:cubicBezTo>
                  <a:cubicBezTo>
                    <a:pt x="173289" y="115521"/>
                    <a:pt x="173289" y="109528"/>
                    <a:pt x="171155" y="104147"/>
                  </a:cubicBezTo>
                  <a:cubicBezTo>
                    <a:pt x="175077" y="99922"/>
                    <a:pt x="177266" y="94376"/>
                    <a:pt x="177289" y="88612"/>
                  </a:cubicBez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318" name="Freihandform: Form 317">
              <a:extLst>
                <a:ext uri="{FF2B5EF4-FFF2-40B4-BE49-F238E27FC236}">
                  <a16:creationId xmlns:a16="http://schemas.microsoft.com/office/drawing/2014/main" id="{1A789FF2-73C5-2B32-7F50-47E26F242757}"/>
                </a:ext>
              </a:extLst>
            </p:cNvPr>
            <p:cNvSpPr>
              <a:spLocks noChangeAspect="1"/>
            </p:cNvSpPr>
            <p:nvPr/>
          </p:nvSpPr>
          <p:spPr>
            <a:xfrm>
              <a:off x="1241407" y="2165783"/>
              <a:ext cx="210852" cy="259494"/>
            </a:xfrm>
            <a:custGeom>
              <a:avLst/>
              <a:gdLst>
                <a:gd name="connsiteX0" fmla="*/ 614164 w 647101"/>
                <a:gd name="connsiteY0" fmla="*/ 141361 h 771482"/>
                <a:gd name="connsiteX1" fmla="*/ 350588 w 647101"/>
                <a:gd name="connsiteY1" fmla="*/ 12383 h 771482"/>
                <a:gd name="connsiteX2" fmla="*/ 300223 w 647101"/>
                <a:gd name="connsiteY2" fmla="*/ 8673 h 771482"/>
                <a:gd name="connsiteX3" fmla="*/ 296514 w 647101"/>
                <a:gd name="connsiteY3" fmla="*/ 12383 h 771482"/>
                <a:gd name="connsiteX4" fmla="*/ 32938 w 647101"/>
                <a:gd name="connsiteY4" fmla="*/ 141361 h 771482"/>
                <a:gd name="connsiteX5" fmla="*/ 1 w 647101"/>
                <a:gd name="connsiteY5" fmla="*/ 177803 h 771482"/>
                <a:gd name="connsiteX6" fmla="*/ 1 w 647101"/>
                <a:gd name="connsiteY6" fmla="*/ 269748 h 771482"/>
                <a:gd name="connsiteX7" fmla="*/ 303649 w 647101"/>
                <a:gd name="connsiteY7" fmla="*/ 765639 h 771482"/>
                <a:gd name="connsiteX8" fmla="*/ 343454 w 647101"/>
                <a:gd name="connsiteY8" fmla="*/ 765639 h 771482"/>
                <a:gd name="connsiteX9" fmla="*/ 647101 w 647101"/>
                <a:gd name="connsiteY9" fmla="*/ 269748 h 771482"/>
                <a:gd name="connsiteX10" fmla="*/ 647101 w 647101"/>
                <a:gd name="connsiteY10" fmla="*/ 177803 h 771482"/>
                <a:gd name="connsiteX11" fmla="*/ 614164 w 647101"/>
                <a:gd name="connsiteY11" fmla="*/ 141361 h 771482"/>
                <a:gd name="connsiteX12" fmla="*/ 585188 w 647101"/>
                <a:gd name="connsiteY12" fmla="*/ 269748 h 771482"/>
                <a:gd name="connsiteX13" fmla="*/ 331690 w 647101"/>
                <a:gd name="connsiteY13" fmla="*/ 699097 h 771482"/>
                <a:gd name="connsiteX14" fmla="*/ 323556 w 647101"/>
                <a:gd name="connsiteY14" fmla="*/ 704726 h 771482"/>
                <a:gd name="connsiteX15" fmla="*/ 315431 w 647101"/>
                <a:gd name="connsiteY15" fmla="*/ 699097 h 771482"/>
                <a:gd name="connsiteX16" fmla="*/ 61904 w 647101"/>
                <a:gd name="connsiteY16" fmla="*/ 269748 h 771482"/>
                <a:gd name="connsiteX17" fmla="*/ 61904 w 647101"/>
                <a:gd name="connsiteY17" fmla="*/ 200682 h 771482"/>
                <a:gd name="connsiteX18" fmla="*/ 73944 w 647101"/>
                <a:gd name="connsiteY18" fmla="*/ 198777 h 771482"/>
                <a:gd name="connsiteX19" fmla="*/ 313869 w 647101"/>
                <a:gd name="connsiteY19" fmla="*/ 82572 h 771482"/>
                <a:gd name="connsiteX20" fmla="*/ 323546 w 647101"/>
                <a:gd name="connsiteY20" fmla="*/ 73657 h 771482"/>
                <a:gd name="connsiteX21" fmla="*/ 333233 w 647101"/>
                <a:gd name="connsiteY21" fmla="*/ 82572 h 771482"/>
                <a:gd name="connsiteX22" fmla="*/ 573149 w 647101"/>
                <a:gd name="connsiteY22" fmla="*/ 198777 h 771482"/>
                <a:gd name="connsiteX23" fmla="*/ 585188 w 647101"/>
                <a:gd name="connsiteY23" fmla="*/ 200682 h 77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47101" h="771482">
                  <a:moveTo>
                    <a:pt x="614164" y="141361"/>
                  </a:moveTo>
                  <a:cubicBezTo>
                    <a:pt x="513138" y="133313"/>
                    <a:pt x="418933" y="87216"/>
                    <a:pt x="350588" y="12383"/>
                  </a:cubicBezTo>
                  <a:cubicBezTo>
                    <a:pt x="337704" y="-2549"/>
                    <a:pt x="315156" y="-4210"/>
                    <a:pt x="300223" y="8673"/>
                  </a:cubicBezTo>
                  <a:cubicBezTo>
                    <a:pt x="298897" y="9817"/>
                    <a:pt x="297658" y="11057"/>
                    <a:pt x="296514" y="12383"/>
                  </a:cubicBezTo>
                  <a:cubicBezTo>
                    <a:pt x="228169" y="87216"/>
                    <a:pt x="133964" y="133313"/>
                    <a:pt x="32938" y="141361"/>
                  </a:cubicBezTo>
                  <a:cubicBezTo>
                    <a:pt x="14166" y="143120"/>
                    <a:pt x="-141" y="158948"/>
                    <a:pt x="1" y="177803"/>
                  </a:cubicBezTo>
                  <a:lnTo>
                    <a:pt x="1" y="269748"/>
                  </a:lnTo>
                  <a:cubicBezTo>
                    <a:pt x="1" y="469640"/>
                    <a:pt x="127131" y="652491"/>
                    <a:pt x="303649" y="765639"/>
                  </a:cubicBezTo>
                  <a:cubicBezTo>
                    <a:pt x="315773" y="773430"/>
                    <a:pt x="331329" y="773430"/>
                    <a:pt x="343454" y="765639"/>
                  </a:cubicBezTo>
                  <a:cubicBezTo>
                    <a:pt x="519971" y="652463"/>
                    <a:pt x="647101" y="469640"/>
                    <a:pt x="647101" y="269748"/>
                  </a:cubicBezTo>
                  <a:lnTo>
                    <a:pt x="647101" y="177803"/>
                  </a:lnTo>
                  <a:cubicBezTo>
                    <a:pt x="647243" y="158948"/>
                    <a:pt x="632936" y="143120"/>
                    <a:pt x="614164" y="141361"/>
                  </a:cubicBezTo>
                  <a:close/>
                  <a:moveTo>
                    <a:pt x="585188" y="269748"/>
                  </a:moveTo>
                  <a:cubicBezTo>
                    <a:pt x="585188" y="428816"/>
                    <a:pt x="490424" y="589283"/>
                    <a:pt x="331690" y="699097"/>
                  </a:cubicBezTo>
                  <a:lnTo>
                    <a:pt x="323556" y="704726"/>
                  </a:lnTo>
                  <a:lnTo>
                    <a:pt x="315431" y="699097"/>
                  </a:lnTo>
                  <a:cubicBezTo>
                    <a:pt x="156687" y="589274"/>
                    <a:pt x="61904" y="428768"/>
                    <a:pt x="61904" y="269748"/>
                  </a:cubicBezTo>
                  <a:lnTo>
                    <a:pt x="61904" y="200682"/>
                  </a:lnTo>
                  <a:lnTo>
                    <a:pt x="73944" y="198777"/>
                  </a:lnTo>
                  <a:cubicBezTo>
                    <a:pt x="163642" y="184594"/>
                    <a:pt x="247129" y="144157"/>
                    <a:pt x="313869" y="82572"/>
                  </a:cubicBezTo>
                  <a:lnTo>
                    <a:pt x="323546" y="73657"/>
                  </a:lnTo>
                  <a:lnTo>
                    <a:pt x="333233" y="82572"/>
                  </a:lnTo>
                  <a:cubicBezTo>
                    <a:pt x="399970" y="144157"/>
                    <a:pt x="483454" y="184594"/>
                    <a:pt x="573149" y="198777"/>
                  </a:cubicBezTo>
                  <a:lnTo>
                    <a:pt x="585188" y="200682"/>
                  </a:ln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319" name="Freihandform: Form 318">
              <a:extLst>
                <a:ext uri="{FF2B5EF4-FFF2-40B4-BE49-F238E27FC236}">
                  <a16:creationId xmlns:a16="http://schemas.microsoft.com/office/drawing/2014/main" id="{7AAF9AEE-5AFB-E7C6-041A-A8953CFF7392}"/>
                </a:ext>
              </a:extLst>
            </p:cNvPr>
            <p:cNvSpPr>
              <a:spLocks noChangeAspect="1"/>
            </p:cNvSpPr>
            <p:nvPr/>
          </p:nvSpPr>
          <p:spPr>
            <a:xfrm>
              <a:off x="1273964" y="2201751"/>
              <a:ext cx="151885" cy="187556"/>
            </a:xfrm>
            <a:custGeom>
              <a:avLst/>
              <a:gdLst>
                <a:gd name="connsiteX0" fmla="*/ 233067 w 466134"/>
                <a:gd name="connsiteY0" fmla="*/ 0 h 557612"/>
                <a:gd name="connsiteX1" fmla="*/ 0 w 466134"/>
                <a:gd name="connsiteY1" fmla="*/ 112624 h 557612"/>
                <a:gd name="connsiteX2" fmla="*/ 0 w 466134"/>
                <a:gd name="connsiteY2" fmla="*/ 157467 h 557612"/>
                <a:gd name="connsiteX3" fmla="*/ 233077 w 466134"/>
                <a:gd name="connsiteY3" fmla="*/ 557613 h 557612"/>
                <a:gd name="connsiteX4" fmla="*/ 466134 w 466134"/>
                <a:gd name="connsiteY4" fmla="*/ 157467 h 557612"/>
                <a:gd name="connsiteX5" fmla="*/ 466134 w 466134"/>
                <a:gd name="connsiteY5" fmla="*/ 112624 h 557612"/>
                <a:gd name="connsiteX6" fmla="*/ 233067 w 466134"/>
                <a:gd name="connsiteY6" fmla="*/ 0 h 557612"/>
                <a:gd name="connsiteX7" fmla="*/ 208607 w 466134"/>
                <a:gd name="connsiteY7" fmla="*/ 371904 h 557612"/>
                <a:gd name="connsiteX8" fmla="*/ 112290 w 466134"/>
                <a:gd name="connsiteY8" fmla="*/ 275577 h 557612"/>
                <a:gd name="connsiteX9" fmla="*/ 145018 w 466134"/>
                <a:gd name="connsiteY9" fmla="*/ 242849 h 557612"/>
                <a:gd name="connsiteX10" fmla="*/ 208607 w 466134"/>
                <a:gd name="connsiteY10" fmla="*/ 306438 h 557612"/>
                <a:gd name="connsiteX11" fmla="*/ 338833 w 466134"/>
                <a:gd name="connsiteY11" fmla="*/ 176212 h 557612"/>
                <a:gd name="connsiteX12" fmla="*/ 371561 w 466134"/>
                <a:gd name="connsiteY12" fmla="*/ 208950 h 557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66134" h="557612">
                  <a:moveTo>
                    <a:pt x="233067" y="0"/>
                  </a:moveTo>
                  <a:cubicBezTo>
                    <a:pt x="166934" y="57839"/>
                    <a:pt x="86412" y="96749"/>
                    <a:pt x="0" y="112624"/>
                  </a:cubicBezTo>
                  <a:lnTo>
                    <a:pt x="0" y="157467"/>
                  </a:lnTo>
                  <a:cubicBezTo>
                    <a:pt x="0" y="304410"/>
                    <a:pt x="86935" y="453342"/>
                    <a:pt x="233077" y="557613"/>
                  </a:cubicBezTo>
                  <a:cubicBezTo>
                    <a:pt x="379200" y="453361"/>
                    <a:pt x="466134" y="304419"/>
                    <a:pt x="466134" y="157467"/>
                  </a:cubicBezTo>
                  <a:lnTo>
                    <a:pt x="466134" y="112624"/>
                  </a:lnTo>
                  <a:cubicBezTo>
                    <a:pt x="379723" y="96749"/>
                    <a:pt x="299200" y="57839"/>
                    <a:pt x="233067" y="0"/>
                  </a:cubicBezTo>
                  <a:close/>
                  <a:moveTo>
                    <a:pt x="208607" y="371904"/>
                  </a:moveTo>
                  <a:lnTo>
                    <a:pt x="112290" y="275577"/>
                  </a:lnTo>
                  <a:lnTo>
                    <a:pt x="145018" y="242849"/>
                  </a:lnTo>
                  <a:lnTo>
                    <a:pt x="208607" y="306438"/>
                  </a:lnTo>
                  <a:lnTo>
                    <a:pt x="338833" y="176212"/>
                  </a:lnTo>
                  <a:lnTo>
                    <a:pt x="371561" y="208950"/>
                  </a:ln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grpSp>
        <p:nvGrpSpPr>
          <p:cNvPr id="320" name="Gruppieren 319">
            <a:extLst>
              <a:ext uri="{FF2B5EF4-FFF2-40B4-BE49-F238E27FC236}">
                <a16:creationId xmlns:a16="http://schemas.microsoft.com/office/drawing/2014/main" id="{C5D73646-A86E-620C-D92A-340C3C14FC3A}"/>
              </a:ext>
            </a:extLst>
          </p:cNvPr>
          <p:cNvGrpSpPr>
            <a:grpSpLocks noChangeAspect="1"/>
          </p:cNvGrpSpPr>
          <p:nvPr/>
        </p:nvGrpSpPr>
        <p:grpSpPr>
          <a:xfrm>
            <a:off x="10061475" y="2348352"/>
            <a:ext cx="620293" cy="667953"/>
            <a:chOff x="2084641" y="2069138"/>
            <a:chExt cx="2114783" cy="2277272"/>
          </a:xfrm>
        </p:grpSpPr>
        <p:grpSp>
          <p:nvGrpSpPr>
            <p:cNvPr id="321" name="Gruppieren 320">
              <a:extLst>
                <a:ext uri="{FF2B5EF4-FFF2-40B4-BE49-F238E27FC236}">
                  <a16:creationId xmlns:a16="http://schemas.microsoft.com/office/drawing/2014/main" id="{A0736F2C-7EDA-FCE0-194A-5D1C7DFFA7EF}"/>
                </a:ext>
              </a:extLst>
            </p:cNvPr>
            <p:cNvGrpSpPr/>
            <p:nvPr/>
          </p:nvGrpSpPr>
          <p:grpSpPr>
            <a:xfrm>
              <a:off x="2084641" y="2069138"/>
              <a:ext cx="2114783" cy="2089790"/>
              <a:chOff x="2084641" y="2069138"/>
              <a:chExt cx="2114783" cy="2089790"/>
            </a:xfrm>
          </p:grpSpPr>
          <p:grpSp>
            <p:nvGrpSpPr>
              <p:cNvPr id="328" name="Gruppieren 327">
                <a:extLst>
                  <a:ext uri="{FF2B5EF4-FFF2-40B4-BE49-F238E27FC236}">
                    <a16:creationId xmlns:a16="http://schemas.microsoft.com/office/drawing/2014/main" id="{C41B5B6C-4412-D184-A9DD-04F099F3322D}"/>
                  </a:ext>
                </a:extLst>
              </p:cNvPr>
              <p:cNvGrpSpPr/>
              <p:nvPr/>
            </p:nvGrpSpPr>
            <p:grpSpPr>
              <a:xfrm>
                <a:off x="2084641" y="2069138"/>
                <a:ext cx="1619587" cy="2089790"/>
                <a:chOff x="2084641" y="2069138"/>
                <a:chExt cx="1619587" cy="2089790"/>
              </a:xfrm>
            </p:grpSpPr>
            <p:sp>
              <p:nvSpPr>
                <p:cNvPr id="333" name="Freihandform: Form 332">
                  <a:extLst>
                    <a:ext uri="{FF2B5EF4-FFF2-40B4-BE49-F238E27FC236}">
                      <a16:creationId xmlns:a16="http://schemas.microsoft.com/office/drawing/2014/main" id="{B6785409-2B7D-48CB-EA76-4DFD4F00DB0B}"/>
                    </a:ext>
                  </a:extLst>
                </p:cNvPr>
                <p:cNvSpPr/>
                <p:nvPr/>
              </p:nvSpPr>
              <p:spPr>
                <a:xfrm>
                  <a:off x="2084641" y="2069138"/>
                  <a:ext cx="1619587" cy="2089790"/>
                </a:xfrm>
                <a:custGeom>
                  <a:avLst/>
                  <a:gdLst>
                    <a:gd name="connsiteX0" fmla="*/ 156734 w 1619587"/>
                    <a:gd name="connsiteY0" fmla="*/ 1933057 h 2089790"/>
                    <a:gd name="connsiteX1" fmla="*/ 156734 w 1619587"/>
                    <a:gd name="connsiteY1" fmla="*/ 156734 h 2089790"/>
                    <a:gd name="connsiteX2" fmla="*/ 809794 w 1619587"/>
                    <a:gd name="connsiteY2" fmla="*/ 156734 h 2089790"/>
                    <a:gd name="connsiteX3" fmla="*/ 809794 w 1619587"/>
                    <a:gd name="connsiteY3" fmla="*/ 705304 h 2089790"/>
                    <a:gd name="connsiteX4" fmla="*/ 1462854 w 1619587"/>
                    <a:gd name="connsiteY4" fmla="*/ 705304 h 2089790"/>
                    <a:gd name="connsiteX5" fmla="*/ 1462854 w 1619587"/>
                    <a:gd name="connsiteY5" fmla="*/ 1933057 h 2089790"/>
                    <a:gd name="connsiteX6" fmla="*/ 156734 w 1619587"/>
                    <a:gd name="connsiteY6" fmla="*/ 1933057 h 2089790"/>
                    <a:gd name="connsiteX7" fmla="*/ 966528 w 1619587"/>
                    <a:gd name="connsiteY7" fmla="*/ 222040 h 2089790"/>
                    <a:gd name="connsiteX8" fmla="*/ 1293058 w 1619587"/>
                    <a:gd name="connsiteY8" fmla="*/ 548570 h 2089790"/>
                    <a:gd name="connsiteX9" fmla="*/ 966528 w 1619587"/>
                    <a:gd name="connsiteY9" fmla="*/ 548570 h 2089790"/>
                    <a:gd name="connsiteX10" fmla="*/ 966528 w 1619587"/>
                    <a:gd name="connsiteY10" fmla="*/ 222040 h 2089790"/>
                    <a:gd name="connsiteX11" fmla="*/ 966528 w 1619587"/>
                    <a:gd name="connsiteY11" fmla="*/ 0 h 2089790"/>
                    <a:gd name="connsiteX12" fmla="*/ 0 w 1619587"/>
                    <a:gd name="connsiteY12" fmla="*/ 0 h 2089790"/>
                    <a:gd name="connsiteX13" fmla="*/ 0 w 1619587"/>
                    <a:gd name="connsiteY13" fmla="*/ 2089791 h 2089790"/>
                    <a:gd name="connsiteX14" fmla="*/ 1619588 w 1619587"/>
                    <a:gd name="connsiteY14" fmla="*/ 2089791 h 2089790"/>
                    <a:gd name="connsiteX15" fmla="*/ 1619588 w 1619587"/>
                    <a:gd name="connsiteY15" fmla="*/ 574693 h 2089790"/>
                    <a:gd name="connsiteX16" fmla="*/ 966528 w 1619587"/>
                    <a:gd name="connsiteY16" fmla="*/ 0 h 2089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19587" h="2089790">
                      <a:moveTo>
                        <a:pt x="156734" y="1933057"/>
                      </a:moveTo>
                      <a:lnTo>
                        <a:pt x="156734" y="156734"/>
                      </a:lnTo>
                      <a:lnTo>
                        <a:pt x="809794" y="156734"/>
                      </a:lnTo>
                      <a:lnTo>
                        <a:pt x="809794" y="705304"/>
                      </a:lnTo>
                      <a:lnTo>
                        <a:pt x="1462854" y="705304"/>
                      </a:lnTo>
                      <a:lnTo>
                        <a:pt x="1462854" y="1933057"/>
                      </a:lnTo>
                      <a:lnTo>
                        <a:pt x="156734" y="1933057"/>
                      </a:lnTo>
                      <a:close/>
                      <a:moveTo>
                        <a:pt x="966528" y="222040"/>
                      </a:moveTo>
                      <a:lnTo>
                        <a:pt x="1293058" y="548570"/>
                      </a:lnTo>
                      <a:lnTo>
                        <a:pt x="966528" y="548570"/>
                      </a:lnTo>
                      <a:lnTo>
                        <a:pt x="966528" y="222040"/>
                      </a:lnTo>
                      <a:close/>
                      <a:moveTo>
                        <a:pt x="966528" y="0"/>
                      </a:moveTo>
                      <a:lnTo>
                        <a:pt x="0" y="0"/>
                      </a:lnTo>
                      <a:lnTo>
                        <a:pt x="0" y="2089791"/>
                      </a:lnTo>
                      <a:lnTo>
                        <a:pt x="1619588" y="2089791"/>
                      </a:lnTo>
                      <a:lnTo>
                        <a:pt x="1619588" y="574693"/>
                      </a:lnTo>
                      <a:lnTo>
                        <a:pt x="966528" y="0"/>
                      </a:lnTo>
                      <a:close/>
                    </a:path>
                  </a:pathLst>
                </a:custGeom>
                <a:solidFill>
                  <a:schemeClr val="accent3"/>
                </a:solidFill>
                <a:ln w="2609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334" name="Freihandform: Form 333">
                  <a:extLst>
                    <a:ext uri="{FF2B5EF4-FFF2-40B4-BE49-F238E27FC236}">
                      <a16:creationId xmlns:a16="http://schemas.microsoft.com/office/drawing/2014/main" id="{CEA4AB91-17A5-D985-5E00-77CFE2241EBF}"/>
                    </a:ext>
                  </a:extLst>
                </p:cNvPr>
                <p:cNvSpPr/>
                <p:nvPr/>
              </p:nvSpPr>
              <p:spPr>
                <a:xfrm>
                  <a:off x="2398110" y="3035666"/>
                  <a:ext cx="992650" cy="104489"/>
                </a:xfrm>
                <a:custGeom>
                  <a:avLst/>
                  <a:gdLst>
                    <a:gd name="connsiteX0" fmla="*/ 0 w 992650"/>
                    <a:gd name="connsiteY0" fmla="*/ 0 h 104489"/>
                    <a:gd name="connsiteX1" fmla="*/ 992651 w 992650"/>
                    <a:gd name="connsiteY1" fmla="*/ 0 h 104489"/>
                    <a:gd name="connsiteX2" fmla="*/ 992651 w 992650"/>
                    <a:gd name="connsiteY2" fmla="*/ 104490 h 104489"/>
                    <a:gd name="connsiteX3" fmla="*/ 0 w 992650"/>
                    <a:gd name="connsiteY3" fmla="*/ 104490 h 104489"/>
                  </a:gdLst>
                  <a:ahLst/>
                  <a:cxnLst>
                    <a:cxn ang="0">
                      <a:pos x="connsiteX0" y="connsiteY0"/>
                    </a:cxn>
                    <a:cxn ang="0">
                      <a:pos x="connsiteX1" y="connsiteY1"/>
                    </a:cxn>
                    <a:cxn ang="0">
                      <a:pos x="connsiteX2" y="connsiteY2"/>
                    </a:cxn>
                    <a:cxn ang="0">
                      <a:pos x="connsiteX3" y="connsiteY3"/>
                    </a:cxn>
                  </a:cxnLst>
                  <a:rect l="l" t="t" r="r" b="b"/>
                  <a:pathLst>
                    <a:path w="992650" h="104489">
                      <a:moveTo>
                        <a:pt x="0" y="0"/>
                      </a:moveTo>
                      <a:lnTo>
                        <a:pt x="992651" y="0"/>
                      </a:lnTo>
                      <a:lnTo>
                        <a:pt x="992651" y="104490"/>
                      </a:lnTo>
                      <a:lnTo>
                        <a:pt x="0" y="104490"/>
                      </a:lnTo>
                      <a:close/>
                    </a:path>
                  </a:pathLst>
                </a:custGeom>
                <a:solidFill>
                  <a:schemeClr val="tx1"/>
                </a:solidFill>
                <a:ln w="2609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335" name="Freihandform: Form 334">
                  <a:extLst>
                    <a:ext uri="{FF2B5EF4-FFF2-40B4-BE49-F238E27FC236}">
                      <a16:creationId xmlns:a16="http://schemas.microsoft.com/office/drawing/2014/main" id="{FF0B8917-51C1-0E06-BC0D-DB2EA8038256}"/>
                    </a:ext>
                  </a:extLst>
                </p:cNvPr>
                <p:cNvSpPr/>
                <p:nvPr/>
              </p:nvSpPr>
              <p:spPr>
                <a:xfrm>
                  <a:off x="2398110" y="2826687"/>
                  <a:ext cx="339591" cy="104489"/>
                </a:xfrm>
                <a:custGeom>
                  <a:avLst/>
                  <a:gdLst>
                    <a:gd name="connsiteX0" fmla="*/ 0 w 339591"/>
                    <a:gd name="connsiteY0" fmla="*/ 0 h 104489"/>
                    <a:gd name="connsiteX1" fmla="*/ 339591 w 339591"/>
                    <a:gd name="connsiteY1" fmla="*/ 0 h 104489"/>
                    <a:gd name="connsiteX2" fmla="*/ 339591 w 339591"/>
                    <a:gd name="connsiteY2" fmla="*/ 104490 h 104489"/>
                    <a:gd name="connsiteX3" fmla="*/ 0 w 339591"/>
                    <a:gd name="connsiteY3" fmla="*/ 104490 h 104489"/>
                  </a:gdLst>
                  <a:ahLst/>
                  <a:cxnLst>
                    <a:cxn ang="0">
                      <a:pos x="connsiteX0" y="connsiteY0"/>
                    </a:cxn>
                    <a:cxn ang="0">
                      <a:pos x="connsiteX1" y="connsiteY1"/>
                    </a:cxn>
                    <a:cxn ang="0">
                      <a:pos x="connsiteX2" y="connsiteY2"/>
                    </a:cxn>
                    <a:cxn ang="0">
                      <a:pos x="connsiteX3" y="connsiteY3"/>
                    </a:cxn>
                  </a:cxnLst>
                  <a:rect l="l" t="t" r="r" b="b"/>
                  <a:pathLst>
                    <a:path w="339591" h="104489">
                      <a:moveTo>
                        <a:pt x="0" y="0"/>
                      </a:moveTo>
                      <a:lnTo>
                        <a:pt x="339591" y="0"/>
                      </a:lnTo>
                      <a:lnTo>
                        <a:pt x="339591" y="104490"/>
                      </a:lnTo>
                      <a:lnTo>
                        <a:pt x="0" y="104490"/>
                      </a:lnTo>
                      <a:close/>
                    </a:path>
                  </a:pathLst>
                </a:custGeom>
                <a:solidFill>
                  <a:schemeClr val="tx1"/>
                </a:solidFill>
                <a:ln w="2609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336" name="Freihandform: Form 335">
                  <a:extLst>
                    <a:ext uri="{FF2B5EF4-FFF2-40B4-BE49-F238E27FC236}">
                      <a16:creationId xmlns:a16="http://schemas.microsoft.com/office/drawing/2014/main" id="{E46E1211-A2A8-E5BF-9408-980B8732E60D}"/>
                    </a:ext>
                  </a:extLst>
                </p:cNvPr>
                <p:cNvSpPr/>
                <p:nvPr/>
              </p:nvSpPr>
              <p:spPr>
                <a:xfrm>
                  <a:off x="2398110" y="3244645"/>
                  <a:ext cx="992650" cy="104489"/>
                </a:xfrm>
                <a:custGeom>
                  <a:avLst/>
                  <a:gdLst>
                    <a:gd name="connsiteX0" fmla="*/ 0 w 992650"/>
                    <a:gd name="connsiteY0" fmla="*/ 0 h 104489"/>
                    <a:gd name="connsiteX1" fmla="*/ 992651 w 992650"/>
                    <a:gd name="connsiteY1" fmla="*/ 0 h 104489"/>
                    <a:gd name="connsiteX2" fmla="*/ 992651 w 992650"/>
                    <a:gd name="connsiteY2" fmla="*/ 104490 h 104489"/>
                    <a:gd name="connsiteX3" fmla="*/ 0 w 992650"/>
                    <a:gd name="connsiteY3" fmla="*/ 104490 h 104489"/>
                  </a:gdLst>
                  <a:ahLst/>
                  <a:cxnLst>
                    <a:cxn ang="0">
                      <a:pos x="connsiteX0" y="connsiteY0"/>
                    </a:cxn>
                    <a:cxn ang="0">
                      <a:pos x="connsiteX1" y="connsiteY1"/>
                    </a:cxn>
                    <a:cxn ang="0">
                      <a:pos x="connsiteX2" y="connsiteY2"/>
                    </a:cxn>
                    <a:cxn ang="0">
                      <a:pos x="connsiteX3" y="connsiteY3"/>
                    </a:cxn>
                  </a:cxnLst>
                  <a:rect l="l" t="t" r="r" b="b"/>
                  <a:pathLst>
                    <a:path w="992650" h="104489">
                      <a:moveTo>
                        <a:pt x="0" y="0"/>
                      </a:moveTo>
                      <a:lnTo>
                        <a:pt x="992651" y="0"/>
                      </a:lnTo>
                      <a:lnTo>
                        <a:pt x="992651" y="104490"/>
                      </a:lnTo>
                      <a:lnTo>
                        <a:pt x="0" y="104490"/>
                      </a:lnTo>
                      <a:close/>
                    </a:path>
                  </a:pathLst>
                </a:custGeom>
                <a:solidFill>
                  <a:schemeClr val="tx1"/>
                </a:solidFill>
                <a:ln w="2609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337" name="Freihandform: Form 336">
                  <a:extLst>
                    <a:ext uri="{FF2B5EF4-FFF2-40B4-BE49-F238E27FC236}">
                      <a16:creationId xmlns:a16="http://schemas.microsoft.com/office/drawing/2014/main" id="{D927FEF9-7218-935A-6759-2BAFD42A9F11}"/>
                    </a:ext>
                  </a:extLst>
                </p:cNvPr>
                <p:cNvSpPr/>
                <p:nvPr/>
              </p:nvSpPr>
              <p:spPr>
                <a:xfrm>
                  <a:off x="2398110" y="3453624"/>
                  <a:ext cx="992650" cy="104489"/>
                </a:xfrm>
                <a:custGeom>
                  <a:avLst/>
                  <a:gdLst>
                    <a:gd name="connsiteX0" fmla="*/ 0 w 992650"/>
                    <a:gd name="connsiteY0" fmla="*/ 0 h 104489"/>
                    <a:gd name="connsiteX1" fmla="*/ 992651 w 992650"/>
                    <a:gd name="connsiteY1" fmla="*/ 0 h 104489"/>
                    <a:gd name="connsiteX2" fmla="*/ 992651 w 992650"/>
                    <a:gd name="connsiteY2" fmla="*/ 104490 h 104489"/>
                    <a:gd name="connsiteX3" fmla="*/ 0 w 992650"/>
                    <a:gd name="connsiteY3" fmla="*/ 104490 h 104489"/>
                  </a:gdLst>
                  <a:ahLst/>
                  <a:cxnLst>
                    <a:cxn ang="0">
                      <a:pos x="connsiteX0" y="connsiteY0"/>
                    </a:cxn>
                    <a:cxn ang="0">
                      <a:pos x="connsiteX1" y="connsiteY1"/>
                    </a:cxn>
                    <a:cxn ang="0">
                      <a:pos x="connsiteX2" y="connsiteY2"/>
                    </a:cxn>
                    <a:cxn ang="0">
                      <a:pos x="connsiteX3" y="connsiteY3"/>
                    </a:cxn>
                  </a:cxnLst>
                  <a:rect l="l" t="t" r="r" b="b"/>
                  <a:pathLst>
                    <a:path w="992650" h="104489">
                      <a:moveTo>
                        <a:pt x="0" y="0"/>
                      </a:moveTo>
                      <a:lnTo>
                        <a:pt x="992651" y="0"/>
                      </a:lnTo>
                      <a:lnTo>
                        <a:pt x="992651" y="104490"/>
                      </a:lnTo>
                      <a:lnTo>
                        <a:pt x="0" y="104490"/>
                      </a:lnTo>
                      <a:close/>
                    </a:path>
                  </a:pathLst>
                </a:custGeom>
                <a:solidFill>
                  <a:schemeClr val="tx1"/>
                </a:solidFill>
                <a:ln w="2609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338" name="Freihandform: Form 337">
                  <a:extLst>
                    <a:ext uri="{FF2B5EF4-FFF2-40B4-BE49-F238E27FC236}">
                      <a16:creationId xmlns:a16="http://schemas.microsoft.com/office/drawing/2014/main" id="{4DEED2FA-C5ED-35B2-EA0B-64790D0C419F}"/>
                    </a:ext>
                  </a:extLst>
                </p:cNvPr>
                <p:cNvSpPr/>
                <p:nvPr/>
              </p:nvSpPr>
              <p:spPr>
                <a:xfrm>
                  <a:off x="2398110" y="3662603"/>
                  <a:ext cx="992650" cy="104489"/>
                </a:xfrm>
                <a:custGeom>
                  <a:avLst/>
                  <a:gdLst>
                    <a:gd name="connsiteX0" fmla="*/ 0 w 992650"/>
                    <a:gd name="connsiteY0" fmla="*/ 0 h 104489"/>
                    <a:gd name="connsiteX1" fmla="*/ 992651 w 992650"/>
                    <a:gd name="connsiteY1" fmla="*/ 0 h 104489"/>
                    <a:gd name="connsiteX2" fmla="*/ 992651 w 992650"/>
                    <a:gd name="connsiteY2" fmla="*/ 104490 h 104489"/>
                    <a:gd name="connsiteX3" fmla="*/ 0 w 992650"/>
                    <a:gd name="connsiteY3" fmla="*/ 104490 h 104489"/>
                  </a:gdLst>
                  <a:ahLst/>
                  <a:cxnLst>
                    <a:cxn ang="0">
                      <a:pos x="connsiteX0" y="connsiteY0"/>
                    </a:cxn>
                    <a:cxn ang="0">
                      <a:pos x="connsiteX1" y="connsiteY1"/>
                    </a:cxn>
                    <a:cxn ang="0">
                      <a:pos x="connsiteX2" y="connsiteY2"/>
                    </a:cxn>
                    <a:cxn ang="0">
                      <a:pos x="connsiteX3" y="connsiteY3"/>
                    </a:cxn>
                  </a:cxnLst>
                  <a:rect l="l" t="t" r="r" b="b"/>
                  <a:pathLst>
                    <a:path w="992650" h="104489">
                      <a:moveTo>
                        <a:pt x="0" y="0"/>
                      </a:moveTo>
                      <a:lnTo>
                        <a:pt x="992651" y="0"/>
                      </a:lnTo>
                      <a:lnTo>
                        <a:pt x="992651" y="104490"/>
                      </a:lnTo>
                      <a:lnTo>
                        <a:pt x="0" y="104490"/>
                      </a:lnTo>
                      <a:close/>
                    </a:path>
                  </a:pathLst>
                </a:custGeom>
                <a:solidFill>
                  <a:schemeClr val="tx1"/>
                </a:solidFill>
                <a:ln w="2609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grpSp>
            <p:nvGrpSpPr>
              <p:cNvPr id="329" name="Gruppieren 328">
                <a:extLst>
                  <a:ext uri="{FF2B5EF4-FFF2-40B4-BE49-F238E27FC236}">
                    <a16:creationId xmlns:a16="http://schemas.microsoft.com/office/drawing/2014/main" id="{7B86B088-1E29-283B-BB64-0449DEC347B9}"/>
                  </a:ext>
                </a:extLst>
              </p:cNvPr>
              <p:cNvGrpSpPr/>
              <p:nvPr/>
            </p:nvGrpSpPr>
            <p:grpSpPr>
              <a:xfrm>
                <a:off x="3390760" y="3083268"/>
                <a:ext cx="808664" cy="802954"/>
                <a:chOff x="3786281" y="2257834"/>
                <a:chExt cx="808664" cy="802954"/>
              </a:xfrm>
            </p:grpSpPr>
            <p:sp>
              <p:nvSpPr>
                <p:cNvPr id="330" name="Freihandform: Form 329">
                  <a:extLst>
                    <a:ext uri="{FF2B5EF4-FFF2-40B4-BE49-F238E27FC236}">
                      <a16:creationId xmlns:a16="http://schemas.microsoft.com/office/drawing/2014/main" id="{2E682239-E07F-2581-EC2A-61455E79FE20}"/>
                    </a:ext>
                  </a:extLst>
                </p:cNvPr>
                <p:cNvSpPr/>
                <p:nvPr/>
              </p:nvSpPr>
              <p:spPr>
                <a:xfrm>
                  <a:off x="4220016" y="2257834"/>
                  <a:ext cx="374929" cy="369671"/>
                </a:xfrm>
                <a:custGeom>
                  <a:avLst/>
                  <a:gdLst>
                    <a:gd name="connsiteX0" fmla="*/ 360074 w 374929"/>
                    <a:gd name="connsiteY0" fmla="*/ 114783 h 369671"/>
                    <a:gd name="connsiteX1" fmla="*/ 347748 w 374929"/>
                    <a:gd name="connsiteY1" fmla="*/ 102458 h 369671"/>
                    <a:gd name="connsiteX2" fmla="*/ 366874 w 374929"/>
                    <a:gd name="connsiteY2" fmla="*/ 82455 h 369671"/>
                    <a:gd name="connsiteX3" fmla="*/ 353178 w 374929"/>
                    <a:gd name="connsiteY3" fmla="*/ 21009 h 369671"/>
                    <a:gd name="connsiteX4" fmla="*/ 289503 w 374929"/>
                    <a:gd name="connsiteY4" fmla="*/ 7065 h 369671"/>
                    <a:gd name="connsiteX5" fmla="*/ 0 w 374929"/>
                    <a:gd name="connsiteY5" fmla="*/ 277279 h 369671"/>
                    <a:gd name="connsiteX6" fmla="*/ 92393 w 374929"/>
                    <a:gd name="connsiteY6" fmla="*/ 369672 h 369671"/>
                    <a:gd name="connsiteX7" fmla="*/ 321421 w 374929"/>
                    <a:gd name="connsiteY7" fmla="*/ 130004 h 369671"/>
                    <a:gd name="connsiteX8" fmla="*/ 333137 w 374929"/>
                    <a:gd name="connsiteY8" fmla="*/ 141720 h 369671"/>
                    <a:gd name="connsiteX9" fmla="*/ 334089 w 374929"/>
                    <a:gd name="connsiteY9" fmla="*/ 157303 h 369671"/>
                    <a:gd name="connsiteX10" fmla="*/ 159458 w 374929"/>
                    <a:gd name="connsiteY10" fmla="*/ 331953 h 369671"/>
                    <a:gd name="connsiteX11" fmla="*/ 158989 w 374929"/>
                    <a:gd name="connsiteY11" fmla="*/ 358890 h 369671"/>
                    <a:gd name="connsiteX12" fmla="*/ 185926 w 374929"/>
                    <a:gd name="connsiteY12" fmla="*/ 359358 h 369671"/>
                    <a:gd name="connsiteX13" fmla="*/ 186395 w 374929"/>
                    <a:gd name="connsiteY13" fmla="*/ 358890 h 369671"/>
                    <a:gd name="connsiteX14" fmla="*/ 361055 w 374929"/>
                    <a:gd name="connsiteY14" fmla="*/ 184239 h 369671"/>
                    <a:gd name="connsiteX15" fmla="*/ 360074 w 374929"/>
                    <a:gd name="connsiteY15" fmla="*/ 114783 h 36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4929" h="369671">
                      <a:moveTo>
                        <a:pt x="360074" y="114783"/>
                      </a:moveTo>
                      <a:lnTo>
                        <a:pt x="347748" y="102458"/>
                      </a:lnTo>
                      <a:lnTo>
                        <a:pt x="366874" y="82455"/>
                      </a:lnTo>
                      <a:cubicBezTo>
                        <a:pt x="376923" y="71111"/>
                        <a:pt x="379371" y="48165"/>
                        <a:pt x="353178" y="21009"/>
                      </a:cubicBezTo>
                      <a:cubicBezTo>
                        <a:pt x="326707" y="-5480"/>
                        <a:pt x="299495" y="-2956"/>
                        <a:pt x="289503" y="7065"/>
                      </a:cubicBezTo>
                      <a:lnTo>
                        <a:pt x="0" y="277279"/>
                      </a:lnTo>
                      <a:lnTo>
                        <a:pt x="92393" y="369672"/>
                      </a:lnTo>
                      <a:lnTo>
                        <a:pt x="321421" y="130004"/>
                      </a:lnTo>
                      <a:lnTo>
                        <a:pt x="333137" y="141720"/>
                      </a:lnTo>
                      <a:cubicBezTo>
                        <a:pt x="337662" y="145779"/>
                        <a:pt x="338087" y="152722"/>
                        <a:pt x="334089" y="157303"/>
                      </a:cubicBezTo>
                      <a:lnTo>
                        <a:pt x="159458" y="331953"/>
                      </a:lnTo>
                      <a:cubicBezTo>
                        <a:pt x="151890" y="339262"/>
                        <a:pt x="151681" y="351322"/>
                        <a:pt x="158989" y="358890"/>
                      </a:cubicBezTo>
                      <a:cubicBezTo>
                        <a:pt x="166299" y="366457"/>
                        <a:pt x="178358" y="366667"/>
                        <a:pt x="185926" y="359358"/>
                      </a:cubicBezTo>
                      <a:cubicBezTo>
                        <a:pt x="186085" y="359205"/>
                        <a:pt x="186241" y="359049"/>
                        <a:pt x="186395" y="358890"/>
                      </a:cubicBezTo>
                      <a:lnTo>
                        <a:pt x="361055" y="184239"/>
                      </a:lnTo>
                      <a:cubicBezTo>
                        <a:pt x="379930" y="164775"/>
                        <a:pt x="379491" y="133706"/>
                        <a:pt x="360074" y="114783"/>
                      </a:cubicBez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331" name="Freihandform: Form 330">
                  <a:extLst>
                    <a:ext uri="{FF2B5EF4-FFF2-40B4-BE49-F238E27FC236}">
                      <a16:creationId xmlns:a16="http://schemas.microsoft.com/office/drawing/2014/main" id="{4D94DDE8-AE4A-DAD0-43F3-0EC8228B06BA}"/>
                    </a:ext>
                  </a:extLst>
                </p:cNvPr>
                <p:cNvSpPr/>
                <p:nvPr/>
              </p:nvSpPr>
              <p:spPr>
                <a:xfrm>
                  <a:off x="3901529" y="2564060"/>
                  <a:ext cx="381885" cy="381895"/>
                </a:xfrm>
                <a:custGeom>
                  <a:avLst/>
                  <a:gdLst>
                    <a:gd name="connsiteX0" fmla="*/ 103518 w 381885"/>
                    <a:gd name="connsiteY0" fmla="*/ 192967 h 381895"/>
                    <a:gd name="connsiteX1" fmla="*/ 82563 w 381885"/>
                    <a:gd name="connsiteY1" fmla="*/ 215913 h 381895"/>
                    <a:gd name="connsiteX2" fmla="*/ 0 w 381885"/>
                    <a:gd name="connsiteY2" fmla="*/ 309134 h 381895"/>
                    <a:gd name="connsiteX3" fmla="*/ 72752 w 381885"/>
                    <a:gd name="connsiteY3" fmla="*/ 381895 h 381895"/>
                    <a:gd name="connsiteX4" fmla="*/ 165973 w 381885"/>
                    <a:gd name="connsiteY4" fmla="*/ 299276 h 381895"/>
                    <a:gd name="connsiteX5" fmla="*/ 188928 w 381885"/>
                    <a:gd name="connsiteY5" fmla="*/ 278321 h 381895"/>
                    <a:gd name="connsiteX6" fmla="*/ 381886 w 381885"/>
                    <a:gd name="connsiteY6" fmla="*/ 92488 h 381895"/>
                    <a:gd name="connsiteX7" fmla="*/ 289398 w 381885"/>
                    <a:gd name="connsiteY7" fmla="*/ 0 h 381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1885" h="381895">
                      <a:moveTo>
                        <a:pt x="103518" y="192967"/>
                      </a:moveTo>
                      <a:cubicBezTo>
                        <a:pt x="96285" y="200377"/>
                        <a:pt x="89300" y="208026"/>
                        <a:pt x="82563" y="215913"/>
                      </a:cubicBezTo>
                      <a:lnTo>
                        <a:pt x="0" y="309134"/>
                      </a:lnTo>
                      <a:lnTo>
                        <a:pt x="72752" y="381895"/>
                      </a:lnTo>
                      <a:lnTo>
                        <a:pt x="165973" y="299276"/>
                      </a:lnTo>
                      <a:cubicBezTo>
                        <a:pt x="173860" y="292570"/>
                        <a:pt x="181511" y="285585"/>
                        <a:pt x="188928" y="278321"/>
                      </a:cubicBezTo>
                      <a:lnTo>
                        <a:pt x="381886" y="92488"/>
                      </a:lnTo>
                      <a:lnTo>
                        <a:pt x="289398" y="0"/>
                      </a:ln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332" name="Freihandform: Form 331">
                  <a:extLst>
                    <a:ext uri="{FF2B5EF4-FFF2-40B4-BE49-F238E27FC236}">
                      <a16:creationId xmlns:a16="http://schemas.microsoft.com/office/drawing/2014/main" id="{6700759B-2149-CCA1-EBF9-FFC394834738}"/>
                    </a:ext>
                  </a:extLst>
                </p:cNvPr>
                <p:cNvSpPr/>
                <p:nvPr/>
              </p:nvSpPr>
              <p:spPr>
                <a:xfrm>
                  <a:off x="3786281" y="2905741"/>
                  <a:ext cx="155281" cy="155047"/>
                </a:xfrm>
                <a:custGeom>
                  <a:avLst/>
                  <a:gdLst>
                    <a:gd name="connsiteX0" fmla="*/ 20798 w 155281"/>
                    <a:gd name="connsiteY0" fmla="*/ 89735 h 155047"/>
                    <a:gd name="connsiteX1" fmla="*/ 23236 w 155281"/>
                    <a:gd name="connsiteY1" fmla="*/ 104213 h 155047"/>
                    <a:gd name="connsiteX2" fmla="*/ 1491 w 155281"/>
                    <a:gd name="connsiteY2" fmla="*/ 139589 h 155047"/>
                    <a:gd name="connsiteX3" fmla="*/ 4868 w 155281"/>
                    <a:gd name="connsiteY3" fmla="*/ 153559 h 155047"/>
                    <a:gd name="connsiteX4" fmla="*/ 10063 w 155281"/>
                    <a:gd name="connsiteY4" fmla="*/ 155048 h 155047"/>
                    <a:gd name="connsiteX5" fmla="*/ 15483 w 155281"/>
                    <a:gd name="connsiteY5" fmla="*/ 153457 h 155047"/>
                    <a:gd name="connsiteX6" fmla="*/ 50506 w 155281"/>
                    <a:gd name="connsiteY6" fmla="*/ 131454 h 155047"/>
                    <a:gd name="connsiteX7" fmla="*/ 64794 w 155281"/>
                    <a:gd name="connsiteY7" fmla="*/ 133883 h 155047"/>
                    <a:gd name="connsiteX8" fmla="*/ 155281 w 155281"/>
                    <a:gd name="connsiteY8" fmla="*/ 65856 h 155047"/>
                    <a:gd name="connsiteX9" fmla="*/ 89416 w 155281"/>
                    <a:gd name="connsiteY9" fmla="*/ 0 h 155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5281" h="155047">
                      <a:moveTo>
                        <a:pt x="20798" y="89735"/>
                      </a:moveTo>
                      <a:cubicBezTo>
                        <a:pt x="18115" y="94536"/>
                        <a:pt x="19129" y="100556"/>
                        <a:pt x="23236" y="104213"/>
                      </a:cubicBezTo>
                      <a:lnTo>
                        <a:pt x="1491" y="139589"/>
                      </a:lnTo>
                      <a:cubicBezTo>
                        <a:pt x="-1434" y="144379"/>
                        <a:pt x="78" y="150634"/>
                        <a:pt x="4868" y="153559"/>
                      </a:cubicBezTo>
                      <a:cubicBezTo>
                        <a:pt x="6434" y="154516"/>
                        <a:pt x="8229" y="155030"/>
                        <a:pt x="10063" y="155048"/>
                      </a:cubicBezTo>
                      <a:cubicBezTo>
                        <a:pt x="11984" y="155040"/>
                        <a:pt x="13863" y="154489"/>
                        <a:pt x="15483" y="153457"/>
                      </a:cubicBezTo>
                      <a:lnTo>
                        <a:pt x="50506" y="131454"/>
                      </a:lnTo>
                      <a:cubicBezTo>
                        <a:pt x="54133" y="135472"/>
                        <a:pt x="60043" y="136477"/>
                        <a:pt x="64794" y="133883"/>
                      </a:cubicBezTo>
                      <a:lnTo>
                        <a:pt x="155281" y="65856"/>
                      </a:lnTo>
                      <a:lnTo>
                        <a:pt x="89416" y="0"/>
                      </a:lnTo>
                      <a:close/>
                    </a:path>
                  </a:pathLst>
                </a:custGeom>
                <a:solidFill>
                  <a:srgbClr val="000000"/>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grpSp>
        <p:grpSp>
          <p:nvGrpSpPr>
            <p:cNvPr id="322" name="Gruppieren 321">
              <a:extLst>
                <a:ext uri="{FF2B5EF4-FFF2-40B4-BE49-F238E27FC236}">
                  <a16:creationId xmlns:a16="http://schemas.microsoft.com/office/drawing/2014/main" id="{92271200-9F95-5727-3445-08721DABC790}"/>
                </a:ext>
              </a:extLst>
            </p:cNvPr>
            <p:cNvGrpSpPr/>
            <p:nvPr/>
          </p:nvGrpSpPr>
          <p:grpSpPr>
            <a:xfrm>
              <a:off x="2084641" y="3678480"/>
              <a:ext cx="462502" cy="667930"/>
              <a:chOff x="1120741" y="2069138"/>
              <a:chExt cx="462502" cy="667930"/>
            </a:xfrm>
          </p:grpSpPr>
          <p:sp>
            <p:nvSpPr>
              <p:cNvPr id="323" name="Freihandform: Form 322">
                <a:extLst>
                  <a:ext uri="{FF2B5EF4-FFF2-40B4-BE49-F238E27FC236}">
                    <a16:creationId xmlns:a16="http://schemas.microsoft.com/office/drawing/2014/main" id="{B13D4724-581A-ED07-E247-B001C43CC3C8}"/>
                  </a:ext>
                </a:extLst>
              </p:cNvPr>
              <p:cNvSpPr>
                <a:spLocks noChangeAspect="1"/>
              </p:cNvSpPr>
              <p:nvPr/>
            </p:nvSpPr>
            <p:spPr>
              <a:xfrm>
                <a:off x="1366209" y="2511488"/>
                <a:ext cx="217034" cy="220905"/>
              </a:xfrm>
              <a:custGeom>
                <a:avLst/>
                <a:gdLst>
                  <a:gd name="connsiteX0" fmla="*/ 35281 w 84924"/>
                  <a:gd name="connsiteY0" fmla="*/ 9916 h 86439"/>
                  <a:gd name="connsiteX1" fmla="*/ 20355 w 84924"/>
                  <a:gd name="connsiteY1" fmla="*/ 13097 h 86439"/>
                  <a:gd name="connsiteX2" fmla="*/ 14126 w 84924"/>
                  <a:gd name="connsiteY2" fmla="*/ 12592 h 86439"/>
                  <a:gd name="connsiteX3" fmla="*/ 0 w 84924"/>
                  <a:gd name="connsiteY3" fmla="*/ 17916 h 86439"/>
                  <a:gd name="connsiteX4" fmla="*/ 38005 w 84924"/>
                  <a:gd name="connsiteY4" fmla="*/ 86439 h 86439"/>
                  <a:gd name="connsiteX5" fmla="*/ 53845 w 84924"/>
                  <a:gd name="connsiteY5" fmla="*/ 60541 h 86439"/>
                  <a:gd name="connsiteX6" fmla="*/ 84925 w 84924"/>
                  <a:gd name="connsiteY6" fmla="*/ 65723 h 86439"/>
                  <a:gd name="connsiteX7" fmla="*/ 48330 w 84924"/>
                  <a:gd name="connsiteY7" fmla="*/ 0 h 86439"/>
                  <a:gd name="connsiteX8" fmla="*/ 35281 w 84924"/>
                  <a:gd name="connsiteY8" fmla="*/ 9916 h 86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24" h="86439">
                    <a:moveTo>
                      <a:pt x="35281" y="9916"/>
                    </a:moveTo>
                    <a:cubicBezTo>
                      <a:pt x="30590" y="12029"/>
                      <a:pt x="25500" y="13114"/>
                      <a:pt x="20355" y="13097"/>
                    </a:cubicBezTo>
                    <a:cubicBezTo>
                      <a:pt x="18268" y="13101"/>
                      <a:pt x="16185" y="12932"/>
                      <a:pt x="14126" y="12592"/>
                    </a:cubicBezTo>
                    <a:cubicBezTo>
                      <a:pt x="9820" y="15293"/>
                      <a:pt x="5017" y="17104"/>
                      <a:pt x="0" y="17916"/>
                    </a:cubicBezTo>
                    <a:lnTo>
                      <a:pt x="38005" y="86439"/>
                    </a:lnTo>
                    <a:lnTo>
                      <a:pt x="53845" y="60541"/>
                    </a:lnTo>
                    <a:lnTo>
                      <a:pt x="84925" y="65723"/>
                    </a:lnTo>
                    <a:lnTo>
                      <a:pt x="48330" y="0"/>
                    </a:lnTo>
                    <a:cubicBezTo>
                      <a:pt x="44768" y="4230"/>
                      <a:pt x="40311" y="7617"/>
                      <a:pt x="35281" y="9916"/>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324" name="Freihandform: Form 323">
                <a:extLst>
                  <a:ext uri="{FF2B5EF4-FFF2-40B4-BE49-F238E27FC236}">
                    <a16:creationId xmlns:a16="http://schemas.microsoft.com/office/drawing/2014/main" id="{22B4D487-F21C-2D41-D401-AD39F6B5AF00}"/>
                  </a:ext>
                </a:extLst>
              </p:cNvPr>
              <p:cNvSpPr>
                <a:spLocks noChangeAspect="1"/>
              </p:cNvSpPr>
              <p:nvPr/>
            </p:nvSpPr>
            <p:spPr>
              <a:xfrm>
                <a:off x="1120741" y="2507011"/>
                <a:ext cx="210852" cy="230057"/>
              </a:xfrm>
              <a:custGeom>
                <a:avLst/>
                <a:gdLst>
                  <a:gd name="connsiteX0" fmla="*/ 71599 w 82505"/>
                  <a:gd name="connsiteY0" fmla="*/ 15316 h 90020"/>
                  <a:gd name="connsiteX1" fmla="*/ 66084 w 82505"/>
                  <a:gd name="connsiteY1" fmla="*/ 15726 h 90020"/>
                  <a:gd name="connsiteX2" fmla="*/ 52407 w 82505"/>
                  <a:gd name="connsiteY2" fmla="*/ 13164 h 90020"/>
                  <a:gd name="connsiteX3" fmla="*/ 35652 w 82505"/>
                  <a:gd name="connsiteY3" fmla="*/ 295 h 90020"/>
                  <a:gd name="connsiteX4" fmla="*/ 34614 w 82505"/>
                  <a:gd name="connsiteY4" fmla="*/ 0 h 90020"/>
                  <a:gd name="connsiteX5" fmla="*/ 0 w 82505"/>
                  <a:gd name="connsiteY5" fmla="*/ 68113 h 90020"/>
                  <a:gd name="connsiteX6" fmla="*/ 30775 w 82505"/>
                  <a:gd name="connsiteY6" fmla="*/ 61103 h 90020"/>
                  <a:gd name="connsiteX7" fmla="*/ 46311 w 82505"/>
                  <a:gd name="connsiteY7" fmla="*/ 90021 h 90020"/>
                  <a:gd name="connsiteX8" fmla="*/ 82506 w 82505"/>
                  <a:gd name="connsiteY8" fmla="*/ 19383 h 90020"/>
                  <a:gd name="connsiteX9" fmla="*/ 71599 w 82505"/>
                  <a:gd name="connsiteY9" fmla="*/ 15316 h 90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505" h="90020">
                    <a:moveTo>
                      <a:pt x="71599" y="15316"/>
                    </a:moveTo>
                    <a:cubicBezTo>
                      <a:pt x="69774" y="15591"/>
                      <a:pt x="67930" y="15729"/>
                      <a:pt x="66084" y="15726"/>
                    </a:cubicBezTo>
                    <a:cubicBezTo>
                      <a:pt x="61406" y="15726"/>
                      <a:pt x="56768" y="14857"/>
                      <a:pt x="52407" y="13164"/>
                    </a:cubicBezTo>
                    <a:cubicBezTo>
                      <a:pt x="45684" y="10604"/>
                      <a:pt x="39859" y="6130"/>
                      <a:pt x="35652" y="295"/>
                    </a:cubicBezTo>
                    <a:cubicBezTo>
                      <a:pt x="35300" y="229"/>
                      <a:pt x="34966" y="86"/>
                      <a:pt x="34614" y="0"/>
                    </a:cubicBezTo>
                    <a:lnTo>
                      <a:pt x="0" y="68113"/>
                    </a:lnTo>
                    <a:lnTo>
                      <a:pt x="30775" y="61103"/>
                    </a:lnTo>
                    <a:lnTo>
                      <a:pt x="46311" y="90021"/>
                    </a:lnTo>
                    <a:lnTo>
                      <a:pt x="82506" y="19383"/>
                    </a:lnTo>
                    <a:cubicBezTo>
                      <a:pt x="78678" y="18611"/>
                      <a:pt x="74998" y="17238"/>
                      <a:pt x="71599" y="15316"/>
                    </a:cubicBez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325" name="Freihandform: Form 324">
                <a:extLst>
                  <a:ext uri="{FF2B5EF4-FFF2-40B4-BE49-F238E27FC236}">
                    <a16:creationId xmlns:a16="http://schemas.microsoft.com/office/drawing/2014/main" id="{C02F5C1F-C9FC-E0E4-6A0C-FB7D260E817B}"/>
                  </a:ext>
                </a:extLst>
              </p:cNvPr>
              <p:cNvSpPr>
                <a:spLocks noChangeAspect="1"/>
              </p:cNvSpPr>
              <p:nvPr/>
            </p:nvSpPr>
            <p:spPr>
              <a:xfrm>
                <a:off x="1123928" y="2069138"/>
                <a:ext cx="453083" cy="453012"/>
              </a:xfrm>
              <a:custGeom>
                <a:avLst/>
                <a:gdLst>
                  <a:gd name="connsiteX0" fmla="*/ 87411 w 177289"/>
                  <a:gd name="connsiteY0" fmla="*/ 141342 h 177261"/>
                  <a:gd name="connsiteX1" fmla="*/ 34700 w 177289"/>
                  <a:gd name="connsiteY1" fmla="*/ 88631 h 177261"/>
                  <a:gd name="connsiteX2" fmla="*/ 87411 w 177289"/>
                  <a:gd name="connsiteY2" fmla="*/ 35919 h 177261"/>
                  <a:gd name="connsiteX3" fmla="*/ 140123 w 177289"/>
                  <a:gd name="connsiteY3" fmla="*/ 88631 h 177261"/>
                  <a:gd name="connsiteX4" fmla="*/ 140123 w 177289"/>
                  <a:gd name="connsiteY4" fmla="*/ 88640 h 177261"/>
                  <a:gd name="connsiteX5" fmla="*/ 87411 w 177289"/>
                  <a:gd name="connsiteY5" fmla="*/ 141342 h 177261"/>
                  <a:gd name="connsiteX6" fmla="*/ 177289 w 177289"/>
                  <a:gd name="connsiteY6" fmla="*/ 88640 h 177261"/>
                  <a:gd name="connsiteX7" fmla="*/ 169974 w 177289"/>
                  <a:gd name="connsiteY7" fmla="*/ 71571 h 177261"/>
                  <a:gd name="connsiteX8" fmla="*/ 169974 w 177289"/>
                  <a:gd name="connsiteY8" fmla="*/ 52988 h 177261"/>
                  <a:gd name="connsiteX9" fmla="*/ 158096 w 177289"/>
                  <a:gd name="connsiteY9" fmla="*/ 41110 h 177261"/>
                  <a:gd name="connsiteX10" fmla="*/ 151429 w 177289"/>
                  <a:gd name="connsiteY10" fmla="*/ 25870 h 177261"/>
                  <a:gd name="connsiteX11" fmla="*/ 134065 w 177289"/>
                  <a:gd name="connsiteY11" fmla="*/ 19203 h 177261"/>
                  <a:gd name="connsiteX12" fmla="*/ 120930 w 177289"/>
                  <a:gd name="connsiteY12" fmla="*/ 6087 h 177261"/>
                  <a:gd name="connsiteX13" fmla="*/ 104166 w 177289"/>
                  <a:gd name="connsiteY13" fmla="*/ 6087 h 177261"/>
                  <a:gd name="connsiteX14" fmla="*/ 88631 w 177289"/>
                  <a:gd name="connsiteY14" fmla="*/ 1 h 177261"/>
                  <a:gd name="connsiteX15" fmla="*/ 71571 w 177289"/>
                  <a:gd name="connsiteY15" fmla="*/ 7306 h 177261"/>
                  <a:gd name="connsiteX16" fmla="*/ 52988 w 177289"/>
                  <a:gd name="connsiteY16" fmla="*/ 7306 h 177261"/>
                  <a:gd name="connsiteX17" fmla="*/ 41101 w 177289"/>
                  <a:gd name="connsiteY17" fmla="*/ 19193 h 177261"/>
                  <a:gd name="connsiteX18" fmla="*/ 25861 w 177289"/>
                  <a:gd name="connsiteY18" fmla="*/ 25861 h 177261"/>
                  <a:gd name="connsiteX19" fmla="*/ 19193 w 177289"/>
                  <a:gd name="connsiteY19" fmla="*/ 43235 h 177261"/>
                  <a:gd name="connsiteX20" fmla="*/ 6096 w 177289"/>
                  <a:gd name="connsiteY20" fmla="*/ 56331 h 177261"/>
                  <a:gd name="connsiteX21" fmla="*/ 6096 w 177289"/>
                  <a:gd name="connsiteY21" fmla="*/ 73086 h 177261"/>
                  <a:gd name="connsiteX22" fmla="*/ 0 w 177289"/>
                  <a:gd name="connsiteY22" fmla="*/ 88631 h 177261"/>
                  <a:gd name="connsiteX23" fmla="*/ 7316 w 177289"/>
                  <a:gd name="connsiteY23" fmla="*/ 105690 h 177261"/>
                  <a:gd name="connsiteX24" fmla="*/ 7316 w 177289"/>
                  <a:gd name="connsiteY24" fmla="*/ 124273 h 177261"/>
                  <a:gd name="connsiteX25" fmla="*/ 19193 w 177289"/>
                  <a:gd name="connsiteY25" fmla="*/ 136160 h 177261"/>
                  <a:gd name="connsiteX26" fmla="*/ 25861 w 177289"/>
                  <a:gd name="connsiteY26" fmla="*/ 151400 h 177261"/>
                  <a:gd name="connsiteX27" fmla="*/ 43225 w 177289"/>
                  <a:gd name="connsiteY27" fmla="*/ 158068 h 177261"/>
                  <a:gd name="connsiteX28" fmla="*/ 56322 w 177289"/>
                  <a:gd name="connsiteY28" fmla="*/ 171165 h 177261"/>
                  <a:gd name="connsiteX29" fmla="*/ 73086 w 177289"/>
                  <a:gd name="connsiteY29" fmla="*/ 171165 h 177261"/>
                  <a:gd name="connsiteX30" fmla="*/ 88621 w 177289"/>
                  <a:gd name="connsiteY30" fmla="*/ 177261 h 177261"/>
                  <a:gd name="connsiteX31" fmla="*/ 105680 w 177289"/>
                  <a:gd name="connsiteY31" fmla="*/ 169946 h 177261"/>
                  <a:gd name="connsiteX32" fmla="*/ 124264 w 177289"/>
                  <a:gd name="connsiteY32" fmla="*/ 169946 h 177261"/>
                  <a:gd name="connsiteX33" fmla="*/ 136151 w 177289"/>
                  <a:gd name="connsiteY33" fmla="*/ 158068 h 177261"/>
                  <a:gd name="connsiteX34" fmla="*/ 151391 w 177289"/>
                  <a:gd name="connsiteY34" fmla="*/ 151400 h 177261"/>
                  <a:gd name="connsiteX35" fmla="*/ 158058 w 177289"/>
                  <a:gd name="connsiteY35" fmla="*/ 134036 h 177261"/>
                  <a:gd name="connsiteX36" fmla="*/ 171155 w 177289"/>
                  <a:gd name="connsiteY36" fmla="*/ 120901 h 177261"/>
                  <a:gd name="connsiteX37" fmla="*/ 171155 w 177289"/>
                  <a:gd name="connsiteY37" fmla="*/ 104147 h 177261"/>
                  <a:gd name="connsiteX38" fmla="*/ 177289 w 177289"/>
                  <a:gd name="connsiteY38" fmla="*/ 88612 h 1772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77289" h="177261">
                    <a:moveTo>
                      <a:pt x="87411" y="141342"/>
                    </a:moveTo>
                    <a:cubicBezTo>
                      <a:pt x="58300" y="141342"/>
                      <a:pt x="34700" y="117742"/>
                      <a:pt x="34700" y="88631"/>
                    </a:cubicBezTo>
                    <a:cubicBezTo>
                      <a:pt x="34700" y="59519"/>
                      <a:pt x="58300" y="35919"/>
                      <a:pt x="87411" y="35919"/>
                    </a:cubicBezTo>
                    <a:cubicBezTo>
                      <a:pt x="116523" y="35919"/>
                      <a:pt x="140123" y="59519"/>
                      <a:pt x="140123" y="88631"/>
                    </a:cubicBezTo>
                    <a:cubicBezTo>
                      <a:pt x="140123" y="88634"/>
                      <a:pt x="140123" y="88637"/>
                      <a:pt x="140123" y="88640"/>
                    </a:cubicBezTo>
                    <a:cubicBezTo>
                      <a:pt x="140112" y="117746"/>
                      <a:pt x="116517" y="141337"/>
                      <a:pt x="87411" y="141342"/>
                    </a:cubicBezTo>
                    <a:close/>
                    <a:moveTo>
                      <a:pt x="177289" y="88640"/>
                    </a:moveTo>
                    <a:cubicBezTo>
                      <a:pt x="177330" y="82181"/>
                      <a:pt x="174679" y="75997"/>
                      <a:pt x="169974" y="71571"/>
                    </a:cubicBezTo>
                    <a:cubicBezTo>
                      <a:pt x="172565" y="65648"/>
                      <a:pt x="172565" y="58912"/>
                      <a:pt x="169974" y="52988"/>
                    </a:cubicBezTo>
                    <a:cubicBezTo>
                      <a:pt x="167689" y="47649"/>
                      <a:pt x="163435" y="43396"/>
                      <a:pt x="158096" y="41110"/>
                    </a:cubicBezTo>
                    <a:cubicBezTo>
                      <a:pt x="157833" y="35381"/>
                      <a:pt x="155459" y="29952"/>
                      <a:pt x="151429" y="25870"/>
                    </a:cubicBezTo>
                    <a:cubicBezTo>
                      <a:pt x="146874" y="21246"/>
                      <a:pt x="140544" y="18815"/>
                      <a:pt x="134065" y="19203"/>
                    </a:cubicBezTo>
                    <a:cubicBezTo>
                      <a:pt x="131805" y="13127"/>
                      <a:pt x="127009" y="8338"/>
                      <a:pt x="120930" y="6087"/>
                    </a:cubicBezTo>
                    <a:cubicBezTo>
                      <a:pt x="115545" y="3952"/>
                      <a:pt x="109550" y="3952"/>
                      <a:pt x="104166" y="6087"/>
                    </a:cubicBezTo>
                    <a:cubicBezTo>
                      <a:pt x="99904" y="2228"/>
                      <a:pt x="94379" y="63"/>
                      <a:pt x="88631" y="1"/>
                    </a:cubicBezTo>
                    <a:cubicBezTo>
                      <a:pt x="82175" y="-44"/>
                      <a:pt x="75993" y="2603"/>
                      <a:pt x="71571" y="7306"/>
                    </a:cubicBezTo>
                    <a:cubicBezTo>
                      <a:pt x="65648" y="4715"/>
                      <a:pt x="58912" y="4715"/>
                      <a:pt x="52988" y="7306"/>
                    </a:cubicBezTo>
                    <a:cubicBezTo>
                      <a:pt x="47647" y="9597"/>
                      <a:pt x="43392" y="13853"/>
                      <a:pt x="41101" y="19193"/>
                    </a:cubicBezTo>
                    <a:cubicBezTo>
                      <a:pt x="35372" y="19457"/>
                      <a:pt x="29942" y="21832"/>
                      <a:pt x="25861" y="25861"/>
                    </a:cubicBezTo>
                    <a:cubicBezTo>
                      <a:pt x="21233" y="30417"/>
                      <a:pt x="18802" y="36752"/>
                      <a:pt x="19193" y="43235"/>
                    </a:cubicBezTo>
                    <a:cubicBezTo>
                      <a:pt x="13130" y="45486"/>
                      <a:pt x="8348" y="50268"/>
                      <a:pt x="6096" y="56331"/>
                    </a:cubicBezTo>
                    <a:cubicBezTo>
                      <a:pt x="3963" y="61712"/>
                      <a:pt x="3963" y="67705"/>
                      <a:pt x="6096" y="73086"/>
                    </a:cubicBezTo>
                    <a:cubicBezTo>
                      <a:pt x="2236" y="77350"/>
                      <a:pt x="68" y="82879"/>
                      <a:pt x="0" y="88631"/>
                    </a:cubicBezTo>
                    <a:cubicBezTo>
                      <a:pt x="-39" y="95087"/>
                      <a:pt x="2612" y="101267"/>
                      <a:pt x="7316" y="105690"/>
                    </a:cubicBezTo>
                    <a:cubicBezTo>
                      <a:pt x="4724" y="111614"/>
                      <a:pt x="4724" y="118350"/>
                      <a:pt x="7316" y="124273"/>
                    </a:cubicBezTo>
                    <a:cubicBezTo>
                      <a:pt x="9604" y="129613"/>
                      <a:pt x="13855" y="133869"/>
                      <a:pt x="19193" y="136160"/>
                    </a:cubicBezTo>
                    <a:cubicBezTo>
                      <a:pt x="19456" y="141890"/>
                      <a:pt x="21831" y="147319"/>
                      <a:pt x="25861" y="151400"/>
                    </a:cubicBezTo>
                    <a:cubicBezTo>
                      <a:pt x="30413" y="156028"/>
                      <a:pt x="36745" y="158459"/>
                      <a:pt x="43225" y="158068"/>
                    </a:cubicBezTo>
                    <a:cubicBezTo>
                      <a:pt x="45481" y="164128"/>
                      <a:pt x="50262" y="168907"/>
                      <a:pt x="56322" y="171165"/>
                    </a:cubicBezTo>
                    <a:cubicBezTo>
                      <a:pt x="61706" y="173299"/>
                      <a:pt x="67701" y="173299"/>
                      <a:pt x="73086" y="171165"/>
                    </a:cubicBezTo>
                    <a:cubicBezTo>
                      <a:pt x="77346" y="175024"/>
                      <a:pt x="82872" y="177193"/>
                      <a:pt x="88621" y="177261"/>
                    </a:cubicBezTo>
                    <a:cubicBezTo>
                      <a:pt x="95077" y="177302"/>
                      <a:pt x="101259" y="174651"/>
                      <a:pt x="105680" y="169946"/>
                    </a:cubicBezTo>
                    <a:cubicBezTo>
                      <a:pt x="111604" y="172536"/>
                      <a:pt x="118340" y="172536"/>
                      <a:pt x="124264" y="169946"/>
                    </a:cubicBezTo>
                    <a:cubicBezTo>
                      <a:pt x="129601" y="167656"/>
                      <a:pt x="133856" y="163404"/>
                      <a:pt x="136151" y="158068"/>
                    </a:cubicBezTo>
                    <a:cubicBezTo>
                      <a:pt x="141881" y="157807"/>
                      <a:pt x="147310" y="155431"/>
                      <a:pt x="151391" y="151400"/>
                    </a:cubicBezTo>
                    <a:cubicBezTo>
                      <a:pt x="156017" y="146847"/>
                      <a:pt x="158448" y="140516"/>
                      <a:pt x="158058" y="134036"/>
                    </a:cubicBezTo>
                    <a:cubicBezTo>
                      <a:pt x="164129" y="131774"/>
                      <a:pt x="168911" y="126978"/>
                      <a:pt x="171155" y="120901"/>
                    </a:cubicBezTo>
                    <a:cubicBezTo>
                      <a:pt x="173289" y="115521"/>
                      <a:pt x="173289" y="109528"/>
                      <a:pt x="171155" y="104147"/>
                    </a:cubicBezTo>
                    <a:cubicBezTo>
                      <a:pt x="175077" y="99922"/>
                      <a:pt x="177266" y="94376"/>
                      <a:pt x="177289" y="88612"/>
                    </a:cubicBez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326" name="Freihandform: Form 325">
                <a:extLst>
                  <a:ext uri="{FF2B5EF4-FFF2-40B4-BE49-F238E27FC236}">
                    <a16:creationId xmlns:a16="http://schemas.microsoft.com/office/drawing/2014/main" id="{6D5CE764-21CD-BBB3-69E2-843A2A828D3E}"/>
                  </a:ext>
                </a:extLst>
              </p:cNvPr>
              <p:cNvSpPr>
                <a:spLocks noChangeAspect="1"/>
              </p:cNvSpPr>
              <p:nvPr/>
            </p:nvSpPr>
            <p:spPr>
              <a:xfrm>
                <a:off x="1241407" y="2165783"/>
                <a:ext cx="210852" cy="259494"/>
              </a:xfrm>
              <a:custGeom>
                <a:avLst/>
                <a:gdLst>
                  <a:gd name="connsiteX0" fmla="*/ 614164 w 647101"/>
                  <a:gd name="connsiteY0" fmla="*/ 141361 h 771482"/>
                  <a:gd name="connsiteX1" fmla="*/ 350588 w 647101"/>
                  <a:gd name="connsiteY1" fmla="*/ 12383 h 771482"/>
                  <a:gd name="connsiteX2" fmla="*/ 300223 w 647101"/>
                  <a:gd name="connsiteY2" fmla="*/ 8673 h 771482"/>
                  <a:gd name="connsiteX3" fmla="*/ 296514 w 647101"/>
                  <a:gd name="connsiteY3" fmla="*/ 12383 h 771482"/>
                  <a:gd name="connsiteX4" fmla="*/ 32938 w 647101"/>
                  <a:gd name="connsiteY4" fmla="*/ 141361 h 771482"/>
                  <a:gd name="connsiteX5" fmla="*/ 1 w 647101"/>
                  <a:gd name="connsiteY5" fmla="*/ 177803 h 771482"/>
                  <a:gd name="connsiteX6" fmla="*/ 1 w 647101"/>
                  <a:gd name="connsiteY6" fmla="*/ 269748 h 771482"/>
                  <a:gd name="connsiteX7" fmla="*/ 303649 w 647101"/>
                  <a:gd name="connsiteY7" fmla="*/ 765639 h 771482"/>
                  <a:gd name="connsiteX8" fmla="*/ 343454 w 647101"/>
                  <a:gd name="connsiteY8" fmla="*/ 765639 h 771482"/>
                  <a:gd name="connsiteX9" fmla="*/ 647101 w 647101"/>
                  <a:gd name="connsiteY9" fmla="*/ 269748 h 771482"/>
                  <a:gd name="connsiteX10" fmla="*/ 647101 w 647101"/>
                  <a:gd name="connsiteY10" fmla="*/ 177803 h 771482"/>
                  <a:gd name="connsiteX11" fmla="*/ 614164 w 647101"/>
                  <a:gd name="connsiteY11" fmla="*/ 141361 h 771482"/>
                  <a:gd name="connsiteX12" fmla="*/ 585188 w 647101"/>
                  <a:gd name="connsiteY12" fmla="*/ 269748 h 771482"/>
                  <a:gd name="connsiteX13" fmla="*/ 331690 w 647101"/>
                  <a:gd name="connsiteY13" fmla="*/ 699097 h 771482"/>
                  <a:gd name="connsiteX14" fmla="*/ 323556 w 647101"/>
                  <a:gd name="connsiteY14" fmla="*/ 704726 h 771482"/>
                  <a:gd name="connsiteX15" fmla="*/ 315431 w 647101"/>
                  <a:gd name="connsiteY15" fmla="*/ 699097 h 771482"/>
                  <a:gd name="connsiteX16" fmla="*/ 61904 w 647101"/>
                  <a:gd name="connsiteY16" fmla="*/ 269748 h 771482"/>
                  <a:gd name="connsiteX17" fmla="*/ 61904 w 647101"/>
                  <a:gd name="connsiteY17" fmla="*/ 200682 h 771482"/>
                  <a:gd name="connsiteX18" fmla="*/ 73944 w 647101"/>
                  <a:gd name="connsiteY18" fmla="*/ 198777 h 771482"/>
                  <a:gd name="connsiteX19" fmla="*/ 313869 w 647101"/>
                  <a:gd name="connsiteY19" fmla="*/ 82572 h 771482"/>
                  <a:gd name="connsiteX20" fmla="*/ 323546 w 647101"/>
                  <a:gd name="connsiteY20" fmla="*/ 73657 h 771482"/>
                  <a:gd name="connsiteX21" fmla="*/ 333233 w 647101"/>
                  <a:gd name="connsiteY21" fmla="*/ 82572 h 771482"/>
                  <a:gd name="connsiteX22" fmla="*/ 573149 w 647101"/>
                  <a:gd name="connsiteY22" fmla="*/ 198777 h 771482"/>
                  <a:gd name="connsiteX23" fmla="*/ 585188 w 647101"/>
                  <a:gd name="connsiteY23" fmla="*/ 200682 h 77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47101" h="771482">
                    <a:moveTo>
                      <a:pt x="614164" y="141361"/>
                    </a:moveTo>
                    <a:cubicBezTo>
                      <a:pt x="513138" y="133313"/>
                      <a:pt x="418933" y="87216"/>
                      <a:pt x="350588" y="12383"/>
                    </a:cubicBezTo>
                    <a:cubicBezTo>
                      <a:pt x="337704" y="-2549"/>
                      <a:pt x="315156" y="-4210"/>
                      <a:pt x="300223" y="8673"/>
                    </a:cubicBezTo>
                    <a:cubicBezTo>
                      <a:pt x="298897" y="9817"/>
                      <a:pt x="297658" y="11057"/>
                      <a:pt x="296514" y="12383"/>
                    </a:cubicBezTo>
                    <a:cubicBezTo>
                      <a:pt x="228169" y="87216"/>
                      <a:pt x="133964" y="133313"/>
                      <a:pt x="32938" y="141361"/>
                    </a:cubicBezTo>
                    <a:cubicBezTo>
                      <a:pt x="14166" y="143120"/>
                      <a:pt x="-141" y="158948"/>
                      <a:pt x="1" y="177803"/>
                    </a:cubicBezTo>
                    <a:lnTo>
                      <a:pt x="1" y="269748"/>
                    </a:lnTo>
                    <a:cubicBezTo>
                      <a:pt x="1" y="469640"/>
                      <a:pt x="127131" y="652491"/>
                      <a:pt x="303649" y="765639"/>
                    </a:cubicBezTo>
                    <a:cubicBezTo>
                      <a:pt x="315773" y="773430"/>
                      <a:pt x="331329" y="773430"/>
                      <a:pt x="343454" y="765639"/>
                    </a:cubicBezTo>
                    <a:cubicBezTo>
                      <a:pt x="519971" y="652463"/>
                      <a:pt x="647101" y="469640"/>
                      <a:pt x="647101" y="269748"/>
                    </a:cubicBezTo>
                    <a:lnTo>
                      <a:pt x="647101" y="177803"/>
                    </a:lnTo>
                    <a:cubicBezTo>
                      <a:pt x="647243" y="158948"/>
                      <a:pt x="632936" y="143120"/>
                      <a:pt x="614164" y="141361"/>
                    </a:cubicBezTo>
                    <a:close/>
                    <a:moveTo>
                      <a:pt x="585188" y="269748"/>
                    </a:moveTo>
                    <a:cubicBezTo>
                      <a:pt x="585188" y="428816"/>
                      <a:pt x="490424" y="589283"/>
                      <a:pt x="331690" y="699097"/>
                    </a:cubicBezTo>
                    <a:lnTo>
                      <a:pt x="323556" y="704726"/>
                    </a:lnTo>
                    <a:lnTo>
                      <a:pt x="315431" y="699097"/>
                    </a:lnTo>
                    <a:cubicBezTo>
                      <a:pt x="156687" y="589274"/>
                      <a:pt x="61904" y="428768"/>
                      <a:pt x="61904" y="269748"/>
                    </a:cubicBezTo>
                    <a:lnTo>
                      <a:pt x="61904" y="200682"/>
                    </a:lnTo>
                    <a:lnTo>
                      <a:pt x="73944" y="198777"/>
                    </a:lnTo>
                    <a:cubicBezTo>
                      <a:pt x="163642" y="184594"/>
                      <a:pt x="247129" y="144157"/>
                      <a:pt x="313869" y="82572"/>
                    </a:cubicBezTo>
                    <a:lnTo>
                      <a:pt x="323546" y="73657"/>
                    </a:lnTo>
                    <a:lnTo>
                      <a:pt x="333233" y="82572"/>
                    </a:lnTo>
                    <a:cubicBezTo>
                      <a:pt x="399970" y="144157"/>
                      <a:pt x="483454" y="184594"/>
                      <a:pt x="573149" y="198777"/>
                    </a:cubicBezTo>
                    <a:lnTo>
                      <a:pt x="585188" y="200682"/>
                    </a:ln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327" name="Freihandform: Form 326">
                <a:extLst>
                  <a:ext uri="{FF2B5EF4-FFF2-40B4-BE49-F238E27FC236}">
                    <a16:creationId xmlns:a16="http://schemas.microsoft.com/office/drawing/2014/main" id="{CEE529FE-DD4B-C06A-80D5-3AC4351347C8}"/>
                  </a:ext>
                </a:extLst>
              </p:cNvPr>
              <p:cNvSpPr>
                <a:spLocks noChangeAspect="1"/>
              </p:cNvSpPr>
              <p:nvPr/>
            </p:nvSpPr>
            <p:spPr>
              <a:xfrm>
                <a:off x="1273964" y="2201751"/>
                <a:ext cx="151885" cy="187556"/>
              </a:xfrm>
              <a:custGeom>
                <a:avLst/>
                <a:gdLst>
                  <a:gd name="connsiteX0" fmla="*/ 233067 w 466134"/>
                  <a:gd name="connsiteY0" fmla="*/ 0 h 557612"/>
                  <a:gd name="connsiteX1" fmla="*/ 0 w 466134"/>
                  <a:gd name="connsiteY1" fmla="*/ 112624 h 557612"/>
                  <a:gd name="connsiteX2" fmla="*/ 0 w 466134"/>
                  <a:gd name="connsiteY2" fmla="*/ 157467 h 557612"/>
                  <a:gd name="connsiteX3" fmla="*/ 233077 w 466134"/>
                  <a:gd name="connsiteY3" fmla="*/ 557613 h 557612"/>
                  <a:gd name="connsiteX4" fmla="*/ 466134 w 466134"/>
                  <a:gd name="connsiteY4" fmla="*/ 157467 h 557612"/>
                  <a:gd name="connsiteX5" fmla="*/ 466134 w 466134"/>
                  <a:gd name="connsiteY5" fmla="*/ 112624 h 557612"/>
                  <a:gd name="connsiteX6" fmla="*/ 233067 w 466134"/>
                  <a:gd name="connsiteY6" fmla="*/ 0 h 557612"/>
                  <a:gd name="connsiteX7" fmla="*/ 208607 w 466134"/>
                  <a:gd name="connsiteY7" fmla="*/ 371904 h 557612"/>
                  <a:gd name="connsiteX8" fmla="*/ 112290 w 466134"/>
                  <a:gd name="connsiteY8" fmla="*/ 275577 h 557612"/>
                  <a:gd name="connsiteX9" fmla="*/ 145018 w 466134"/>
                  <a:gd name="connsiteY9" fmla="*/ 242849 h 557612"/>
                  <a:gd name="connsiteX10" fmla="*/ 208607 w 466134"/>
                  <a:gd name="connsiteY10" fmla="*/ 306438 h 557612"/>
                  <a:gd name="connsiteX11" fmla="*/ 338833 w 466134"/>
                  <a:gd name="connsiteY11" fmla="*/ 176212 h 557612"/>
                  <a:gd name="connsiteX12" fmla="*/ 371561 w 466134"/>
                  <a:gd name="connsiteY12" fmla="*/ 208950 h 557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66134" h="557612">
                    <a:moveTo>
                      <a:pt x="233067" y="0"/>
                    </a:moveTo>
                    <a:cubicBezTo>
                      <a:pt x="166934" y="57839"/>
                      <a:pt x="86412" y="96749"/>
                      <a:pt x="0" y="112624"/>
                    </a:cubicBezTo>
                    <a:lnTo>
                      <a:pt x="0" y="157467"/>
                    </a:lnTo>
                    <a:cubicBezTo>
                      <a:pt x="0" y="304410"/>
                      <a:pt x="86935" y="453342"/>
                      <a:pt x="233077" y="557613"/>
                    </a:cubicBezTo>
                    <a:cubicBezTo>
                      <a:pt x="379200" y="453361"/>
                      <a:pt x="466134" y="304419"/>
                      <a:pt x="466134" y="157467"/>
                    </a:cubicBezTo>
                    <a:lnTo>
                      <a:pt x="466134" y="112624"/>
                    </a:lnTo>
                    <a:cubicBezTo>
                      <a:pt x="379723" y="96749"/>
                      <a:pt x="299200" y="57839"/>
                      <a:pt x="233067" y="0"/>
                    </a:cubicBezTo>
                    <a:close/>
                    <a:moveTo>
                      <a:pt x="208607" y="371904"/>
                    </a:moveTo>
                    <a:lnTo>
                      <a:pt x="112290" y="275577"/>
                    </a:lnTo>
                    <a:lnTo>
                      <a:pt x="145018" y="242849"/>
                    </a:lnTo>
                    <a:lnTo>
                      <a:pt x="208607" y="306438"/>
                    </a:lnTo>
                    <a:lnTo>
                      <a:pt x="338833" y="176212"/>
                    </a:lnTo>
                    <a:lnTo>
                      <a:pt x="371561" y="208950"/>
                    </a:ln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grpSp>
      <p:grpSp>
        <p:nvGrpSpPr>
          <p:cNvPr id="426" name="Gruppieren 425">
            <a:extLst>
              <a:ext uri="{FF2B5EF4-FFF2-40B4-BE49-F238E27FC236}">
                <a16:creationId xmlns:a16="http://schemas.microsoft.com/office/drawing/2014/main" id="{3484CD80-DF6B-6C47-09DC-DA2C8252E644}"/>
              </a:ext>
            </a:extLst>
          </p:cNvPr>
          <p:cNvGrpSpPr>
            <a:grpSpLocks noChangeAspect="1"/>
          </p:cNvGrpSpPr>
          <p:nvPr/>
        </p:nvGrpSpPr>
        <p:grpSpPr>
          <a:xfrm>
            <a:off x="5029050" y="780033"/>
            <a:ext cx="759618" cy="822273"/>
            <a:chOff x="4552613" y="3076300"/>
            <a:chExt cx="759618" cy="822273"/>
          </a:xfrm>
        </p:grpSpPr>
        <p:sp>
          <p:nvSpPr>
            <p:cNvPr id="416" name="Freihandform: Form 415">
              <a:extLst>
                <a:ext uri="{FF2B5EF4-FFF2-40B4-BE49-F238E27FC236}">
                  <a16:creationId xmlns:a16="http://schemas.microsoft.com/office/drawing/2014/main" id="{80BDCBA0-F2D2-F779-F96B-C822065FEC01}"/>
                </a:ext>
              </a:extLst>
            </p:cNvPr>
            <p:cNvSpPr/>
            <p:nvPr/>
          </p:nvSpPr>
          <p:spPr>
            <a:xfrm>
              <a:off x="4822913" y="3750593"/>
              <a:ext cx="218836" cy="54902"/>
            </a:xfrm>
            <a:custGeom>
              <a:avLst/>
              <a:gdLst>
                <a:gd name="connsiteX0" fmla="*/ 191386 w 218836"/>
                <a:gd name="connsiteY0" fmla="*/ 0 h 54902"/>
                <a:gd name="connsiteX1" fmla="*/ 27451 w 218836"/>
                <a:gd name="connsiteY1" fmla="*/ 0 h 54902"/>
                <a:gd name="connsiteX2" fmla="*/ 0 w 218836"/>
                <a:gd name="connsiteY2" fmla="*/ 27451 h 54902"/>
                <a:gd name="connsiteX3" fmla="*/ 27451 w 218836"/>
                <a:gd name="connsiteY3" fmla="*/ 54902 h 54902"/>
                <a:gd name="connsiteX4" fmla="*/ 191386 w 218836"/>
                <a:gd name="connsiteY4" fmla="*/ 54902 h 54902"/>
                <a:gd name="connsiteX5" fmla="*/ 218837 w 218836"/>
                <a:gd name="connsiteY5" fmla="*/ 27451 h 54902"/>
                <a:gd name="connsiteX6" fmla="*/ 191386 w 218836"/>
                <a:gd name="connsiteY6" fmla="*/ 0 h 54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8836" h="54902">
                  <a:moveTo>
                    <a:pt x="191386" y="0"/>
                  </a:moveTo>
                  <a:lnTo>
                    <a:pt x="27451" y="0"/>
                  </a:lnTo>
                  <a:cubicBezTo>
                    <a:pt x="12290" y="0"/>
                    <a:pt x="0" y="12290"/>
                    <a:pt x="0" y="27451"/>
                  </a:cubicBezTo>
                  <a:cubicBezTo>
                    <a:pt x="0" y="42612"/>
                    <a:pt x="12290" y="54902"/>
                    <a:pt x="27451" y="54902"/>
                  </a:cubicBezTo>
                  <a:lnTo>
                    <a:pt x="191386" y="54902"/>
                  </a:lnTo>
                  <a:cubicBezTo>
                    <a:pt x="206547" y="54902"/>
                    <a:pt x="218837" y="42612"/>
                    <a:pt x="218837" y="27451"/>
                  </a:cubicBezTo>
                  <a:cubicBezTo>
                    <a:pt x="218837" y="12290"/>
                    <a:pt x="206547" y="0"/>
                    <a:pt x="191386" y="0"/>
                  </a:cubicBezTo>
                  <a:close/>
                </a:path>
              </a:pathLst>
            </a:custGeom>
            <a:solidFill>
              <a:schemeClr val="tx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417" name="Freihandform: Form 416">
              <a:extLst>
                <a:ext uri="{FF2B5EF4-FFF2-40B4-BE49-F238E27FC236}">
                  <a16:creationId xmlns:a16="http://schemas.microsoft.com/office/drawing/2014/main" id="{8108EDEC-795E-7543-A7AF-F204A860BD0A}"/>
                </a:ext>
              </a:extLst>
            </p:cNvPr>
            <p:cNvSpPr/>
            <p:nvPr/>
          </p:nvSpPr>
          <p:spPr>
            <a:xfrm>
              <a:off x="4872862" y="3843595"/>
              <a:ext cx="118938" cy="54978"/>
            </a:xfrm>
            <a:custGeom>
              <a:avLst/>
              <a:gdLst>
                <a:gd name="connsiteX0" fmla="*/ 59474 w 118938"/>
                <a:gd name="connsiteY0" fmla="*/ 54978 h 54978"/>
                <a:gd name="connsiteX1" fmla="*/ 118939 w 118938"/>
                <a:gd name="connsiteY1" fmla="*/ 0 h 54978"/>
                <a:gd name="connsiteX2" fmla="*/ 0 w 118938"/>
                <a:gd name="connsiteY2" fmla="*/ 0 h 54978"/>
                <a:gd name="connsiteX3" fmla="*/ 59474 w 118938"/>
                <a:gd name="connsiteY3" fmla="*/ 54978 h 54978"/>
              </a:gdLst>
              <a:ahLst/>
              <a:cxnLst>
                <a:cxn ang="0">
                  <a:pos x="connsiteX0" y="connsiteY0"/>
                </a:cxn>
                <a:cxn ang="0">
                  <a:pos x="connsiteX1" y="connsiteY1"/>
                </a:cxn>
                <a:cxn ang="0">
                  <a:pos x="connsiteX2" y="connsiteY2"/>
                </a:cxn>
                <a:cxn ang="0">
                  <a:pos x="connsiteX3" y="connsiteY3"/>
                </a:cxn>
              </a:cxnLst>
              <a:rect l="l" t="t" r="r" b="b"/>
              <a:pathLst>
                <a:path w="118938" h="54978">
                  <a:moveTo>
                    <a:pt x="59474" y="54978"/>
                  </a:moveTo>
                  <a:cubicBezTo>
                    <a:pt x="90605" y="54974"/>
                    <a:pt x="116498" y="31034"/>
                    <a:pt x="118939" y="0"/>
                  </a:cubicBezTo>
                  <a:lnTo>
                    <a:pt x="0" y="0"/>
                  </a:lnTo>
                  <a:cubicBezTo>
                    <a:pt x="2441" y="31038"/>
                    <a:pt x="28341" y="54979"/>
                    <a:pt x="59474" y="54978"/>
                  </a:cubicBezTo>
                  <a:close/>
                </a:path>
              </a:pathLst>
            </a:custGeom>
            <a:solidFill>
              <a:schemeClr val="tx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418" name="Freihandform: Form 417">
              <a:extLst>
                <a:ext uri="{FF2B5EF4-FFF2-40B4-BE49-F238E27FC236}">
                  <a16:creationId xmlns:a16="http://schemas.microsoft.com/office/drawing/2014/main" id="{FEF5D8DB-D88D-7431-BA5F-49B5CE9CE2EE}"/>
                </a:ext>
              </a:extLst>
            </p:cNvPr>
            <p:cNvSpPr/>
            <p:nvPr/>
          </p:nvSpPr>
          <p:spPr>
            <a:xfrm>
              <a:off x="4694440" y="3218451"/>
              <a:ext cx="475764" cy="494052"/>
            </a:xfrm>
            <a:custGeom>
              <a:avLst/>
              <a:gdLst>
                <a:gd name="connsiteX0" fmla="*/ 475764 w 475764"/>
                <a:gd name="connsiteY0" fmla="*/ 243364 h 494052"/>
                <a:gd name="connsiteX1" fmla="*/ 475764 w 475764"/>
                <a:gd name="connsiteY1" fmla="*/ 235134 h 494052"/>
                <a:gd name="connsiteX2" fmla="*/ 237896 w 475764"/>
                <a:gd name="connsiteY2" fmla="*/ 0 h 494052"/>
                <a:gd name="connsiteX3" fmla="*/ 237896 w 475764"/>
                <a:gd name="connsiteY3" fmla="*/ 0 h 494052"/>
                <a:gd name="connsiteX4" fmla="*/ 0 w 475764"/>
                <a:gd name="connsiteY4" fmla="*/ 235134 h 494052"/>
                <a:gd name="connsiteX5" fmla="*/ 0 w 475764"/>
                <a:gd name="connsiteY5" fmla="*/ 243364 h 494052"/>
                <a:gd name="connsiteX6" fmla="*/ 16564 w 475764"/>
                <a:gd name="connsiteY6" fmla="*/ 325707 h 494052"/>
                <a:gd name="connsiteX7" fmla="*/ 57912 w 475764"/>
                <a:gd name="connsiteY7" fmla="*/ 393411 h 494052"/>
                <a:gd name="connsiteX8" fmla="*/ 113633 w 475764"/>
                <a:gd name="connsiteY8" fmla="*/ 483899 h 494052"/>
                <a:gd name="connsiteX9" fmla="*/ 130007 w 475764"/>
                <a:gd name="connsiteY9" fmla="*/ 494052 h 494052"/>
                <a:gd name="connsiteX10" fmla="*/ 345758 w 475764"/>
                <a:gd name="connsiteY10" fmla="*/ 494052 h 494052"/>
                <a:gd name="connsiteX11" fmla="*/ 362141 w 475764"/>
                <a:gd name="connsiteY11" fmla="*/ 483899 h 494052"/>
                <a:gd name="connsiteX12" fmla="*/ 417852 w 475764"/>
                <a:gd name="connsiteY12" fmla="*/ 393411 h 494052"/>
                <a:gd name="connsiteX13" fmla="*/ 459200 w 475764"/>
                <a:gd name="connsiteY13" fmla="*/ 325707 h 494052"/>
                <a:gd name="connsiteX14" fmla="*/ 475764 w 475764"/>
                <a:gd name="connsiteY14" fmla="*/ 243364 h 494052"/>
                <a:gd name="connsiteX15" fmla="*/ 420872 w 475764"/>
                <a:gd name="connsiteY15" fmla="*/ 242411 h 494052"/>
                <a:gd name="connsiteX16" fmla="*/ 407765 w 475764"/>
                <a:gd name="connsiteY16" fmla="*/ 306476 h 494052"/>
                <a:gd name="connsiteX17" fmla="*/ 376838 w 475764"/>
                <a:gd name="connsiteY17" fmla="*/ 356797 h 494052"/>
                <a:gd name="connsiteX18" fmla="*/ 323317 w 475764"/>
                <a:gd name="connsiteY18" fmla="*/ 439131 h 494052"/>
                <a:gd name="connsiteX19" fmla="*/ 152419 w 475764"/>
                <a:gd name="connsiteY19" fmla="*/ 439131 h 494052"/>
                <a:gd name="connsiteX20" fmla="*/ 98898 w 475764"/>
                <a:gd name="connsiteY20" fmla="*/ 356797 h 494052"/>
                <a:gd name="connsiteX21" fmla="*/ 67980 w 475764"/>
                <a:gd name="connsiteY21" fmla="*/ 306476 h 494052"/>
                <a:gd name="connsiteX22" fmla="*/ 54893 w 475764"/>
                <a:gd name="connsiteY22" fmla="*/ 242430 h 494052"/>
                <a:gd name="connsiteX23" fmla="*/ 54893 w 475764"/>
                <a:gd name="connsiteY23" fmla="*/ 235572 h 494052"/>
                <a:gd name="connsiteX24" fmla="*/ 237877 w 475764"/>
                <a:gd name="connsiteY24" fmla="*/ 54893 h 494052"/>
                <a:gd name="connsiteX25" fmla="*/ 237877 w 475764"/>
                <a:gd name="connsiteY25" fmla="*/ 54893 h 494052"/>
                <a:gd name="connsiteX26" fmla="*/ 420853 w 475764"/>
                <a:gd name="connsiteY26" fmla="*/ 235591 h 494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75764" h="494052">
                  <a:moveTo>
                    <a:pt x="475764" y="243364"/>
                  </a:moveTo>
                  <a:lnTo>
                    <a:pt x="475764" y="235134"/>
                  </a:lnTo>
                  <a:cubicBezTo>
                    <a:pt x="473390" y="105206"/>
                    <a:pt x="367843" y="872"/>
                    <a:pt x="237896" y="0"/>
                  </a:cubicBezTo>
                  <a:lnTo>
                    <a:pt x="237896" y="0"/>
                  </a:lnTo>
                  <a:cubicBezTo>
                    <a:pt x="107940" y="862"/>
                    <a:pt x="2379" y="105197"/>
                    <a:pt x="0" y="235134"/>
                  </a:cubicBezTo>
                  <a:lnTo>
                    <a:pt x="0" y="243364"/>
                  </a:lnTo>
                  <a:cubicBezTo>
                    <a:pt x="888" y="271543"/>
                    <a:pt x="6487" y="299376"/>
                    <a:pt x="16564" y="325707"/>
                  </a:cubicBezTo>
                  <a:cubicBezTo>
                    <a:pt x="26207" y="350556"/>
                    <a:pt x="40210" y="373484"/>
                    <a:pt x="57912" y="393411"/>
                  </a:cubicBezTo>
                  <a:cubicBezTo>
                    <a:pt x="79686" y="417224"/>
                    <a:pt x="103565" y="463401"/>
                    <a:pt x="113633" y="483899"/>
                  </a:cubicBezTo>
                  <a:cubicBezTo>
                    <a:pt x="116719" y="490118"/>
                    <a:pt x="123063" y="494052"/>
                    <a:pt x="130007" y="494052"/>
                  </a:cubicBezTo>
                  <a:lnTo>
                    <a:pt x="345758" y="494052"/>
                  </a:lnTo>
                  <a:cubicBezTo>
                    <a:pt x="352702" y="494049"/>
                    <a:pt x="359048" y="490117"/>
                    <a:pt x="362141" y="483899"/>
                  </a:cubicBezTo>
                  <a:cubicBezTo>
                    <a:pt x="372199" y="463410"/>
                    <a:pt x="396078" y="417224"/>
                    <a:pt x="417852" y="393411"/>
                  </a:cubicBezTo>
                  <a:cubicBezTo>
                    <a:pt x="435554" y="373484"/>
                    <a:pt x="449557" y="350556"/>
                    <a:pt x="459200" y="325707"/>
                  </a:cubicBezTo>
                  <a:cubicBezTo>
                    <a:pt x="469274" y="299375"/>
                    <a:pt x="474872" y="271543"/>
                    <a:pt x="475764" y="243364"/>
                  </a:cubicBezTo>
                  <a:close/>
                  <a:moveTo>
                    <a:pt x="420872" y="242411"/>
                  </a:moveTo>
                  <a:cubicBezTo>
                    <a:pt x="420044" y="264341"/>
                    <a:pt x="415617" y="285984"/>
                    <a:pt x="407765" y="306476"/>
                  </a:cubicBezTo>
                  <a:cubicBezTo>
                    <a:pt x="400507" y="324944"/>
                    <a:pt x="390036" y="341981"/>
                    <a:pt x="376838" y="356797"/>
                  </a:cubicBezTo>
                  <a:cubicBezTo>
                    <a:pt x="355867" y="382075"/>
                    <a:pt x="337907" y="409705"/>
                    <a:pt x="323317" y="439131"/>
                  </a:cubicBezTo>
                  <a:lnTo>
                    <a:pt x="152419" y="439131"/>
                  </a:lnTo>
                  <a:cubicBezTo>
                    <a:pt x="137832" y="409704"/>
                    <a:pt x="119871" y="382073"/>
                    <a:pt x="98898" y="356797"/>
                  </a:cubicBezTo>
                  <a:cubicBezTo>
                    <a:pt x="85698" y="341983"/>
                    <a:pt x="75230" y="324945"/>
                    <a:pt x="67980" y="306476"/>
                  </a:cubicBezTo>
                  <a:cubicBezTo>
                    <a:pt x="60133" y="285990"/>
                    <a:pt x="55712" y="264352"/>
                    <a:pt x="54893" y="242430"/>
                  </a:cubicBezTo>
                  <a:lnTo>
                    <a:pt x="54893" y="235572"/>
                  </a:lnTo>
                  <a:cubicBezTo>
                    <a:pt x="56741" y="135665"/>
                    <a:pt x="137954" y="55476"/>
                    <a:pt x="237877" y="54893"/>
                  </a:cubicBezTo>
                  <a:lnTo>
                    <a:pt x="237877" y="54893"/>
                  </a:lnTo>
                  <a:cubicBezTo>
                    <a:pt x="337808" y="55471"/>
                    <a:pt x="419024" y="135676"/>
                    <a:pt x="420853" y="235591"/>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419" name="Freihandform: Form 418">
              <a:extLst>
                <a:ext uri="{FF2B5EF4-FFF2-40B4-BE49-F238E27FC236}">
                  <a16:creationId xmlns:a16="http://schemas.microsoft.com/office/drawing/2014/main" id="{7CFD063F-4360-BEED-2BB1-065056824919}"/>
                </a:ext>
              </a:extLst>
            </p:cNvPr>
            <p:cNvSpPr/>
            <p:nvPr/>
          </p:nvSpPr>
          <p:spPr>
            <a:xfrm>
              <a:off x="4915153" y="3076300"/>
              <a:ext cx="38100" cy="104775"/>
            </a:xfrm>
            <a:custGeom>
              <a:avLst/>
              <a:gdLst>
                <a:gd name="connsiteX0" fmla="*/ 19050 w 38100"/>
                <a:gd name="connsiteY0" fmla="*/ 104775 h 104775"/>
                <a:gd name="connsiteX1" fmla="*/ 38100 w 38100"/>
                <a:gd name="connsiteY1" fmla="*/ 85725 h 104775"/>
                <a:gd name="connsiteX2" fmla="*/ 38100 w 38100"/>
                <a:gd name="connsiteY2" fmla="*/ 19050 h 104775"/>
                <a:gd name="connsiteX3" fmla="*/ 19050 w 38100"/>
                <a:gd name="connsiteY3" fmla="*/ 0 h 104775"/>
                <a:gd name="connsiteX4" fmla="*/ 0 w 38100"/>
                <a:gd name="connsiteY4" fmla="*/ 19050 h 104775"/>
                <a:gd name="connsiteX5" fmla="*/ 0 w 38100"/>
                <a:gd name="connsiteY5" fmla="*/ 85725 h 104775"/>
                <a:gd name="connsiteX6" fmla="*/ 19050 w 38100"/>
                <a:gd name="connsiteY6" fmla="*/ 10477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100" h="104775">
                  <a:moveTo>
                    <a:pt x="19050" y="104775"/>
                  </a:moveTo>
                  <a:cubicBezTo>
                    <a:pt x="29571" y="104775"/>
                    <a:pt x="38100" y="96246"/>
                    <a:pt x="38100" y="85725"/>
                  </a:cubicBezTo>
                  <a:lnTo>
                    <a:pt x="38100" y="19050"/>
                  </a:lnTo>
                  <a:cubicBezTo>
                    <a:pt x="38100" y="8529"/>
                    <a:pt x="29571" y="0"/>
                    <a:pt x="19050" y="0"/>
                  </a:cubicBezTo>
                  <a:cubicBezTo>
                    <a:pt x="8529" y="0"/>
                    <a:pt x="0" y="8529"/>
                    <a:pt x="0" y="19050"/>
                  </a:cubicBezTo>
                  <a:lnTo>
                    <a:pt x="0" y="85725"/>
                  </a:lnTo>
                  <a:cubicBezTo>
                    <a:pt x="0" y="96246"/>
                    <a:pt x="8529" y="104775"/>
                    <a:pt x="19050" y="104775"/>
                  </a:cubicBez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420" name="Freihandform: Form 419">
              <a:extLst>
                <a:ext uri="{FF2B5EF4-FFF2-40B4-BE49-F238E27FC236}">
                  <a16:creationId xmlns:a16="http://schemas.microsoft.com/office/drawing/2014/main" id="{5190C671-9A64-46B6-3189-56096E66DF60}"/>
                </a:ext>
              </a:extLst>
            </p:cNvPr>
            <p:cNvSpPr/>
            <p:nvPr/>
          </p:nvSpPr>
          <p:spPr>
            <a:xfrm>
              <a:off x="4655583" y="3185423"/>
              <a:ext cx="85287" cy="85287"/>
            </a:xfrm>
            <a:custGeom>
              <a:avLst/>
              <a:gdLst>
                <a:gd name="connsiteX0" fmla="*/ 52535 w 85287"/>
                <a:gd name="connsiteY0" fmla="*/ 79471 h 85287"/>
                <a:gd name="connsiteX1" fmla="*/ 79471 w 85287"/>
                <a:gd name="connsiteY1" fmla="*/ 79940 h 85287"/>
                <a:gd name="connsiteX2" fmla="*/ 79940 w 85287"/>
                <a:gd name="connsiteY2" fmla="*/ 53003 h 85287"/>
                <a:gd name="connsiteX3" fmla="*/ 79471 w 85287"/>
                <a:gd name="connsiteY3" fmla="*/ 52535 h 85287"/>
                <a:gd name="connsiteX4" fmla="*/ 32285 w 85287"/>
                <a:gd name="connsiteY4" fmla="*/ 5348 h 85287"/>
                <a:gd name="connsiteX5" fmla="*/ 5348 w 85287"/>
                <a:gd name="connsiteY5" fmla="*/ 5816 h 85287"/>
                <a:gd name="connsiteX6" fmla="*/ 5348 w 85287"/>
                <a:gd name="connsiteY6" fmla="*/ 32285 h 85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287" h="85287">
                  <a:moveTo>
                    <a:pt x="52535" y="79471"/>
                  </a:moveTo>
                  <a:cubicBezTo>
                    <a:pt x="59844" y="87039"/>
                    <a:pt x="71904" y="87249"/>
                    <a:pt x="79471" y="79940"/>
                  </a:cubicBezTo>
                  <a:cubicBezTo>
                    <a:pt x="87039" y="72631"/>
                    <a:pt x="87249" y="60571"/>
                    <a:pt x="79940" y="53003"/>
                  </a:cubicBezTo>
                  <a:cubicBezTo>
                    <a:pt x="79787" y="52844"/>
                    <a:pt x="79630" y="52688"/>
                    <a:pt x="79471" y="52535"/>
                  </a:cubicBezTo>
                  <a:lnTo>
                    <a:pt x="32285" y="5348"/>
                  </a:lnTo>
                  <a:cubicBezTo>
                    <a:pt x="24717" y="-1962"/>
                    <a:pt x="12657" y="-1752"/>
                    <a:pt x="5348" y="5816"/>
                  </a:cubicBezTo>
                  <a:cubicBezTo>
                    <a:pt x="-1783" y="13198"/>
                    <a:pt x="-1783" y="24903"/>
                    <a:pt x="5348" y="32285"/>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421" name="Freihandform: Form 420">
              <a:extLst>
                <a:ext uri="{FF2B5EF4-FFF2-40B4-BE49-F238E27FC236}">
                  <a16:creationId xmlns:a16="http://schemas.microsoft.com/office/drawing/2014/main" id="{4BE1220B-FEB7-ED67-669D-38F88AC0DF8C}"/>
                </a:ext>
              </a:extLst>
            </p:cNvPr>
            <p:cNvSpPr/>
            <p:nvPr/>
          </p:nvSpPr>
          <p:spPr>
            <a:xfrm>
              <a:off x="5128060" y="3189311"/>
              <a:ext cx="84709" cy="84737"/>
            </a:xfrm>
            <a:custGeom>
              <a:avLst/>
              <a:gdLst>
                <a:gd name="connsiteX0" fmla="*/ 19017 w 84709"/>
                <a:gd name="connsiteY0" fmla="*/ 84737 h 84737"/>
                <a:gd name="connsiteX1" fmla="*/ 32485 w 84709"/>
                <a:gd name="connsiteY1" fmla="*/ 79156 h 84737"/>
                <a:gd name="connsiteX2" fmla="*/ 79625 w 84709"/>
                <a:gd name="connsiteY2" fmla="*/ 32007 h 84737"/>
                <a:gd name="connsiteX3" fmla="*/ 78616 w 84709"/>
                <a:gd name="connsiteY3" fmla="*/ 5085 h 84737"/>
                <a:gd name="connsiteX4" fmla="*/ 52688 w 84709"/>
                <a:gd name="connsiteY4" fmla="*/ 5099 h 84737"/>
                <a:gd name="connsiteX5" fmla="*/ 5577 w 84709"/>
                <a:gd name="connsiteY5" fmla="*/ 52219 h 84737"/>
                <a:gd name="connsiteX6" fmla="*/ 5581 w 84709"/>
                <a:gd name="connsiteY6" fmla="*/ 79159 h 84737"/>
                <a:gd name="connsiteX7" fmla="*/ 19046 w 84709"/>
                <a:gd name="connsiteY7" fmla="*/ 84737 h 84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709" h="84737">
                  <a:moveTo>
                    <a:pt x="19017" y="84737"/>
                  </a:moveTo>
                  <a:cubicBezTo>
                    <a:pt x="24069" y="84736"/>
                    <a:pt x="28914" y="82728"/>
                    <a:pt x="32485" y="79156"/>
                  </a:cubicBezTo>
                  <a:lnTo>
                    <a:pt x="79625" y="32007"/>
                  </a:lnTo>
                  <a:cubicBezTo>
                    <a:pt x="86781" y="24294"/>
                    <a:pt x="86329" y="12241"/>
                    <a:pt x="78616" y="5085"/>
                  </a:cubicBezTo>
                  <a:cubicBezTo>
                    <a:pt x="71303" y="-1700"/>
                    <a:pt x="59994" y="-1694"/>
                    <a:pt x="52688" y="5099"/>
                  </a:cubicBezTo>
                  <a:lnTo>
                    <a:pt x="5577" y="52219"/>
                  </a:lnTo>
                  <a:cubicBezTo>
                    <a:pt x="-1861" y="59660"/>
                    <a:pt x="-1859" y="71721"/>
                    <a:pt x="5581" y="79159"/>
                  </a:cubicBezTo>
                  <a:cubicBezTo>
                    <a:pt x="9153" y="82730"/>
                    <a:pt x="13996" y="84736"/>
                    <a:pt x="19046" y="84737"/>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422" name="Freihandform: Form 421">
              <a:extLst>
                <a:ext uri="{FF2B5EF4-FFF2-40B4-BE49-F238E27FC236}">
                  <a16:creationId xmlns:a16="http://schemas.microsoft.com/office/drawing/2014/main" id="{1E8BC2EF-D860-AF8C-D6B9-D19275F5E266}"/>
                </a:ext>
              </a:extLst>
            </p:cNvPr>
            <p:cNvSpPr/>
            <p:nvPr/>
          </p:nvSpPr>
          <p:spPr>
            <a:xfrm>
              <a:off x="4552613" y="3433487"/>
              <a:ext cx="104775" cy="38100"/>
            </a:xfrm>
            <a:custGeom>
              <a:avLst/>
              <a:gdLst>
                <a:gd name="connsiteX0" fmla="*/ 85725 w 104775"/>
                <a:gd name="connsiteY0" fmla="*/ 0 h 38100"/>
                <a:gd name="connsiteX1" fmla="*/ 19050 w 104775"/>
                <a:gd name="connsiteY1" fmla="*/ 0 h 38100"/>
                <a:gd name="connsiteX2" fmla="*/ 0 w 104775"/>
                <a:gd name="connsiteY2" fmla="*/ 19050 h 38100"/>
                <a:gd name="connsiteX3" fmla="*/ 19050 w 104775"/>
                <a:gd name="connsiteY3" fmla="*/ 38100 h 38100"/>
                <a:gd name="connsiteX4" fmla="*/ 85725 w 104775"/>
                <a:gd name="connsiteY4" fmla="*/ 38100 h 38100"/>
                <a:gd name="connsiteX5" fmla="*/ 104775 w 104775"/>
                <a:gd name="connsiteY5" fmla="*/ 19050 h 38100"/>
                <a:gd name="connsiteX6" fmla="*/ 85725 w 104775"/>
                <a:gd name="connsiteY6" fmla="*/ 0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4775" h="38100">
                  <a:moveTo>
                    <a:pt x="85725" y="0"/>
                  </a:moveTo>
                  <a:lnTo>
                    <a:pt x="19050" y="0"/>
                  </a:lnTo>
                  <a:cubicBezTo>
                    <a:pt x="8529" y="0"/>
                    <a:pt x="0" y="8529"/>
                    <a:pt x="0" y="19050"/>
                  </a:cubicBezTo>
                  <a:cubicBezTo>
                    <a:pt x="0" y="29571"/>
                    <a:pt x="8529" y="38100"/>
                    <a:pt x="19050" y="38100"/>
                  </a:cubicBezTo>
                  <a:lnTo>
                    <a:pt x="85725" y="38100"/>
                  </a:lnTo>
                  <a:cubicBezTo>
                    <a:pt x="96246" y="38100"/>
                    <a:pt x="104775" y="29571"/>
                    <a:pt x="104775" y="19050"/>
                  </a:cubicBezTo>
                  <a:cubicBezTo>
                    <a:pt x="104775" y="8529"/>
                    <a:pt x="96246" y="0"/>
                    <a:pt x="85725" y="0"/>
                  </a:cubicBez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423" name="Freihandform: Form 422">
              <a:extLst>
                <a:ext uri="{FF2B5EF4-FFF2-40B4-BE49-F238E27FC236}">
                  <a16:creationId xmlns:a16="http://schemas.microsoft.com/office/drawing/2014/main" id="{1683583F-1F66-7D61-5E92-D34558BBB252}"/>
                </a:ext>
              </a:extLst>
            </p:cNvPr>
            <p:cNvSpPr/>
            <p:nvPr/>
          </p:nvSpPr>
          <p:spPr>
            <a:xfrm>
              <a:off x="4654810" y="3633754"/>
              <a:ext cx="86022" cy="86040"/>
            </a:xfrm>
            <a:custGeom>
              <a:avLst/>
              <a:gdLst>
                <a:gd name="connsiteX0" fmla="*/ 53308 w 86022"/>
                <a:gd name="connsiteY0" fmla="*/ 5816 h 86040"/>
                <a:gd name="connsiteX1" fmla="*/ 6159 w 86022"/>
                <a:gd name="connsiteY1" fmla="*/ 52965 h 86040"/>
                <a:gd name="connsiteX2" fmla="*/ 5025 w 86022"/>
                <a:gd name="connsiteY2" fmla="*/ 79881 h 86040"/>
                <a:gd name="connsiteX3" fmla="*/ 31941 w 86022"/>
                <a:gd name="connsiteY3" fmla="*/ 81017 h 86040"/>
                <a:gd name="connsiteX4" fmla="*/ 33058 w 86022"/>
                <a:gd name="connsiteY4" fmla="*/ 79901 h 86040"/>
                <a:gd name="connsiteX5" fmla="*/ 80207 w 86022"/>
                <a:gd name="connsiteY5" fmla="*/ 32752 h 86040"/>
                <a:gd name="connsiteX6" fmla="*/ 80675 w 86022"/>
                <a:gd name="connsiteY6" fmla="*/ 5816 h 86040"/>
                <a:gd name="connsiteX7" fmla="*/ 53738 w 86022"/>
                <a:gd name="connsiteY7" fmla="*/ 5347 h 86040"/>
                <a:gd name="connsiteX8" fmla="*/ 53270 w 86022"/>
                <a:gd name="connsiteY8" fmla="*/ 5816 h 86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6022" h="86040">
                  <a:moveTo>
                    <a:pt x="53308" y="5816"/>
                  </a:moveTo>
                  <a:lnTo>
                    <a:pt x="6159" y="52965"/>
                  </a:lnTo>
                  <a:cubicBezTo>
                    <a:pt x="-1587" y="60084"/>
                    <a:pt x="-2095" y="72136"/>
                    <a:pt x="5025" y="79881"/>
                  </a:cubicBezTo>
                  <a:cubicBezTo>
                    <a:pt x="12144" y="87628"/>
                    <a:pt x="24195" y="88136"/>
                    <a:pt x="31941" y="81017"/>
                  </a:cubicBezTo>
                  <a:cubicBezTo>
                    <a:pt x="32329" y="80660"/>
                    <a:pt x="32702" y="80288"/>
                    <a:pt x="33058" y="79901"/>
                  </a:cubicBezTo>
                  <a:lnTo>
                    <a:pt x="80207" y="32752"/>
                  </a:lnTo>
                  <a:cubicBezTo>
                    <a:pt x="87774" y="25443"/>
                    <a:pt x="87984" y="13383"/>
                    <a:pt x="80675" y="5816"/>
                  </a:cubicBezTo>
                  <a:cubicBezTo>
                    <a:pt x="73366" y="-1752"/>
                    <a:pt x="61306" y="-1961"/>
                    <a:pt x="53738" y="5347"/>
                  </a:cubicBezTo>
                  <a:cubicBezTo>
                    <a:pt x="53579" y="5501"/>
                    <a:pt x="53423" y="5657"/>
                    <a:pt x="53270" y="5816"/>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424" name="Freihandform: Form 423">
              <a:extLst>
                <a:ext uri="{FF2B5EF4-FFF2-40B4-BE49-F238E27FC236}">
                  <a16:creationId xmlns:a16="http://schemas.microsoft.com/office/drawing/2014/main" id="{3A0E629C-110A-02FC-B53A-57916C9B0C0C}"/>
                </a:ext>
              </a:extLst>
            </p:cNvPr>
            <p:cNvSpPr/>
            <p:nvPr/>
          </p:nvSpPr>
          <p:spPr>
            <a:xfrm>
              <a:off x="5127544" y="3629881"/>
              <a:ext cx="85517" cy="85502"/>
            </a:xfrm>
            <a:custGeom>
              <a:avLst/>
              <a:gdLst>
                <a:gd name="connsiteX0" fmla="*/ 33002 w 85517"/>
                <a:gd name="connsiteY0" fmla="*/ 6078 h 85502"/>
                <a:gd name="connsiteX1" fmla="*/ 6078 w 85517"/>
                <a:gd name="connsiteY1" fmla="*/ 5098 h 85502"/>
                <a:gd name="connsiteX2" fmla="*/ 5099 w 85517"/>
                <a:gd name="connsiteY2" fmla="*/ 32022 h 85502"/>
                <a:gd name="connsiteX3" fmla="*/ 6094 w 85517"/>
                <a:gd name="connsiteY3" fmla="*/ 33015 h 85502"/>
                <a:gd name="connsiteX4" fmla="*/ 53233 w 85517"/>
                <a:gd name="connsiteY4" fmla="*/ 80154 h 85502"/>
                <a:gd name="connsiteX5" fmla="*/ 80169 w 85517"/>
                <a:gd name="connsiteY5" fmla="*/ 79686 h 85502"/>
                <a:gd name="connsiteX6" fmla="*/ 80169 w 85517"/>
                <a:gd name="connsiteY6" fmla="*/ 53218 h 85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517" h="85502">
                  <a:moveTo>
                    <a:pt x="33002" y="6078"/>
                  </a:moveTo>
                  <a:cubicBezTo>
                    <a:pt x="25838" y="-1626"/>
                    <a:pt x="13784" y="-2065"/>
                    <a:pt x="6078" y="5098"/>
                  </a:cubicBezTo>
                  <a:cubicBezTo>
                    <a:pt x="-1626" y="12262"/>
                    <a:pt x="-2066" y="24316"/>
                    <a:pt x="5099" y="32022"/>
                  </a:cubicBezTo>
                  <a:cubicBezTo>
                    <a:pt x="5418" y="32365"/>
                    <a:pt x="5750" y="32696"/>
                    <a:pt x="6094" y="33015"/>
                  </a:cubicBezTo>
                  <a:lnTo>
                    <a:pt x="53233" y="80154"/>
                  </a:lnTo>
                  <a:cubicBezTo>
                    <a:pt x="60800" y="87464"/>
                    <a:pt x="72860" y="87254"/>
                    <a:pt x="80169" y="79686"/>
                  </a:cubicBezTo>
                  <a:cubicBezTo>
                    <a:pt x="87300" y="72304"/>
                    <a:pt x="87300" y="60600"/>
                    <a:pt x="80169" y="53218"/>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425" name="Freihandform: Form 424">
              <a:extLst>
                <a:ext uri="{FF2B5EF4-FFF2-40B4-BE49-F238E27FC236}">
                  <a16:creationId xmlns:a16="http://schemas.microsoft.com/office/drawing/2014/main" id="{3C5CF8A0-E343-FFD7-4946-8E99AAC7EDD4}"/>
                </a:ext>
              </a:extLst>
            </p:cNvPr>
            <p:cNvSpPr/>
            <p:nvPr/>
          </p:nvSpPr>
          <p:spPr>
            <a:xfrm>
              <a:off x="5207456" y="3432839"/>
              <a:ext cx="104775" cy="38100"/>
            </a:xfrm>
            <a:custGeom>
              <a:avLst/>
              <a:gdLst>
                <a:gd name="connsiteX0" fmla="*/ 85725 w 104775"/>
                <a:gd name="connsiteY0" fmla="*/ 0 h 38100"/>
                <a:gd name="connsiteX1" fmla="*/ 19050 w 104775"/>
                <a:gd name="connsiteY1" fmla="*/ 0 h 38100"/>
                <a:gd name="connsiteX2" fmla="*/ 0 w 104775"/>
                <a:gd name="connsiteY2" fmla="*/ 19050 h 38100"/>
                <a:gd name="connsiteX3" fmla="*/ 19050 w 104775"/>
                <a:gd name="connsiteY3" fmla="*/ 38100 h 38100"/>
                <a:gd name="connsiteX4" fmla="*/ 85725 w 104775"/>
                <a:gd name="connsiteY4" fmla="*/ 38100 h 38100"/>
                <a:gd name="connsiteX5" fmla="*/ 104775 w 104775"/>
                <a:gd name="connsiteY5" fmla="*/ 19050 h 38100"/>
                <a:gd name="connsiteX6" fmla="*/ 85725 w 104775"/>
                <a:gd name="connsiteY6" fmla="*/ 0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4775" h="38100">
                  <a:moveTo>
                    <a:pt x="85725" y="0"/>
                  </a:moveTo>
                  <a:lnTo>
                    <a:pt x="19050" y="0"/>
                  </a:lnTo>
                  <a:cubicBezTo>
                    <a:pt x="8529" y="0"/>
                    <a:pt x="0" y="8529"/>
                    <a:pt x="0" y="19050"/>
                  </a:cubicBezTo>
                  <a:cubicBezTo>
                    <a:pt x="0" y="29571"/>
                    <a:pt x="8529" y="38100"/>
                    <a:pt x="19050" y="38100"/>
                  </a:cubicBezTo>
                  <a:lnTo>
                    <a:pt x="85725" y="38100"/>
                  </a:lnTo>
                  <a:cubicBezTo>
                    <a:pt x="96246" y="38100"/>
                    <a:pt x="104775" y="29571"/>
                    <a:pt x="104775" y="19050"/>
                  </a:cubicBezTo>
                  <a:cubicBezTo>
                    <a:pt x="104775" y="8529"/>
                    <a:pt x="96246" y="0"/>
                    <a:pt x="85725" y="0"/>
                  </a:cubicBez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grpSp>
        <p:nvGrpSpPr>
          <p:cNvPr id="435" name="Gruppieren 434">
            <a:extLst>
              <a:ext uri="{FF2B5EF4-FFF2-40B4-BE49-F238E27FC236}">
                <a16:creationId xmlns:a16="http://schemas.microsoft.com/office/drawing/2014/main" id="{515E4D8D-FB17-2BBD-2185-080448ED558D}"/>
              </a:ext>
            </a:extLst>
          </p:cNvPr>
          <p:cNvGrpSpPr>
            <a:grpSpLocks noChangeAspect="1"/>
          </p:cNvGrpSpPr>
          <p:nvPr/>
        </p:nvGrpSpPr>
        <p:grpSpPr>
          <a:xfrm>
            <a:off x="4177682" y="1629091"/>
            <a:ext cx="656939" cy="661740"/>
            <a:chOff x="7807018" y="3197488"/>
            <a:chExt cx="453215" cy="456527"/>
          </a:xfrm>
        </p:grpSpPr>
        <p:sp>
          <p:nvSpPr>
            <p:cNvPr id="431" name="Freihandform: Form 430">
              <a:extLst>
                <a:ext uri="{FF2B5EF4-FFF2-40B4-BE49-F238E27FC236}">
                  <a16:creationId xmlns:a16="http://schemas.microsoft.com/office/drawing/2014/main" id="{23B50EC7-3B3F-382C-8C6C-E2848C494E24}"/>
                </a:ext>
              </a:extLst>
            </p:cNvPr>
            <p:cNvSpPr/>
            <p:nvPr/>
          </p:nvSpPr>
          <p:spPr>
            <a:xfrm>
              <a:off x="7972627" y="3197488"/>
              <a:ext cx="287606" cy="186033"/>
            </a:xfrm>
            <a:custGeom>
              <a:avLst/>
              <a:gdLst>
                <a:gd name="connsiteX0" fmla="*/ 245101 w 287606"/>
                <a:gd name="connsiteY0" fmla="*/ 72316 h 186033"/>
                <a:gd name="connsiteX1" fmla="*/ 190450 w 287606"/>
                <a:gd name="connsiteY1" fmla="*/ 26497 h 186033"/>
                <a:gd name="connsiteX2" fmla="*/ 181617 w 287606"/>
                <a:gd name="connsiteY2" fmla="*/ 27049 h 186033"/>
                <a:gd name="connsiteX3" fmla="*/ 124758 w 287606"/>
                <a:gd name="connsiteY3" fmla="*/ 0 h 186033"/>
                <a:gd name="connsiteX4" fmla="*/ 54099 w 287606"/>
                <a:gd name="connsiteY4" fmla="*/ 53547 h 186033"/>
                <a:gd name="connsiteX5" fmla="*/ 0 w 287606"/>
                <a:gd name="connsiteY5" fmla="*/ 119238 h 186033"/>
                <a:gd name="connsiteX6" fmla="*/ 66243 w 287606"/>
                <a:gd name="connsiteY6" fmla="*/ 186033 h 186033"/>
                <a:gd name="connsiteX7" fmla="*/ 66243 w 287606"/>
                <a:gd name="connsiteY7" fmla="*/ 186033 h 186033"/>
                <a:gd name="connsiteX8" fmla="*/ 231852 w 287606"/>
                <a:gd name="connsiteY8" fmla="*/ 186033 h 186033"/>
                <a:gd name="connsiteX9" fmla="*/ 287607 w 287606"/>
                <a:gd name="connsiteY9" fmla="*/ 128071 h 186033"/>
                <a:gd name="connsiteX10" fmla="*/ 245101 w 287606"/>
                <a:gd name="connsiteY10" fmla="*/ 72316 h 186033"/>
                <a:gd name="connsiteX11" fmla="*/ 228540 w 287606"/>
                <a:gd name="connsiteY11" fmla="*/ 152912 h 186033"/>
                <a:gd name="connsiteX12" fmla="*/ 65139 w 287606"/>
                <a:gd name="connsiteY12" fmla="*/ 152912 h 186033"/>
                <a:gd name="connsiteX13" fmla="*/ 35882 w 287606"/>
                <a:gd name="connsiteY13" fmla="*/ 133591 h 186033"/>
                <a:gd name="connsiteX14" fmla="*/ 39746 w 287606"/>
                <a:gd name="connsiteY14" fmla="*/ 98261 h 186033"/>
                <a:gd name="connsiteX15" fmla="*/ 66795 w 287606"/>
                <a:gd name="connsiteY15" fmla="*/ 84460 h 186033"/>
                <a:gd name="connsiteX16" fmla="*/ 72316 w 287606"/>
                <a:gd name="connsiteY16" fmla="*/ 85012 h 186033"/>
                <a:gd name="connsiteX17" fmla="*/ 82252 w 287606"/>
                <a:gd name="connsiteY17" fmla="*/ 86668 h 186033"/>
                <a:gd name="connsiteX18" fmla="*/ 82252 w 287606"/>
                <a:gd name="connsiteY18" fmla="*/ 75628 h 186033"/>
                <a:gd name="connsiteX19" fmla="*/ 114822 w 287606"/>
                <a:gd name="connsiteY19" fmla="*/ 34226 h 186033"/>
                <a:gd name="connsiteX20" fmla="*/ 124758 w 287606"/>
                <a:gd name="connsiteY20" fmla="*/ 33122 h 186033"/>
                <a:gd name="connsiteX21" fmla="*/ 124758 w 287606"/>
                <a:gd name="connsiteY21" fmla="*/ 33122 h 186033"/>
                <a:gd name="connsiteX22" fmla="*/ 124758 w 287606"/>
                <a:gd name="connsiteY22" fmla="*/ 33122 h 186033"/>
                <a:gd name="connsiteX23" fmla="*/ 124758 w 287606"/>
                <a:gd name="connsiteY23" fmla="*/ 33122 h 186033"/>
                <a:gd name="connsiteX24" fmla="*/ 162296 w 287606"/>
                <a:gd name="connsiteY24" fmla="*/ 56307 h 186033"/>
                <a:gd name="connsiteX25" fmla="*/ 165608 w 287606"/>
                <a:gd name="connsiteY25" fmla="*/ 62931 h 186033"/>
                <a:gd name="connsiteX26" fmla="*/ 172785 w 287606"/>
                <a:gd name="connsiteY26" fmla="*/ 60171 h 186033"/>
                <a:gd name="connsiteX27" fmla="*/ 183825 w 287606"/>
                <a:gd name="connsiteY27" fmla="*/ 58515 h 186033"/>
                <a:gd name="connsiteX28" fmla="*/ 203698 w 287606"/>
                <a:gd name="connsiteY28" fmla="*/ 64587 h 186033"/>
                <a:gd name="connsiteX29" fmla="*/ 218051 w 287606"/>
                <a:gd name="connsiteY29" fmla="*/ 92741 h 186033"/>
                <a:gd name="connsiteX30" fmla="*/ 218051 w 287606"/>
                <a:gd name="connsiteY30" fmla="*/ 101573 h 186033"/>
                <a:gd name="connsiteX31" fmla="*/ 229092 w 287606"/>
                <a:gd name="connsiteY31" fmla="*/ 101573 h 186033"/>
                <a:gd name="connsiteX32" fmla="*/ 255037 w 287606"/>
                <a:gd name="connsiteY32" fmla="*/ 127518 h 186033"/>
                <a:gd name="connsiteX33" fmla="*/ 228540 w 287606"/>
                <a:gd name="connsiteY33" fmla="*/ 152912 h 186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87606" h="186033">
                  <a:moveTo>
                    <a:pt x="245101" y="72316"/>
                  </a:moveTo>
                  <a:cubicBezTo>
                    <a:pt x="240684" y="46370"/>
                    <a:pt x="217499" y="26497"/>
                    <a:pt x="190450" y="26497"/>
                  </a:cubicBezTo>
                  <a:cubicBezTo>
                    <a:pt x="187690" y="26497"/>
                    <a:pt x="184377" y="27049"/>
                    <a:pt x="181617" y="27049"/>
                  </a:cubicBezTo>
                  <a:cubicBezTo>
                    <a:pt x="168369" y="10489"/>
                    <a:pt x="147944" y="0"/>
                    <a:pt x="124758" y="0"/>
                  </a:cubicBezTo>
                  <a:cubicBezTo>
                    <a:pt x="91085" y="0"/>
                    <a:pt x="62931" y="22633"/>
                    <a:pt x="54099" y="53547"/>
                  </a:cubicBezTo>
                  <a:cubicBezTo>
                    <a:pt x="23185" y="59619"/>
                    <a:pt x="0" y="86668"/>
                    <a:pt x="0" y="119238"/>
                  </a:cubicBezTo>
                  <a:cubicBezTo>
                    <a:pt x="0" y="156224"/>
                    <a:pt x="29810" y="186033"/>
                    <a:pt x="66243" y="186033"/>
                  </a:cubicBezTo>
                  <a:lnTo>
                    <a:pt x="66243" y="186033"/>
                  </a:lnTo>
                  <a:cubicBezTo>
                    <a:pt x="66243" y="186033"/>
                    <a:pt x="229644" y="186033"/>
                    <a:pt x="231852" y="186033"/>
                  </a:cubicBezTo>
                  <a:cubicBezTo>
                    <a:pt x="263869" y="186033"/>
                    <a:pt x="287607" y="160088"/>
                    <a:pt x="287607" y="128071"/>
                  </a:cubicBezTo>
                  <a:cubicBezTo>
                    <a:pt x="287607" y="101573"/>
                    <a:pt x="269390" y="79492"/>
                    <a:pt x="245101" y="72316"/>
                  </a:cubicBezTo>
                  <a:close/>
                  <a:moveTo>
                    <a:pt x="228540" y="152912"/>
                  </a:moveTo>
                  <a:lnTo>
                    <a:pt x="65139" y="152912"/>
                  </a:lnTo>
                  <a:cubicBezTo>
                    <a:pt x="52443" y="151808"/>
                    <a:pt x="41402" y="144631"/>
                    <a:pt x="35882" y="133591"/>
                  </a:cubicBezTo>
                  <a:cubicBezTo>
                    <a:pt x="30914" y="121998"/>
                    <a:pt x="32018" y="108750"/>
                    <a:pt x="39746" y="98261"/>
                  </a:cubicBezTo>
                  <a:cubicBezTo>
                    <a:pt x="46370" y="89429"/>
                    <a:pt x="56307" y="84460"/>
                    <a:pt x="66795" y="84460"/>
                  </a:cubicBezTo>
                  <a:cubicBezTo>
                    <a:pt x="68451" y="84460"/>
                    <a:pt x="70660" y="84460"/>
                    <a:pt x="72316" y="85012"/>
                  </a:cubicBezTo>
                  <a:lnTo>
                    <a:pt x="82252" y="86668"/>
                  </a:lnTo>
                  <a:lnTo>
                    <a:pt x="82252" y="75628"/>
                  </a:lnTo>
                  <a:cubicBezTo>
                    <a:pt x="82252" y="55755"/>
                    <a:pt x="95501" y="38642"/>
                    <a:pt x="114822" y="34226"/>
                  </a:cubicBezTo>
                  <a:cubicBezTo>
                    <a:pt x="118134" y="33674"/>
                    <a:pt x="121446" y="33122"/>
                    <a:pt x="124758" y="33122"/>
                  </a:cubicBezTo>
                  <a:cubicBezTo>
                    <a:pt x="124758" y="33122"/>
                    <a:pt x="124758" y="33122"/>
                    <a:pt x="124758" y="33122"/>
                  </a:cubicBezTo>
                  <a:lnTo>
                    <a:pt x="124758" y="33122"/>
                  </a:lnTo>
                  <a:cubicBezTo>
                    <a:pt x="124758" y="33122"/>
                    <a:pt x="124758" y="33122"/>
                    <a:pt x="124758" y="33122"/>
                  </a:cubicBezTo>
                  <a:cubicBezTo>
                    <a:pt x="140767" y="33122"/>
                    <a:pt x="155120" y="41954"/>
                    <a:pt x="162296" y="56307"/>
                  </a:cubicBezTo>
                  <a:lnTo>
                    <a:pt x="165608" y="62931"/>
                  </a:lnTo>
                  <a:lnTo>
                    <a:pt x="172785" y="60171"/>
                  </a:lnTo>
                  <a:cubicBezTo>
                    <a:pt x="176097" y="59067"/>
                    <a:pt x="179961" y="58515"/>
                    <a:pt x="183825" y="58515"/>
                  </a:cubicBezTo>
                  <a:cubicBezTo>
                    <a:pt x="191002" y="58515"/>
                    <a:pt x="197626" y="60723"/>
                    <a:pt x="203698" y="64587"/>
                  </a:cubicBezTo>
                  <a:cubicBezTo>
                    <a:pt x="212531" y="71212"/>
                    <a:pt x="218051" y="81700"/>
                    <a:pt x="218051" y="92741"/>
                  </a:cubicBezTo>
                  <a:lnTo>
                    <a:pt x="218051" y="101573"/>
                  </a:lnTo>
                  <a:lnTo>
                    <a:pt x="229092" y="101573"/>
                  </a:lnTo>
                  <a:cubicBezTo>
                    <a:pt x="243444" y="101573"/>
                    <a:pt x="255037" y="113166"/>
                    <a:pt x="255037" y="127518"/>
                  </a:cubicBezTo>
                  <a:cubicBezTo>
                    <a:pt x="254485" y="141319"/>
                    <a:pt x="242892" y="152912"/>
                    <a:pt x="228540" y="152912"/>
                  </a:cubicBezTo>
                  <a:close/>
                </a:path>
              </a:pathLst>
            </a:custGeom>
            <a:solidFill>
              <a:schemeClr val="accent2"/>
            </a:solidFill>
            <a:ln w="545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432" name="Freihandform: Form 431">
              <a:extLst>
                <a:ext uri="{FF2B5EF4-FFF2-40B4-BE49-F238E27FC236}">
                  <a16:creationId xmlns:a16="http://schemas.microsoft.com/office/drawing/2014/main" id="{3CFC6A38-7969-C3D7-3000-AC25D7691561}"/>
                </a:ext>
              </a:extLst>
            </p:cNvPr>
            <p:cNvSpPr/>
            <p:nvPr/>
          </p:nvSpPr>
          <p:spPr>
            <a:xfrm>
              <a:off x="7807018" y="3405603"/>
              <a:ext cx="264973" cy="248412"/>
            </a:xfrm>
            <a:custGeom>
              <a:avLst/>
              <a:gdLst>
                <a:gd name="connsiteX0" fmla="*/ 247309 w 264973"/>
                <a:gd name="connsiteY0" fmla="*/ 0 h 248412"/>
                <a:gd name="connsiteX1" fmla="*/ 17665 w 264973"/>
                <a:gd name="connsiteY1" fmla="*/ 0 h 248412"/>
                <a:gd name="connsiteX2" fmla="*/ 0 w 264973"/>
                <a:gd name="connsiteY2" fmla="*/ 17665 h 248412"/>
                <a:gd name="connsiteX3" fmla="*/ 0 w 264973"/>
                <a:gd name="connsiteY3" fmla="*/ 175545 h 248412"/>
                <a:gd name="connsiteX4" fmla="*/ 17665 w 264973"/>
                <a:gd name="connsiteY4" fmla="*/ 193210 h 248412"/>
                <a:gd name="connsiteX5" fmla="*/ 17665 w 264973"/>
                <a:gd name="connsiteY5" fmla="*/ 193210 h 248412"/>
                <a:gd name="connsiteX6" fmla="*/ 104885 w 264973"/>
                <a:gd name="connsiteY6" fmla="*/ 193210 h 248412"/>
                <a:gd name="connsiteX7" fmla="*/ 104885 w 264973"/>
                <a:gd name="connsiteY7" fmla="*/ 215291 h 248412"/>
                <a:gd name="connsiteX8" fmla="*/ 66243 w 264973"/>
                <a:gd name="connsiteY8" fmla="*/ 215291 h 248412"/>
                <a:gd name="connsiteX9" fmla="*/ 66243 w 264973"/>
                <a:gd name="connsiteY9" fmla="*/ 248413 h 248412"/>
                <a:gd name="connsiteX10" fmla="*/ 198730 w 264973"/>
                <a:gd name="connsiteY10" fmla="*/ 248413 h 248412"/>
                <a:gd name="connsiteX11" fmla="*/ 198730 w 264973"/>
                <a:gd name="connsiteY11" fmla="*/ 215291 h 248412"/>
                <a:gd name="connsiteX12" fmla="*/ 160088 w 264973"/>
                <a:gd name="connsiteY12" fmla="*/ 215291 h 248412"/>
                <a:gd name="connsiteX13" fmla="*/ 160088 w 264973"/>
                <a:gd name="connsiteY13" fmla="*/ 193210 h 248412"/>
                <a:gd name="connsiteX14" fmla="*/ 247309 w 264973"/>
                <a:gd name="connsiteY14" fmla="*/ 193210 h 248412"/>
                <a:gd name="connsiteX15" fmla="*/ 264974 w 264973"/>
                <a:gd name="connsiteY15" fmla="*/ 175545 h 248412"/>
                <a:gd name="connsiteX16" fmla="*/ 264974 w 264973"/>
                <a:gd name="connsiteY16" fmla="*/ 175545 h 248412"/>
                <a:gd name="connsiteX17" fmla="*/ 264974 w 264973"/>
                <a:gd name="connsiteY17" fmla="*/ 17665 h 248412"/>
                <a:gd name="connsiteX18" fmla="*/ 247309 w 264973"/>
                <a:gd name="connsiteY18" fmla="*/ 0 h 248412"/>
                <a:gd name="connsiteX19" fmla="*/ 231852 w 264973"/>
                <a:gd name="connsiteY19" fmla="*/ 160088 h 248412"/>
                <a:gd name="connsiteX20" fmla="*/ 33122 w 264973"/>
                <a:gd name="connsiteY20" fmla="*/ 160088 h 248412"/>
                <a:gd name="connsiteX21" fmla="*/ 33122 w 264973"/>
                <a:gd name="connsiteY21" fmla="*/ 33122 h 248412"/>
                <a:gd name="connsiteX22" fmla="*/ 231852 w 264973"/>
                <a:gd name="connsiteY22" fmla="*/ 33122 h 248412"/>
                <a:gd name="connsiteX23" fmla="*/ 231852 w 264973"/>
                <a:gd name="connsiteY23" fmla="*/ 160088 h 248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973" h="248412">
                  <a:moveTo>
                    <a:pt x="247309" y="0"/>
                  </a:moveTo>
                  <a:lnTo>
                    <a:pt x="17665" y="0"/>
                  </a:lnTo>
                  <a:cubicBezTo>
                    <a:pt x="7728" y="0"/>
                    <a:pt x="0" y="7728"/>
                    <a:pt x="0" y="17665"/>
                  </a:cubicBezTo>
                  <a:lnTo>
                    <a:pt x="0" y="175545"/>
                  </a:lnTo>
                  <a:cubicBezTo>
                    <a:pt x="0" y="185481"/>
                    <a:pt x="7728" y="193210"/>
                    <a:pt x="17665" y="193210"/>
                  </a:cubicBezTo>
                  <a:cubicBezTo>
                    <a:pt x="17665" y="193210"/>
                    <a:pt x="17665" y="193210"/>
                    <a:pt x="17665" y="193210"/>
                  </a:cubicBezTo>
                  <a:lnTo>
                    <a:pt x="104885" y="193210"/>
                  </a:lnTo>
                  <a:lnTo>
                    <a:pt x="104885" y="215291"/>
                  </a:lnTo>
                  <a:lnTo>
                    <a:pt x="66243" y="215291"/>
                  </a:lnTo>
                  <a:lnTo>
                    <a:pt x="66243" y="248413"/>
                  </a:lnTo>
                  <a:lnTo>
                    <a:pt x="198730" y="248413"/>
                  </a:lnTo>
                  <a:lnTo>
                    <a:pt x="198730" y="215291"/>
                  </a:lnTo>
                  <a:lnTo>
                    <a:pt x="160088" y="215291"/>
                  </a:lnTo>
                  <a:lnTo>
                    <a:pt x="160088" y="193210"/>
                  </a:lnTo>
                  <a:lnTo>
                    <a:pt x="247309" y="193210"/>
                  </a:lnTo>
                  <a:cubicBezTo>
                    <a:pt x="257245" y="193210"/>
                    <a:pt x="264974" y="185481"/>
                    <a:pt x="264974" y="175545"/>
                  </a:cubicBezTo>
                  <a:lnTo>
                    <a:pt x="264974" y="175545"/>
                  </a:lnTo>
                  <a:lnTo>
                    <a:pt x="264974" y="17665"/>
                  </a:lnTo>
                  <a:cubicBezTo>
                    <a:pt x="264974" y="7728"/>
                    <a:pt x="257245" y="0"/>
                    <a:pt x="247309" y="0"/>
                  </a:cubicBezTo>
                  <a:close/>
                  <a:moveTo>
                    <a:pt x="231852" y="160088"/>
                  </a:moveTo>
                  <a:lnTo>
                    <a:pt x="33122" y="160088"/>
                  </a:lnTo>
                  <a:lnTo>
                    <a:pt x="33122" y="33122"/>
                  </a:lnTo>
                  <a:lnTo>
                    <a:pt x="231852" y="33122"/>
                  </a:lnTo>
                  <a:lnTo>
                    <a:pt x="231852" y="160088"/>
                  </a:lnTo>
                  <a:close/>
                </a:path>
              </a:pathLst>
            </a:custGeom>
            <a:solidFill>
              <a:schemeClr val="tx1"/>
            </a:solidFill>
            <a:ln w="545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433" name="Freihandform: Form 432">
              <a:extLst>
                <a:ext uri="{FF2B5EF4-FFF2-40B4-BE49-F238E27FC236}">
                  <a16:creationId xmlns:a16="http://schemas.microsoft.com/office/drawing/2014/main" id="{F2D4C411-99C0-DB2B-4F91-A0A2D6AA0D90}"/>
                </a:ext>
              </a:extLst>
            </p:cNvPr>
            <p:cNvSpPr/>
            <p:nvPr/>
          </p:nvSpPr>
          <p:spPr>
            <a:xfrm>
              <a:off x="8097937" y="3405603"/>
              <a:ext cx="97290" cy="122550"/>
            </a:xfrm>
            <a:custGeom>
              <a:avLst/>
              <a:gdLst>
                <a:gd name="connsiteX0" fmla="*/ 55755 w 97290"/>
                <a:gd name="connsiteY0" fmla="*/ 0 h 122550"/>
                <a:gd name="connsiteX1" fmla="*/ 64035 w 97290"/>
                <a:gd name="connsiteY1" fmla="*/ 25393 h 122550"/>
                <a:gd name="connsiteX2" fmla="*/ 40298 w 97290"/>
                <a:gd name="connsiteY2" fmla="*/ 64587 h 122550"/>
                <a:gd name="connsiteX3" fmla="*/ 40298 w 97290"/>
                <a:gd name="connsiteY3" fmla="*/ 41954 h 122550"/>
                <a:gd name="connsiteX4" fmla="*/ 0 w 97290"/>
                <a:gd name="connsiteY4" fmla="*/ 82804 h 122550"/>
                <a:gd name="connsiteX5" fmla="*/ 40298 w 97290"/>
                <a:gd name="connsiteY5" fmla="*/ 122550 h 122550"/>
                <a:gd name="connsiteX6" fmla="*/ 40298 w 97290"/>
                <a:gd name="connsiteY6" fmla="*/ 99917 h 122550"/>
                <a:gd name="connsiteX7" fmla="*/ 94397 w 97290"/>
                <a:gd name="connsiteY7" fmla="*/ 4968 h 122550"/>
                <a:gd name="connsiteX8" fmla="*/ 92741 w 97290"/>
                <a:gd name="connsiteY8" fmla="*/ 0 h 122550"/>
                <a:gd name="connsiteX9" fmla="*/ 55755 w 97290"/>
                <a:gd name="connsiteY9" fmla="*/ 0 h 122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7290" h="122550">
                  <a:moveTo>
                    <a:pt x="55755" y="0"/>
                  </a:moveTo>
                  <a:cubicBezTo>
                    <a:pt x="61275" y="7176"/>
                    <a:pt x="64035" y="16561"/>
                    <a:pt x="64035" y="25393"/>
                  </a:cubicBezTo>
                  <a:cubicBezTo>
                    <a:pt x="64035" y="41954"/>
                    <a:pt x="54651" y="56859"/>
                    <a:pt x="40298" y="64587"/>
                  </a:cubicBezTo>
                  <a:lnTo>
                    <a:pt x="40298" y="41954"/>
                  </a:lnTo>
                  <a:lnTo>
                    <a:pt x="0" y="82804"/>
                  </a:lnTo>
                  <a:lnTo>
                    <a:pt x="40298" y="122550"/>
                  </a:lnTo>
                  <a:lnTo>
                    <a:pt x="40298" y="99917"/>
                  </a:lnTo>
                  <a:cubicBezTo>
                    <a:pt x="81700" y="88877"/>
                    <a:pt x="105989" y="46370"/>
                    <a:pt x="94397" y="4968"/>
                  </a:cubicBezTo>
                  <a:cubicBezTo>
                    <a:pt x="93845" y="3312"/>
                    <a:pt x="93293" y="1656"/>
                    <a:pt x="92741" y="0"/>
                  </a:cubicBezTo>
                  <a:lnTo>
                    <a:pt x="55755" y="0"/>
                  </a:lnTo>
                  <a:close/>
                </a:path>
              </a:pathLst>
            </a:custGeom>
            <a:solidFill>
              <a:schemeClr val="tx2"/>
            </a:solidFill>
            <a:ln w="545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434" name="Freihandform: Form 433">
              <a:extLst>
                <a:ext uri="{FF2B5EF4-FFF2-40B4-BE49-F238E27FC236}">
                  <a16:creationId xmlns:a16="http://schemas.microsoft.com/office/drawing/2014/main" id="{0EFA113E-FA60-5133-906E-9D44CCBA0728}"/>
                </a:ext>
              </a:extLst>
            </p:cNvPr>
            <p:cNvSpPr/>
            <p:nvPr/>
          </p:nvSpPr>
          <p:spPr>
            <a:xfrm>
              <a:off x="7853255" y="3260972"/>
              <a:ext cx="97290" cy="122550"/>
            </a:xfrm>
            <a:custGeom>
              <a:avLst/>
              <a:gdLst>
                <a:gd name="connsiteX0" fmla="*/ 41536 w 97290"/>
                <a:gd name="connsiteY0" fmla="*/ 122550 h 122550"/>
                <a:gd name="connsiteX1" fmla="*/ 33255 w 97290"/>
                <a:gd name="connsiteY1" fmla="*/ 97157 h 122550"/>
                <a:gd name="connsiteX2" fmla="*/ 56992 w 97290"/>
                <a:gd name="connsiteY2" fmla="*/ 57963 h 122550"/>
                <a:gd name="connsiteX3" fmla="*/ 56992 w 97290"/>
                <a:gd name="connsiteY3" fmla="*/ 80596 h 122550"/>
                <a:gd name="connsiteX4" fmla="*/ 97290 w 97290"/>
                <a:gd name="connsiteY4" fmla="*/ 39746 h 122550"/>
                <a:gd name="connsiteX5" fmla="*/ 56992 w 97290"/>
                <a:gd name="connsiteY5" fmla="*/ 0 h 122550"/>
                <a:gd name="connsiteX6" fmla="*/ 56992 w 97290"/>
                <a:gd name="connsiteY6" fmla="*/ 22633 h 122550"/>
                <a:gd name="connsiteX7" fmla="*/ 2894 w 97290"/>
                <a:gd name="connsiteY7" fmla="*/ 117582 h 122550"/>
                <a:gd name="connsiteX8" fmla="*/ 4550 w 97290"/>
                <a:gd name="connsiteY8" fmla="*/ 122550 h 122550"/>
                <a:gd name="connsiteX9" fmla="*/ 41536 w 97290"/>
                <a:gd name="connsiteY9" fmla="*/ 122550 h 122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7290" h="122550">
                  <a:moveTo>
                    <a:pt x="41536" y="122550"/>
                  </a:moveTo>
                  <a:cubicBezTo>
                    <a:pt x="37119" y="117030"/>
                    <a:pt x="33255" y="105989"/>
                    <a:pt x="33255" y="97157"/>
                  </a:cubicBezTo>
                  <a:cubicBezTo>
                    <a:pt x="33255" y="80596"/>
                    <a:pt x="42640" y="65691"/>
                    <a:pt x="56992" y="57963"/>
                  </a:cubicBezTo>
                  <a:lnTo>
                    <a:pt x="56992" y="80596"/>
                  </a:lnTo>
                  <a:lnTo>
                    <a:pt x="97290" y="39746"/>
                  </a:lnTo>
                  <a:lnTo>
                    <a:pt x="56992" y="0"/>
                  </a:lnTo>
                  <a:lnTo>
                    <a:pt x="56992" y="22633"/>
                  </a:lnTo>
                  <a:cubicBezTo>
                    <a:pt x="15590" y="33674"/>
                    <a:pt x="-8699" y="76180"/>
                    <a:pt x="2894" y="117582"/>
                  </a:cubicBezTo>
                  <a:cubicBezTo>
                    <a:pt x="3446" y="119238"/>
                    <a:pt x="3998" y="120894"/>
                    <a:pt x="4550" y="122550"/>
                  </a:cubicBezTo>
                  <a:lnTo>
                    <a:pt x="41536" y="122550"/>
                  </a:lnTo>
                  <a:close/>
                </a:path>
              </a:pathLst>
            </a:custGeom>
            <a:solidFill>
              <a:schemeClr val="tx2"/>
            </a:solidFill>
            <a:ln w="545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sp>
        <p:nvSpPr>
          <p:cNvPr id="436" name="Grafik 428" descr="Ratlos mit einfarbiger Füllung">
            <a:extLst>
              <a:ext uri="{FF2B5EF4-FFF2-40B4-BE49-F238E27FC236}">
                <a16:creationId xmlns:a16="http://schemas.microsoft.com/office/drawing/2014/main" id="{233CD2AF-8D87-40AE-CB87-473385282B81}"/>
              </a:ext>
            </a:extLst>
          </p:cNvPr>
          <p:cNvSpPr>
            <a:spLocks noChangeAspect="1"/>
          </p:cNvSpPr>
          <p:nvPr/>
        </p:nvSpPr>
        <p:spPr>
          <a:xfrm>
            <a:off x="2928972" y="1847851"/>
            <a:ext cx="561720" cy="488250"/>
          </a:xfrm>
          <a:custGeom>
            <a:avLst/>
            <a:gdLst>
              <a:gd name="connsiteX0" fmla="*/ 38160 w 561720"/>
              <a:gd name="connsiteY0" fmla="*/ 253257 h 488250"/>
              <a:gd name="connsiteX1" fmla="*/ 38160 w 561720"/>
              <a:gd name="connsiteY1" fmla="*/ 353099 h 488250"/>
              <a:gd name="connsiteX2" fmla="*/ 136175 w 561720"/>
              <a:gd name="connsiteY2" fmla="*/ 451115 h 488250"/>
              <a:gd name="connsiteX3" fmla="*/ 219580 w 561720"/>
              <a:gd name="connsiteY3" fmla="*/ 404846 h 488250"/>
              <a:gd name="connsiteX4" fmla="*/ 354123 w 561720"/>
              <a:gd name="connsiteY4" fmla="*/ 449897 h 488250"/>
              <a:gd name="connsiteX5" fmla="*/ 433874 w 561720"/>
              <a:gd name="connsiteY5" fmla="*/ 449897 h 488250"/>
              <a:gd name="connsiteX6" fmla="*/ 436918 w 561720"/>
              <a:gd name="connsiteY6" fmla="*/ 449897 h 488250"/>
              <a:gd name="connsiteX7" fmla="*/ 419263 w 561720"/>
              <a:gd name="connsiteY7" fmla="*/ 467552 h 488250"/>
              <a:gd name="connsiteX8" fmla="*/ 419263 w 561720"/>
              <a:gd name="connsiteY8" fmla="*/ 484598 h 488250"/>
              <a:gd name="connsiteX9" fmla="*/ 436310 w 561720"/>
              <a:gd name="connsiteY9" fmla="*/ 484598 h 488250"/>
              <a:gd name="connsiteX10" fmla="*/ 472837 w 561720"/>
              <a:gd name="connsiteY10" fmla="*/ 448071 h 488250"/>
              <a:gd name="connsiteX11" fmla="*/ 472837 w 561720"/>
              <a:gd name="connsiteY11" fmla="*/ 431025 h 488250"/>
              <a:gd name="connsiteX12" fmla="*/ 436310 w 561720"/>
              <a:gd name="connsiteY12" fmla="*/ 393888 h 488250"/>
              <a:gd name="connsiteX13" fmla="*/ 419263 w 561720"/>
              <a:gd name="connsiteY13" fmla="*/ 392671 h 488250"/>
              <a:gd name="connsiteX14" fmla="*/ 418046 w 561720"/>
              <a:gd name="connsiteY14" fmla="*/ 409717 h 488250"/>
              <a:gd name="connsiteX15" fmla="*/ 418046 w 561720"/>
              <a:gd name="connsiteY15" fmla="*/ 409717 h 488250"/>
              <a:gd name="connsiteX16" fmla="*/ 418655 w 561720"/>
              <a:gd name="connsiteY16" fmla="*/ 410326 h 488250"/>
              <a:gd name="connsiteX17" fmla="*/ 430830 w 561720"/>
              <a:gd name="connsiteY17" fmla="*/ 423110 h 488250"/>
              <a:gd name="connsiteX18" fmla="*/ 432657 w 561720"/>
              <a:gd name="connsiteY18" fmla="*/ 424937 h 488250"/>
              <a:gd name="connsiteX19" fmla="*/ 354123 w 561720"/>
              <a:gd name="connsiteY19" fmla="*/ 424937 h 488250"/>
              <a:gd name="connsiteX20" fmla="*/ 229929 w 561720"/>
              <a:gd name="connsiteY20" fmla="*/ 381712 h 488250"/>
              <a:gd name="connsiteX21" fmla="*/ 231147 w 561720"/>
              <a:gd name="connsiteY21" fmla="*/ 377451 h 488250"/>
              <a:gd name="connsiteX22" fmla="*/ 259151 w 561720"/>
              <a:gd name="connsiteY22" fmla="*/ 270912 h 488250"/>
              <a:gd name="connsiteX23" fmla="*/ 338294 w 561720"/>
              <a:gd name="connsiteY23" fmla="*/ 171070 h 488250"/>
              <a:gd name="connsiteX24" fmla="*/ 372995 w 561720"/>
              <a:gd name="connsiteY24" fmla="*/ 286741 h 488250"/>
              <a:gd name="connsiteX25" fmla="*/ 372995 w 561720"/>
              <a:gd name="connsiteY25" fmla="*/ 287958 h 488250"/>
              <a:gd name="connsiteX26" fmla="*/ 357167 w 561720"/>
              <a:gd name="connsiteY26" fmla="*/ 272130 h 488250"/>
              <a:gd name="connsiteX27" fmla="*/ 340120 w 561720"/>
              <a:gd name="connsiteY27" fmla="*/ 272130 h 488250"/>
              <a:gd name="connsiteX28" fmla="*/ 340120 w 561720"/>
              <a:gd name="connsiteY28" fmla="*/ 289176 h 488250"/>
              <a:gd name="connsiteX29" fmla="*/ 376648 w 561720"/>
              <a:gd name="connsiteY29" fmla="*/ 325704 h 488250"/>
              <a:gd name="connsiteX30" fmla="*/ 393694 w 561720"/>
              <a:gd name="connsiteY30" fmla="*/ 325704 h 488250"/>
              <a:gd name="connsiteX31" fmla="*/ 430830 w 561720"/>
              <a:gd name="connsiteY31" fmla="*/ 289176 h 488250"/>
              <a:gd name="connsiteX32" fmla="*/ 431439 w 561720"/>
              <a:gd name="connsiteY32" fmla="*/ 272130 h 488250"/>
              <a:gd name="connsiteX33" fmla="*/ 414393 w 561720"/>
              <a:gd name="connsiteY33" fmla="*/ 271521 h 488250"/>
              <a:gd name="connsiteX34" fmla="*/ 413784 w 561720"/>
              <a:gd name="connsiteY34" fmla="*/ 272130 h 488250"/>
              <a:gd name="connsiteX35" fmla="*/ 397347 w 561720"/>
              <a:gd name="connsiteY35" fmla="*/ 288567 h 488250"/>
              <a:gd name="connsiteX36" fmla="*/ 397347 w 561720"/>
              <a:gd name="connsiteY36" fmla="*/ 286741 h 488250"/>
              <a:gd name="connsiteX37" fmla="*/ 361428 w 561720"/>
              <a:gd name="connsiteY37" fmla="*/ 161939 h 488250"/>
              <a:gd name="connsiteX38" fmla="*/ 414393 w 561720"/>
              <a:gd name="connsiteY38" fmla="*/ 152807 h 488250"/>
              <a:gd name="connsiteX39" fmla="*/ 520323 w 561720"/>
              <a:gd name="connsiteY39" fmla="*/ 152807 h 488250"/>
              <a:gd name="connsiteX40" fmla="*/ 504494 w 561720"/>
              <a:gd name="connsiteY40" fmla="*/ 168635 h 488250"/>
              <a:gd name="connsiteX41" fmla="*/ 504494 w 561720"/>
              <a:gd name="connsiteY41" fmla="*/ 185681 h 488250"/>
              <a:gd name="connsiteX42" fmla="*/ 521540 w 561720"/>
              <a:gd name="connsiteY42" fmla="*/ 185681 h 488250"/>
              <a:gd name="connsiteX43" fmla="*/ 558068 w 561720"/>
              <a:gd name="connsiteY43" fmla="*/ 149154 h 488250"/>
              <a:gd name="connsiteX44" fmla="*/ 558068 w 561720"/>
              <a:gd name="connsiteY44" fmla="*/ 132108 h 488250"/>
              <a:gd name="connsiteX45" fmla="*/ 558068 w 561720"/>
              <a:gd name="connsiteY45" fmla="*/ 132108 h 488250"/>
              <a:gd name="connsiteX46" fmla="*/ 521540 w 561720"/>
              <a:gd name="connsiteY46" fmla="*/ 94972 h 488250"/>
              <a:gd name="connsiteX47" fmla="*/ 504494 w 561720"/>
              <a:gd name="connsiteY47" fmla="*/ 94363 h 488250"/>
              <a:gd name="connsiteX48" fmla="*/ 503885 w 561720"/>
              <a:gd name="connsiteY48" fmla="*/ 111409 h 488250"/>
              <a:gd name="connsiteX49" fmla="*/ 504494 w 561720"/>
              <a:gd name="connsiteY49" fmla="*/ 112018 h 488250"/>
              <a:gd name="connsiteX50" fmla="*/ 520323 w 561720"/>
              <a:gd name="connsiteY50" fmla="*/ 127846 h 488250"/>
              <a:gd name="connsiteX51" fmla="*/ 413784 w 561720"/>
              <a:gd name="connsiteY51" fmla="*/ 127846 h 488250"/>
              <a:gd name="connsiteX52" fmla="*/ 346208 w 561720"/>
              <a:gd name="connsiteY52" fmla="*/ 140631 h 488250"/>
              <a:gd name="connsiteX53" fmla="*/ 235408 w 561720"/>
              <a:gd name="connsiteY53" fmla="*/ 63314 h 488250"/>
              <a:gd name="connsiteX54" fmla="*/ 354123 w 561720"/>
              <a:gd name="connsiteY54" fmla="*/ 24352 h 488250"/>
              <a:gd name="connsiteX55" fmla="*/ 366298 w 561720"/>
              <a:gd name="connsiteY55" fmla="*/ 12176 h 488250"/>
              <a:gd name="connsiteX56" fmla="*/ 354123 w 561720"/>
              <a:gd name="connsiteY56" fmla="*/ 0 h 488250"/>
              <a:gd name="connsiteX57" fmla="*/ 206186 w 561720"/>
              <a:gd name="connsiteY57" fmla="*/ 56009 h 488250"/>
              <a:gd name="connsiteX58" fmla="*/ 63120 w 561720"/>
              <a:gd name="connsiteY58" fmla="*/ 74273 h 488250"/>
              <a:gd name="connsiteX59" fmla="*/ 57032 w 561720"/>
              <a:gd name="connsiteY59" fmla="*/ 90101 h 488250"/>
              <a:gd name="connsiteX60" fmla="*/ 72861 w 561720"/>
              <a:gd name="connsiteY60" fmla="*/ 96189 h 488250"/>
              <a:gd name="connsiteX61" fmla="*/ 73470 w 561720"/>
              <a:gd name="connsiteY61" fmla="*/ 96189 h 488250"/>
              <a:gd name="connsiteX62" fmla="*/ 162353 w 561720"/>
              <a:gd name="connsiteY62" fmla="*/ 76099 h 488250"/>
              <a:gd name="connsiteX63" fmla="*/ 184270 w 561720"/>
              <a:gd name="connsiteY63" fmla="*/ 77317 h 488250"/>
              <a:gd name="connsiteX64" fmla="*/ 200098 w 561720"/>
              <a:gd name="connsiteY64" fmla="*/ 388409 h 488250"/>
              <a:gd name="connsiteX65" fmla="*/ 99648 w 561720"/>
              <a:gd name="connsiteY65" fmla="*/ 416413 h 488250"/>
              <a:gd name="connsiteX66" fmla="*/ 61903 w 561720"/>
              <a:gd name="connsiteY66" fmla="*/ 351882 h 488250"/>
              <a:gd name="connsiteX67" fmla="*/ 61903 w 561720"/>
              <a:gd name="connsiteY67" fmla="*/ 256301 h 488250"/>
              <a:gd name="connsiteX68" fmla="*/ 61903 w 561720"/>
              <a:gd name="connsiteY68" fmla="*/ 254475 h 488250"/>
              <a:gd name="connsiteX69" fmla="*/ 77731 w 561720"/>
              <a:gd name="connsiteY69" fmla="*/ 270304 h 488250"/>
              <a:gd name="connsiteX70" fmla="*/ 94777 w 561720"/>
              <a:gd name="connsiteY70" fmla="*/ 270304 h 488250"/>
              <a:gd name="connsiteX71" fmla="*/ 94777 w 561720"/>
              <a:gd name="connsiteY71" fmla="*/ 253257 h 488250"/>
              <a:gd name="connsiteX72" fmla="*/ 58250 w 561720"/>
              <a:gd name="connsiteY72" fmla="*/ 216730 h 488250"/>
              <a:gd name="connsiteX73" fmla="*/ 41204 w 561720"/>
              <a:gd name="connsiteY73" fmla="*/ 216730 h 488250"/>
              <a:gd name="connsiteX74" fmla="*/ 4067 w 561720"/>
              <a:gd name="connsiteY74" fmla="*/ 253257 h 488250"/>
              <a:gd name="connsiteX75" fmla="*/ 2850 w 561720"/>
              <a:gd name="connsiteY75" fmla="*/ 270304 h 488250"/>
              <a:gd name="connsiteX76" fmla="*/ 19896 w 561720"/>
              <a:gd name="connsiteY76" fmla="*/ 271521 h 488250"/>
              <a:gd name="connsiteX77" fmla="*/ 19896 w 561720"/>
              <a:gd name="connsiteY77" fmla="*/ 271521 h 488250"/>
              <a:gd name="connsiteX78" fmla="*/ 20505 w 561720"/>
              <a:gd name="connsiteY78" fmla="*/ 270912 h 488250"/>
              <a:gd name="connsiteX79" fmla="*/ 38160 w 561720"/>
              <a:gd name="connsiteY79" fmla="*/ 253257 h 488250"/>
              <a:gd name="connsiteX80" fmla="*/ 236017 w 561720"/>
              <a:gd name="connsiteY80" fmla="*/ 265433 h 488250"/>
              <a:gd name="connsiteX81" fmla="*/ 209839 w 561720"/>
              <a:gd name="connsiteY81" fmla="*/ 364057 h 488250"/>
              <a:gd name="connsiteX82" fmla="*/ 213492 w 561720"/>
              <a:gd name="connsiteY82" fmla="*/ 82796 h 488250"/>
              <a:gd name="connsiteX83" fmla="*/ 324292 w 561720"/>
              <a:gd name="connsiteY83" fmla="*/ 152198 h 488250"/>
              <a:gd name="connsiteX84" fmla="*/ 236017 w 561720"/>
              <a:gd name="connsiteY84" fmla="*/ 265433 h 488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561720" h="488250">
                <a:moveTo>
                  <a:pt x="38160" y="253257"/>
                </a:moveTo>
                <a:lnTo>
                  <a:pt x="38160" y="353099"/>
                </a:lnTo>
                <a:cubicBezTo>
                  <a:pt x="38160" y="407282"/>
                  <a:pt x="81993" y="451115"/>
                  <a:pt x="136175" y="451115"/>
                </a:cubicBezTo>
                <a:cubicBezTo>
                  <a:pt x="170268" y="451115"/>
                  <a:pt x="201316" y="433460"/>
                  <a:pt x="219580" y="404846"/>
                </a:cubicBezTo>
                <a:cubicBezTo>
                  <a:pt x="258542" y="434068"/>
                  <a:pt x="305419" y="449897"/>
                  <a:pt x="354123" y="449897"/>
                </a:cubicBezTo>
                <a:lnTo>
                  <a:pt x="433874" y="449897"/>
                </a:lnTo>
                <a:lnTo>
                  <a:pt x="436918" y="449897"/>
                </a:lnTo>
                <a:lnTo>
                  <a:pt x="419263" y="467552"/>
                </a:lnTo>
                <a:cubicBezTo>
                  <a:pt x="414393" y="472422"/>
                  <a:pt x="414393" y="479728"/>
                  <a:pt x="419263" y="484598"/>
                </a:cubicBezTo>
                <a:cubicBezTo>
                  <a:pt x="424134" y="489468"/>
                  <a:pt x="431439" y="489468"/>
                  <a:pt x="436310" y="484598"/>
                </a:cubicBezTo>
                <a:lnTo>
                  <a:pt x="472837" y="448071"/>
                </a:lnTo>
                <a:cubicBezTo>
                  <a:pt x="477707" y="443200"/>
                  <a:pt x="477707" y="435895"/>
                  <a:pt x="472837" y="431025"/>
                </a:cubicBezTo>
                <a:lnTo>
                  <a:pt x="436310" y="393888"/>
                </a:lnTo>
                <a:cubicBezTo>
                  <a:pt x="432048" y="389018"/>
                  <a:pt x="424134" y="388409"/>
                  <a:pt x="419263" y="392671"/>
                </a:cubicBezTo>
                <a:cubicBezTo>
                  <a:pt x="414393" y="396932"/>
                  <a:pt x="413784" y="404846"/>
                  <a:pt x="418046" y="409717"/>
                </a:cubicBezTo>
                <a:lnTo>
                  <a:pt x="418046" y="409717"/>
                </a:lnTo>
                <a:lnTo>
                  <a:pt x="418655" y="410326"/>
                </a:lnTo>
                <a:lnTo>
                  <a:pt x="430830" y="423110"/>
                </a:lnTo>
                <a:lnTo>
                  <a:pt x="432657" y="424937"/>
                </a:lnTo>
                <a:lnTo>
                  <a:pt x="354123" y="424937"/>
                </a:lnTo>
                <a:cubicBezTo>
                  <a:pt x="309072" y="424937"/>
                  <a:pt x="265239" y="409717"/>
                  <a:pt x="229929" y="381712"/>
                </a:cubicBezTo>
                <a:cubicBezTo>
                  <a:pt x="230538" y="380495"/>
                  <a:pt x="231147" y="378668"/>
                  <a:pt x="231147" y="377451"/>
                </a:cubicBezTo>
                <a:lnTo>
                  <a:pt x="259151" y="270912"/>
                </a:lnTo>
                <a:cubicBezTo>
                  <a:pt x="270718" y="228297"/>
                  <a:pt x="299331" y="191769"/>
                  <a:pt x="338294" y="171070"/>
                </a:cubicBezTo>
                <a:cubicBezTo>
                  <a:pt x="360819" y="205772"/>
                  <a:pt x="372995" y="245952"/>
                  <a:pt x="372995" y="286741"/>
                </a:cubicBezTo>
                <a:lnTo>
                  <a:pt x="372995" y="287958"/>
                </a:lnTo>
                <a:lnTo>
                  <a:pt x="357167" y="272130"/>
                </a:lnTo>
                <a:cubicBezTo>
                  <a:pt x="352296" y="267260"/>
                  <a:pt x="344991" y="267260"/>
                  <a:pt x="340120" y="272130"/>
                </a:cubicBezTo>
                <a:cubicBezTo>
                  <a:pt x="335250" y="277000"/>
                  <a:pt x="335250" y="284306"/>
                  <a:pt x="340120" y="289176"/>
                </a:cubicBezTo>
                <a:lnTo>
                  <a:pt x="376648" y="325704"/>
                </a:lnTo>
                <a:cubicBezTo>
                  <a:pt x="381518" y="330574"/>
                  <a:pt x="388824" y="330574"/>
                  <a:pt x="393694" y="325704"/>
                </a:cubicBezTo>
                <a:lnTo>
                  <a:pt x="430830" y="289176"/>
                </a:lnTo>
                <a:cubicBezTo>
                  <a:pt x="435701" y="284306"/>
                  <a:pt x="436310" y="277000"/>
                  <a:pt x="431439" y="272130"/>
                </a:cubicBezTo>
                <a:cubicBezTo>
                  <a:pt x="427178" y="267260"/>
                  <a:pt x="419263" y="266651"/>
                  <a:pt x="414393" y="271521"/>
                </a:cubicBezTo>
                <a:lnTo>
                  <a:pt x="413784" y="272130"/>
                </a:lnTo>
                <a:lnTo>
                  <a:pt x="397347" y="288567"/>
                </a:lnTo>
                <a:lnTo>
                  <a:pt x="397347" y="286741"/>
                </a:lnTo>
                <a:cubicBezTo>
                  <a:pt x="397347" y="242299"/>
                  <a:pt x="384562" y="199075"/>
                  <a:pt x="361428" y="161939"/>
                </a:cubicBezTo>
                <a:cubicBezTo>
                  <a:pt x="378474" y="155851"/>
                  <a:pt x="396129" y="152807"/>
                  <a:pt x="414393" y="152807"/>
                </a:cubicBezTo>
                <a:lnTo>
                  <a:pt x="520323" y="152807"/>
                </a:lnTo>
                <a:lnTo>
                  <a:pt x="504494" y="168635"/>
                </a:lnTo>
                <a:cubicBezTo>
                  <a:pt x="499624" y="173506"/>
                  <a:pt x="499624" y="181420"/>
                  <a:pt x="504494" y="185681"/>
                </a:cubicBezTo>
                <a:cubicBezTo>
                  <a:pt x="509365" y="189943"/>
                  <a:pt x="517279" y="190552"/>
                  <a:pt x="521540" y="185681"/>
                </a:cubicBezTo>
                <a:lnTo>
                  <a:pt x="558068" y="149154"/>
                </a:lnTo>
                <a:cubicBezTo>
                  <a:pt x="562938" y="144284"/>
                  <a:pt x="562938" y="136978"/>
                  <a:pt x="558068" y="132108"/>
                </a:cubicBezTo>
                <a:lnTo>
                  <a:pt x="558068" y="132108"/>
                </a:lnTo>
                <a:lnTo>
                  <a:pt x="521540" y="94972"/>
                </a:lnTo>
                <a:cubicBezTo>
                  <a:pt x="516670" y="90101"/>
                  <a:pt x="509365" y="89492"/>
                  <a:pt x="504494" y="94363"/>
                </a:cubicBezTo>
                <a:cubicBezTo>
                  <a:pt x="499624" y="98624"/>
                  <a:pt x="499015" y="106539"/>
                  <a:pt x="503885" y="111409"/>
                </a:cubicBezTo>
                <a:lnTo>
                  <a:pt x="504494" y="112018"/>
                </a:lnTo>
                <a:lnTo>
                  <a:pt x="520323" y="127846"/>
                </a:lnTo>
                <a:lnTo>
                  <a:pt x="413784" y="127846"/>
                </a:lnTo>
                <a:cubicBezTo>
                  <a:pt x="390650" y="127846"/>
                  <a:pt x="368125" y="132108"/>
                  <a:pt x="346208" y="140631"/>
                </a:cubicBezTo>
                <a:cubicBezTo>
                  <a:pt x="317595" y="104712"/>
                  <a:pt x="279241" y="77317"/>
                  <a:pt x="235408" y="63314"/>
                </a:cubicBezTo>
                <a:cubicBezTo>
                  <a:pt x="269501" y="37745"/>
                  <a:pt x="311507" y="24352"/>
                  <a:pt x="354123" y="24352"/>
                </a:cubicBezTo>
                <a:cubicBezTo>
                  <a:pt x="360819" y="24352"/>
                  <a:pt x="366298" y="18873"/>
                  <a:pt x="366298" y="12176"/>
                </a:cubicBezTo>
                <a:cubicBezTo>
                  <a:pt x="366298" y="5479"/>
                  <a:pt x="360819" y="0"/>
                  <a:pt x="354123" y="0"/>
                </a:cubicBezTo>
                <a:cubicBezTo>
                  <a:pt x="299940" y="0"/>
                  <a:pt x="246975" y="20090"/>
                  <a:pt x="206186" y="56009"/>
                </a:cubicBezTo>
                <a:cubicBezTo>
                  <a:pt x="158092" y="46877"/>
                  <a:pt x="108171" y="52965"/>
                  <a:pt x="63120" y="74273"/>
                </a:cubicBezTo>
                <a:cubicBezTo>
                  <a:pt x="57032" y="77317"/>
                  <a:pt x="53988" y="84013"/>
                  <a:pt x="57032" y="90101"/>
                </a:cubicBezTo>
                <a:cubicBezTo>
                  <a:pt x="60076" y="96189"/>
                  <a:pt x="66773" y="99233"/>
                  <a:pt x="72861" y="96189"/>
                </a:cubicBezTo>
                <a:cubicBezTo>
                  <a:pt x="72861" y="96189"/>
                  <a:pt x="72861" y="96189"/>
                  <a:pt x="73470" y="96189"/>
                </a:cubicBezTo>
                <a:cubicBezTo>
                  <a:pt x="101474" y="82796"/>
                  <a:pt x="131914" y="76099"/>
                  <a:pt x="162353" y="76099"/>
                </a:cubicBezTo>
                <a:cubicBezTo>
                  <a:pt x="169659" y="76099"/>
                  <a:pt x="176964" y="76708"/>
                  <a:pt x="184270" y="77317"/>
                </a:cubicBezTo>
                <a:cubicBezTo>
                  <a:pt x="104518" y="168635"/>
                  <a:pt x="111824" y="306222"/>
                  <a:pt x="200098" y="388409"/>
                </a:cubicBezTo>
                <a:cubicBezTo>
                  <a:pt x="180008" y="423719"/>
                  <a:pt x="134958" y="436504"/>
                  <a:pt x="99648" y="416413"/>
                </a:cubicBezTo>
                <a:cubicBezTo>
                  <a:pt x="76514" y="403629"/>
                  <a:pt x="61903" y="378668"/>
                  <a:pt x="61903" y="351882"/>
                </a:cubicBezTo>
                <a:lnTo>
                  <a:pt x="61903" y="256301"/>
                </a:lnTo>
                <a:lnTo>
                  <a:pt x="61903" y="254475"/>
                </a:lnTo>
                <a:lnTo>
                  <a:pt x="77731" y="270304"/>
                </a:lnTo>
                <a:cubicBezTo>
                  <a:pt x="82602" y="275174"/>
                  <a:pt x="89907" y="275174"/>
                  <a:pt x="94777" y="270304"/>
                </a:cubicBezTo>
                <a:cubicBezTo>
                  <a:pt x="99648" y="265433"/>
                  <a:pt x="99648" y="258128"/>
                  <a:pt x="94777" y="253257"/>
                </a:cubicBezTo>
                <a:lnTo>
                  <a:pt x="58250" y="216730"/>
                </a:lnTo>
                <a:cubicBezTo>
                  <a:pt x="53380" y="211859"/>
                  <a:pt x="46074" y="211859"/>
                  <a:pt x="41204" y="216730"/>
                </a:cubicBezTo>
                <a:lnTo>
                  <a:pt x="4067" y="253257"/>
                </a:lnTo>
                <a:cubicBezTo>
                  <a:pt x="-803" y="257519"/>
                  <a:pt x="-1412" y="265433"/>
                  <a:pt x="2850" y="270304"/>
                </a:cubicBezTo>
                <a:cubicBezTo>
                  <a:pt x="7111" y="275174"/>
                  <a:pt x="15026" y="275783"/>
                  <a:pt x="19896" y="271521"/>
                </a:cubicBezTo>
                <a:lnTo>
                  <a:pt x="19896" y="271521"/>
                </a:lnTo>
                <a:lnTo>
                  <a:pt x="20505" y="270912"/>
                </a:lnTo>
                <a:lnTo>
                  <a:pt x="38160" y="253257"/>
                </a:lnTo>
                <a:close/>
                <a:moveTo>
                  <a:pt x="236017" y="265433"/>
                </a:moveTo>
                <a:lnTo>
                  <a:pt x="209839" y="364057"/>
                </a:lnTo>
                <a:cubicBezTo>
                  <a:pt x="133740" y="284915"/>
                  <a:pt x="135566" y="159503"/>
                  <a:pt x="213492" y="82796"/>
                </a:cubicBezTo>
                <a:cubicBezTo>
                  <a:pt x="256716" y="93754"/>
                  <a:pt x="295679" y="117497"/>
                  <a:pt x="324292" y="152198"/>
                </a:cubicBezTo>
                <a:cubicBezTo>
                  <a:pt x="280459" y="176550"/>
                  <a:pt x="248802" y="217339"/>
                  <a:pt x="236017" y="265433"/>
                </a:cubicBezTo>
                <a:close/>
              </a:path>
            </a:pathLst>
          </a:custGeom>
          <a:solidFill>
            <a:schemeClr val="tx1"/>
          </a:solidFill>
          <a:ln w="605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nvGrpSpPr>
          <p:cNvPr id="475" name="Gruppieren 474">
            <a:extLst>
              <a:ext uri="{FF2B5EF4-FFF2-40B4-BE49-F238E27FC236}">
                <a16:creationId xmlns:a16="http://schemas.microsoft.com/office/drawing/2014/main" id="{ACB32DBF-E86A-B732-0BBE-31EEDA3873DA}"/>
              </a:ext>
            </a:extLst>
          </p:cNvPr>
          <p:cNvGrpSpPr>
            <a:grpSpLocks noChangeAspect="1"/>
          </p:cNvGrpSpPr>
          <p:nvPr/>
        </p:nvGrpSpPr>
        <p:grpSpPr>
          <a:xfrm>
            <a:off x="3819960" y="2548284"/>
            <a:ext cx="569822" cy="668634"/>
            <a:chOff x="3819960" y="2548284"/>
            <a:chExt cx="569822" cy="668634"/>
          </a:xfrm>
        </p:grpSpPr>
        <p:sp>
          <p:nvSpPr>
            <p:cNvPr id="439" name="Freihandform: Form 438">
              <a:extLst>
                <a:ext uri="{FF2B5EF4-FFF2-40B4-BE49-F238E27FC236}">
                  <a16:creationId xmlns:a16="http://schemas.microsoft.com/office/drawing/2014/main" id="{F0862544-E599-157D-6454-36922AA5B663}"/>
                </a:ext>
              </a:extLst>
            </p:cNvPr>
            <p:cNvSpPr/>
            <p:nvPr/>
          </p:nvSpPr>
          <p:spPr>
            <a:xfrm>
              <a:off x="4179117" y="2548284"/>
              <a:ext cx="210665" cy="312285"/>
            </a:xfrm>
            <a:custGeom>
              <a:avLst/>
              <a:gdLst>
                <a:gd name="connsiteX0" fmla="*/ 271463 w 390525"/>
                <a:gd name="connsiteY0" fmla="*/ 0 h 457200"/>
                <a:gd name="connsiteX1" fmla="*/ 119063 w 390525"/>
                <a:gd name="connsiteY1" fmla="*/ 0 h 457200"/>
                <a:gd name="connsiteX2" fmla="*/ 119063 w 390525"/>
                <a:gd name="connsiteY2" fmla="*/ 228600 h 457200"/>
                <a:gd name="connsiteX3" fmla="*/ 0 w 390525"/>
                <a:gd name="connsiteY3" fmla="*/ 228600 h 457200"/>
                <a:gd name="connsiteX4" fmla="*/ 195263 w 390525"/>
                <a:gd name="connsiteY4" fmla="*/ 457200 h 457200"/>
                <a:gd name="connsiteX5" fmla="*/ 390525 w 390525"/>
                <a:gd name="connsiteY5" fmla="*/ 228600 h 457200"/>
                <a:gd name="connsiteX6" fmla="*/ 271463 w 390525"/>
                <a:gd name="connsiteY6" fmla="*/ 228600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0525" h="457200">
                  <a:moveTo>
                    <a:pt x="271463" y="0"/>
                  </a:moveTo>
                  <a:lnTo>
                    <a:pt x="119063" y="0"/>
                  </a:lnTo>
                  <a:lnTo>
                    <a:pt x="119063" y="228600"/>
                  </a:lnTo>
                  <a:lnTo>
                    <a:pt x="0" y="228600"/>
                  </a:lnTo>
                  <a:lnTo>
                    <a:pt x="195263" y="457200"/>
                  </a:lnTo>
                  <a:lnTo>
                    <a:pt x="390525" y="228600"/>
                  </a:lnTo>
                  <a:lnTo>
                    <a:pt x="271463" y="228600"/>
                  </a:ln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437" name="Grafik 7" descr="Entsperren mit einfarbiger Füllung">
              <a:extLst>
                <a:ext uri="{FF2B5EF4-FFF2-40B4-BE49-F238E27FC236}">
                  <a16:creationId xmlns:a16="http://schemas.microsoft.com/office/drawing/2014/main" id="{96BB2CC0-0A9B-987C-1BAF-020BF4DF1A62}"/>
                </a:ext>
              </a:extLst>
            </p:cNvPr>
            <p:cNvSpPr/>
            <p:nvPr/>
          </p:nvSpPr>
          <p:spPr>
            <a:xfrm>
              <a:off x="3819960" y="2675169"/>
              <a:ext cx="379224" cy="541749"/>
            </a:xfrm>
            <a:custGeom>
              <a:avLst/>
              <a:gdLst>
                <a:gd name="connsiteX0" fmla="*/ 189612 w 379224"/>
                <a:gd name="connsiteY0" fmla="*/ 257331 h 541749"/>
                <a:gd name="connsiteX1" fmla="*/ 88034 w 379224"/>
                <a:gd name="connsiteY1" fmla="*/ 264780 h 541749"/>
                <a:gd name="connsiteX2" fmla="*/ 88034 w 379224"/>
                <a:gd name="connsiteY2" fmla="*/ 142209 h 541749"/>
                <a:gd name="connsiteX3" fmla="*/ 189612 w 379224"/>
                <a:gd name="connsiteY3" fmla="*/ 40631 h 541749"/>
                <a:gd name="connsiteX4" fmla="*/ 291190 w 379224"/>
                <a:gd name="connsiteY4" fmla="*/ 142209 h 541749"/>
                <a:gd name="connsiteX5" fmla="*/ 291190 w 379224"/>
                <a:gd name="connsiteY5" fmla="*/ 182840 h 541749"/>
                <a:gd name="connsiteX6" fmla="*/ 331821 w 379224"/>
                <a:gd name="connsiteY6" fmla="*/ 182840 h 541749"/>
                <a:gd name="connsiteX7" fmla="*/ 331821 w 379224"/>
                <a:gd name="connsiteY7" fmla="*/ 142209 h 541749"/>
                <a:gd name="connsiteX8" fmla="*/ 189612 w 379224"/>
                <a:gd name="connsiteY8" fmla="*/ 0 h 541749"/>
                <a:gd name="connsiteX9" fmla="*/ 47403 w 379224"/>
                <a:gd name="connsiteY9" fmla="*/ 142209 h 541749"/>
                <a:gd name="connsiteX10" fmla="*/ 47403 w 379224"/>
                <a:gd name="connsiteY10" fmla="*/ 267489 h 541749"/>
                <a:gd name="connsiteX11" fmla="*/ 0 w 379224"/>
                <a:gd name="connsiteY11" fmla="*/ 270875 h 541749"/>
                <a:gd name="connsiteX12" fmla="*/ 0 w 379224"/>
                <a:gd name="connsiteY12" fmla="*/ 528205 h 541749"/>
                <a:gd name="connsiteX13" fmla="*/ 189612 w 379224"/>
                <a:gd name="connsiteY13" fmla="*/ 541749 h 541749"/>
                <a:gd name="connsiteX14" fmla="*/ 379224 w 379224"/>
                <a:gd name="connsiteY14" fmla="*/ 528205 h 541749"/>
                <a:gd name="connsiteX15" fmla="*/ 379224 w 379224"/>
                <a:gd name="connsiteY15" fmla="*/ 270875 h 541749"/>
                <a:gd name="connsiteX16" fmla="*/ 189612 w 379224"/>
                <a:gd name="connsiteY16" fmla="*/ 257331 h 541749"/>
                <a:gd name="connsiteX17" fmla="*/ 203156 w 379224"/>
                <a:gd name="connsiteY17" fmla="*/ 438140 h 541749"/>
                <a:gd name="connsiteX18" fmla="*/ 203156 w 379224"/>
                <a:gd name="connsiteY18" fmla="*/ 474031 h 541749"/>
                <a:gd name="connsiteX19" fmla="*/ 176068 w 379224"/>
                <a:gd name="connsiteY19" fmla="*/ 474031 h 541749"/>
                <a:gd name="connsiteX20" fmla="*/ 176068 w 379224"/>
                <a:gd name="connsiteY20" fmla="*/ 438140 h 541749"/>
                <a:gd name="connsiteX21" fmla="*/ 148981 w 379224"/>
                <a:gd name="connsiteY21" fmla="*/ 399540 h 541749"/>
                <a:gd name="connsiteX22" fmla="*/ 189612 w 379224"/>
                <a:gd name="connsiteY22" fmla="*/ 358909 h 541749"/>
                <a:gd name="connsiteX23" fmla="*/ 230243 w 379224"/>
                <a:gd name="connsiteY23" fmla="*/ 399540 h 541749"/>
                <a:gd name="connsiteX24" fmla="*/ 203156 w 379224"/>
                <a:gd name="connsiteY24" fmla="*/ 438140 h 541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79224" h="541749">
                  <a:moveTo>
                    <a:pt x="189612" y="257331"/>
                  </a:moveTo>
                  <a:lnTo>
                    <a:pt x="88034" y="264780"/>
                  </a:lnTo>
                  <a:lnTo>
                    <a:pt x="88034" y="142209"/>
                  </a:lnTo>
                  <a:cubicBezTo>
                    <a:pt x="88034" y="86003"/>
                    <a:pt x="133406" y="40631"/>
                    <a:pt x="189612" y="40631"/>
                  </a:cubicBezTo>
                  <a:cubicBezTo>
                    <a:pt x="245819" y="40631"/>
                    <a:pt x="291190" y="86003"/>
                    <a:pt x="291190" y="142209"/>
                  </a:cubicBezTo>
                  <a:lnTo>
                    <a:pt x="291190" y="182840"/>
                  </a:lnTo>
                  <a:lnTo>
                    <a:pt x="331821" y="182840"/>
                  </a:lnTo>
                  <a:lnTo>
                    <a:pt x="331821" y="142209"/>
                  </a:lnTo>
                  <a:cubicBezTo>
                    <a:pt x="331821" y="63656"/>
                    <a:pt x="268166" y="0"/>
                    <a:pt x="189612" y="0"/>
                  </a:cubicBezTo>
                  <a:cubicBezTo>
                    <a:pt x="111059" y="0"/>
                    <a:pt x="47403" y="63656"/>
                    <a:pt x="47403" y="142209"/>
                  </a:cubicBezTo>
                  <a:lnTo>
                    <a:pt x="47403" y="267489"/>
                  </a:lnTo>
                  <a:lnTo>
                    <a:pt x="0" y="270875"/>
                  </a:lnTo>
                  <a:lnTo>
                    <a:pt x="0" y="528205"/>
                  </a:lnTo>
                  <a:lnTo>
                    <a:pt x="189612" y="541749"/>
                  </a:lnTo>
                  <a:lnTo>
                    <a:pt x="379224" y="528205"/>
                  </a:lnTo>
                  <a:lnTo>
                    <a:pt x="379224" y="270875"/>
                  </a:lnTo>
                  <a:lnTo>
                    <a:pt x="189612" y="257331"/>
                  </a:lnTo>
                  <a:close/>
                  <a:moveTo>
                    <a:pt x="203156" y="438140"/>
                  </a:moveTo>
                  <a:lnTo>
                    <a:pt x="203156" y="474031"/>
                  </a:lnTo>
                  <a:lnTo>
                    <a:pt x="176068" y="474031"/>
                  </a:lnTo>
                  <a:lnTo>
                    <a:pt x="176068" y="438140"/>
                  </a:lnTo>
                  <a:cubicBezTo>
                    <a:pt x="160493" y="432722"/>
                    <a:pt x="148981" y="417824"/>
                    <a:pt x="148981" y="399540"/>
                  </a:cubicBezTo>
                  <a:cubicBezTo>
                    <a:pt x="148981" y="377193"/>
                    <a:pt x="167265" y="358909"/>
                    <a:pt x="189612" y="358909"/>
                  </a:cubicBezTo>
                  <a:cubicBezTo>
                    <a:pt x="211959" y="358909"/>
                    <a:pt x="230243" y="377193"/>
                    <a:pt x="230243" y="399540"/>
                  </a:cubicBezTo>
                  <a:cubicBezTo>
                    <a:pt x="230243" y="417147"/>
                    <a:pt x="218731" y="432045"/>
                    <a:pt x="203156" y="438140"/>
                  </a:cubicBezTo>
                  <a:close/>
                </a:path>
              </a:pathLst>
            </a:custGeom>
            <a:solidFill>
              <a:schemeClr val="tx1"/>
            </a:solidFill>
            <a:ln w="674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grpSp>
        <p:nvGrpSpPr>
          <p:cNvPr id="442" name="Grafik 12" descr="Mitarbeitendenausweis mit einfarbiger Füllung">
            <a:extLst>
              <a:ext uri="{FF2B5EF4-FFF2-40B4-BE49-F238E27FC236}">
                <a16:creationId xmlns:a16="http://schemas.microsoft.com/office/drawing/2014/main" id="{B35B155E-D1C8-5A29-4B3C-AF21709C976D}"/>
              </a:ext>
            </a:extLst>
          </p:cNvPr>
          <p:cNvGrpSpPr/>
          <p:nvPr/>
        </p:nvGrpSpPr>
        <p:grpSpPr>
          <a:xfrm>
            <a:off x="4799877" y="2781759"/>
            <a:ext cx="494533" cy="409045"/>
            <a:chOff x="3457358" y="3731609"/>
            <a:chExt cx="762000" cy="647700"/>
          </a:xfrm>
          <a:solidFill>
            <a:schemeClr val="tx1"/>
          </a:solidFill>
        </p:grpSpPr>
        <p:sp>
          <p:nvSpPr>
            <p:cNvPr id="443" name="Freihandform: Form 442">
              <a:extLst>
                <a:ext uri="{FF2B5EF4-FFF2-40B4-BE49-F238E27FC236}">
                  <a16:creationId xmlns:a16="http://schemas.microsoft.com/office/drawing/2014/main" id="{880A46F6-C9BE-8C61-EAD6-CC8BB2821977}"/>
                </a:ext>
              </a:extLst>
            </p:cNvPr>
            <p:cNvSpPr/>
            <p:nvPr/>
          </p:nvSpPr>
          <p:spPr>
            <a:xfrm>
              <a:off x="3781208" y="3731609"/>
              <a:ext cx="114300" cy="152400"/>
            </a:xfrm>
            <a:custGeom>
              <a:avLst/>
              <a:gdLst>
                <a:gd name="connsiteX0" fmla="*/ 76200 w 114300"/>
                <a:gd name="connsiteY0" fmla="*/ 152400 h 152400"/>
                <a:gd name="connsiteX1" fmla="*/ 38100 w 114300"/>
                <a:gd name="connsiteY1" fmla="*/ 152400 h 152400"/>
                <a:gd name="connsiteX2" fmla="*/ 0 w 114300"/>
                <a:gd name="connsiteY2" fmla="*/ 114300 h 152400"/>
                <a:gd name="connsiteX3" fmla="*/ 0 w 114300"/>
                <a:gd name="connsiteY3" fmla="*/ 38100 h 152400"/>
                <a:gd name="connsiteX4" fmla="*/ 38100 w 114300"/>
                <a:gd name="connsiteY4" fmla="*/ 0 h 152400"/>
                <a:gd name="connsiteX5" fmla="*/ 76200 w 114300"/>
                <a:gd name="connsiteY5" fmla="*/ 0 h 152400"/>
                <a:gd name="connsiteX6" fmla="*/ 114300 w 114300"/>
                <a:gd name="connsiteY6" fmla="*/ 38100 h 152400"/>
                <a:gd name="connsiteX7" fmla="*/ 114300 w 114300"/>
                <a:gd name="connsiteY7" fmla="*/ 114300 h 152400"/>
                <a:gd name="connsiteX8" fmla="*/ 76200 w 114300"/>
                <a:gd name="connsiteY8" fmla="*/ 15240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152400">
                  <a:moveTo>
                    <a:pt x="76200" y="152400"/>
                  </a:moveTo>
                  <a:lnTo>
                    <a:pt x="38100" y="152400"/>
                  </a:lnTo>
                  <a:cubicBezTo>
                    <a:pt x="17145" y="152400"/>
                    <a:pt x="0" y="135255"/>
                    <a:pt x="0" y="114300"/>
                  </a:cubicBezTo>
                  <a:lnTo>
                    <a:pt x="0" y="38100"/>
                  </a:lnTo>
                  <a:cubicBezTo>
                    <a:pt x="0" y="17145"/>
                    <a:pt x="17145" y="0"/>
                    <a:pt x="38100" y="0"/>
                  </a:cubicBezTo>
                  <a:lnTo>
                    <a:pt x="76200" y="0"/>
                  </a:lnTo>
                  <a:cubicBezTo>
                    <a:pt x="97155" y="0"/>
                    <a:pt x="114300" y="17145"/>
                    <a:pt x="114300" y="38100"/>
                  </a:cubicBezTo>
                  <a:lnTo>
                    <a:pt x="114300" y="114300"/>
                  </a:lnTo>
                  <a:cubicBezTo>
                    <a:pt x="114300" y="135255"/>
                    <a:pt x="97155" y="152400"/>
                    <a:pt x="76200" y="152400"/>
                  </a:cubicBez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444" name="Freihandform: Form 443">
              <a:extLst>
                <a:ext uri="{FF2B5EF4-FFF2-40B4-BE49-F238E27FC236}">
                  <a16:creationId xmlns:a16="http://schemas.microsoft.com/office/drawing/2014/main" id="{932A10C2-0822-B3B7-538C-73C037B25D2B}"/>
                </a:ext>
              </a:extLst>
            </p:cNvPr>
            <p:cNvSpPr/>
            <p:nvPr/>
          </p:nvSpPr>
          <p:spPr>
            <a:xfrm>
              <a:off x="3457358" y="3845909"/>
              <a:ext cx="762000" cy="533400"/>
            </a:xfrm>
            <a:custGeom>
              <a:avLst/>
              <a:gdLst>
                <a:gd name="connsiteX0" fmla="*/ 685800 w 762000"/>
                <a:gd name="connsiteY0" fmla="*/ 228600 h 533400"/>
                <a:gd name="connsiteX1" fmla="*/ 457200 w 762000"/>
                <a:gd name="connsiteY1" fmla="*/ 228600 h 533400"/>
                <a:gd name="connsiteX2" fmla="*/ 457200 w 762000"/>
                <a:gd name="connsiteY2" fmla="*/ 190500 h 533400"/>
                <a:gd name="connsiteX3" fmla="*/ 685800 w 762000"/>
                <a:gd name="connsiteY3" fmla="*/ 190500 h 533400"/>
                <a:gd name="connsiteX4" fmla="*/ 685800 w 762000"/>
                <a:gd name="connsiteY4" fmla="*/ 228600 h 533400"/>
                <a:gd name="connsiteX5" fmla="*/ 685800 w 762000"/>
                <a:gd name="connsiteY5" fmla="*/ 342900 h 533400"/>
                <a:gd name="connsiteX6" fmla="*/ 457200 w 762000"/>
                <a:gd name="connsiteY6" fmla="*/ 342900 h 533400"/>
                <a:gd name="connsiteX7" fmla="*/ 457200 w 762000"/>
                <a:gd name="connsiteY7" fmla="*/ 304800 h 533400"/>
                <a:gd name="connsiteX8" fmla="*/ 685800 w 762000"/>
                <a:gd name="connsiteY8" fmla="*/ 304800 h 533400"/>
                <a:gd name="connsiteX9" fmla="*/ 685800 w 762000"/>
                <a:gd name="connsiteY9" fmla="*/ 342900 h 533400"/>
                <a:gd name="connsiteX10" fmla="*/ 685800 w 762000"/>
                <a:gd name="connsiteY10" fmla="*/ 457200 h 533400"/>
                <a:gd name="connsiteX11" fmla="*/ 457200 w 762000"/>
                <a:gd name="connsiteY11" fmla="*/ 457200 h 533400"/>
                <a:gd name="connsiteX12" fmla="*/ 457200 w 762000"/>
                <a:gd name="connsiteY12" fmla="*/ 419100 h 533400"/>
                <a:gd name="connsiteX13" fmla="*/ 685800 w 762000"/>
                <a:gd name="connsiteY13" fmla="*/ 419100 h 533400"/>
                <a:gd name="connsiteX14" fmla="*/ 685800 w 762000"/>
                <a:gd name="connsiteY14" fmla="*/ 457200 h 533400"/>
                <a:gd name="connsiteX15" fmla="*/ 381000 w 762000"/>
                <a:gd name="connsiteY15" fmla="*/ 457200 h 533400"/>
                <a:gd name="connsiteX16" fmla="*/ 76200 w 762000"/>
                <a:gd name="connsiteY16" fmla="*/ 457200 h 533400"/>
                <a:gd name="connsiteX17" fmla="*/ 76200 w 762000"/>
                <a:gd name="connsiteY17" fmla="*/ 381000 h 533400"/>
                <a:gd name="connsiteX18" fmla="*/ 91440 w 762000"/>
                <a:gd name="connsiteY18" fmla="*/ 350520 h 533400"/>
                <a:gd name="connsiteX19" fmla="*/ 165735 w 762000"/>
                <a:gd name="connsiteY19" fmla="*/ 314325 h 533400"/>
                <a:gd name="connsiteX20" fmla="*/ 228600 w 762000"/>
                <a:gd name="connsiteY20" fmla="*/ 304800 h 533400"/>
                <a:gd name="connsiteX21" fmla="*/ 291465 w 762000"/>
                <a:gd name="connsiteY21" fmla="*/ 314325 h 533400"/>
                <a:gd name="connsiteX22" fmla="*/ 365760 w 762000"/>
                <a:gd name="connsiteY22" fmla="*/ 350520 h 533400"/>
                <a:gd name="connsiteX23" fmla="*/ 381000 w 762000"/>
                <a:gd name="connsiteY23" fmla="*/ 381000 h 533400"/>
                <a:gd name="connsiteX24" fmla="*/ 381000 w 762000"/>
                <a:gd name="connsiteY24" fmla="*/ 457200 h 533400"/>
                <a:gd name="connsiteX25" fmla="*/ 228600 w 762000"/>
                <a:gd name="connsiteY25" fmla="*/ 133350 h 533400"/>
                <a:gd name="connsiteX26" fmla="*/ 304800 w 762000"/>
                <a:gd name="connsiteY26" fmla="*/ 209550 h 533400"/>
                <a:gd name="connsiteX27" fmla="*/ 228600 w 762000"/>
                <a:gd name="connsiteY27" fmla="*/ 285750 h 533400"/>
                <a:gd name="connsiteX28" fmla="*/ 152400 w 762000"/>
                <a:gd name="connsiteY28" fmla="*/ 209550 h 533400"/>
                <a:gd name="connsiteX29" fmla="*/ 228600 w 762000"/>
                <a:gd name="connsiteY29" fmla="*/ 133350 h 533400"/>
                <a:gd name="connsiteX30" fmla="*/ 723900 w 762000"/>
                <a:gd name="connsiteY30" fmla="*/ 0 h 533400"/>
                <a:gd name="connsiteX31" fmla="*/ 476250 w 762000"/>
                <a:gd name="connsiteY31" fmla="*/ 0 h 533400"/>
                <a:gd name="connsiteX32" fmla="*/ 400050 w 762000"/>
                <a:gd name="connsiteY32" fmla="*/ 76200 h 533400"/>
                <a:gd name="connsiteX33" fmla="*/ 361950 w 762000"/>
                <a:gd name="connsiteY33" fmla="*/ 76200 h 533400"/>
                <a:gd name="connsiteX34" fmla="*/ 285750 w 762000"/>
                <a:gd name="connsiteY34" fmla="*/ 0 h 533400"/>
                <a:gd name="connsiteX35" fmla="*/ 38100 w 762000"/>
                <a:gd name="connsiteY35" fmla="*/ 0 h 533400"/>
                <a:gd name="connsiteX36" fmla="*/ 0 w 762000"/>
                <a:gd name="connsiteY36" fmla="*/ 38100 h 533400"/>
                <a:gd name="connsiteX37" fmla="*/ 0 w 762000"/>
                <a:gd name="connsiteY37" fmla="*/ 495300 h 533400"/>
                <a:gd name="connsiteX38" fmla="*/ 38100 w 762000"/>
                <a:gd name="connsiteY38" fmla="*/ 533400 h 533400"/>
                <a:gd name="connsiteX39" fmla="*/ 723900 w 762000"/>
                <a:gd name="connsiteY39" fmla="*/ 533400 h 533400"/>
                <a:gd name="connsiteX40" fmla="*/ 762000 w 762000"/>
                <a:gd name="connsiteY40" fmla="*/ 495300 h 533400"/>
                <a:gd name="connsiteX41" fmla="*/ 762000 w 762000"/>
                <a:gd name="connsiteY41" fmla="*/ 38100 h 533400"/>
                <a:gd name="connsiteX42" fmla="*/ 723900 w 762000"/>
                <a:gd name="connsiteY42" fmla="*/ 0 h 53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762000" h="533400">
                  <a:moveTo>
                    <a:pt x="685800" y="228600"/>
                  </a:moveTo>
                  <a:lnTo>
                    <a:pt x="457200" y="228600"/>
                  </a:lnTo>
                  <a:lnTo>
                    <a:pt x="457200" y="190500"/>
                  </a:lnTo>
                  <a:lnTo>
                    <a:pt x="685800" y="190500"/>
                  </a:lnTo>
                  <a:lnTo>
                    <a:pt x="685800" y="228600"/>
                  </a:lnTo>
                  <a:close/>
                  <a:moveTo>
                    <a:pt x="685800" y="342900"/>
                  </a:moveTo>
                  <a:lnTo>
                    <a:pt x="457200" y="342900"/>
                  </a:lnTo>
                  <a:lnTo>
                    <a:pt x="457200" y="304800"/>
                  </a:lnTo>
                  <a:lnTo>
                    <a:pt x="685800" y="304800"/>
                  </a:lnTo>
                  <a:lnTo>
                    <a:pt x="685800" y="342900"/>
                  </a:lnTo>
                  <a:close/>
                  <a:moveTo>
                    <a:pt x="685800" y="457200"/>
                  </a:moveTo>
                  <a:lnTo>
                    <a:pt x="457200" y="457200"/>
                  </a:lnTo>
                  <a:lnTo>
                    <a:pt x="457200" y="419100"/>
                  </a:lnTo>
                  <a:lnTo>
                    <a:pt x="685800" y="419100"/>
                  </a:lnTo>
                  <a:lnTo>
                    <a:pt x="685800" y="457200"/>
                  </a:lnTo>
                  <a:close/>
                  <a:moveTo>
                    <a:pt x="381000" y="457200"/>
                  </a:moveTo>
                  <a:lnTo>
                    <a:pt x="76200" y="457200"/>
                  </a:lnTo>
                  <a:lnTo>
                    <a:pt x="76200" y="381000"/>
                  </a:lnTo>
                  <a:cubicBezTo>
                    <a:pt x="76200" y="369570"/>
                    <a:pt x="81915" y="358140"/>
                    <a:pt x="91440" y="350520"/>
                  </a:cubicBezTo>
                  <a:cubicBezTo>
                    <a:pt x="112395" y="335280"/>
                    <a:pt x="139065" y="321945"/>
                    <a:pt x="165735" y="314325"/>
                  </a:cubicBezTo>
                  <a:cubicBezTo>
                    <a:pt x="186690" y="308610"/>
                    <a:pt x="207645" y="304800"/>
                    <a:pt x="228600" y="304800"/>
                  </a:cubicBezTo>
                  <a:cubicBezTo>
                    <a:pt x="251460" y="304800"/>
                    <a:pt x="272415" y="308610"/>
                    <a:pt x="291465" y="314325"/>
                  </a:cubicBezTo>
                  <a:cubicBezTo>
                    <a:pt x="318135" y="321945"/>
                    <a:pt x="344805" y="333375"/>
                    <a:pt x="365760" y="350520"/>
                  </a:cubicBezTo>
                  <a:cubicBezTo>
                    <a:pt x="375285" y="358140"/>
                    <a:pt x="381000" y="369570"/>
                    <a:pt x="381000" y="381000"/>
                  </a:cubicBezTo>
                  <a:lnTo>
                    <a:pt x="381000" y="457200"/>
                  </a:lnTo>
                  <a:close/>
                  <a:moveTo>
                    <a:pt x="228600" y="133350"/>
                  </a:moveTo>
                  <a:cubicBezTo>
                    <a:pt x="270510" y="133350"/>
                    <a:pt x="304800" y="167640"/>
                    <a:pt x="304800" y="209550"/>
                  </a:cubicBezTo>
                  <a:cubicBezTo>
                    <a:pt x="304800" y="251460"/>
                    <a:pt x="270510" y="285750"/>
                    <a:pt x="228600" y="285750"/>
                  </a:cubicBezTo>
                  <a:cubicBezTo>
                    <a:pt x="186690" y="285750"/>
                    <a:pt x="152400" y="251460"/>
                    <a:pt x="152400" y="209550"/>
                  </a:cubicBezTo>
                  <a:cubicBezTo>
                    <a:pt x="152400" y="167640"/>
                    <a:pt x="186690" y="133350"/>
                    <a:pt x="228600" y="133350"/>
                  </a:cubicBezTo>
                  <a:close/>
                  <a:moveTo>
                    <a:pt x="723900" y="0"/>
                  </a:moveTo>
                  <a:lnTo>
                    <a:pt x="476250" y="0"/>
                  </a:lnTo>
                  <a:cubicBezTo>
                    <a:pt x="476250" y="41910"/>
                    <a:pt x="441960" y="76200"/>
                    <a:pt x="400050" y="76200"/>
                  </a:cubicBezTo>
                  <a:lnTo>
                    <a:pt x="361950" y="76200"/>
                  </a:lnTo>
                  <a:cubicBezTo>
                    <a:pt x="320040" y="76200"/>
                    <a:pt x="285750" y="41910"/>
                    <a:pt x="285750" y="0"/>
                  </a:cubicBezTo>
                  <a:lnTo>
                    <a:pt x="38100" y="0"/>
                  </a:lnTo>
                  <a:cubicBezTo>
                    <a:pt x="17145" y="0"/>
                    <a:pt x="0" y="17145"/>
                    <a:pt x="0" y="38100"/>
                  </a:cubicBezTo>
                  <a:lnTo>
                    <a:pt x="0" y="495300"/>
                  </a:lnTo>
                  <a:cubicBezTo>
                    <a:pt x="0" y="516255"/>
                    <a:pt x="17145" y="533400"/>
                    <a:pt x="38100" y="533400"/>
                  </a:cubicBezTo>
                  <a:lnTo>
                    <a:pt x="723900" y="533400"/>
                  </a:lnTo>
                  <a:cubicBezTo>
                    <a:pt x="744855" y="533400"/>
                    <a:pt x="762000" y="516255"/>
                    <a:pt x="762000" y="495300"/>
                  </a:cubicBezTo>
                  <a:lnTo>
                    <a:pt x="762000" y="38100"/>
                  </a:lnTo>
                  <a:cubicBezTo>
                    <a:pt x="762000" y="17145"/>
                    <a:pt x="744855" y="0"/>
                    <a:pt x="723900" y="0"/>
                  </a:cubicBez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grpSp>
        <p:nvGrpSpPr>
          <p:cNvPr id="455" name="Gruppieren 454">
            <a:extLst>
              <a:ext uri="{FF2B5EF4-FFF2-40B4-BE49-F238E27FC236}">
                <a16:creationId xmlns:a16="http://schemas.microsoft.com/office/drawing/2014/main" id="{D6E7B25D-3B08-921B-D773-E9B2329A9408}"/>
              </a:ext>
            </a:extLst>
          </p:cNvPr>
          <p:cNvGrpSpPr>
            <a:grpSpLocks noChangeAspect="1"/>
          </p:cNvGrpSpPr>
          <p:nvPr/>
        </p:nvGrpSpPr>
        <p:grpSpPr>
          <a:xfrm>
            <a:off x="9563898" y="897993"/>
            <a:ext cx="661987" cy="659744"/>
            <a:chOff x="1394493" y="2211966"/>
            <a:chExt cx="2140483" cy="2133232"/>
          </a:xfrm>
        </p:grpSpPr>
        <p:sp>
          <p:nvSpPr>
            <p:cNvPr id="450" name="Freihandform: Form 449">
              <a:extLst>
                <a:ext uri="{FF2B5EF4-FFF2-40B4-BE49-F238E27FC236}">
                  <a16:creationId xmlns:a16="http://schemas.microsoft.com/office/drawing/2014/main" id="{A729F1AB-79BF-7525-7331-54542FDD6AE8}"/>
                </a:ext>
              </a:extLst>
            </p:cNvPr>
            <p:cNvSpPr/>
            <p:nvPr/>
          </p:nvSpPr>
          <p:spPr>
            <a:xfrm>
              <a:off x="3047394" y="2211966"/>
              <a:ext cx="487582" cy="468533"/>
            </a:xfrm>
            <a:custGeom>
              <a:avLst/>
              <a:gdLst>
                <a:gd name="connsiteX0" fmla="*/ 475726 w 487582"/>
                <a:gd name="connsiteY0" fmla="*/ 14069 h 468533"/>
                <a:gd name="connsiteX1" fmla="*/ 0 w 487582"/>
                <a:gd name="connsiteY1" fmla="*/ 72538 h 468533"/>
                <a:gd name="connsiteX2" fmla="*/ 217930 w 487582"/>
                <a:gd name="connsiteY2" fmla="*/ 245288 h 468533"/>
                <a:gd name="connsiteX3" fmla="*/ 393337 w 487582"/>
                <a:gd name="connsiteY3" fmla="*/ 468533 h 468533"/>
                <a:gd name="connsiteX4" fmla="*/ 475726 w 487582"/>
                <a:gd name="connsiteY4" fmla="*/ 14069 h 4685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7582" h="468533">
                  <a:moveTo>
                    <a:pt x="475726" y="14069"/>
                  </a:moveTo>
                  <a:cubicBezTo>
                    <a:pt x="438518" y="-23138"/>
                    <a:pt x="199326" y="19385"/>
                    <a:pt x="0" y="72538"/>
                  </a:cubicBezTo>
                  <a:cubicBezTo>
                    <a:pt x="71757" y="115061"/>
                    <a:pt x="146173" y="173530"/>
                    <a:pt x="217930" y="245288"/>
                  </a:cubicBezTo>
                  <a:cubicBezTo>
                    <a:pt x="292345" y="319703"/>
                    <a:pt x="350814" y="394118"/>
                    <a:pt x="393337" y="468533"/>
                  </a:cubicBezTo>
                  <a:cubicBezTo>
                    <a:pt x="446491" y="263892"/>
                    <a:pt x="515591" y="51277"/>
                    <a:pt x="475726" y="14069"/>
                  </a:cubicBezTo>
                  <a:close/>
                </a:path>
              </a:pathLst>
            </a:custGeom>
            <a:solidFill>
              <a:schemeClr val="accent2"/>
            </a:solidFill>
            <a:ln w="2649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451" name="Freihandform: Form 450">
              <a:extLst>
                <a:ext uri="{FF2B5EF4-FFF2-40B4-BE49-F238E27FC236}">
                  <a16:creationId xmlns:a16="http://schemas.microsoft.com/office/drawing/2014/main" id="{5D425B2A-8BA2-F6E9-6457-0412FE2C62E0}"/>
                </a:ext>
              </a:extLst>
            </p:cNvPr>
            <p:cNvSpPr/>
            <p:nvPr/>
          </p:nvSpPr>
          <p:spPr>
            <a:xfrm>
              <a:off x="1394493" y="2942613"/>
              <a:ext cx="648295" cy="620076"/>
            </a:xfrm>
            <a:custGeom>
              <a:avLst/>
              <a:gdLst>
                <a:gd name="connsiteX0" fmla="*/ 648296 w 648295"/>
                <a:gd name="connsiteY0" fmla="*/ 40863 h 620076"/>
                <a:gd name="connsiteX1" fmla="*/ 557935 w 648295"/>
                <a:gd name="connsiteY1" fmla="*/ 6313 h 620076"/>
                <a:gd name="connsiteX2" fmla="*/ 451627 w 648295"/>
                <a:gd name="connsiteY2" fmla="*/ 27574 h 620076"/>
                <a:gd name="connsiteX3" fmla="*/ 29055 w 648295"/>
                <a:gd name="connsiteY3" fmla="*/ 450146 h 620076"/>
                <a:gd name="connsiteX4" fmla="*/ 119417 w 648295"/>
                <a:gd name="connsiteY4" fmla="*/ 617580 h 620076"/>
                <a:gd name="connsiteX5" fmla="*/ 472889 w 648295"/>
                <a:gd name="connsiteY5" fmla="*/ 537850 h 620076"/>
                <a:gd name="connsiteX6" fmla="*/ 648296 w 648295"/>
                <a:gd name="connsiteY6" fmla="*/ 40863 h 620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8295" h="620076">
                  <a:moveTo>
                    <a:pt x="648296" y="40863"/>
                  </a:moveTo>
                  <a:lnTo>
                    <a:pt x="557935" y="6313"/>
                  </a:lnTo>
                  <a:cubicBezTo>
                    <a:pt x="520727" y="-6976"/>
                    <a:pt x="480862" y="997"/>
                    <a:pt x="451627" y="27574"/>
                  </a:cubicBezTo>
                  <a:lnTo>
                    <a:pt x="29055" y="450146"/>
                  </a:lnTo>
                  <a:cubicBezTo>
                    <a:pt x="-40045" y="519246"/>
                    <a:pt x="23740" y="638842"/>
                    <a:pt x="119417" y="617580"/>
                  </a:cubicBezTo>
                  <a:lnTo>
                    <a:pt x="472889" y="537850"/>
                  </a:lnTo>
                  <a:cubicBezTo>
                    <a:pt x="502123" y="404965"/>
                    <a:pt x="549962" y="226900"/>
                    <a:pt x="648296" y="40863"/>
                  </a:cubicBezTo>
                  <a:close/>
                </a:path>
              </a:pathLst>
            </a:custGeom>
            <a:solidFill>
              <a:schemeClr val="tx1"/>
            </a:solidFill>
            <a:ln w="2649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452" name="Freihandform: Form 451">
              <a:extLst>
                <a:ext uri="{FF2B5EF4-FFF2-40B4-BE49-F238E27FC236}">
                  <a16:creationId xmlns:a16="http://schemas.microsoft.com/office/drawing/2014/main" id="{1BA32FF5-19F9-42F8-F94C-0333E5913346}"/>
                </a:ext>
              </a:extLst>
            </p:cNvPr>
            <p:cNvSpPr/>
            <p:nvPr/>
          </p:nvSpPr>
          <p:spPr>
            <a:xfrm>
              <a:off x="2175787" y="3677131"/>
              <a:ext cx="621303" cy="668067"/>
            </a:xfrm>
            <a:custGeom>
              <a:avLst/>
              <a:gdLst>
                <a:gd name="connsiteX0" fmla="*/ 571288 w 621303"/>
                <a:gd name="connsiteY0" fmla="*/ 0 h 668067"/>
                <a:gd name="connsiteX1" fmla="*/ 84932 w 621303"/>
                <a:gd name="connsiteY1" fmla="*/ 170092 h 668067"/>
                <a:gd name="connsiteX2" fmla="*/ 2544 w 621303"/>
                <a:gd name="connsiteY2" fmla="*/ 547483 h 668067"/>
                <a:gd name="connsiteX3" fmla="*/ 169978 w 621303"/>
                <a:gd name="connsiteY3" fmla="*/ 637845 h 668067"/>
                <a:gd name="connsiteX4" fmla="*/ 592550 w 621303"/>
                <a:gd name="connsiteY4" fmla="*/ 215272 h 668067"/>
                <a:gd name="connsiteX5" fmla="*/ 613812 w 621303"/>
                <a:gd name="connsiteY5" fmla="*/ 108965 h 668067"/>
                <a:gd name="connsiteX6" fmla="*/ 571288 w 621303"/>
                <a:gd name="connsiteY6" fmla="*/ 0 h 668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1303" h="668067">
                  <a:moveTo>
                    <a:pt x="571288" y="0"/>
                  </a:moveTo>
                  <a:cubicBezTo>
                    <a:pt x="393224" y="93019"/>
                    <a:pt x="223132" y="143515"/>
                    <a:pt x="84932" y="170092"/>
                  </a:cubicBezTo>
                  <a:lnTo>
                    <a:pt x="2544" y="547483"/>
                  </a:lnTo>
                  <a:cubicBezTo>
                    <a:pt x="-18718" y="643160"/>
                    <a:pt x="98220" y="709602"/>
                    <a:pt x="169978" y="637845"/>
                  </a:cubicBezTo>
                  <a:lnTo>
                    <a:pt x="592550" y="215272"/>
                  </a:lnTo>
                  <a:cubicBezTo>
                    <a:pt x="619127" y="188696"/>
                    <a:pt x="629758" y="146173"/>
                    <a:pt x="613812" y="108965"/>
                  </a:cubicBezTo>
                  <a:lnTo>
                    <a:pt x="571288" y="0"/>
                  </a:lnTo>
                  <a:close/>
                </a:path>
              </a:pathLst>
            </a:custGeom>
            <a:solidFill>
              <a:schemeClr val="tx1"/>
            </a:solidFill>
            <a:ln w="2649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453" name="Freihandform: Form 452">
              <a:extLst>
                <a:ext uri="{FF2B5EF4-FFF2-40B4-BE49-F238E27FC236}">
                  <a16:creationId xmlns:a16="http://schemas.microsoft.com/office/drawing/2014/main" id="{AC8C1EA6-4296-5785-5D3D-DA24604186A9}"/>
                </a:ext>
              </a:extLst>
            </p:cNvPr>
            <p:cNvSpPr/>
            <p:nvPr/>
          </p:nvSpPr>
          <p:spPr>
            <a:xfrm>
              <a:off x="1960400" y="2332342"/>
              <a:ext cx="1429834" cy="1427177"/>
            </a:xfrm>
            <a:custGeom>
              <a:avLst/>
              <a:gdLst>
                <a:gd name="connsiteX0" fmla="*/ 943478 w 1429834"/>
                <a:gd name="connsiteY0" fmla="*/ 0 h 1427177"/>
                <a:gd name="connsiteX1" fmla="*/ 435860 w 1429834"/>
                <a:gd name="connsiteY1" fmla="*/ 345499 h 1427177"/>
                <a:gd name="connsiteX2" fmla="*/ 0 w 1429834"/>
                <a:gd name="connsiteY2" fmla="*/ 1262401 h 1427177"/>
                <a:gd name="connsiteX3" fmla="*/ 164777 w 1429834"/>
                <a:gd name="connsiteY3" fmla="*/ 1427177 h 1427177"/>
                <a:gd name="connsiteX4" fmla="*/ 1084336 w 1429834"/>
                <a:gd name="connsiteY4" fmla="*/ 993974 h 1427177"/>
                <a:gd name="connsiteX5" fmla="*/ 1429835 w 1429834"/>
                <a:gd name="connsiteY5" fmla="*/ 489014 h 1427177"/>
                <a:gd name="connsiteX6" fmla="*/ 1227851 w 1429834"/>
                <a:gd name="connsiteY6" fmla="*/ 196669 h 1427177"/>
                <a:gd name="connsiteX7" fmla="*/ 943478 w 1429834"/>
                <a:gd name="connsiteY7" fmla="*/ 0 h 1427177"/>
                <a:gd name="connsiteX8" fmla="*/ 1079020 w 1429834"/>
                <a:gd name="connsiteY8" fmla="*/ 574060 h 1427177"/>
                <a:gd name="connsiteX9" fmla="*/ 853117 w 1429834"/>
                <a:gd name="connsiteY9" fmla="*/ 574060 h 1427177"/>
                <a:gd name="connsiteX10" fmla="*/ 853117 w 1429834"/>
                <a:gd name="connsiteY10" fmla="*/ 348157 h 1427177"/>
                <a:gd name="connsiteX11" fmla="*/ 1079020 w 1429834"/>
                <a:gd name="connsiteY11" fmla="*/ 348157 h 1427177"/>
                <a:gd name="connsiteX12" fmla="*/ 1079020 w 1429834"/>
                <a:gd name="connsiteY12" fmla="*/ 574060 h 1427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29834" h="1427177">
                  <a:moveTo>
                    <a:pt x="943478" y="0"/>
                  </a:moveTo>
                  <a:cubicBezTo>
                    <a:pt x="786675" y="63784"/>
                    <a:pt x="608610" y="172750"/>
                    <a:pt x="435860" y="345499"/>
                  </a:cubicBezTo>
                  <a:cubicBezTo>
                    <a:pt x="119596" y="661764"/>
                    <a:pt x="26577" y="1044470"/>
                    <a:pt x="0" y="1262401"/>
                  </a:cubicBezTo>
                  <a:lnTo>
                    <a:pt x="164777" y="1427177"/>
                  </a:lnTo>
                  <a:cubicBezTo>
                    <a:pt x="382707" y="1400600"/>
                    <a:pt x="768071" y="1310239"/>
                    <a:pt x="1084336" y="993974"/>
                  </a:cubicBezTo>
                  <a:cubicBezTo>
                    <a:pt x="1257085" y="821225"/>
                    <a:pt x="1366050" y="645818"/>
                    <a:pt x="1429835" y="489014"/>
                  </a:cubicBezTo>
                  <a:cubicBezTo>
                    <a:pt x="1395285" y="401311"/>
                    <a:pt x="1326185" y="297661"/>
                    <a:pt x="1227851" y="196669"/>
                  </a:cubicBezTo>
                  <a:cubicBezTo>
                    <a:pt x="1132174" y="103650"/>
                    <a:pt x="1031182" y="34550"/>
                    <a:pt x="943478" y="0"/>
                  </a:cubicBezTo>
                  <a:close/>
                  <a:moveTo>
                    <a:pt x="1079020" y="574060"/>
                  </a:moveTo>
                  <a:cubicBezTo>
                    <a:pt x="1017894" y="635187"/>
                    <a:pt x="916902" y="635187"/>
                    <a:pt x="853117" y="574060"/>
                  </a:cubicBezTo>
                  <a:cubicBezTo>
                    <a:pt x="791990" y="512933"/>
                    <a:pt x="791990" y="411941"/>
                    <a:pt x="853117" y="348157"/>
                  </a:cubicBezTo>
                  <a:cubicBezTo>
                    <a:pt x="914244" y="287030"/>
                    <a:pt x="1015236" y="287030"/>
                    <a:pt x="1079020" y="348157"/>
                  </a:cubicBezTo>
                  <a:cubicBezTo>
                    <a:pt x="1140147" y="411941"/>
                    <a:pt x="1140147" y="512933"/>
                    <a:pt x="1079020" y="574060"/>
                  </a:cubicBezTo>
                  <a:close/>
                </a:path>
              </a:pathLst>
            </a:custGeom>
            <a:solidFill>
              <a:schemeClr val="tx1"/>
            </a:solidFill>
            <a:ln w="2649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454" name="Freihandform: Form 453">
              <a:extLst>
                <a:ext uri="{FF2B5EF4-FFF2-40B4-BE49-F238E27FC236}">
                  <a16:creationId xmlns:a16="http://schemas.microsoft.com/office/drawing/2014/main" id="{4DFA8E55-359A-127A-3D69-4DE83DB92399}"/>
                </a:ext>
              </a:extLst>
            </p:cNvPr>
            <p:cNvSpPr/>
            <p:nvPr/>
          </p:nvSpPr>
          <p:spPr>
            <a:xfrm>
              <a:off x="1647372" y="3694018"/>
              <a:ext cx="378529" cy="379312"/>
            </a:xfrm>
            <a:custGeom>
              <a:avLst/>
              <a:gdLst>
                <a:gd name="connsiteX0" fmla="*/ 310370 w 378529"/>
                <a:gd name="connsiteY0" fmla="*/ 68159 h 379312"/>
                <a:gd name="connsiteX1" fmla="*/ 185459 w 378529"/>
                <a:gd name="connsiteY1" fmla="*/ 41582 h 379312"/>
                <a:gd name="connsiteX2" fmla="*/ 7394 w 378529"/>
                <a:gd name="connsiteY2" fmla="*/ 371135 h 379312"/>
                <a:gd name="connsiteX3" fmla="*/ 336947 w 378529"/>
                <a:gd name="connsiteY3" fmla="*/ 193070 h 379312"/>
                <a:gd name="connsiteX4" fmla="*/ 310370 w 378529"/>
                <a:gd name="connsiteY4" fmla="*/ 68159 h 3793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529" h="379312">
                  <a:moveTo>
                    <a:pt x="310370" y="68159"/>
                  </a:moveTo>
                  <a:cubicBezTo>
                    <a:pt x="267847" y="25636"/>
                    <a:pt x="273163" y="-46121"/>
                    <a:pt x="185459" y="41582"/>
                  </a:cubicBezTo>
                  <a:cubicBezTo>
                    <a:pt x="97755" y="129286"/>
                    <a:pt x="-32471" y="328612"/>
                    <a:pt x="7394" y="371135"/>
                  </a:cubicBezTo>
                  <a:cubicBezTo>
                    <a:pt x="49917" y="413658"/>
                    <a:pt x="249243" y="280774"/>
                    <a:pt x="336947" y="193070"/>
                  </a:cubicBezTo>
                  <a:cubicBezTo>
                    <a:pt x="424651" y="102709"/>
                    <a:pt x="352893" y="108024"/>
                    <a:pt x="310370" y="68159"/>
                  </a:cubicBezTo>
                  <a:close/>
                </a:path>
              </a:pathLst>
            </a:custGeom>
            <a:solidFill>
              <a:schemeClr val="accent4"/>
            </a:solidFill>
            <a:ln w="2649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grpSp>
        <p:nvGrpSpPr>
          <p:cNvPr id="486" name="Gruppieren 485">
            <a:extLst>
              <a:ext uri="{FF2B5EF4-FFF2-40B4-BE49-F238E27FC236}">
                <a16:creationId xmlns:a16="http://schemas.microsoft.com/office/drawing/2014/main" id="{7D9F254A-742A-7375-4D02-CC9C1BD68078}"/>
              </a:ext>
            </a:extLst>
          </p:cNvPr>
          <p:cNvGrpSpPr>
            <a:grpSpLocks noChangeAspect="1"/>
          </p:cNvGrpSpPr>
          <p:nvPr/>
        </p:nvGrpSpPr>
        <p:grpSpPr>
          <a:xfrm>
            <a:off x="6216698" y="1855541"/>
            <a:ext cx="539279" cy="564132"/>
            <a:chOff x="5772150" y="3099625"/>
            <a:chExt cx="647604" cy="663321"/>
          </a:xfrm>
        </p:grpSpPr>
        <p:sp>
          <p:nvSpPr>
            <p:cNvPr id="487" name="Freihandform: Form 486">
              <a:extLst>
                <a:ext uri="{FF2B5EF4-FFF2-40B4-BE49-F238E27FC236}">
                  <a16:creationId xmlns:a16="http://schemas.microsoft.com/office/drawing/2014/main" id="{245BA676-CB7B-66A4-F8EE-B37290827FA9}"/>
                </a:ext>
              </a:extLst>
            </p:cNvPr>
            <p:cNvSpPr/>
            <p:nvPr/>
          </p:nvSpPr>
          <p:spPr>
            <a:xfrm>
              <a:off x="6219825" y="3572446"/>
              <a:ext cx="190500" cy="190500"/>
            </a:xfrm>
            <a:custGeom>
              <a:avLst/>
              <a:gdLst>
                <a:gd name="connsiteX0" fmla="*/ 190500 w 190500"/>
                <a:gd name="connsiteY0" fmla="*/ 95250 h 190500"/>
                <a:gd name="connsiteX1" fmla="*/ 95250 w 190500"/>
                <a:gd name="connsiteY1" fmla="*/ 190500 h 190500"/>
                <a:gd name="connsiteX2" fmla="*/ 0 w 190500"/>
                <a:gd name="connsiteY2" fmla="*/ 95250 h 190500"/>
                <a:gd name="connsiteX3" fmla="*/ 95250 w 190500"/>
                <a:gd name="connsiteY3" fmla="*/ 0 h 190500"/>
                <a:gd name="connsiteX4" fmla="*/ 190500 w 190500"/>
                <a:gd name="connsiteY4" fmla="*/ 95250 h 190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0" h="190500">
                  <a:moveTo>
                    <a:pt x="190500" y="95250"/>
                  </a:moveTo>
                  <a:cubicBezTo>
                    <a:pt x="190500" y="147855"/>
                    <a:pt x="147855" y="190500"/>
                    <a:pt x="95250" y="190500"/>
                  </a:cubicBezTo>
                  <a:cubicBezTo>
                    <a:pt x="42645" y="190500"/>
                    <a:pt x="0" y="147855"/>
                    <a:pt x="0" y="95250"/>
                  </a:cubicBezTo>
                  <a:cubicBezTo>
                    <a:pt x="0" y="42645"/>
                    <a:pt x="42645" y="0"/>
                    <a:pt x="95250" y="0"/>
                  </a:cubicBezTo>
                  <a:cubicBezTo>
                    <a:pt x="147855" y="0"/>
                    <a:pt x="190500" y="42645"/>
                    <a:pt x="190500" y="95250"/>
                  </a:cubicBezTo>
                  <a:close/>
                </a:path>
              </a:pathLst>
            </a:custGeom>
            <a:solidFill>
              <a:schemeClr val="accent2"/>
            </a:solidFill>
            <a:ln/>
          </p:spPr>
          <p:style>
            <a:lnRef idx="2">
              <a:schemeClr val="accent2"/>
            </a:lnRef>
            <a:fillRef idx="1">
              <a:schemeClr val="lt1"/>
            </a:fillRef>
            <a:effectRef idx="0">
              <a:schemeClr val="accent2"/>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488" name="Freihandform: Form 487">
              <a:extLst>
                <a:ext uri="{FF2B5EF4-FFF2-40B4-BE49-F238E27FC236}">
                  <a16:creationId xmlns:a16="http://schemas.microsoft.com/office/drawing/2014/main" id="{04170E03-86C8-0E3F-1D58-B59C5FFB6984}"/>
                </a:ext>
              </a:extLst>
            </p:cNvPr>
            <p:cNvSpPr/>
            <p:nvPr/>
          </p:nvSpPr>
          <p:spPr>
            <a:xfrm>
              <a:off x="5772150" y="3105721"/>
              <a:ext cx="190500" cy="190500"/>
            </a:xfrm>
            <a:custGeom>
              <a:avLst/>
              <a:gdLst>
                <a:gd name="connsiteX0" fmla="*/ 190500 w 190500"/>
                <a:gd name="connsiteY0" fmla="*/ 95250 h 190500"/>
                <a:gd name="connsiteX1" fmla="*/ 95250 w 190500"/>
                <a:gd name="connsiteY1" fmla="*/ 190500 h 190500"/>
                <a:gd name="connsiteX2" fmla="*/ 0 w 190500"/>
                <a:gd name="connsiteY2" fmla="*/ 95250 h 190500"/>
                <a:gd name="connsiteX3" fmla="*/ 95250 w 190500"/>
                <a:gd name="connsiteY3" fmla="*/ 0 h 190500"/>
                <a:gd name="connsiteX4" fmla="*/ 190500 w 190500"/>
                <a:gd name="connsiteY4" fmla="*/ 95250 h 190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0" h="190500">
                  <a:moveTo>
                    <a:pt x="190500" y="95250"/>
                  </a:moveTo>
                  <a:cubicBezTo>
                    <a:pt x="190500" y="147855"/>
                    <a:pt x="147855" y="190500"/>
                    <a:pt x="95250" y="190500"/>
                  </a:cubicBezTo>
                  <a:cubicBezTo>
                    <a:pt x="42645" y="190500"/>
                    <a:pt x="0" y="147855"/>
                    <a:pt x="0" y="95250"/>
                  </a:cubicBezTo>
                  <a:cubicBezTo>
                    <a:pt x="0" y="42645"/>
                    <a:pt x="42645" y="0"/>
                    <a:pt x="95250" y="0"/>
                  </a:cubicBezTo>
                  <a:cubicBezTo>
                    <a:pt x="147855" y="0"/>
                    <a:pt x="190500" y="42645"/>
                    <a:pt x="190500" y="95250"/>
                  </a:cubicBezTo>
                  <a:close/>
                </a:path>
              </a:pathLst>
            </a:custGeom>
            <a:solidFill>
              <a:schemeClr val="accent2"/>
            </a:solidFill>
            <a:ln/>
          </p:spPr>
          <p:style>
            <a:lnRef idx="2">
              <a:schemeClr val="accent2"/>
            </a:lnRef>
            <a:fillRef idx="1">
              <a:schemeClr val="lt1"/>
            </a:fillRef>
            <a:effectRef idx="0">
              <a:schemeClr val="accent2"/>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489" name="Freihandform: Form 488">
              <a:extLst>
                <a:ext uri="{FF2B5EF4-FFF2-40B4-BE49-F238E27FC236}">
                  <a16:creationId xmlns:a16="http://schemas.microsoft.com/office/drawing/2014/main" id="{02C51DE5-E9B5-22B2-E787-3C62C9769ADB}"/>
                </a:ext>
              </a:extLst>
            </p:cNvPr>
            <p:cNvSpPr/>
            <p:nvPr/>
          </p:nvSpPr>
          <p:spPr>
            <a:xfrm>
              <a:off x="6210395" y="3099625"/>
              <a:ext cx="209359" cy="205930"/>
            </a:xfrm>
            <a:custGeom>
              <a:avLst/>
              <a:gdLst>
                <a:gd name="connsiteX0" fmla="*/ 104680 w 209359"/>
                <a:gd name="connsiteY0" fmla="*/ 205931 h 205930"/>
                <a:gd name="connsiteX1" fmla="*/ 0 w 209359"/>
                <a:gd name="connsiteY1" fmla="*/ 101251 h 205930"/>
                <a:gd name="connsiteX2" fmla="*/ 104680 w 209359"/>
                <a:gd name="connsiteY2" fmla="*/ 0 h 205930"/>
                <a:gd name="connsiteX3" fmla="*/ 209360 w 209359"/>
                <a:gd name="connsiteY3" fmla="*/ 101251 h 205930"/>
                <a:gd name="connsiteX4" fmla="*/ 104680 w 209359"/>
                <a:gd name="connsiteY4" fmla="*/ 205931 h 2059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359" h="205930">
                  <a:moveTo>
                    <a:pt x="104680" y="205931"/>
                  </a:moveTo>
                  <a:lnTo>
                    <a:pt x="0" y="101251"/>
                  </a:lnTo>
                  <a:lnTo>
                    <a:pt x="104680" y="0"/>
                  </a:lnTo>
                  <a:lnTo>
                    <a:pt x="209360" y="101251"/>
                  </a:lnTo>
                  <a:lnTo>
                    <a:pt x="104680" y="205931"/>
                  </a:lnTo>
                  <a:close/>
                </a:path>
              </a:pathLst>
            </a:custGeom>
            <a:solidFill>
              <a:srgbClr val="FFC000"/>
            </a:solidFill>
            <a:ln/>
          </p:spPr>
          <p:style>
            <a:lnRef idx="2">
              <a:schemeClr val="accent4"/>
            </a:lnRef>
            <a:fillRef idx="1">
              <a:schemeClr val="lt1"/>
            </a:fillRef>
            <a:effectRef idx="0">
              <a:schemeClr val="accent4"/>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490" name="Freihandform: Form 489">
              <a:extLst>
                <a:ext uri="{FF2B5EF4-FFF2-40B4-BE49-F238E27FC236}">
                  <a16:creationId xmlns:a16="http://schemas.microsoft.com/office/drawing/2014/main" id="{EB781BF3-CBB3-092C-59C2-1FF866DC926D}"/>
                </a:ext>
              </a:extLst>
            </p:cNvPr>
            <p:cNvSpPr/>
            <p:nvPr/>
          </p:nvSpPr>
          <p:spPr>
            <a:xfrm>
              <a:off x="5772150" y="3571875"/>
              <a:ext cx="190500" cy="190500"/>
            </a:xfrm>
            <a:custGeom>
              <a:avLst/>
              <a:gdLst>
                <a:gd name="connsiteX0" fmla="*/ 0 w 190500"/>
                <a:gd name="connsiteY0" fmla="*/ 0 h 190500"/>
                <a:gd name="connsiteX1" fmla="*/ 190500 w 190500"/>
                <a:gd name="connsiteY1" fmla="*/ 0 h 190500"/>
                <a:gd name="connsiteX2" fmla="*/ 190500 w 190500"/>
                <a:gd name="connsiteY2" fmla="*/ 190500 h 190500"/>
                <a:gd name="connsiteX3" fmla="*/ 0 w 190500"/>
                <a:gd name="connsiteY3" fmla="*/ 190500 h 190500"/>
              </a:gdLst>
              <a:ahLst/>
              <a:cxnLst>
                <a:cxn ang="0">
                  <a:pos x="connsiteX0" y="connsiteY0"/>
                </a:cxn>
                <a:cxn ang="0">
                  <a:pos x="connsiteX1" y="connsiteY1"/>
                </a:cxn>
                <a:cxn ang="0">
                  <a:pos x="connsiteX2" y="connsiteY2"/>
                </a:cxn>
                <a:cxn ang="0">
                  <a:pos x="connsiteX3" y="connsiteY3"/>
                </a:cxn>
              </a:cxnLst>
              <a:rect l="l" t="t" r="r" b="b"/>
              <a:pathLst>
                <a:path w="190500" h="190500">
                  <a:moveTo>
                    <a:pt x="0" y="0"/>
                  </a:moveTo>
                  <a:lnTo>
                    <a:pt x="190500" y="0"/>
                  </a:lnTo>
                  <a:lnTo>
                    <a:pt x="190500" y="190500"/>
                  </a:lnTo>
                  <a:lnTo>
                    <a:pt x="0" y="190500"/>
                  </a:lnTo>
                  <a:close/>
                </a:path>
              </a:pathLst>
            </a:custGeom>
            <a:solidFill>
              <a:srgbClr val="FFC000"/>
            </a:solidFill>
            <a:ln/>
          </p:spPr>
          <p:style>
            <a:lnRef idx="2">
              <a:schemeClr val="accent4"/>
            </a:lnRef>
            <a:fillRef idx="1">
              <a:schemeClr val="lt1"/>
            </a:fillRef>
            <a:effectRef idx="0">
              <a:schemeClr val="accent4"/>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491" name="Freihandform: Form 490">
              <a:extLst>
                <a:ext uri="{FF2B5EF4-FFF2-40B4-BE49-F238E27FC236}">
                  <a16:creationId xmlns:a16="http://schemas.microsoft.com/office/drawing/2014/main" id="{9B07E478-770A-0390-F0F9-CAA0B36987CA}"/>
                </a:ext>
              </a:extLst>
            </p:cNvPr>
            <p:cNvSpPr/>
            <p:nvPr/>
          </p:nvSpPr>
          <p:spPr>
            <a:xfrm>
              <a:off x="5979413" y="3601082"/>
              <a:ext cx="201072" cy="133404"/>
            </a:xfrm>
            <a:custGeom>
              <a:avLst/>
              <a:gdLst>
                <a:gd name="connsiteX0" fmla="*/ 201073 w 201072"/>
                <a:gd name="connsiteY0" fmla="*/ 47564 h 133404"/>
                <a:gd name="connsiteX1" fmla="*/ 59436 w 201072"/>
                <a:gd name="connsiteY1" fmla="*/ 47564 h 133404"/>
                <a:gd name="connsiteX2" fmla="*/ 78486 w 201072"/>
                <a:gd name="connsiteY2" fmla="*/ 28514 h 133404"/>
                <a:gd name="connsiteX3" fmla="*/ 78486 w 201072"/>
                <a:gd name="connsiteY3" fmla="*/ 4892 h 133404"/>
                <a:gd name="connsiteX4" fmla="*/ 54864 w 201072"/>
                <a:gd name="connsiteY4" fmla="*/ 4892 h 133404"/>
                <a:gd name="connsiteX5" fmla="*/ 4858 w 201072"/>
                <a:gd name="connsiteY5" fmla="*/ 54898 h 133404"/>
                <a:gd name="connsiteX6" fmla="*/ 0 w 201072"/>
                <a:gd name="connsiteY6" fmla="*/ 66709 h 133404"/>
                <a:gd name="connsiteX7" fmla="*/ 4858 w 201072"/>
                <a:gd name="connsiteY7" fmla="*/ 78520 h 133404"/>
                <a:gd name="connsiteX8" fmla="*/ 54864 w 201072"/>
                <a:gd name="connsiteY8" fmla="*/ 128526 h 133404"/>
                <a:gd name="connsiteX9" fmla="*/ 78534 w 201072"/>
                <a:gd name="connsiteY9" fmla="*/ 128479 h 133404"/>
                <a:gd name="connsiteX10" fmla="*/ 78486 w 201072"/>
                <a:gd name="connsiteY10" fmla="*/ 104809 h 133404"/>
                <a:gd name="connsiteX11" fmla="*/ 59436 w 201072"/>
                <a:gd name="connsiteY11" fmla="*/ 85759 h 133404"/>
                <a:gd name="connsiteX12" fmla="*/ 201073 w 201072"/>
                <a:gd name="connsiteY12" fmla="*/ 85759 h 133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1072" h="133404">
                  <a:moveTo>
                    <a:pt x="201073" y="47564"/>
                  </a:moveTo>
                  <a:lnTo>
                    <a:pt x="59436" y="47564"/>
                  </a:lnTo>
                  <a:lnTo>
                    <a:pt x="78486" y="28514"/>
                  </a:lnTo>
                  <a:cubicBezTo>
                    <a:pt x="85009" y="21991"/>
                    <a:pt x="85009" y="11415"/>
                    <a:pt x="78486" y="4892"/>
                  </a:cubicBezTo>
                  <a:cubicBezTo>
                    <a:pt x="71963" y="-1631"/>
                    <a:pt x="61387" y="-1631"/>
                    <a:pt x="54864" y="4892"/>
                  </a:cubicBezTo>
                  <a:lnTo>
                    <a:pt x="4858" y="54898"/>
                  </a:lnTo>
                  <a:cubicBezTo>
                    <a:pt x="1778" y="58062"/>
                    <a:pt x="38" y="62293"/>
                    <a:pt x="0" y="66709"/>
                  </a:cubicBezTo>
                  <a:cubicBezTo>
                    <a:pt x="18" y="71129"/>
                    <a:pt x="1761" y="75367"/>
                    <a:pt x="4858" y="78520"/>
                  </a:cubicBezTo>
                  <a:lnTo>
                    <a:pt x="54864" y="128526"/>
                  </a:lnTo>
                  <a:cubicBezTo>
                    <a:pt x="61413" y="135049"/>
                    <a:pt x="72011" y="135028"/>
                    <a:pt x="78534" y="128479"/>
                  </a:cubicBezTo>
                  <a:cubicBezTo>
                    <a:pt x="85056" y="121930"/>
                    <a:pt x="85035" y="111332"/>
                    <a:pt x="78486" y="104809"/>
                  </a:cubicBezTo>
                  <a:lnTo>
                    <a:pt x="59436" y="85759"/>
                  </a:lnTo>
                  <a:lnTo>
                    <a:pt x="201073" y="85759"/>
                  </a:ln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492" name="Freihandform: Form 491">
              <a:extLst>
                <a:ext uri="{FF2B5EF4-FFF2-40B4-BE49-F238E27FC236}">
                  <a16:creationId xmlns:a16="http://schemas.microsoft.com/office/drawing/2014/main" id="{2C805EE9-FAE3-AA73-D8C9-6136C9872EEB}"/>
                </a:ext>
              </a:extLst>
            </p:cNvPr>
            <p:cNvSpPr/>
            <p:nvPr/>
          </p:nvSpPr>
          <p:spPr>
            <a:xfrm>
              <a:off x="6000750" y="3133819"/>
              <a:ext cx="191080" cy="133290"/>
            </a:xfrm>
            <a:custGeom>
              <a:avLst/>
              <a:gdLst>
                <a:gd name="connsiteX0" fmla="*/ 186214 w 191080"/>
                <a:gd name="connsiteY0" fmla="*/ 54865 h 133290"/>
                <a:gd name="connsiteX1" fmla="*/ 136208 w 191080"/>
                <a:gd name="connsiteY1" fmla="*/ 4859 h 133290"/>
                <a:gd name="connsiteX2" fmla="*/ 112633 w 191080"/>
                <a:gd name="connsiteY2" fmla="*/ 4906 h 133290"/>
                <a:gd name="connsiteX3" fmla="*/ 112681 w 191080"/>
                <a:gd name="connsiteY3" fmla="*/ 28481 h 133290"/>
                <a:gd name="connsiteX4" fmla="*/ 131731 w 191080"/>
                <a:gd name="connsiteY4" fmla="*/ 47531 h 133290"/>
                <a:gd name="connsiteX5" fmla="*/ 0 w 191080"/>
                <a:gd name="connsiteY5" fmla="*/ 47531 h 133290"/>
                <a:gd name="connsiteX6" fmla="*/ 0 w 191080"/>
                <a:gd name="connsiteY6" fmla="*/ 85631 h 133290"/>
                <a:gd name="connsiteX7" fmla="*/ 131826 w 191080"/>
                <a:gd name="connsiteY7" fmla="*/ 85631 h 133290"/>
                <a:gd name="connsiteX8" fmla="*/ 112776 w 191080"/>
                <a:gd name="connsiteY8" fmla="*/ 104681 h 133290"/>
                <a:gd name="connsiteX9" fmla="*/ 112586 w 191080"/>
                <a:gd name="connsiteY9" fmla="*/ 128303 h 133290"/>
                <a:gd name="connsiteX10" fmla="*/ 136208 w 191080"/>
                <a:gd name="connsiteY10" fmla="*/ 128493 h 133290"/>
                <a:gd name="connsiteX11" fmla="*/ 186214 w 191080"/>
                <a:gd name="connsiteY11" fmla="*/ 78487 h 133290"/>
                <a:gd name="connsiteX12" fmla="*/ 186214 w 191080"/>
                <a:gd name="connsiteY12" fmla="*/ 54865 h 1332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1080" h="133290">
                  <a:moveTo>
                    <a:pt x="186214" y="54865"/>
                  </a:moveTo>
                  <a:lnTo>
                    <a:pt x="136208" y="4859"/>
                  </a:lnTo>
                  <a:cubicBezTo>
                    <a:pt x="129685" y="-1638"/>
                    <a:pt x="119130" y="-1616"/>
                    <a:pt x="112633" y="4906"/>
                  </a:cubicBezTo>
                  <a:cubicBezTo>
                    <a:pt x="106136" y="11429"/>
                    <a:pt x="106158" y="21984"/>
                    <a:pt x="112681" y="28481"/>
                  </a:cubicBezTo>
                  <a:lnTo>
                    <a:pt x="131731" y="47531"/>
                  </a:lnTo>
                  <a:lnTo>
                    <a:pt x="0" y="47531"/>
                  </a:lnTo>
                  <a:lnTo>
                    <a:pt x="0" y="85631"/>
                  </a:lnTo>
                  <a:lnTo>
                    <a:pt x="131826" y="85631"/>
                  </a:lnTo>
                  <a:lnTo>
                    <a:pt x="112776" y="104681"/>
                  </a:lnTo>
                  <a:cubicBezTo>
                    <a:pt x="106200" y="111151"/>
                    <a:pt x="106115" y="121727"/>
                    <a:pt x="112586" y="128303"/>
                  </a:cubicBezTo>
                  <a:cubicBezTo>
                    <a:pt x="119056" y="134879"/>
                    <a:pt x="129631" y="134963"/>
                    <a:pt x="136208" y="128493"/>
                  </a:cubicBezTo>
                  <a:lnTo>
                    <a:pt x="186214" y="78487"/>
                  </a:lnTo>
                  <a:cubicBezTo>
                    <a:pt x="192703" y="71950"/>
                    <a:pt x="192703" y="61402"/>
                    <a:pt x="186214" y="54865"/>
                  </a:cubicBez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493" name="Freihandform: Form 492">
              <a:extLst>
                <a:ext uri="{FF2B5EF4-FFF2-40B4-BE49-F238E27FC236}">
                  <a16:creationId xmlns:a16="http://schemas.microsoft.com/office/drawing/2014/main" id="{A8817271-28AA-E8BD-E420-A28E4BB43A91}"/>
                </a:ext>
              </a:extLst>
            </p:cNvPr>
            <p:cNvSpPr/>
            <p:nvPr/>
          </p:nvSpPr>
          <p:spPr>
            <a:xfrm>
              <a:off x="6248542" y="3343275"/>
              <a:ext cx="133503" cy="210702"/>
            </a:xfrm>
            <a:custGeom>
              <a:avLst/>
              <a:gdLst>
                <a:gd name="connsiteX0" fmla="*/ 128636 w 133503"/>
                <a:gd name="connsiteY0" fmla="*/ 132017 h 210702"/>
                <a:gd name="connsiteX1" fmla="*/ 105014 w 133503"/>
                <a:gd name="connsiteY1" fmla="*/ 132017 h 210702"/>
                <a:gd name="connsiteX2" fmla="*/ 85964 w 133503"/>
                <a:gd name="connsiteY2" fmla="*/ 151067 h 210702"/>
                <a:gd name="connsiteX3" fmla="*/ 85964 w 133503"/>
                <a:gd name="connsiteY3" fmla="*/ 0 h 210702"/>
                <a:gd name="connsiteX4" fmla="*/ 47483 w 133503"/>
                <a:gd name="connsiteY4" fmla="*/ 0 h 210702"/>
                <a:gd name="connsiteX5" fmla="*/ 47483 w 133503"/>
                <a:gd name="connsiteY5" fmla="*/ 151257 h 210702"/>
                <a:gd name="connsiteX6" fmla="*/ 28433 w 133503"/>
                <a:gd name="connsiteY6" fmla="*/ 132207 h 210702"/>
                <a:gd name="connsiteX7" fmla="*/ 4859 w 133503"/>
                <a:gd name="connsiteY7" fmla="*/ 132255 h 210702"/>
                <a:gd name="connsiteX8" fmla="*/ 4906 w 133503"/>
                <a:gd name="connsiteY8" fmla="*/ 155829 h 210702"/>
                <a:gd name="connsiteX9" fmla="*/ 54817 w 133503"/>
                <a:gd name="connsiteY9" fmla="*/ 205835 h 210702"/>
                <a:gd name="connsiteX10" fmla="*/ 78439 w 133503"/>
                <a:gd name="connsiteY10" fmla="*/ 205835 h 210702"/>
                <a:gd name="connsiteX11" fmla="*/ 128446 w 133503"/>
                <a:gd name="connsiteY11" fmla="*/ 155829 h 210702"/>
                <a:gd name="connsiteX12" fmla="*/ 128741 w 133503"/>
                <a:gd name="connsiteY12" fmla="*/ 132123 h 210702"/>
                <a:gd name="connsiteX13" fmla="*/ 128636 w 133503"/>
                <a:gd name="connsiteY13" fmla="*/ 132017 h 210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3503" h="210702">
                  <a:moveTo>
                    <a:pt x="128636" y="132017"/>
                  </a:moveTo>
                  <a:cubicBezTo>
                    <a:pt x="122099" y="125527"/>
                    <a:pt x="111551" y="125527"/>
                    <a:pt x="105014" y="132017"/>
                  </a:cubicBezTo>
                  <a:lnTo>
                    <a:pt x="85964" y="151067"/>
                  </a:lnTo>
                  <a:lnTo>
                    <a:pt x="85964" y="0"/>
                  </a:lnTo>
                  <a:lnTo>
                    <a:pt x="47483" y="0"/>
                  </a:lnTo>
                  <a:lnTo>
                    <a:pt x="47483" y="151257"/>
                  </a:lnTo>
                  <a:lnTo>
                    <a:pt x="28433" y="132207"/>
                  </a:lnTo>
                  <a:cubicBezTo>
                    <a:pt x="21910" y="125710"/>
                    <a:pt x="11356" y="125732"/>
                    <a:pt x="4859" y="132255"/>
                  </a:cubicBezTo>
                  <a:cubicBezTo>
                    <a:pt x="-1638" y="138777"/>
                    <a:pt x="-1616" y="149332"/>
                    <a:pt x="4906" y="155829"/>
                  </a:cubicBezTo>
                  <a:lnTo>
                    <a:pt x="54817" y="205835"/>
                  </a:lnTo>
                  <a:cubicBezTo>
                    <a:pt x="61354" y="212325"/>
                    <a:pt x="71902" y="212325"/>
                    <a:pt x="78439" y="205835"/>
                  </a:cubicBezTo>
                  <a:lnTo>
                    <a:pt x="128446" y="155829"/>
                  </a:lnTo>
                  <a:cubicBezTo>
                    <a:pt x="135073" y="149364"/>
                    <a:pt x="135205" y="138751"/>
                    <a:pt x="128741" y="132123"/>
                  </a:cubicBezTo>
                  <a:cubicBezTo>
                    <a:pt x="128706" y="132087"/>
                    <a:pt x="128671" y="132052"/>
                    <a:pt x="128636" y="132017"/>
                  </a:cubicBez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pic>
        <p:nvPicPr>
          <p:cNvPr id="494" name="Grafik 493">
            <a:extLst>
              <a:ext uri="{FF2B5EF4-FFF2-40B4-BE49-F238E27FC236}">
                <a16:creationId xmlns:a16="http://schemas.microsoft.com/office/drawing/2014/main" id="{C303762F-B790-D353-0FD2-12BB8B4EB17E}"/>
              </a:ext>
            </a:extLst>
          </p:cNvPr>
          <p:cNvPicPr>
            <a:picLocks noChangeAspect="1"/>
          </p:cNvPicPr>
          <p:nvPr/>
        </p:nvPicPr>
        <p:blipFill>
          <a:blip r:embed="rId6"/>
          <a:stretch>
            <a:fillRect/>
          </a:stretch>
        </p:blipFill>
        <p:spPr>
          <a:xfrm>
            <a:off x="6218607" y="1090352"/>
            <a:ext cx="560881" cy="579170"/>
          </a:xfrm>
          <a:prstGeom prst="rect">
            <a:avLst/>
          </a:prstGeom>
        </p:spPr>
      </p:pic>
      <p:pic>
        <p:nvPicPr>
          <p:cNvPr id="495" name="Grafik 494">
            <a:extLst>
              <a:ext uri="{FF2B5EF4-FFF2-40B4-BE49-F238E27FC236}">
                <a16:creationId xmlns:a16="http://schemas.microsoft.com/office/drawing/2014/main" id="{B454D37B-4AFA-871B-EB97-7D5078D15928}"/>
              </a:ext>
            </a:extLst>
          </p:cNvPr>
          <p:cNvPicPr>
            <a:picLocks noChangeAspect="1"/>
          </p:cNvPicPr>
          <p:nvPr/>
        </p:nvPicPr>
        <p:blipFill>
          <a:blip r:embed="rId7"/>
          <a:stretch>
            <a:fillRect/>
          </a:stretch>
        </p:blipFill>
        <p:spPr>
          <a:xfrm>
            <a:off x="2205884" y="4253844"/>
            <a:ext cx="481626" cy="499915"/>
          </a:xfrm>
          <a:prstGeom prst="rect">
            <a:avLst/>
          </a:prstGeom>
        </p:spPr>
      </p:pic>
      <p:pic>
        <p:nvPicPr>
          <p:cNvPr id="502" name="Grafik 501">
            <a:extLst>
              <a:ext uri="{FF2B5EF4-FFF2-40B4-BE49-F238E27FC236}">
                <a16:creationId xmlns:a16="http://schemas.microsoft.com/office/drawing/2014/main" id="{2D0C74C8-B5E7-3332-1179-A0E4898AAF4B}"/>
              </a:ext>
            </a:extLst>
          </p:cNvPr>
          <p:cNvPicPr>
            <a:picLocks noChangeAspect="1"/>
          </p:cNvPicPr>
          <p:nvPr/>
        </p:nvPicPr>
        <p:blipFill>
          <a:blip r:embed="rId8"/>
          <a:stretch>
            <a:fillRect/>
          </a:stretch>
        </p:blipFill>
        <p:spPr>
          <a:xfrm>
            <a:off x="8508700" y="3341313"/>
            <a:ext cx="554784" cy="548688"/>
          </a:xfrm>
          <a:prstGeom prst="rect">
            <a:avLst/>
          </a:prstGeom>
        </p:spPr>
      </p:pic>
      <p:pic>
        <p:nvPicPr>
          <p:cNvPr id="503" name="Grafik 502">
            <a:extLst>
              <a:ext uri="{FF2B5EF4-FFF2-40B4-BE49-F238E27FC236}">
                <a16:creationId xmlns:a16="http://schemas.microsoft.com/office/drawing/2014/main" id="{0104AEF6-0F26-40D4-F7A3-A05A583CB5C9}"/>
              </a:ext>
            </a:extLst>
          </p:cNvPr>
          <p:cNvPicPr>
            <a:picLocks noChangeAspect="1"/>
          </p:cNvPicPr>
          <p:nvPr/>
        </p:nvPicPr>
        <p:blipFill>
          <a:blip r:embed="rId9"/>
          <a:stretch>
            <a:fillRect/>
          </a:stretch>
        </p:blipFill>
        <p:spPr>
          <a:xfrm>
            <a:off x="3825623" y="4052539"/>
            <a:ext cx="542837" cy="782324"/>
          </a:xfrm>
          <a:prstGeom prst="rect">
            <a:avLst/>
          </a:prstGeom>
        </p:spPr>
      </p:pic>
      <p:grpSp>
        <p:nvGrpSpPr>
          <p:cNvPr id="466" name="Gruppieren 465">
            <a:extLst>
              <a:ext uri="{FF2B5EF4-FFF2-40B4-BE49-F238E27FC236}">
                <a16:creationId xmlns:a16="http://schemas.microsoft.com/office/drawing/2014/main" id="{99A1890F-DEEF-DAEF-E1AD-65BBF6131080}"/>
              </a:ext>
            </a:extLst>
          </p:cNvPr>
          <p:cNvGrpSpPr>
            <a:grpSpLocks noChangeAspect="1"/>
          </p:cNvGrpSpPr>
          <p:nvPr/>
        </p:nvGrpSpPr>
        <p:grpSpPr>
          <a:xfrm>
            <a:off x="1124664" y="2830473"/>
            <a:ext cx="498916" cy="498916"/>
            <a:chOff x="1422258" y="6013481"/>
            <a:chExt cx="647700" cy="647700"/>
          </a:xfrm>
        </p:grpSpPr>
        <p:sp>
          <p:nvSpPr>
            <p:cNvPr id="459" name="Freihandform: Form 458">
              <a:extLst>
                <a:ext uri="{FF2B5EF4-FFF2-40B4-BE49-F238E27FC236}">
                  <a16:creationId xmlns:a16="http://schemas.microsoft.com/office/drawing/2014/main" id="{75C29F81-00D5-5513-17ED-B3FF60D6BB1B}"/>
                </a:ext>
              </a:extLst>
            </p:cNvPr>
            <p:cNvSpPr/>
            <p:nvPr/>
          </p:nvSpPr>
          <p:spPr>
            <a:xfrm>
              <a:off x="1727058" y="6013481"/>
              <a:ext cx="38100" cy="114300"/>
            </a:xfrm>
            <a:custGeom>
              <a:avLst/>
              <a:gdLst>
                <a:gd name="connsiteX0" fmla="*/ 0 w 38100"/>
                <a:gd name="connsiteY0" fmla="*/ 0 h 114300"/>
                <a:gd name="connsiteX1" fmla="*/ 38100 w 38100"/>
                <a:gd name="connsiteY1" fmla="*/ 0 h 114300"/>
                <a:gd name="connsiteX2" fmla="*/ 38100 w 38100"/>
                <a:gd name="connsiteY2" fmla="*/ 114300 h 114300"/>
                <a:gd name="connsiteX3" fmla="*/ 0 w 38100"/>
                <a:gd name="connsiteY3" fmla="*/ 114300 h 114300"/>
              </a:gdLst>
              <a:ahLst/>
              <a:cxnLst>
                <a:cxn ang="0">
                  <a:pos x="connsiteX0" y="connsiteY0"/>
                </a:cxn>
                <a:cxn ang="0">
                  <a:pos x="connsiteX1" y="connsiteY1"/>
                </a:cxn>
                <a:cxn ang="0">
                  <a:pos x="connsiteX2" y="connsiteY2"/>
                </a:cxn>
                <a:cxn ang="0">
                  <a:pos x="connsiteX3" y="connsiteY3"/>
                </a:cxn>
              </a:cxnLst>
              <a:rect l="l" t="t" r="r" b="b"/>
              <a:pathLst>
                <a:path w="38100" h="114300">
                  <a:moveTo>
                    <a:pt x="0" y="0"/>
                  </a:moveTo>
                  <a:lnTo>
                    <a:pt x="38100" y="0"/>
                  </a:lnTo>
                  <a:lnTo>
                    <a:pt x="38100" y="114300"/>
                  </a:lnTo>
                  <a:lnTo>
                    <a:pt x="0" y="114300"/>
                  </a:ln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460" name="Freihandform: Form 459">
              <a:extLst>
                <a:ext uri="{FF2B5EF4-FFF2-40B4-BE49-F238E27FC236}">
                  <a16:creationId xmlns:a16="http://schemas.microsoft.com/office/drawing/2014/main" id="{A46BCD57-ACE3-0BB0-1B7B-EFF08C6AEA05}"/>
                </a:ext>
              </a:extLst>
            </p:cNvPr>
            <p:cNvSpPr/>
            <p:nvPr/>
          </p:nvSpPr>
          <p:spPr>
            <a:xfrm rot="8100000">
              <a:off x="1925652" y="6085401"/>
              <a:ext cx="107631" cy="38099"/>
            </a:xfrm>
            <a:custGeom>
              <a:avLst/>
              <a:gdLst>
                <a:gd name="connsiteX0" fmla="*/ 0 w 107631"/>
                <a:gd name="connsiteY0" fmla="*/ 0 h 38099"/>
                <a:gd name="connsiteX1" fmla="*/ 107632 w 107631"/>
                <a:gd name="connsiteY1" fmla="*/ 0 h 38099"/>
                <a:gd name="connsiteX2" fmla="*/ 107632 w 107631"/>
                <a:gd name="connsiteY2" fmla="*/ 38100 h 38099"/>
                <a:gd name="connsiteX3" fmla="*/ 0 w 107631"/>
                <a:gd name="connsiteY3" fmla="*/ 38100 h 38099"/>
              </a:gdLst>
              <a:ahLst/>
              <a:cxnLst>
                <a:cxn ang="0">
                  <a:pos x="connsiteX0" y="connsiteY0"/>
                </a:cxn>
                <a:cxn ang="0">
                  <a:pos x="connsiteX1" y="connsiteY1"/>
                </a:cxn>
                <a:cxn ang="0">
                  <a:pos x="connsiteX2" y="connsiteY2"/>
                </a:cxn>
                <a:cxn ang="0">
                  <a:pos x="connsiteX3" y="connsiteY3"/>
                </a:cxn>
              </a:cxnLst>
              <a:rect l="l" t="t" r="r" b="b"/>
              <a:pathLst>
                <a:path w="107631" h="38099">
                  <a:moveTo>
                    <a:pt x="0" y="0"/>
                  </a:moveTo>
                  <a:lnTo>
                    <a:pt x="107632" y="0"/>
                  </a:lnTo>
                  <a:lnTo>
                    <a:pt x="107632" y="38100"/>
                  </a:lnTo>
                  <a:lnTo>
                    <a:pt x="0" y="38100"/>
                  </a:ln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461" name="Freihandform: Form 460">
              <a:extLst>
                <a:ext uri="{FF2B5EF4-FFF2-40B4-BE49-F238E27FC236}">
                  <a16:creationId xmlns:a16="http://schemas.microsoft.com/office/drawing/2014/main" id="{CDF95E72-0B61-1444-CEAA-79D4B3A283BB}"/>
                </a:ext>
              </a:extLst>
            </p:cNvPr>
            <p:cNvSpPr/>
            <p:nvPr/>
          </p:nvSpPr>
          <p:spPr>
            <a:xfrm rot="8100000">
              <a:off x="1493218" y="6050155"/>
              <a:ext cx="38099" cy="107631"/>
            </a:xfrm>
            <a:custGeom>
              <a:avLst/>
              <a:gdLst>
                <a:gd name="connsiteX0" fmla="*/ 0 w 38099"/>
                <a:gd name="connsiteY0" fmla="*/ 0 h 107631"/>
                <a:gd name="connsiteX1" fmla="*/ 38100 w 38099"/>
                <a:gd name="connsiteY1" fmla="*/ 0 h 107631"/>
                <a:gd name="connsiteX2" fmla="*/ 38100 w 38099"/>
                <a:gd name="connsiteY2" fmla="*/ 107632 h 107631"/>
                <a:gd name="connsiteX3" fmla="*/ 0 w 38099"/>
                <a:gd name="connsiteY3" fmla="*/ 107632 h 107631"/>
              </a:gdLst>
              <a:ahLst/>
              <a:cxnLst>
                <a:cxn ang="0">
                  <a:pos x="connsiteX0" y="connsiteY0"/>
                </a:cxn>
                <a:cxn ang="0">
                  <a:pos x="connsiteX1" y="connsiteY1"/>
                </a:cxn>
                <a:cxn ang="0">
                  <a:pos x="connsiteX2" y="connsiteY2"/>
                </a:cxn>
                <a:cxn ang="0">
                  <a:pos x="connsiteX3" y="connsiteY3"/>
                </a:cxn>
              </a:cxnLst>
              <a:rect l="l" t="t" r="r" b="b"/>
              <a:pathLst>
                <a:path w="38099" h="107631">
                  <a:moveTo>
                    <a:pt x="0" y="0"/>
                  </a:moveTo>
                  <a:lnTo>
                    <a:pt x="38100" y="0"/>
                  </a:lnTo>
                  <a:lnTo>
                    <a:pt x="38100" y="107632"/>
                  </a:lnTo>
                  <a:lnTo>
                    <a:pt x="0" y="107632"/>
                  </a:ln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462" name="Freihandform: Form 461">
              <a:extLst>
                <a:ext uri="{FF2B5EF4-FFF2-40B4-BE49-F238E27FC236}">
                  <a16:creationId xmlns:a16="http://schemas.microsoft.com/office/drawing/2014/main" id="{C816E2BA-DC69-1B0C-748A-A7A6C3C8A75D}"/>
                </a:ext>
              </a:extLst>
            </p:cNvPr>
            <p:cNvSpPr/>
            <p:nvPr/>
          </p:nvSpPr>
          <p:spPr>
            <a:xfrm>
              <a:off x="1974708" y="6280181"/>
              <a:ext cx="95250" cy="38100"/>
            </a:xfrm>
            <a:custGeom>
              <a:avLst/>
              <a:gdLst>
                <a:gd name="connsiteX0" fmla="*/ 0 w 95250"/>
                <a:gd name="connsiteY0" fmla="*/ 0 h 38100"/>
                <a:gd name="connsiteX1" fmla="*/ 95250 w 95250"/>
                <a:gd name="connsiteY1" fmla="*/ 0 h 38100"/>
                <a:gd name="connsiteX2" fmla="*/ 95250 w 95250"/>
                <a:gd name="connsiteY2" fmla="*/ 38100 h 38100"/>
                <a:gd name="connsiteX3" fmla="*/ 0 w 95250"/>
                <a:gd name="connsiteY3" fmla="*/ 38100 h 38100"/>
              </a:gdLst>
              <a:ahLst/>
              <a:cxnLst>
                <a:cxn ang="0">
                  <a:pos x="connsiteX0" y="connsiteY0"/>
                </a:cxn>
                <a:cxn ang="0">
                  <a:pos x="connsiteX1" y="connsiteY1"/>
                </a:cxn>
                <a:cxn ang="0">
                  <a:pos x="connsiteX2" y="connsiteY2"/>
                </a:cxn>
                <a:cxn ang="0">
                  <a:pos x="connsiteX3" y="connsiteY3"/>
                </a:cxn>
              </a:cxnLst>
              <a:rect l="l" t="t" r="r" b="b"/>
              <a:pathLst>
                <a:path w="95250" h="38100">
                  <a:moveTo>
                    <a:pt x="0" y="0"/>
                  </a:moveTo>
                  <a:lnTo>
                    <a:pt x="95250" y="0"/>
                  </a:lnTo>
                  <a:lnTo>
                    <a:pt x="95250" y="38100"/>
                  </a:lnTo>
                  <a:lnTo>
                    <a:pt x="0" y="38100"/>
                  </a:ln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463" name="Freihandform: Form 462">
              <a:extLst>
                <a:ext uri="{FF2B5EF4-FFF2-40B4-BE49-F238E27FC236}">
                  <a16:creationId xmlns:a16="http://schemas.microsoft.com/office/drawing/2014/main" id="{BA1FC2C9-4A0A-1D04-D639-F77E8E130C4C}"/>
                </a:ext>
              </a:extLst>
            </p:cNvPr>
            <p:cNvSpPr/>
            <p:nvPr/>
          </p:nvSpPr>
          <p:spPr>
            <a:xfrm>
              <a:off x="1422258" y="6280181"/>
              <a:ext cx="95250" cy="38100"/>
            </a:xfrm>
            <a:custGeom>
              <a:avLst/>
              <a:gdLst>
                <a:gd name="connsiteX0" fmla="*/ 0 w 95250"/>
                <a:gd name="connsiteY0" fmla="*/ 0 h 38100"/>
                <a:gd name="connsiteX1" fmla="*/ 95250 w 95250"/>
                <a:gd name="connsiteY1" fmla="*/ 0 h 38100"/>
                <a:gd name="connsiteX2" fmla="*/ 95250 w 95250"/>
                <a:gd name="connsiteY2" fmla="*/ 38100 h 38100"/>
                <a:gd name="connsiteX3" fmla="*/ 0 w 95250"/>
                <a:gd name="connsiteY3" fmla="*/ 38100 h 38100"/>
              </a:gdLst>
              <a:ahLst/>
              <a:cxnLst>
                <a:cxn ang="0">
                  <a:pos x="connsiteX0" y="connsiteY0"/>
                </a:cxn>
                <a:cxn ang="0">
                  <a:pos x="connsiteX1" y="connsiteY1"/>
                </a:cxn>
                <a:cxn ang="0">
                  <a:pos x="connsiteX2" y="connsiteY2"/>
                </a:cxn>
                <a:cxn ang="0">
                  <a:pos x="connsiteX3" y="connsiteY3"/>
                </a:cxn>
              </a:cxnLst>
              <a:rect l="l" t="t" r="r" b="b"/>
              <a:pathLst>
                <a:path w="95250" h="38100">
                  <a:moveTo>
                    <a:pt x="0" y="0"/>
                  </a:moveTo>
                  <a:lnTo>
                    <a:pt x="95250" y="0"/>
                  </a:lnTo>
                  <a:lnTo>
                    <a:pt x="95250" y="38100"/>
                  </a:lnTo>
                  <a:lnTo>
                    <a:pt x="0" y="38100"/>
                  </a:ln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464" name="Freihandform: Form 463">
              <a:extLst>
                <a:ext uri="{FF2B5EF4-FFF2-40B4-BE49-F238E27FC236}">
                  <a16:creationId xmlns:a16="http://schemas.microsoft.com/office/drawing/2014/main" id="{372418D0-732D-0947-C147-EE5512DC2813}"/>
                </a:ext>
              </a:extLst>
            </p:cNvPr>
            <p:cNvSpPr/>
            <p:nvPr/>
          </p:nvSpPr>
          <p:spPr>
            <a:xfrm>
              <a:off x="1422258" y="6165881"/>
              <a:ext cx="647700" cy="495300"/>
            </a:xfrm>
            <a:custGeom>
              <a:avLst/>
              <a:gdLst>
                <a:gd name="connsiteX0" fmla="*/ 171450 w 647700"/>
                <a:gd name="connsiteY0" fmla="*/ 381000 h 495300"/>
                <a:gd name="connsiteX1" fmla="*/ 203835 w 647700"/>
                <a:gd name="connsiteY1" fmla="*/ 57150 h 495300"/>
                <a:gd name="connsiteX2" fmla="*/ 442913 w 647700"/>
                <a:gd name="connsiteY2" fmla="*/ 57150 h 495300"/>
                <a:gd name="connsiteX3" fmla="*/ 476250 w 647700"/>
                <a:gd name="connsiteY3" fmla="*/ 381000 h 495300"/>
                <a:gd name="connsiteX4" fmla="*/ 171450 w 647700"/>
                <a:gd name="connsiteY4" fmla="*/ 381000 h 495300"/>
                <a:gd name="connsiteX5" fmla="*/ 590550 w 647700"/>
                <a:gd name="connsiteY5" fmla="*/ 381000 h 495300"/>
                <a:gd name="connsiteX6" fmla="*/ 533400 w 647700"/>
                <a:gd name="connsiteY6" fmla="*/ 381000 h 495300"/>
                <a:gd name="connsiteX7" fmla="*/ 499110 w 647700"/>
                <a:gd name="connsiteY7" fmla="*/ 34290 h 495300"/>
                <a:gd name="connsiteX8" fmla="*/ 461010 w 647700"/>
                <a:gd name="connsiteY8" fmla="*/ 0 h 495300"/>
                <a:gd name="connsiteX9" fmla="*/ 186690 w 647700"/>
                <a:gd name="connsiteY9" fmla="*/ 0 h 495300"/>
                <a:gd name="connsiteX10" fmla="*/ 148590 w 647700"/>
                <a:gd name="connsiteY10" fmla="*/ 34290 h 495300"/>
                <a:gd name="connsiteX11" fmla="*/ 114300 w 647700"/>
                <a:gd name="connsiteY11" fmla="*/ 381000 h 495300"/>
                <a:gd name="connsiteX12" fmla="*/ 57150 w 647700"/>
                <a:gd name="connsiteY12" fmla="*/ 381000 h 495300"/>
                <a:gd name="connsiteX13" fmla="*/ 57150 w 647700"/>
                <a:gd name="connsiteY13" fmla="*/ 438150 h 495300"/>
                <a:gd name="connsiteX14" fmla="*/ 0 w 647700"/>
                <a:gd name="connsiteY14" fmla="*/ 438150 h 495300"/>
                <a:gd name="connsiteX15" fmla="*/ 0 w 647700"/>
                <a:gd name="connsiteY15" fmla="*/ 495300 h 495300"/>
                <a:gd name="connsiteX16" fmla="*/ 647700 w 647700"/>
                <a:gd name="connsiteY16" fmla="*/ 495300 h 495300"/>
                <a:gd name="connsiteX17" fmla="*/ 647700 w 647700"/>
                <a:gd name="connsiteY17" fmla="*/ 438150 h 495300"/>
                <a:gd name="connsiteX18" fmla="*/ 590550 w 647700"/>
                <a:gd name="connsiteY18" fmla="*/ 438150 h 495300"/>
                <a:gd name="connsiteX19" fmla="*/ 590550 w 647700"/>
                <a:gd name="connsiteY19" fmla="*/ 381000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47700" h="495300">
                  <a:moveTo>
                    <a:pt x="171450" y="381000"/>
                  </a:moveTo>
                  <a:lnTo>
                    <a:pt x="203835" y="57150"/>
                  </a:lnTo>
                  <a:lnTo>
                    <a:pt x="442913" y="57150"/>
                  </a:lnTo>
                  <a:lnTo>
                    <a:pt x="476250" y="381000"/>
                  </a:lnTo>
                  <a:lnTo>
                    <a:pt x="171450" y="381000"/>
                  </a:lnTo>
                  <a:close/>
                  <a:moveTo>
                    <a:pt x="590550" y="381000"/>
                  </a:moveTo>
                  <a:lnTo>
                    <a:pt x="533400" y="381000"/>
                  </a:lnTo>
                  <a:lnTo>
                    <a:pt x="499110" y="34290"/>
                  </a:lnTo>
                  <a:cubicBezTo>
                    <a:pt x="497205" y="15240"/>
                    <a:pt x="481013" y="0"/>
                    <a:pt x="461010" y="0"/>
                  </a:cubicBezTo>
                  <a:lnTo>
                    <a:pt x="186690" y="0"/>
                  </a:lnTo>
                  <a:cubicBezTo>
                    <a:pt x="166688" y="0"/>
                    <a:pt x="150495" y="15240"/>
                    <a:pt x="148590" y="34290"/>
                  </a:cubicBezTo>
                  <a:lnTo>
                    <a:pt x="114300" y="381000"/>
                  </a:lnTo>
                  <a:lnTo>
                    <a:pt x="57150" y="381000"/>
                  </a:lnTo>
                  <a:lnTo>
                    <a:pt x="57150" y="438150"/>
                  </a:lnTo>
                  <a:lnTo>
                    <a:pt x="0" y="438150"/>
                  </a:lnTo>
                  <a:lnTo>
                    <a:pt x="0" y="495300"/>
                  </a:lnTo>
                  <a:lnTo>
                    <a:pt x="647700" y="495300"/>
                  </a:lnTo>
                  <a:lnTo>
                    <a:pt x="647700" y="438150"/>
                  </a:lnTo>
                  <a:lnTo>
                    <a:pt x="590550" y="438150"/>
                  </a:lnTo>
                  <a:lnTo>
                    <a:pt x="590550" y="381000"/>
                  </a:lnTo>
                  <a:close/>
                </a:path>
              </a:pathLst>
            </a:custGeom>
            <a:solidFill>
              <a:schemeClr val="tx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465" name="Freihandform: Form 464">
              <a:extLst>
                <a:ext uri="{FF2B5EF4-FFF2-40B4-BE49-F238E27FC236}">
                  <a16:creationId xmlns:a16="http://schemas.microsoft.com/office/drawing/2014/main" id="{534BA5C2-0A23-38EC-F1CC-DEF23BD9B617}"/>
                </a:ext>
              </a:extLst>
            </p:cNvPr>
            <p:cNvSpPr/>
            <p:nvPr/>
          </p:nvSpPr>
          <p:spPr>
            <a:xfrm>
              <a:off x="1791827" y="6261131"/>
              <a:ext cx="62865" cy="247650"/>
            </a:xfrm>
            <a:custGeom>
              <a:avLst/>
              <a:gdLst>
                <a:gd name="connsiteX0" fmla="*/ 0 w 62865"/>
                <a:gd name="connsiteY0" fmla="*/ 0 h 247650"/>
                <a:gd name="connsiteX1" fmla="*/ 23813 w 62865"/>
                <a:gd name="connsiteY1" fmla="*/ 247650 h 247650"/>
                <a:gd name="connsiteX2" fmla="*/ 62865 w 62865"/>
                <a:gd name="connsiteY2" fmla="*/ 247650 h 247650"/>
                <a:gd name="connsiteX3" fmla="*/ 38100 w 62865"/>
                <a:gd name="connsiteY3" fmla="*/ 0 h 247650"/>
              </a:gdLst>
              <a:ahLst/>
              <a:cxnLst>
                <a:cxn ang="0">
                  <a:pos x="connsiteX0" y="connsiteY0"/>
                </a:cxn>
                <a:cxn ang="0">
                  <a:pos x="connsiteX1" y="connsiteY1"/>
                </a:cxn>
                <a:cxn ang="0">
                  <a:pos x="connsiteX2" y="connsiteY2"/>
                </a:cxn>
                <a:cxn ang="0">
                  <a:pos x="connsiteX3" y="connsiteY3"/>
                </a:cxn>
              </a:cxnLst>
              <a:rect l="l" t="t" r="r" b="b"/>
              <a:pathLst>
                <a:path w="62865" h="247650">
                  <a:moveTo>
                    <a:pt x="0" y="0"/>
                  </a:moveTo>
                  <a:lnTo>
                    <a:pt x="23813" y="247650"/>
                  </a:lnTo>
                  <a:lnTo>
                    <a:pt x="62865" y="247650"/>
                  </a:lnTo>
                  <a:lnTo>
                    <a:pt x="38100" y="0"/>
                  </a:ln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pic>
        <p:nvPicPr>
          <p:cNvPr id="468" name="Grafik 467" descr="Informationen mit einfarbiger Füllung">
            <a:extLst>
              <a:ext uri="{FF2B5EF4-FFF2-40B4-BE49-F238E27FC236}">
                <a16:creationId xmlns:a16="http://schemas.microsoft.com/office/drawing/2014/main" id="{0B70A6D9-3474-E5A5-DC6A-614DD5C93894}"/>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693004" y="6053069"/>
            <a:ext cx="606561" cy="606561"/>
          </a:xfrm>
          <a:prstGeom prst="rect">
            <a:avLst/>
          </a:prstGeom>
        </p:spPr>
      </p:pic>
      <p:pic>
        <p:nvPicPr>
          <p:cNvPr id="457" name="Grafik 456" descr="Warnung mit einfarbiger Füllung">
            <a:extLst>
              <a:ext uri="{FF2B5EF4-FFF2-40B4-BE49-F238E27FC236}">
                <a16:creationId xmlns:a16="http://schemas.microsoft.com/office/drawing/2014/main" id="{78E41627-86EB-BE64-EEE3-57D28F25AAAD}"/>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765096" y="5934632"/>
            <a:ext cx="914400" cy="914400"/>
          </a:xfrm>
          <a:prstGeom prst="rect">
            <a:avLst/>
          </a:prstGeom>
        </p:spPr>
      </p:pic>
      <p:pic>
        <p:nvPicPr>
          <p:cNvPr id="467" name="Grafik 466" descr="Kommentar (wichtig) mit einfarbiger Füllung">
            <a:extLst>
              <a:ext uri="{FF2B5EF4-FFF2-40B4-BE49-F238E27FC236}">
                <a16:creationId xmlns:a16="http://schemas.microsoft.com/office/drawing/2014/main" id="{5013552E-08F4-5607-6FA9-1B1C6DA4ADC6}"/>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805822" y="6063431"/>
            <a:ext cx="914400" cy="914400"/>
          </a:xfrm>
          <a:prstGeom prst="rect">
            <a:avLst/>
          </a:prstGeom>
        </p:spPr>
      </p:pic>
      <p:grpSp>
        <p:nvGrpSpPr>
          <p:cNvPr id="497" name="Gruppieren 496">
            <a:extLst>
              <a:ext uri="{FF2B5EF4-FFF2-40B4-BE49-F238E27FC236}">
                <a16:creationId xmlns:a16="http://schemas.microsoft.com/office/drawing/2014/main" id="{7F0E55CB-1FBB-8B8B-09F7-A662DAAE73D7}"/>
              </a:ext>
            </a:extLst>
          </p:cNvPr>
          <p:cNvGrpSpPr/>
          <p:nvPr/>
        </p:nvGrpSpPr>
        <p:grpSpPr>
          <a:xfrm>
            <a:off x="5530430" y="3037513"/>
            <a:ext cx="820702" cy="952275"/>
            <a:chOff x="10673202" y="5192745"/>
            <a:chExt cx="521036" cy="675863"/>
          </a:xfrm>
        </p:grpSpPr>
        <p:grpSp>
          <p:nvGrpSpPr>
            <p:cNvPr id="476" name="Grafik 473" descr="Internet der Dinge Silhouette">
              <a:extLst>
                <a:ext uri="{FF2B5EF4-FFF2-40B4-BE49-F238E27FC236}">
                  <a16:creationId xmlns:a16="http://schemas.microsoft.com/office/drawing/2014/main" id="{07E7A563-E90F-20A1-DC25-EA4EFE314CCD}"/>
                </a:ext>
              </a:extLst>
            </p:cNvPr>
            <p:cNvGrpSpPr/>
            <p:nvPr/>
          </p:nvGrpSpPr>
          <p:grpSpPr>
            <a:xfrm>
              <a:off x="10673202" y="5192745"/>
              <a:ext cx="521036" cy="675863"/>
              <a:chOff x="10695585" y="5191046"/>
              <a:chExt cx="521036" cy="675863"/>
            </a:xfrm>
            <a:solidFill>
              <a:schemeClr val="tx1"/>
            </a:solidFill>
          </p:grpSpPr>
          <p:sp>
            <p:nvSpPr>
              <p:cNvPr id="477" name="Freihandform: Form 476">
                <a:extLst>
                  <a:ext uri="{FF2B5EF4-FFF2-40B4-BE49-F238E27FC236}">
                    <a16:creationId xmlns:a16="http://schemas.microsoft.com/office/drawing/2014/main" id="{798F5E2D-B7B2-DBA9-04AE-5FB22EF5A34E}"/>
                  </a:ext>
                </a:extLst>
              </p:cNvPr>
              <p:cNvSpPr/>
              <p:nvPr/>
            </p:nvSpPr>
            <p:spPr>
              <a:xfrm>
                <a:off x="10717292" y="5355746"/>
                <a:ext cx="171458" cy="185060"/>
              </a:xfrm>
              <a:custGeom>
                <a:avLst/>
                <a:gdLst>
                  <a:gd name="connsiteX0" fmla="*/ 38109 w 171458"/>
                  <a:gd name="connsiteY0" fmla="*/ 76076 h 185060"/>
                  <a:gd name="connsiteX1" fmla="*/ 74856 w 171458"/>
                  <a:gd name="connsiteY1" fmla="*/ 47501 h 185060"/>
                  <a:gd name="connsiteX2" fmla="*/ 123834 w 171458"/>
                  <a:gd name="connsiteY2" fmla="*/ 47501 h 185060"/>
                  <a:gd name="connsiteX3" fmla="*/ 152409 w 171458"/>
                  <a:gd name="connsiteY3" fmla="*/ 76076 h 185060"/>
                  <a:gd name="connsiteX4" fmla="*/ 152409 w 171458"/>
                  <a:gd name="connsiteY4" fmla="*/ 185061 h 185060"/>
                  <a:gd name="connsiteX5" fmla="*/ 165287 w 171458"/>
                  <a:gd name="connsiteY5" fmla="*/ 181756 h 185060"/>
                  <a:gd name="connsiteX6" fmla="*/ 171459 w 171458"/>
                  <a:gd name="connsiteY6" fmla="*/ 165668 h 185060"/>
                  <a:gd name="connsiteX7" fmla="*/ 171459 w 171458"/>
                  <a:gd name="connsiteY7" fmla="*/ 76076 h 185060"/>
                  <a:gd name="connsiteX8" fmla="*/ 123834 w 171458"/>
                  <a:gd name="connsiteY8" fmla="*/ 28451 h 185060"/>
                  <a:gd name="connsiteX9" fmla="*/ 74847 w 171458"/>
                  <a:gd name="connsiteY9" fmla="*/ 28451 h 185060"/>
                  <a:gd name="connsiteX10" fmla="*/ 28451 w 171458"/>
                  <a:gd name="connsiteY10" fmla="*/ 1239 h 185060"/>
                  <a:gd name="connsiteX11" fmla="*/ 1238 w 171458"/>
                  <a:gd name="connsiteY11" fmla="*/ 47634 h 185060"/>
                  <a:gd name="connsiteX12" fmla="*/ 38109 w 171458"/>
                  <a:gd name="connsiteY12" fmla="*/ 76076 h 185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1458" h="185060">
                    <a:moveTo>
                      <a:pt x="38109" y="76076"/>
                    </a:moveTo>
                    <a:cubicBezTo>
                      <a:pt x="55429" y="76011"/>
                      <a:pt x="70526" y="64271"/>
                      <a:pt x="74856" y="47501"/>
                    </a:cubicBezTo>
                    <a:lnTo>
                      <a:pt x="123834" y="47501"/>
                    </a:lnTo>
                    <a:cubicBezTo>
                      <a:pt x="139616" y="47501"/>
                      <a:pt x="152409" y="60294"/>
                      <a:pt x="152409" y="76076"/>
                    </a:cubicBezTo>
                    <a:lnTo>
                      <a:pt x="152409" y="185061"/>
                    </a:lnTo>
                    <a:cubicBezTo>
                      <a:pt x="156638" y="183765"/>
                      <a:pt x="160924" y="182641"/>
                      <a:pt x="165287" y="181756"/>
                    </a:cubicBezTo>
                    <a:cubicBezTo>
                      <a:pt x="167038" y="176281"/>
                      <a:pt x="169098" y="170910"/>
                      <a:pt x="171459" y="165668"/>
                    </a:cubicBezTo>
                    <a:lnTo>
                      <a:pt x="171459" y="76076"/>
                    </a:lnTo>
                    <a:cubicBezTo>
                      <a:pt x="171427" y="49786"/>
                      <a:pt x="150124" y="28482"/>
                      <a:pt x="123834" y="28451"/>
                    </a:cubicBezTo>
                    <a:lnTo>
                      <a:pt x="74847" y="28451"/>
                    </a:lnTo>
                    <a:cubicBezTo>
                      <a:pt x="69549" y="8124"/>
                      <a:pt x="48778" y="-4059"/>
                      <a:pt x="28451" y="1239"/>
                    </a:cubicBezTo>
                    <a:cubicBezTo>
                      <a:pt x="8125" y="6536"/>
                      <a:pt x="-4058" y="27308"/>
                      <a:pt x="1238" y="47634"/>
                    </a:cubicBezTo>
                    <a:cubicBezTo>
                      <a:pt x="5610" y="64410"/>
                      <a:pt x="20773" y="76106"/>
                      <a:pt x="38109" y="7607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478" name="Freihandform: Form 477">
                <a:extLst>
                  <a:ext uri="{FF2B5EF4-FFF2-40B4-BE49-F238E27FC236}">
                    <a16:creationId xmlns:a16="http://schemas.microsoft.com/office/drawing/2014/main" id="{A00043DE-FDC4-AAE8-AF34-C0E9BEFC5C1E}"/>
                  </a:ext>
                </a:extLst>
              </p:cNvPr>
              <p:cNvSpPr/>
              <p:nvPr/>
            </p:nvSpPr>
            <p:spPr>
              <a:xfrm>
                <a:off x="10695585" y="5487143"/>
                <a:ext cx="157752" cy="181126"/>
              </a:xfrm>
              <a:custGeom>
                <a:avLst/>
                <a:gdLst>
                  <a:gd name="connsiteX0" fmla="*/ 146399 w 157752"/>
                  <a:gd name="connsiteY0" fmla="*/ 162077 h 181126"/>
                  <a:gd name="connsiteX1" fmla="*/ 76209 w 157752"/>
                  <a:gd name="connsiteY1" fmla="*/ 162077 h 181126"/>
                  <a:gd name="connsiteX2" fmla="*/ 47634 w 157752"/>
                  <a:gd name="connsiteY2" fmla="*/ 133502 h 181126"/>
                  <a:gd name="connsiteX3" fmla="*/ 47634 w 157752"/>
                  <a:gd name="connsiteY3" fmla="*/ 74999 h 181126"/>
                  <a:gd name="connsiteX4" fmla="*/ 75000 w 157752"/>
                  <a:gd name="connsiteY4" fmla="*/ 28584 h 181126"/>
                  <a:gd name="connsiteX5" fmla="*/ 28584 w 157752"/>
                  <a:gd name="connsiteY5" fmla="*/ 1219 h 181126"/>
                  <a:gd name="connsiteX6" fmla="*/ 1219 w 157752"/>
                  <a:gd name="connsiteY6" fmla="*/ 47634 h 181126"/>
                  <a:gd name="connsiteX7" fmla="*/ 28584 w 157752"/>
                  <a:gd name="connsiteY7" fmla="*/ 74999 h 181126"/>
                  <a:gd name="connsiteX8" fmla="*/ 28584 w 157752"/>
                  <a:gd name="connsiteY8" fmla="*/ 133502 h 181126"/>
                  <a:gd name="connsiteX9" fmla="*/ 76209 w 157752"/>
                  <a:gd name="connsiteY9" fmla="*/ 181127 h 181126"/>
                  <a:gd name="connsiteX10" fmla="*/ 157753 w 157752"/>
                  <a:gd name="connsiteY10" fmla="*/ 181127 h 181126"/>
                  <a:gd name="connsiteX11" fmla="*/ 146399 w 157752"/>
                  <a:gd name="connsiteY11" fmla="*/ 162077 h 181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7752" h="181126">
                    <a:moveTo>
                      <a:pt x="146399" y="162077"/>
                    </a:moveTo>
                    <a:lnTo>
                      <a:pt x="76209" y="162077"/>
                    </a:lnTo>
                    <a:cubicBezTo>
                      <a:pt x="60428" y="162077"/>
                      <a:pt x="47634" y="149284"/>
                      <a:pt x="47634" y="133502"/>
                    </a:cubicBezTo>
                    <a:lnTo>
                      <a:pt x="47634" y="74999"/>
                    </a:lnTo>
                    <a:cubicBezTo>
                      <a:pt x="68008" y="69739"/>
                      <a:pt x="80260" y="48958"/>
                      <a:pt x="75000" y="28584"/>
                    </a:cubicBezTo>
                    <a:cubicBezTo>
                      <a:pt x="69739" y="8210"/>
                      <a:pt x="48958" y="-4041"/>
                      <a:pt x="28584" y="1219"/>
                    </a:cubicBezTo>
                    <a:cubicBezTo>
                      <a:pt x="8210" y="6479"/>
                      <a:pt x="-4041" y="27260"/>
                      <a:pt x="1219" y="47634"/>
                    </a:cubicBezTo>
                    <a:cubicBezTo>
                      <a:pt x="4684" y="61055"/>
                      <a:pt x="15164" y="71534"/>
                      <a:pt x="28584" y="74999"/>
                    </a:cubicBezTo>
                    <a:lnTo>
                      <a:pt x="28584" y="133502"/>
                    </a:lnTo>
                    <a:cubicBezTo>
                      <a:pt x="28616" y="159792"/>
                      <a:pt x="49920" y="181096"/>
                      <a:pt x="76209" y="181127"/>
                    </a:cubicBezTo>
                    <a:lnTo>
                      <a:pt x="157753" y="181127"/>
                    </a:lnTo>
                    <a:cubicBezTo>
                      <a:pt x="153447" y="175102"/>
                      <a:pt x="149650" y="168730"/>
                      <a:pt x="146399" y="162077"/>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479" name="Freihandform: Form 478">
                <a:extLst>
                  <a:ext uri="{FF2B5EF4-FFF2-40B4-BE49-F238E27FC236}">
                    <a16:creationId xmlns:a16="http://schemas.microsoft.com/office/drawing/2014/main" id="{9AA8BE41-85B3-AFAE-80AB-C7ABF0BA0638}"/>
                  </a:ext>
                </a:extLst>
              </p:cNvPr>
              <p:cNvSpPr/>
              <p:nvPr/>
            </p:nvSpPr>
            <p:spPr>
              <a:xfrm>
                <a:off x="10891033" y="5191046"/>
                <a:ext cx="76218" cy="193947"/>
              </a:xfrm>
              <a:custGeom>
                <a:avLst/>
                <a:gdLst>
                  <a:gd name="connsiteX0" fmla="*/ 28584 w 76218"/>
                  <a:gd name="connsiteY0" fmla="*/ 74999 h 193947"/>
                  <a:gd name="connsiteX1" fmla="*/ 28584 w 76218"/>
                  <a:gd name="connsiteY1" fmla="*/ 191328 h 193947"/>
                  <a:gd name="connsiteX2" fmla="*/ 47634 w 76218"/>
                  <a:gd name="connsiteY2" fmla="*/ 193948 h 193947"/>
                  <a:gd name="connsiteX3" fmla="*/ 47634 w 76218"/>
                  <a:gd name="connsiteY3" fmla="*/ 74999 h 193947"/>
                  <a:gd name="connsiteX4" fmla="*/ 75000 w 76218"/>
                  <a:gd name="connsiteY4" fmla="*/ 28584 h 193947"/>
                  <a:gd name="connsiteX5" fmla="*/ 28584 w 76218"/>
                  <a:gd name="connsiteY5" fmla="*/ 1219 h 193947"/>
                  <a:gd name="connsiteX6" fmla="*/ 1219 w 76218"/>
                  <a:gd name="connsiteY6" fmla="*/ 47634 h 193947"/>
                  <a:gd name="connsiteX7" fmla="*/ 28584 w 76218"/>
                  <a:gd name="connsiteY7" fmla="*/ 74999 h 193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218" h="193947">
                    <a:moveTo>
                      <a:pt x="28584" y="74999"/>
                    </a:moveTo>
                    <a:lnTo>
                      <a:pt x="28584" y="191328"/>
                    </a:lnTo>
                    <a:cubicBezTo>
                      <a:pt x="34983" y="191803"/>
                      <a:pt x="41345" y="192677"/>
                      <a:pt x="47634" y="193948"/>
                    </a:cubicBezTo>
                    <a:lnTo>
                      <a:pt x="47634" y="74999"/>
                    </a:lnTo>
                    <a:cubicBezTo>
                      <a:pt x="68008" y="69739"/>
                      <a:pt x="80260" y="48958"/>
                      <a:pt x="75000" y="28584"/>
                    </a:cubicBezTo>
                    <a:cubicBezTo>
                      <a:pt x="69739" y="8210"/>
                      <a:pt x="48958" y="-4041"/>
                      <a:pt x="28584" y="1219"/>
                    </a:cubicBezTo>
                    <a:cubicBezTo>
                      <a:pt x="8210" y="6480"/>
                      <a:pt x="-4042" y="27260"/>
                      <a:pt x="1219" y="47634"/>
                    </a:cubicBezTo>
                    <a:cubicBezTo>
                      <a:pt x="4684" y="61055"/>
                      <a:pt x="15164" y="71534"/>
                      <a:pt x="28584" y="7499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480" name="Freihandform: Form 479">
                <a:extLst>
                  <a:ext uri="{FF2B5EF4-FFF2-40B4-BE49-F238E27FC236}">
                    <a16:creationId xmlns:a16="http://schemas.microsoft.com/office/drawing/2014/main" id="{4A209958-1E66-188B-6B3A-328D741906C1}"/>
                  </a:ext>
                </a:extLst>
              </p:cNvPr>
              <p:cNvSpPr/>
              <p:nvPr/>
            </p:nvSpPr>
            <p:spPr>
              <a:xfrm>
                <a:off x="11015948" y="5295908"/>
                <a:ext cx="180984" cy="185889"/>
              </a:xfrm>
              <a:custGeom>
                <a:avLst/>
                <a:gdLst>
                  <a:gd name="connsiteX0" fmla="*/ 19050 w 180984"/>
                  <a:gd name="connsiteY0" fmla="*/ 171602 h 185889"/>
                  <a:gd name="connsiteX1" fmla="*/ 47625 w 180984"/>
                  <a:gd name="connsiteY1" fmla="*/ 143027 h 185889"/>
                  <a:gd name="connsiteX2" fmla="*/ 104775 w 180984"/>
                  <a:gd name="connsiteY2" fmla="*/ 143027 h 185889"/>
                  <a:gd name="connsiteX3" fmla="*/ 152400 w 180984"/>
                  <a:gd name="connsiteY3" fmla="*/ 95402 h 185889"/>
                  <a:gd name="connsiteX4" fmla="*/ 152400 w 180984"/>
                  <a:gd name="connsiteY4" fmla="*/ 75000 h 185889"/>
                  <a:gd name="connsiteX5" fmla="*/ 179765 w 180984"/>
                  <a:gd name="connsiteY5" fmla="*/ 28584 h 185889"/>
                  <a:gd name="connsiteX6" fmla="*/ 133350 w 180984"/>
                  <a:gd name="connsiteY6" fmla="*/ 1219 h 185889"/>
                  <a:gd name="connsiteX7" fmla="*/ 105985 w 180984"/>
                  <a:gd name="connsiteY7" fmla="*/ 47634 h 185889"/>
                  <a:gd name="connsiteX8" fmla="*/ 133350 w 180984"/>
                  <a:gd name="connsiteY8" fmla="*/ 75000 h 185889"/>
                  <a:gd name="connsiteX9" fmla="*/ 133350 w 180984"/>
                  <a:gd name="connsiteY9" fmla="*/ 95402 h 185889"/>
                  <a:gd name="connsiteX10" fmla="*/ 104775 w 180984"/>
                  <a:gd name="connsiteY10" fmla="*/ 123977 h 185889"/>
                  <a:gd name="connsiteX11" fmla="*/ 47625 w 180984"/>
                  <a:gd name="connsiteY11" fmla="*/ 123977 h 185889"/>
                  <a:gd name="connsiteX12" fmla="*/ 0 w 180984"/>
                  <a:gd name="connsiteY12" fmla="*/ 171602 h 185889"/>
                  <a:gd name="connsiteX13" fmla="*/ 0 w 180984"/>
                  <a:gd name="connsiteY13" fmla="*/ 176155 h 185889"/>
                  <a:gd name="connsiteX14" fmla="*/ 19050 w 180984"/>
                  <a:gd name="connsiteY14" fmla="*/ 185890 h 185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0984" h="185889">
                    <a:moveTo>
                      <a:pt x="19050" y="171602"/>
                    </a:moveTo>
                    <a:cubicBezTo>
                      <a:pt x="19050" y="155820"/>
                      <a:pt x="31843" y="143027"/>
                      <a:pt x="47625" y="143027"/>
                    </a:cubicBezTo>
                    <a:lnTo>
                      <a:pt x="104775" y="143027"/>
                    </a:lnTo>
                    <a:cubicBezTo>
                      <a:pt x="131065" y="142996"/>
                      <a:pt x="152369" y="121692"/>
                      <a:pt x="152400" y="95402"/>
                    </a:cubicBezTo>
                    <a:lnTo>
                      <a:pt x="152400" y="75000"/>
                    </a:lnTo>
                    <a:cubicBezTo>
                      <a:pt x="172774" y="69739"/>
                      <a:pt x="185026" y="48958"/>
                      <a:pt x="179765" y="28584"/>
                    </a:cubicBezTo>
                    <a:cubicBezTo>
                      <a:pt x="174505" y="8210"/>
                      <a:pt x="153724" y="-4042"/>
                      <a:pt x="133350" y="1219"/>
                    </a:cubicBezTo>
                    <a:cubicBezTo>
                      <a:pt x="112976" y="6480"/>
                      <a:pt x="100724" y="27260"/>
                      <a:pt x="105985" y="47634"/>
                    </a:cubicBezTo>
                    <a:cubicBezTo>
                      <a:pt x="109450" y="61055"/>
                      <a:pt x="119929" y="71535"/>
                      <a:pt x="133350" y="75000"/>
                    </a:cubicBezTo>
                    <a:lnTo>
                      <a:pt x="133350" y="95402"/>
                    </a:lnTo>
                    <a:cubicBezTo>
                      <a:pt x="133350" y="111184"/>
                      <a:pt x="120557" y="123977"/>
                      <a:pt x="104775" y="123977"/>
                    </a:cubicBezTo>
                    <a:lnTo>
                      <a:pt x="47625" y="123977"/>
                    </a:lnTo>
                    <a:cubicBezTo>
                      <a:pt x="21335" y="124009"/>
                      <a:pt x="31" y="145312"/>
                      <a:pt x="0" y="171602"/>
                    </a:cubicBezTo>
                    <a:lnTo>
                      <a:pt x="0" y="176155"/>
                    </a:lnTo>
                    <a:cubicBezTo>
                      <a:pt x="6595" y="178898"/>
                      <a:pt x="12964" y="182152"/>
                      <a:pt x="19050" y="18589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481" name="Freihandform: Form 480">
                <a:extLst>
                  <a:ext uri="{FF2B5EF4-FFF2-40B4-BE49-F238E27FC236}">
                    <a16:creationId xmlns:a16="http://schemas.microsoft.com/office/drawing/2014/main" id="{238F695A-C64F-1313-D2C3-083FB80F2E35}"/>
                  </a:ext>
                </a:extLst>
              </p:cNvPr>
              <p:cNvSpPr/>
              <p:nvPr/>
            </p:nvSpPr>
            <p:spPr>
              <a:xfrm>
                <a:off x="10929142" y="5657207"/>
                <a:ext cx="76218" cy="209702"/>
              </a:xfrm>
              <a:custGeom>
                <a:avLst/>
                <a:gdLst>
                  <a:gd name="connsiteX0" fmla="*/ 47634 w 76218"/>
                  <a:gd name="connsiteY0" fmla="*/ 134703 h 209702"/>
                  <a:gd name="connsiteX1" fmla="*/ 47634 w 76218"/>
                  <a:gd name="connsiteY1" fmla="*/ 0 h 209702"/>
                  <a:gd name="connsiteX2" fmla="*/ 28584 w 76218"/>
                  <a:gd name="connsiteY2" fmla="*/ 0 h 209702"/>
                  <a:gd name="connsiteX3" fmla="*/ 28584 w 76218"/>
                  <a:gd name="connsiteY3" fmla="*/ 134703 h 209702"/>
                  <a:gd name="connsiteX4" fmla="*/ 1219 w 76218"/>
                  <a:gd name="connsiteY4" fmla="*/ 181118 h 209702"/>
                  <a:gd name="connsiteX5" fmla="*/ 47634 w 76218"/>
                  <a:gd name="connsiteY5" fmla="*/ 208483 h 209702"/>
                  <a:gd name="connsiteX6" fmla="*/ 75000 w 76218"/>
                  <a:gd name="connsiteY6" fmla="*/ 162068 h 209702"/>
                  <a:gd name="connsiteX7" fmla="*/ 47634 w 76218"/>
                  <a:gd name="connsiteY7" fmla="*/ 134703 h 209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218" h="209702">
                    <a:moveTo>
                      <a:pt x="47634" y="134703"/>
                    </a:moveTo>
                    <a:lnTo>
                      <a:pt x="47634" y="0"/>
                    </a:lnTo>
                    <a:lnTo>
                      <a:pt x="28584" y="0"/>
                    </a:lnTo>
                    <a:lnTo>
                      <a:pt x="28584" y="134703"/>
                    </a:lnTo>
                    <a:cubicBezTo>
                      <a:pt x="8210" y="139963"/>
                      <a:pt x="-4042" y="160744"/>
                      <a:pt x="1219" y="181118"/>
                    </a:cubicBezTo>
                    <a:cubicBezTo>
                      <a:pt x="6480" y="201492"/>
                      <a:pt x="27260" y="213744"/>
                      <a:pt x="47634" y="208483"/>
                    </a:cubicBezTo>
                    <a:cubicBezTo>
                      <a:pt x="68008" y="203223"/>
                      <a:pt x="80260" y="182442"/>
                      <a:pt x="75000" y="162068"/>
                    </a:cubicBezTo>
                    <a:cubicBezTo>
                      <a:pt x="71535" y="148647"/>
                      <a:pt x="61055" y="138168"/>
                      <a:pt x="47634" y="13470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482" name="Freihandform: Form 481">
                <a:extLst>
                  <a:ext uri="{FF2B5EF4-FFF2-40B4-BE49-F238E27FC236}">
                    <a16:creationId xmlns:a16="http://schemas.microsoft.com/office/drawing/2014/main" id="{F6EB3424-FBC1-89A6-A1F2-5548AFEAB4C1}"/>
                  </a:ext>
                </a:extLst>
              </p:cNvPr>
              <p:cNvSpPr/>
              <p:nvPr/>
            </p:nvSpPr>
            <p:spPr>
              <a:xfrm>
                <a:off x="10700999" y="5681937"/>
                <a:ext cx="180984" cy="181127"/>
              </a:xfrm>
              <a:custGeom>
                <a:avLst/>
                <a:gdLst>
                  <a:gd name="connsiteX0" fmla="*/ 161934 w 180984"/>
                  <a:gd name="connsiteY0" fmla="*/ 9525 h 181127"/>
                  <a:gd name="connsiteX1" fmla="*/ 133359 w 180984"/>
                  <a:gd name="connsiteY1" fmla="*/ 38100 h 181127"/>
                  <a:gd name="connsiteX2" fmla="*/ 76209 w 180984"/>
                  <a:gd name="connsiteY2" fmla="*/ 38100 h 181127"/>
                  <a:gd name="connsiteX3" fmla="*/ 28584 w 180984"/>
                  <a:gd name="connsiteY3" fmla="*/ 85725 h 181127"/>
                  <a:gd name="connsiteX4" fmla="*/ 28584 w 180984"/>
                  <a:gd name="connsiteY4" fmla="*/ 106128 h 181127"/>
                  <a:gd name="connsiteX5" fmla="*/ 1219 w 180984"/>
                  <a:gd name="connsiteY5" fmla="*/ 152543 h 181127"/>
                  <a:gd name="connsiteX6" fmla="*/ 47634 w 180984"/>
                  <a:gd name="connsiteY6" fmla="*/ 179908 h 181127"/>
                  <a:gd name="connsiteX7" fmla="*/ 75000 w 180984"/>
                  <a:gd name="connsiteY7" fmla="*/ 133493 h 181127"/>
                  <a:gd name="connsiteX8" fmla="*/ 47634 w 180984"/>
                  <a:gd name="connsiteY8" fmla="*/ 106128 h 181127"/>
                  <a:gd name="connsiteX9" fmla="*/ 47634 w 180984"/>
                  <a:gd name="connsiteY9" fmla="*/ 85725 h 181127"/>
                  <a:gd name="connsiteX10" fmla="*/ 76209 w 180984"/>
                  <a:gd name="connsiteY10" fmla="*/ 57150 h 181127"/>
                  <a:gd name="connsiteX11" fmla="*/ 133359 w 180984"/>
                  <a:gd name="connsiteY11" fmla="*/ 57150 h 181127"/>
                  <a:gd name="connsiteX12" fmla="*/ 180984 w 180984"/>
                  <a:gd name="connsiteY12" fmla="*/ 9525 h 181127"/>
                  <a:gd name="connsiteX13" fmla="*/ 180984 w 180984"/>
                  <a:gd name="connsiteY13" fmla="*/ 0 h 181127"/>
                  <a:gd name="connsiteX14" fmla="*/ 161934 w 180984"/>
                  <a:gd name="connsiteY14" fmla="*/ 0 h 181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0984" h="181127">
                    <a:moveTo>
                      <a:pt x="161934" y="9525"/>
                    </a:moveTo>
                    <a:cubicBezTo>
                      <a:pt x="161934" y="25307"/>
                      <a:pt x="149141" y="38100"/>
                      <a:pt x="133359" y="38100"/>
                    </a:cubicBezTo>
                    <a:lnTo>
                      <a:pt x="76209" y="38100"/>
                    </a:lnTo>
                    <a:cubicBezTo>
                      <a:pt x="49919" y="38131"/>
                      <a:pt x="28616" y="59435"/>
                      <a:pt x="28584" y="85725"/>
                    </a:cubicBezTo>
                    <a:lnTo>
                      <a:pt x="28584" y="106128"/>
                    </a:lnTo>
                    <a:cubicBezTo>
                      <a:pt x="8210" y="111388"/>
                      <a:pt x="-4042" y="132169"/>
                      <a:pt x="1219" y="152543"/>
                    </a:cubicBezTo>
                    <a:cubicBezTo>
                      <a:pt x="6480" y="172917"/>
                      <a:pt x="27260" y="185169"/>
                      <a:pt x="47634" y="179908"/>
                    </a:cubicBezTo>
                    <a:cubicBezTo>
                      <a:pt x="68008" y="174648"/>
                      <a:pt x="80260" y="153867"/>
                      <a:pt x="75000" y="133493"/>
                    </a:cubicBezTo>
                    <a:cubicBezTo>
                      <a:pt x="71535" y="120072"/>
                      <a:pt x="61055" y="109593"/>
                      <a:pt x="47634" y="106128"/>
                    </a:cubicBezTo>
                    <a:lnTo>
                      <a:pt x="47634" y="85725"/>
                    </a:lnTo>
                    <a:cubicBezTo>
                      <a:pt x="47634" y="69943"/>
                      <a:pt x="60427" y="57150"/>
                      <a:pt x="76209" y="57150"/>
                    </a:cubicBezTo>
                    <a:lnTo>
                      <a:pt x="133359" y="57150"/>
                    </a:lnTo>
                    <a:cubicBezTo>
                      <a:pt x="159649" y="57119"/>
                      <a:pt x="180953" y="35815"/>
                      <a:pt x="180984" y="9525"/>
                    </a:cubicBezTo>
                    <a:lnTo>
                      <a:pt x="180984" y="0"/>
                    </a:lnTo>
                    <a:lnTo>
                      <a:pt x="161934"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483" name="Freihandform: Form 482">
                <a:extLst>
                  <a:ext uri="{FF2B5EF4-FFF2-40B4-BE49-F238E27FC236}">
                    <a16:creationId xmlns:a16="http://schemas.microsoft.com/office/drawing/2014/main" id="{09645693-D779-8649-BE82-C7E9CC33EBB3}"/>
                  </a:ext>
                </a:extLst>
              </p:cNvPr>
              <p:cNvSpPr/>
              <p:nvPr/>
            </p:nvSpPr>
            <p:spPr>
              <a:xfrm>
                <a:off x="11060898" y="5561119"/>
                <a:ext cx="155723" cy="76075"/>
              </a:xfrm>
              <a:custGeom>
                <a:avLst/>
                <a:gdLst>
                  <a:gd name="connsiteX0" fmla="*/ 117634 w 155723"/>
                  <a:gd name="connsiteY0" fmla="*/ 0 h 76075"/>
                  <a:gd name="connsiteX1" fmla="*/ 80886 w 155723"/>
                  <a:gd name="connsiteY1" fmla="*/ 28575 h 76075"/>
                  <a:gd name="connsiteX2" fmla="*/ 0 w 155723"/>
                  <a:gd name="connsiteY2" fmla="*/ 28575 h 76075"/>
                  <a:gd name="connsiteX3" fmla="*/ 10316 w 155723"/>
                  <a:gd name="connsiteY3" fmla="*/ 47625 h 76075"/>
                  <a:gd name="connsiteX4" fmla="*/ 80877 w 155723"/>
                  <a:gd name="connsiteY4" fmla="*/ 47625 h 76075"/>
                  <a:gd name="connsiteX5" fmla="*/ 127272 w 155723"/>
                  <a:gd name="connsiteY5" fmla="*/ 74837 h 76075"/>
                  <a:gd name="connsiteX6" fmla="*/ 154485 w 155723"/>
                  <a:gd name="connsiteY6" fmla="*/ 28442 h 76075"/>
                  <a:gd name="connsiteX7" fmla="*/ 117634 w 155723"/>
                  <a:gd name="connsiteY7" fmla="*/ 0 h 76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723" h="76075">
                    <a:moveTo>
                      <a:pt x="117634" y="0"/>
                    </a:moveTo>
                    <a:cubicBezTo>
                      <a:pt x="100314" y="65"/>
                      <a:pt x="85216" y="11804"/>
                      <a:pt x="80886" y="28575"/>
                    </a:cubicBezTo>
                    <a:lnTo>
                      <a:pt x="0" y="28575"/>
                    </a:lnTo>
                    <a:cubicBezTo>
                      <a:pt x="4019" y="34594"/>
                      <a:pt x="7471" y="40971"/>
                      <a:pt x="10316" y="47625"/>
                    </a:cubicBezTo>
                    <a:lnTo>
                      <a:pt x="80877" y="47625"/>
                    </a:lnTo>
                    <a:cubicBezTo>
                      <a:pt x="86175" y="67951"/>
                      <a:pt x="106946" y="80135"/>
                      <a:pt x="127272" y="74837"/>
                    </a:cubicBezTo>
                    <a:cubicBezTo>
                      <a:pt x="147598" y="69540"/>
                      <a:pt x="159782" y="48768"/>
                      <a:pt x="154485" y="28442"/>
                    </a:cubicBezTo>
                    <a:cubicBezTo>
                      <a:pt x="150115" y="11673"/>
                      <a:pt x="134963" y="-21"/>
                      <a:pt x="117634" y="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484" name="Freihandform: Form 483">
                <a:extLst>
                  <a:ext uri="{FF2B5EF4-FFF2-40B4-BE49-F238E27FC236}">
                    <a16:creationId xmlns:a16="http://schemas.microsoft.com/office/drawing/2014/main" id="{13ABCF45-929F-8CA4-8D0F-FBB52FC07281}"/>
                  </a:ext>
                </a:extLst>
              </p:cNvPr>
              <p:cNvSpPr/>
              <p:nvPr/>
            </p:nvSpPr>
            <p:spPr>
              <a:xfrm>
                <a:off x="11029626" y="5689086"/>
                <a:ext cx="171449" cy="124881"/>
              </a:xfrm>
              <a:custGeom>
                <a:avLst/>
                <a:gdLst>
                  <a:gd name="connsiteX0" fmla="*/ 133350 w 171449"/>
                  <a:gd name="connsiteY0" fmla="*/ 48806 h 124881"/>
                  <a:gd name="connsiteX1" fmla="*/ 96603 w 171449"/>
                  <a:gd name="connsiteY1" fmla="*/ 77381 h 124881"/>
                  <a:gd name="connsiteX2" fmla="*/ 47625 w 171449"/>
                  <a:gd name="connsiteY2" fmla="*/ 77381 h 124881"/>
                  <a:gd name="connsiteX3" fmla="*/ 19050 w 171449"/>
                  <a:gd name="connsiteY3" fmla="*/ 48806 h 124881"/>
                  <a:gd name="connsiteX4" fmla="*/ 19050 w 171449"/>
                  <a:gd name="connsiteY4" fmla="*/ 0 h 124881"/>
                  <a:gd name="connsiteX5" fmla="*/ 3238 w 171449"/>
                  <a:gd name="connsiteY5" fmla="*/ 1181 h 124881"/>
                  <a:gd name="connsiteX6" fmla="*/ 0 w 171449"/>
                  <a:gd name="connsiteY6" fmla="*/ 1181 h 124881"/>
                  <a:gd name="connsiteX7" fmla="*/ 0 w 171449"/>
                  <a:gd name="connsiteY7" fmla="*/ 48806 h 124881"/>
                  <a:gd name="connsiteX8" fmla="*/ 47625 w 171449"/>
                  <a:gd name="connsiteY8" fmla="*/ 96431 h 124881"/>
                  <a:gd name="connsiteX9" fmla="*/ 96603 w 171449"/>
                  <a:gd name="connsiteY9" fmla="*/ 96431 h 124881"/>
                  <a:gd name="connsiteX10" fmla="*/ 142998 w 171449"/>
                  <a:gd name="connsiteY10" fmla="*/ 123643 h 124881"/>
                  <a:gd name="connsiteX11" fmla="*/ 170211 w 171449"/>
                  <a:gd name="connsiteY11" fmla="*/ 77248 h 124881"/>
                  <a:gd name="connsiteX12" fmla="*/ 133350 w 171449"/>
                  <a:gd name="connsiteY12" fmla="*/ 48806 h 124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1449" h="124881">
                    <a:moveTo>
                      <a:pt x="133350" y="48806"/>
                    </a:moveTo>
                    <a:cubicBezTo>
                      <a:pt x="116030" y="48871"/>
                      <a:pt x="100933" y="60610"/>
                      <a:pt x="96603" y="77381"/>
                    </a:cubicBezTo>
                    <a:lnTo>
                      <a:pt x="47625" y="77381"/>
                    </a:lnTo>
                    <a:cubicBezTo>
                      <a:pt x="31843" y="77381"/>
                      <a:pt x="19050" y="64588"/>
                      <a:pt x="19050" y="48806"/>
                    </a:cubicBezTo>
                    <a:lnTo>
                      <a:pt x="19050" y="0"/>
                    </a:lnTo>
                    <a:cubicBezTo>
                      <a:pt x="13812" y="746"/>
                      <a:pt x="8530" y="1141"/>
                      <a:pt x="3238" y="1181"/>
                    </a:cubicBezTo>
                    <a:lnTo>
                      <a:pt x="0" y="1181"/>
                    </a:lnTo>
                    <a:lnTo>
                      <a:pt x="0" y="48806"/>
                    </a:lnTo>
                    <a:cubicBezTo>
                      <a:pt x="31" y="75096"/>
                      <a:pt x="21335" y="96400"/>
                      <a:pt x="47625" y="96431"/>
                    </a:cubicBezTo>
                    <a:lnTo>
                      <a:pt x="96603" y="96431"/>
                    </a:lnTo>
                    <a:cubicBezTo>
                      <a:pt x="101900" y="116757"/>
                      <a:pt x="122672" y="128941"/>
                      <a:pt x="142998" y="123643"/>
                    </a:cubicBezTo>
                    <a:cubicBezTo>
                      <a:pt x="163324" y="118346"/>
                      <a:pt x="175508" y="97574"/>
                      <a:pt x="170211" y="77248"/>
                    </a:cubicBezTo>
                    <a:cubicBezTo>
                      <a:pt x="165840" y="60476"/>
                      <a:pt x="150682" y="48780"/>
                      <a:pt x="133350" y="488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sp>
          <p:nvSpPr>
            <p:cNvPr id="496" name="Grafik 7" descr="Entsperren mit einfarbiger Füllung">
              <a:extLst>
                <a:ext uri="{FF2B5EF4-FFF2-40B4-BE49-F238E27FC236}">
                  <a16:creationId xmlns:a16="http://schemas.microsoft.com/office/drawing/2014/main" id="{484A71DB-3632-8417-D498-38EFFAF3647A}"/>
                </a:ext>
              </a:extLst>
            </p:cNvPr>
            <p:cNvSpPr>
              <a:spLocks noChangeAspect="1"/>
            </p:cNvSpPr>
            <p:nvPr/>
          </p:nvSpPr>
          <p:spPr>
            <a:xfrm>
              <a:off x="10821007" y="5377842"/>
              <a:ext cx="225426" cy="322038"/>
            </a:xfrm>
            <a:custGeom>
              <a:avLst/>
              <a:gdLst>
                <a:gd name="connsiteX0" fmla="*/ 189612 w 379224"/>
                <a:gd name="connsiteY0" fmla="*/ 257331 h 541749"/>
                <a:gd name="connsiteX1" fmla="*/ 88034 w 379224"/>
                <a:gd name="connsiteY1" fmla="*/ 264780 h 541749"/>
                <a:gd name="connsiteX2" fmla="*/ 88034 w 379224"/>
                <a:gd name="connsiteY2" fmla="*/ 142209 h 541749"/>
                <a:gd name="connsiteX3" fmla="*/ 189612 w 379224"/>
                <a:gd name="connsiteY3" fmla="*/ 40631 h 541749"/>
                <a:gd name="connsiteX4" fmla="*/ 291190 w 379224"/>
                <a:gd name="connsiteY4" fmla="*/ 142209 h 541749"/>
                <a:gd name="connsiteX5" fmla="*/ 291190 w 379224"/>
                <a:gd name="connsiteY5" fmla="*/ 182840 h 541749"/>
                <a:gd name="connsiteX6" fmla="*/ 331821 w 379224"/>
                <a:gd name="connsiteY6" fmla="*/ 182840 h 541749"/>
                <a:gd name="connsiteX7" fmla="*/ 331821 w 379224"/>
                <a:gd name="connsiteY7" fmla="*/ 142209 h 541749"/>
                <a:gd name="connsiteX8" fmla="*/ 189612 w 379224"/>
                <a:gd name="connsiteY8" fmla="*/ 0 h 541749"/>
                <a:gd name="connsiteX9" fmla="*/ 47403 w 379224"/>
                <a:gd name="connsiteY9" fmla="*/ 142209 h 541749"/>
                <a:gd name="connsiteX10" fmla="*/ 47403 w 379224"/>
                <a:gd name="connsiteY10" fmla="*/ 267489 h 541749"/>
                <a:gd name="connsiteX11" fmla="*/ 0 w 379224"/>
                <a:gd name="connsiteY11" fmla="*/ 270875 h 541749"/>
                <a:gd name="connsiteX12" fmla="*/ 0 w 379224"/>
                <a:gd name="connsiteY12" fmla="*/ 528205 h 541749"/>
                <a:gd name="connsiteX13" fmla="*/ 189612 w 379224"/>
                <a:gd name="connsiteY13" fmla="*/ 541749 h 541749"/>
                <a:gd name="connsiteX14" fmla="*/ 379224 w 379224"/>
                <a:gd name="connsiteY14" fmla="*/ 528205 h 541749"/>
                <a:gd name="connsiteX15" fmla="*/ 379224 w 379224"/>
                <a:gd name="connsiteY15" fmla="*/ 270875 h 541749"/>
                <a:gd name="connsiteX16" fmla="*/ 189612 w 379224"/>
                <a:gd name="connsiteY16" fmla="*/ 257331 h 541749"/>
                <a:gd name="connsiteX17" fmla="*/ 203156 w 379224"/>
                <a:gd name="connsiteY17" fmla="*/ 438140 h 541749"/>
                <a:gd name="connsiteX18" fmla="*/ 203156 w 379224"/>
                <a:gd name="connsiteY18" fmla="*/ 474031 h 541749"/>
                <a:gd name="connsiteX19" fmla="*/ 176068 w 379224"/>
                <a:gd name="connsiteY19" fmla="*/ 474031 h 541749"/>
                <a:gd name="connsiteX20" fmla="*/ 176068 w 379224"/>
                <a:gd name="connsiteY20" fmla="*/ 438140 h 541749"/>
                <a:gd name="connsiteX21" fmla="*/ 148981 w 379224"/>
                <a:gd name="connsiteY21" fmla="*/ 399540 h 541749"/>
                <a:gd name="connsiteX22" fmla="*/ 189612 w 379224"/>
                <a:gd name="connsiteY22" fmla="*/ 358909 h 541749"/>
                <a:gd name="connsiteX23" fmla="*/ 230243 w 379224"/>
                <a:gd name="connsiteY23" fmla="*/ 399540 h 541749"/>
                <a:gd name="connsiteX24" fmla="*/ 203156 w 379224"/>
                <a:gd name="connsiteY24" fmla="*/ 438140 h 541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79224" h="541749">
                  <a:moveTo>
                    <a:pt x="189612" y="257331"/>
                  </a:moveTo>
                  <a:lnTo>
                    <a:pt x="88034" y="264780"/>
                  </a:lnTo>
                  <a:lnTo>
                    <a:pt x="88034" y="142209"/>
                  </a:lnTo>
                  <a:cubicBezTo>
                    <a:pt x="88034" y="86003"/>
                    <a:pt x="133406" y="40631"/>
                    <a:pt x="189612" y="40631"/>
                  </a:cubicBezTo>
                  <a:cubicBezTo>
                    <a:pt x="245819" y="40631"/>
                    <a:pt x="291190" y="86003"/>
                    <a:pt x="291190" y="142209"/>
                  </a:cubicBezTo>
                  <a:lnTo>
                    <a:pt x="291190" y="182840"/>
                  </a:lnTo>
                  <a:lnTo>
                    <a:pt x="331821" y="182840"/>
                  </a:lnTo>
                  <a:lnTo>
                    <a:pt x="331821" y="142209"/>
                  </a:lnTo>
                  <a:cubicBezTo>
                    <a:pt x="331821" y="63656"/>
                    <a:pt x="268166" y="0"/>
                    <a:pt x="189612" y="0"/>
                  </a:cubicBezTo>
                  <a:cubicBezTo>
                    <a:pt x="111059" y="0"/>
                    <a:pt x="47403" y="63656"/>
                    <a:pt x="47403" y="142209"/>
                  </a:cubicBezTo>
                  <a:lnTo>
                    <a:pt x="47403" y="267489"/>
                  </a:lnTo>
                  <a:lnTo>
                    <a:pt x="0" y="270875"/>
                  </a:lnTo>
                  <a:lnTo>
                    <a:pt x="0" y="528205"/>
                  </a:lnTo>
                  <a:lnTo>
                    <a:pt x="189612" y="541749"/>
                  </a:lnTo>
                  <a:lnTo>
                    <a:pt x="379224" y="528205"/>
                  </a:lnTo>
                  <a:lnTo>
                    <a:pt x="379224" y="270875"/>
                  </a:lnTo>
                  <a:lnTo>
                    <a:pt x="189612" y="257331"/>
                  </a:lnTo>
                  <a:close/>
                  <a:moveTo>
                    <a:pt x="203156" y="438140"/>
                  </a:moveTo>
                  <a:lnTo>
                    <a:pt x="203156" y="474031"/>
                  </a:lnTo>
                  <a:lnTo>
                    <a:pt x="176068" y="474031"/>
                  </a:lnTo>
                  <a:lnTo>
                    <a:pt x="176068" y="438140"/>
                  </a:lnTo>
                  <a:cubicBezTo>
                    <a:pt x="160493" y="432722"/>
                    <a:pt x="148981" y="417824"/>
                    <a:pt x="148981" y="399540"/>
                  </a:cubicBezTo>
                  <a:cubicBezTo>
                    <a:pt x="148981" y="377193"/>
                    <a:pt x="167265" y="358909"/>
                    <a:pt x="189612" y="358909"/>
                  </a:cubicBezTo>
                  <a:cubicBezTo>
                    <a:pt x="211959" y="358909"/>
                    <a:pt x="230243" y="377193"/>
                    <a:pt x="230243" y="399540"/>
                  </a:cubicBezTo>
                  <a:cubicBezTo>
                    <a:pt x="230243" y="417147"/>
                    <a:pt x="218731" y="432045"/>
                    <a:pt x="203156" y="438140"/>
                  </a:cubicBezTo>
                  <a:close/>
                </a:path>
              </a:pathLst>
            </a:custGeom>
            <a:solidFill>
              <a:schemeClr val="tx1"/>
            </a:solidFill>
            <a:ln w="674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grpSp>
        <p:nvGrpSpPr>
          <p:cNvPr id="427" name="Gruppieren 426">
            <a:extLst>
              <a:ext uri="{FF2B5EF4-FFF2-40B4-BE49-F238E27FC236}">
                <a16:creationId xmlns:a16="http://schemas.microsoft.com/office/drawing/2014/main" id="{9ACF0DC6-D9B1-42AD-3210-BE4F2EBDBDBE}"/>
              </a:ext>
            </a:extLst>
          </p:cNvPr>
          <p:cNvGrpSpPr>
            <a:grpSpLocks noChangeAspect="1"/>
          </p:cNvGrpSpPr>
          <p:nvPr/>
        </p:nvGrpSpPr>
        <p:grpSpPr>
          <a:xfrm>
            <a:off x="4308171" y="3322267"/>
            <a:ext cx="762000" cy="590550"/>
            <a:chOff x="9875233" y="5924828"/>
            <a:chExt cx="762000" cy="590550"/>
          </a:xfrm>
        </p:grpSpPr>
        <p:sp>
          <p:nvSpPr>
            <p:cNvPr id="499" name="Freihandform: Form 498">
              <a:extLst>
                <a:ext uri="{FF2B5EF4-FFF2-40B4-BE49-F238E27FC236}">
                  <a16:creationId xmlns:a16="http://schemas.microsoft.com/office/drawing/2014/main" id="{147B6F01-566E-B888-AEA1-3CA467F9E7BB}"/>
                </a:ext>
              </a:extLst>
            </p:cNvPr>
            <p:cNvSpPr/>
            <p:nvPr/>
          </p:nvSpPr>
          <p:spPr>
            <a:xfrm>
              <a:off x="9875233" y="5924828"/>
              <a:ext cx="762000" cy="590550"/>
            </a:xfrm>
            <a:custGeom>
              <a:avLst/>
              <a:gdLst>
                <a:gd name="connsiteX0" fmla="*/ 0 w 762000"/>
                <a:gd name="connsiteY0" fmla="*/ 0 h 590550"/>
                <a:gd name="connsiteX1" fmla="*/ 0 w 762000"/>
                <a:gd name="connsiteY1" fmla="*/ 590550 h 590550"/>
                <a:gd name="connsiteX2" fmla="*/ 762000 w 762000"/>
                <a:gd name="connsiteY2" fmla="*/ 590550 h 590550"/>
                <a:gd name="connsiteX3" fmla="*/ 762000 w 762000"/>
                <a:gd name="connsiteY3" fmla="*/ 0 h 590550"/>
                <a:gd name="connsiteX4" fmla="*/ 657225 w 762000"/>
                <a:gd name="connsiteY4" fmla="*/ 57150 h 590550"/>
                <a:gd name="connsiteX5" fmla="*/ 676275 w 762000"/>
                <a:gd name="connsiteY5" fmla="*/ 76200 h 590550"/>
                <a:gd name="connsiteX6" fmla="*/ 657225 w 762000"/>
                <a:gd name="connsiteY6" fmla="*/ 95250 h 590550"/>
                <a:gd name="connsiteX7" fmla="*/ 638175 w 762000"/>
                <a:gd name="connsiteY7" fmla="*/ 76200 h 590550"/>
                <a:gd name="connsiteX8" fmla="*/ 657225 w 762000"/>
                <a:gd name="connsiteY8" fmla="*/ 57150 h 590550"/>
                <a:gd name="connsiteX9" fmla="*/ 590550 w 762000"/>
                <a:gd name="connsiteY9" fmla="*/ 57150 h 590550"/>
                <a:gd name="connsiteX10" fmla="*/ 609600 w 762000"/>
                <a:gd name="connsiteY10" fmla="*/ 76200 h 590550"/>
                <a:gd name="connsiteX11" fmla="*/ 590550 w 762000"/>
                <a:gd name="connsiteY11" fmla="*/ 95250 h 590550"/>
                <a:gd name="connsiteX12" fmla="*/ 571500 w 762000"/>
                <a:gd name="connsiteY12" fmla="*/ 76200 h 590550"/>
                <a:gd name="connsiteX13" fmla="*/ 590550 w 762000"/>
                <a:gd name="connsiteY13" fmla="*/ 57150 h 590550"/>
                <a:gd name="connsiteX14" fmla="*/ 523875 w 762000"/>
                <a:gd name="connsiteY14" fmla="*/ 57150 h 590550"/>
                <a:gd name="connsiteX15" fmla="*/ 542925 w 762000"/>
                <a:gd name="connsiteY15" fmla="*/ 76200 h 590550"/>
                <a:gd name="connsiteX16" fmla="*/ 523875 w 762000"/>
                <a:gd name="connsiteY16" fmla="*/ 95250 h 590550"/>
                <a:gd name="connsiteX17" fmla="*/ 504825 w 762000"/>
                <a:gd name="connsiteY17" fmla="*/ 76200 h 590550"/>
                <a:gd name="connsiteX18" fmla="*/ 523875 w 762000"/>
                <a:gd name="connsiteY18" fmla="*/ 57150 h 590550"/>
                <a:gd name="connsiteX19" fmla="*/ 704850 w 762000"/>
                <a:gd name="connsiteY19" fmla="*/ 533400 h 590550"/>
                <a:gd name="connsiteX20" fmla="*/ 57150 w 762000"/>
                <a:gd name="connsiteY20" fmla="*/ 533400 h 590550"/>
                <a:gd name="connsiteX21" fmla="*/ 57150 w 762000"/>
                <a:gd name="connsiteY21" fmla="*/ 152400 h 590550"/>
                <a:gd name="connsiteX22" fmla="*/ 704850 w 762000"/>
                <a:gd name="connsiteY22" fmla="*/ 152400 h 590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62000" h="590550">
                  <a:moveTo>
                    <a:pt x="0" y="0"/>
                  </a:moveTo>
                  <a:lnTo>
                    <a:pt x="0" y="590550"/>
                  </a:lnTo>
                  <a:lnTo>
                    <a:pt x="762000" y="590550"/>
                  </a:lnTo>
                  <a:lnTo>
                    <a:pt x="762000" y="0"/>
                  </a:lnTo>
                  <a:close/>
                  <a:moveTo>
                    <a:pt x="657225" y="57150"/>
                  </a:moveTo>
                  <a:cubicBezTo>
                    <a:pt x="667746" y="57150"/>
                    <a:pt x="676275" y="65679"/>
                    <a:pt x="676275" y="76200"/>
                  </a:cubicBezTo>
                  <a:cubicBezTo>
                    <a:pt x="676275" y="86721"/>
                    <a:pt x="667746" y="95250"/>
                    <a:pt x="657225" y="95250"/>
                  </a:cubicBezTo>
                  <a:cubicBezTo>
                    <a:pt x="646704" y="95250"/>
                    <a:pt x="638175" y="86721"/>
                    <a:pt x="638175" y="76200"/>
                  </a:cubicBezTo>
                  <a:cubicBezTo>
                    <a:pt x="638175" y="65679"/>
                    <a:pt x="646704" y="57150"/>
                    <a:pt x="657225" y="57150"/>
                  </a:cubicBezTo>
                  <a:close/>
                  <a:moveTo>
                    <a:pt x="590550" y="57150"/>
                  </a:moveTo>
                  <a:cubicBezTo>
                    <a:pt x="601071" y="57150"/>
                    <a:pt x="609600" y="65679"/>
                    <a:pt x="609600" y="76200"/>
                  </a:cubicBezTo>
                  <a:cubicBezTo>
                    <a:pt x="609600" y="86721"/>
                    <a:pt x="601071" y="95250"/>
                    <a:pt x="590550" y="95250"/>
                  </a:cubicBezTo>
                  <a:cubicBezTo>
                    <a:pt x="580029" y="95250"/>
                    <a:pt x="571500" y="86721"/>
                    <a:pt x="571500" y="76200"/>
                  </a:cubicBezTo>
                  <a:cubicBezTo>
                    <a:pt x="571500" y="65679"/>
                    <a:pt x="580029" y="57150"/>
                    <a:pt x="590550" y="57150"/>
                  </a:cubicBezTo>
                  <a:close/>
                  <a:moveTo>
                    <a:pt x="523875" y="57150"/>
                  </a:moveTo>
                  <a:cubicBezTo>
                    <a:pt x="534396" y="57150"/>
                    <a:pt x="542925" y="65679"/>
                    <a:pt x="542925" y="76200"/>
                  </a:cubicBezTo>
                  <a:cubicBezTo>
                    <a:pt x="542925" y="86721"/>
                    <a:pt x="534396" y="95250"/>
                    <a:pt x="523875" y="95250"/>
                  </a:cubicBezTo>
                  <a:cubicBezTo>
                    <a:pt x="513354" y="95250"/>
                    <a:pt x="504825" y="86721"/>
                    <a:pt x="504825" y="76200"/>
                  </a:cubicBezTo>
                  <a:cubicBezTo>
                    <a:pt x="504825" y="65679"/>
                    <a:pt x="513354" y="57150"/>
                    <a:pt x="523875" y="57150"/>
                  </a:cubicBezTo>
                  <a:close/>
                  <a:moveTo>
                    <a:pt x="704850" y="533400"/>
                  </a:moveTo>
                  <a:lnTo>
                    <a:pt x="57150" y="533400"/>
                  </a:lnTo>
                  <a:lnTo>
                    <a:pt x="57150" y="152400"/>
                  </a:lnTo>
                  <a:lnTo>
                    <a:pt x="704850" y="152400"/>
                  </a:lnTo>
                  <a:close/>
                </a:path>
              </a:pathLst>
            </a:custGeom>
            <a:solidFill>
              <a:schemeClr val="tx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nvGrpSpPr>
            <p:cNvPr id="507" name="Gruppieren 506">
              <a:extLst>
                <a:ext uri="{FF2B5EF4-FFF2-40B4-BE49-F238E27FC236}">
                  <a16:creationId xmlns:a16="http://schemas.microsoft.com/office/drawing/2014/main" id="{569D7278-DE7B-86FC-6B77-2180C7108A84}"/>
                </a:ext>
              </a:extLst>
            </p:cNvPr>
            <p:cNvGrpSpPr>
              <a:grpSpLocks noChangeAspect="1"/>
            </p:cNvGrpSpPr>
            <p:nvPr/>
          </p:nvGrpSpPr>
          <p:grpSpPr>
            <a:xfrm>
              <a:off x="10100581" y="6105480"/>
              <a:ext cx="311304" cy="311304"/>
              <a:chOff x="1422258" y="6013481"/>
              <a:chExt cx="647700" cy="647700"/>
            </a:xfrm>
          </p:grpSpPr>
          <p:sp>
            <p:nvSpPr>
              <p:cNvPr id="508" name="Freihandform: Form 507">
                <a:extLst>
                  <a:ext uri="{FF2B5EF4-FFF2-40B4-BE49-F238E27FC236}">
                    <a16:creationId xmlns:a16="http://schemas.microsoft.com/office/drawing/2014/main" id="{1B127C9E-51FB-B25B-BA9B-65B1D4006001}"/>
                  </a:ext>
                </a:extLst>
              </p:cNvPr>
              <p:cNvSpPr/>
              <p:nvPr/>
            </p:nvSpPr>
            <p:spPr>
              <a:xfrm>
                <a:off x="1727058" y="6013481"/>
                <a:ext cx="38100" cy="114300"/>
              </a:xfrm>
              <a:custGeom>
                <a:avLst/>
                <a:gdLst>
                  <a:gd name="connsiteX0" fmla="*/ 0 w 38100"/>
                  <a:gd name="connsiteY0" fmla="*/ 0 h 114300"/>
                  <a:gd name="connsiteX1" fmla="*/ 38100 w 38100"/>
                  <a:gd name="connsiteY1" fmla="*/ 0 h 114300"/>
                  <a:gd name="connsiteX2" fmla="*/ 38100 w 38100"/>
                  <a:gd name="connsiteY2" fmla="*/ 114300 h 114300"/>
                  <a:gd name="connsiteX3" fmla="*/ 0 w 38100"/>
                  <a:gd name="connsiteY3" fmla="*/ 114300 h 114300"/>
                </a:gdLst>
                <a:ahLst/>
                <a:cxnLst>
                  <a:cxn ang="0">
                    <a:pos x="connsiteX0" y="connsiteY0"/>
                  </a:cxn>
                  <a:cxn ang="0">
                    <a:pos x="connsiteX1" y="connsiteY1"/>
                  </a:cxn>
                  <a:cxn ang="0">
                    <a:pos x="connsiteX2" y="connsiteY2"/>
                  </a:cxn>
                  <a:cxn ang="0">
                    <a:pos x="connsiteX3" y="connsiteY3"/>
                  </a:cxn>
                </a:cxnLst>
                <a:rect l="l" t="t" r="r" b="b"/>
                <a:pathLst>
                  <a:path w="38100" h="114300">
                    <a:moveTo>
                      <a:pt x="0" y="0"/>
                    </a:moveTo>
                    <a:lnTo>
                      <a:pt x="38100" y="0"/>
                    </a:lnTo>
                    <a:lnTo>
                      <a:pt x="38100" y="114300"/>
                    </a:lnTo>
                    <a:lnTo>
                      <a:pt x="0" y="114300"/>
                    </a:ln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509" name="Freihandform: Form 508">
                <a:extLst>
                  <a:ext uri="{FF2B5EF4-FFF2-40B4-BE49-F238E27FC236}">
                    <a16:creationId xmlns:a16="http://schemas.microsoft.com/office/drawing/2014/main" id="{310B0131-BAB5-8DCE-A1EB-1C3987B2C595}"/>
                  </a:ext>
                </a:extLst>
              </p:cNvPr>
              <p:cNvSpPr/>
              <p:nvPr/>
            </p:nvSpPr>
            <p:spPr>
              <a:xfrm rot="8100000">
                <a:off x="1925652" y="6085401"/>
                <a:ext cx="107631" cy="38099"/>
              </a:xfrm>
              <a:custGeom>
                <a:avLst/>
                <a:gdLst>
                  <a:gd name="connsiteX0" fmla="*/ 0 w 107631"/>
                  <a:gd name="connsiteY0" fmla="*/ 0 h 38099"/>
                  <a:gd name="connsiteX1" fmla="*/ 107632 w 107631"/>
                  <a:gd name="connsiteY1" fmla="*/ 0 h 38099"/>
                  <a:gd name="connsiteX2" fmla="*/ 107632 w 107631"/>
                  <a:gd name="connsiteY2" fmla="*/ 38100 h 38099"/>
                  <a:gd name="connsiteX3" fmla="*/ 0 w 107631"/>
                  <a:gd name="connsiteY3" fmla="*/ 38100 h 38099"/>
                </a:gdLst>
                <a:ahLst/>
                <a:cxnLst>
                  <a:cxn ang="0">
                    <a:pos x="connsiteX0" y="connsiteY0"/>
                  </a:cxn>
                  <a:cxn ang="0">
                    <a:pos x="connsiteX1" y="connsiteY1"/>
                  </a:cxn>
                  <a:cxn ang="0">
                    <a:pos x="connsiteX2" y="connsiteY2"/>
                  </a:cxn>
                  <a:cxn ang="0">
                    <a:pos x="connsiteX3" y="connsiteY3"/>
                  </a:cxn>
                </a:cxnLst>
                <a:rect l="l" t="t" r="r" b="b"/>
                <a:pathLst>
                  <a:path w="107631" h="38099">
                    <a:moveTo>
                      <a:pt x="0" y="0"/>
                    </a:moveTo>
                    <a:lnTo>
                      <a:pt x="107632" y="0"/>
                    </a:lnTo>
                    <a:lnTo>
                      <a:pt x="107632" y="38100"/>
                    </a:lnTo>
                    <a:lnTo>
                      <a:pt x="0" y="38100"/>
                    </a:ln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510" name="Freihandform: Form 509">
                <a:extLst>
                  <a:ext uri="{FF2B5EF4-FFF2-40B4-BE49-F238E27FC236}">
                    <a16:creationId xmlns:a16="http://schemas.microsoft.com/office/drawing/2014/main" id="{AD42A400-C4C3-A107-436A-8319475B5F11}"/>
                  </a:ext>
                </a:extLst>
              </p:cNvPr>
              <p:cNvSpPr/>
              <p:nvPr/>
            </p:nvSpPr>
            <p:spPr>
              <a:xfrm rot="8100000">
                <a:off x="1493218" y="6050155"/>
                <a:ext cx="38099" cy="107631"/>
              </a:xfrm>
              <a:custGeom>
                <a:avLst/>
                <a:gdLst>
                  <a:gd name="connsiteX0" fmla="*/ 0 w 38099"/>
                  <a:gd name="connsiteY0" fmla="*/ 0 h 107631"/>
                  <a:gd name="connsiteX1" fmla="*/ 38100 w 38099"/>
                  <a:gd name="connsiteY1" fmla="*/ 0 h 107631"/>
                  <a:gd name="connsiteX2" fmla="*/ 38100 w 38099"/>
                  <a:gd name="connsiteY2" fmla="*/ 107632 h 107631"/>
                  <a:gd name="connsiteX3" fmla="*/ 0 w 38099"/>
                  <a:gd name="connsiteY3" fmla="*/ 107632 h 107631"/>
                </a:gdLst>
                <a:ahLst/>
                <a:cxnLst>
                  <a:cxn ang="0">
                    <a:pos x="connsiteX0" y="connsiteY0"/>
                  </a:cxn>
                  <a:cxn ang="0">
                    <a:pos x="connsiteX1" y="connsiteY1"/>
                  </a:cxn>
                  <a:cxn ang="0">
                    <a:pos x="connsiteX2" y="connsiteY2"/>
                  </a:cxn>
                  <a:cxn ang="0">
                    <a:pos x="connsiteX3" y="connsiteY3"/>
                  </a:cxn>
                </a:cxnLst>
                <a:rect l="l" t="t" r="r" b="b"/>
                <a:pathLst>
                  <a:path w="38099" h="107631">
                    <a:moveTo>
                      <a:pt x="0" y="0"/>
                    </a:moveTo>
                    <a:lnTo>
                      <a:pt x="38100" y="0"/>
                    </a:lnTo>
                    <a:lnTo>
                      <a:pt x="38100" y="107632"/>
                    </a:lnTo>
                    <a:lnTo>
                      <a:pt x="0" y="107632"/>
                    </a:ln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511" name="Freihandform: Form 510">
                <a:extLst>
                  <a:ext uri="{FF2B5EF4-FFF2-40B4-BE49-F238E27FC236}">
                    <a16:creationId xmlns:a16="http://schemas.microsoft.com/office/drawing/2014/main" id="{21AFB591-A027-6269-DC53-A50684F0D60A}"/>
                  </a:ext>
                </a:extLst>
              </p:cNvPr>
              <p:cNvSpPr/>
              <p:nvPr/>
            </p:nvSpPr>
            <p:spPr>
              <a:xfrm>
                <a:off x="1974708" y="6280181"/>
                <a:ext cx="95250" cy="38100"/>
              </a:xfrm>
              <a:custGeom>
                <a:avLst/>
                <a:gdLst>
                  <a:gd name="connsiteX0" fmla="*/ 0 w 95250"/>
                  <a:gd name="connsiteY0" fmla="*/ 0 h 38100"/>
                  <a:gd name="connsiteX1" fmla="*/ 95250 w 95250"/>
                  <a:gd name="connsiteY1" fmla="*/ 0 h 38100"/>
                  <a:gd name="connsiteX2" fmla="*/ 95250 w 95250"/>
                  <a:gd name="connsiteY2" fmla="*/ 38100 h 38100"/>
                  <a:gd name="connsiteX3" fmla="*/ 0 w 95250"/>
                  <a:gd name="connsiteY3" fmla="*/ 38100 h 38100"/>
                </a:gdLst>
                <a:ahLst/>
                <a:cxnLst>
                  <a:cxn ang="0">
                    <a:pos x="connsiteX0" y="connsiteY0"/>
                  </a:cxn>
                  <a:cxn ang="0">
                    <a:pos x="connsiteX1" y="connsiteY1"/>
                  </a:cxn>
                  <a:cxn ang="0">
                    <a:pos x="connsiteX2" y="connsiteY2"/>
                  </a:cxn>
                  <a:cxn ang="0">
                    <a:pos x="connsiteX3" y="connsiteY3"/>
                  </a:cxn>
                </a:cxnLst>
                <a:rect l="l" t="t" r="r" b="b"/>
                <a:pathLst>
                  <a:path w="95250" h="38100">
                    <a:moveTo>
                      <a:pt x="0" y="0"/>
                    </a:moveTo>
                    <a:lnTo>
                      <a:pt x="95250" y="0"/>
                    </a:lnTo>
                    <a:lnTo>
                      <a:pt x="95250" y="38100"/>
                    </a:lnTo>
                    <a:lnTo>
                      <a:pt x="0" y="38100"/>
                    </a:ln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371" name="Freihandform: Form 370">
                <a:extLst>
                  <a:ext uri="{FF2B5EF4-FFF2-40B4-BE49-F238E27FC236}">
                    <a16:creationId xmlns:a16="http://schemas.microsoft.com/office/drawing/2014/main" id="{943C2ED2-6CA2-874B-66F5-5196F3E87D80}"/>
                  </a:ext>
                </a:extLst>
              </p:cNvPr>
              <p:cNvSpPr/>
              <p:nvPr/>
            </p:nvSpPr>
            <p:spPr>
              <a:xfrm>
                <a:off x="1422258" y="6280181"/>
                <a:ext cx="95250" cy="38100"/>
              </a:xfrm>
              <a:custGeom>
                <a:avLst/>
                <a:gdLst>
                  <a:gd name="connsiteX0" fmla="*/ 0 w 95250"/>
                  <a:gd name="connsiteY0" fmla="*/ 0 h 38100"/>
                  <a:gd name="connsiteX1" fmla="*/ 95250 w 95250"/>
                  <a:gd name="connsiteY1" fmla="*/ 0 h 38100"/>
                  <a:gd name="connsiteX2" fmla="*/ 95250 w 95250"/>
                  <a:gd name="connsiteY2" fmla="*/ 38100 h 38100"/>
                  <a:gd name="connsiteX3" fmla="*/ 0 w 95250"/>
                  <a:gd name="connsiteY3" fmla="*/ 38100 h 38100"/>
                </a:gdLst>
                <a:ahLst/>
                <a:cxnLst>
                  <a:cxn ang="0">
                    <a:pos x="connsiteX0" y="connsiteY0"/>
                  </a:cxn>
                  <a:cxn ang="0">
                    <a:pos x="connsiteX1" y="connsiteY1"/>
                  </a:cxn>
                  <a:cxn ang="0">
                    <a:pos x="connsiteX2" y="connsiteY2"/>
                  </a:cxn>
                  <a:cxn ang="0">
                    <a:pos x="connsiteX3" y="connsiteY3"/>
                  </a:cxn>
                </a:cxnLst>
                <a:rect l="l" t="t" r="r" b="b"/>
                <a:pathLst>
                  <a:path w="95250" h="38100">
                    <a:moveTo>
                      <a:pt x="0" y="0"/>
                    </a:moveTo>
                    <a:lnTo>
                      <a:pt x="95250" y="0"/>
                    </a:lnTo>
                    <a:lnTo>
                      <a:pt x="95250" y="38100"/>
                    </a:lnTo>
                    <a:lnTo>
                      <a:pt x="0" y="38100"/>
                    </a:ln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372" name="Freihandform: Form 371">
                <a:extLst>
                  <a:ext uri="{FF2B5EF4-FFF2-40B4-BE49-F238E27FC236}">
                    <a16:creationId xmlns:a16="http://schemas.microsoft.com/office/drawing/2014/main" id="{EF0F919D-3E63-C830-2244-54B99FAD8145}"/>
                  </a:ext>
                </a:extLst>
              </p:cNvPr>
              <p:cNvSpPr/>
              <p:nvPr/>
            </p:nvSpPr>
            <p:spPr>
              <a:xfrm>
                <a:off x="1422258" y="6165881"/>
                <a:ext cx="647700" cy="495300"/>
              </a:xfrm>
              <a:custGeom>
                <a:avLst/>
                <a:gdLst>
                  <a:gd name="connsiteX0" fmla="*/ 171450 w 647700"/>
                  <a:gd name="connsiteY0" fmla="*/ 381000 h 495300"/>
                  <a:gd name="connsiteX1" fmla="*/ 203835 w 647700"/>
                  <a:gd name="connsiteY1" fmla="*/ 57150 h 495300"/>
                  <a:gd name="connsiteX2" fmla="*/ 442913 w 647700"/>
                  <a:gd name="connsiteY2" fmla="*/ 57150 h 495300"/>
                  <a:gd name="connsiteX3" fmla="*/ 476250 w 647700"/>
                  <a:gd name="connsiteY3" fmla="*/ 381000 h 495300"/>
                  <a:gd name="connsiteX4" fmla="*/ 171450 w 647700"/>
                  <a:gd name="connsiteY4" fmla="*/ 381000 h 495300"/>
                  <a:gd name="connsiteX5" fmla="*/ 590550 w 647700"/>
                  <a:gd name="connsiteY5" fmla="*/ 381000 h 495300"/>
                  <a:gd name="connsiteX6" fmla="*/ 533400 w 647700"/>
                  <a:gd name="connsiteY6" fmla="*/ 381000 h 495300"/>
                  <a:gd name="connsiteX7" fmla="*/ 499110 w 647700"/>
                  <a:gd name="connsiteY7" fmla="*/ 34290 h 495300"/>
                  <a:gd name="connsiteX8" fmla="*/ 461010 w 647700"/>
                  <a:gd name="connsiteY8" fmla="*/ 0 h 495300"/>
                  <a:gd name="connsiteX9" fmla="*/ 186690 w 647700"/>
                  <a:gd name="connsiteY9" fmla="*/ 0 h 495300"/>
                  <a:gd name="connsiteX10" fmla="*/ 148590 w 647700"/>
                  <a:gd name="connsiteY10" fmla="*/ 34290 h 495300"/>
                  <a:gd name="connsiteX11" fmla="*/ 114300 w 647700"/>
                  <a:gd name="connsiteY11" fmla="*/ 381000 h 495300"/>
                  <a:gd name="connsiteX12" fmla="*/ 57150 w 647700"/>
                  <a:gd name="connsiteY12" fmla="*/ 381000 h 495300"/>
                  <a:gd name="connsiteX13" fmla="*/ 57150 w 647700"/>
                  <a:gd name="connsiteY13" fmla="*/ 438150 h 495300"/>
                  <a:gd name="connsiteX14" fmla="*/ 0 w 647700"/>
                  <a:gd name="connsiteY14" fmla="*/ 438150 h 495300"/>
                  <a:gd name="connsiteX15" fmla="*/ 0 w 647700"/>
                  <a:gd name="connsiteY15" fmla="*/ 495300 h 495300"/>
                  <a:gd name="connsiteX16" fmla="*/ 647700 w 647700"/>
                  <a:gd name="connsiteY16" fmla="*/ 495300 h 495300"/>
                  <a:gd name="connsiteX17" fmla="*/ 647700 w 647700"/>
                  <a:gd name="connsiteY17" fmla="*/ 438150 h 495300"/>
                  <a:gd name="connsiteX18" fmla="*/ 590550 w 647700"/>
                  <a:gd name="connsiteY18" fmla="*/ 438150 h 495300"/>
                  <a:gd name="connsiteX19" fmla="*/ 590550 w 647700"/>
                  <a:gd name="connsiteY19" fmla="*/ 381000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47700" h="495300">
                    <a:moveTo>
                      <a:pt x="171450" y="381000"/>
                    </a:moveTo>
                    <a:lnTo>
                      <a:pt x="203835" y="57150"/>
                    </a:lnTo>
                    <a:lnTo>
                      <a:pt x="442913" y="57150"/>
                    </a:lnTo>
                    <a:lnTo>
                      <a:pt x="476250" y="381000"/>
                    </a:lnTo>
                    <a:lnTo>
                      <a:pt x="171450" y="381000"/>
                    </a:lnTo>
                    <a:close/>
                    <a:moveTo>
                      <a:pt x="590550" y="381000"/>
                    </a:moveTo>
                    <a:lnTo>
                      <a:pt x="533400" y="381000"/>
                    </a:lnTo>
                    <a:lnTo>
                      <a:pt x="499110" y="34290"/>
                    </a:lnTo>
                    <a:cubicBezTo>
                      <a:pt x="497205" y="15240"/>
                      <a:pt x="481013" y="0"/>
                      <a:pt x="461010" y="0"/>
                    </a:cubicBezTo>
                    <a:lnTo>
                      <a:pt x="186690" y="0"/>
                    </a:lnTo>
                    <a:cubicBezTo>
                      <a:pt x="166688" y="0"/>
                      <a:pt x="150495" y="15240"/>
                      <a:pt x="148590" y="34290"/>
                    </a:cubicBezTo>
                    <a:lnTo>
                      <a:pt x="114300" y="381000"/>
                    </a:lnTo>
                    <a:lnTo>
                      <a:pt x="57150" y="381000"/>
                    </a:lnTo>
                    <a:lnTo>
                      <a:pt x="57150" y="438150"/>
                    </a:lnTo>
                    <a:lnTo>
                      <a:pt x="0" y="438150"/>
                    </a:lnTo>
                    <a:lnTo>
                      <a:pt x="0" y="495300"/>
                    </a:lnTo>
                    <a:lnTo>
                      <a:pt x="647700" y="495300"/>
                    </a:lnTo>
                    <a:lnTo>
                      <a:pt x="647700" y="438150"/>
                    </a:lnTo>
                    <a:lnTo>
                      <a:pt x="590550" y="438150"/>
                    </a:lnTo>
                    <a:lnTo>
                      <a:pt x="590550" y="381000"/>
                    </a:lnTo>
                    <a:close/>
                  </a:path>
                </a:pathLst>
              </a:custGeom>
              <a:solidFill>
                <a:schemeClr val="tx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373" name="Freihandform: Form 372">
                <a:extLst>
                  <a:ext uri="{FF2B5EF4-FFF2-40B4-BE49-F238E27FC236}">
                    <a16:creationId xmlns:a16="http://schemas.microsoft.com/office/drawing/2014/main" id="{A0A63208-F9D5-DF57-5B78-A08B0AE81835}"/>
                  </a:ext>
                </a:extLst>
              </p:cNvPr>
              <p:cNvSpPr/>
              <p:nvPr/>
            </p:nvSpPr>
            <p:spPr>
              <a:xfrm>
                <a:off x="1791827" y="6261131"/>
                <a:ext cx="62865" cy="247650"/>
              </a:xfrm>
              <a:custGeom>
                <a:avLst/>
                <a:gdLst>
                  <a:gd name="connsiteX0" fmla="*/ 0 w 62865"/>
                  <a:gd name="connsiteY0" fmla="*/ 0 h 247650"/>
                  <a:gd name="connsiteX1" fmla="*/ 23813 w 62865"/>
                  <a:gd name="connsiteY1" fmla="*/ 247650 h 247650"/>
                  <a:gd name="connsiteX2" fmla="*/ 62865 w 62865"/>
                  <a:gd name="connsiteY2" fmla="*/ 247650 h 247650"/>
                  <a:gd name="connsiteX3" fmla="*/ 38100 w 62865"/>
                  <a:gd name="connsiteY3" fmla="*/ 0 h 247650"/>
                </a:gdLst>
                <a:ahLst/>
                <a:cxnLst>
                  <a:cxn ang="0">
                    <a:pos x="connsiteX0" y="connsiteY0"/>
                  </a:cxn>
                  <a:cxn ang="0">
                    <a:pos x="connsiteX1" y="connsiteY1"/>
                  </a:cxn>
                  <a:cxn ang="0">
                    <a:pos x="connsiteX2" y="connsiteY2"/>
                  </a:cxn>
                  <a:cxn ang="0">
                    <a:pos x="connsiteX3" y="connsiteY3"/>
                  </a:cxn>
                </a:cxnLst>
                <a:rect l="l" t="t" r="r" b="b"/>
                <a:pathLst>
                  <a:path w="62865" h="247650">
                    <a:moveTo>
                      <a:pt x="0" y="0"/>
                    </a:moveTo>
                    <a:lnTo>
                      <a:pt x="23813" y="247650"/>
                    </a:lnTo>
                    <a:lnTo>
                      <a:pt x="62865" y="247650"/>
                    </a:lnTo>
                    <a:lnTo>
                      <a:pt x="38100" y="0"/>
                    </a:ln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grpSp>
      <p:grpSp>
        <p:nvGrpSpPr>
          <p:cNvPr id="515" name="Gruppieren 514">
            <a:extLst>
              <a:ext uri="{FF2B5EF4-FFF2-40B4-BE49-F238E27FC236}">
                <a16:creationId xmlns:a16="http://schemas.microsoft.com/office/drawing/2014/main" id="{F7547F50-6676-9802-674E-1F916293FA94}"/>
              </a:ext>
            </a:extLst>
          </p:cNvPr>
          <p:cNvGrpSpPr>
            <a:grpSpLocks noChangeAspect="1"/>
          </p:cNvGrpSpPr>
          <p:nvPr/>
        </p:nvGrpSpPr>
        <p:grpSpPr>
          <a:xfrm>
            <a:off x="6979837" y="3025756"/>
            <a:ext cx="676275" cy="762000"/>
            <a:chOff x="6979837" y="3025756"/>
            <a:chExt cx="676275" cy="762000"/>
          </a:xfrm>
        </p:grpSpPr>
        <p:sp>
          <p:nvSpPr>
            <p:cNvPr id="513" name="Freihandform: Form 512">
              <a:extLst>
                <a:ext uri="{FF2B5EF4-FFF2-40B4-BE49-F238E27FC236}">
                  <a16:creationId xmlns:a16="http://schemas.microsoft.com/office/drawing/2014/main" id="{EAC5BE96-9032-E98F-6536-D1F835556930}"/>
                </a:ext>
              </a:extLst>
            </p:cNvPr>
            <p:cNvSpPr/>
            <p:nvPr/>
          </p:nvSpPr>
          <p:spPr>
            <a:xfrm>
              <a:off x="7196559" y="3025756"/>
              <a:ext cx="240477" cy="304800"/>
            </a:xfrm>
            <a:custGeom>
              <a:avLst/>
              <a:gdLst>
                <a:gd name="connsiteX0" fmla="*/ 110719 w 240477"/>
                <a:gd name="connsiteY0" fmla="*/ 114300 h 304800"/>
                <a:gd name="connsiteX1" fmla="*/ 110719 w 240477"/>
                <a:gd name="connsiteY1" fmla="*/ 304800 h 304800"/>
                <a:gd name="connsiteX2" fmla="*/ 129769 w 240477"/>
                <a:gd name="connsiteY2" fmla="*/ 304800 h 304800"/>
                <a:gd name="connsiteX3" fmla="*/ 129769 w 240477"/>
                <a:gd name="connsiteY3" fmla="*/ 200025 h 304800"/>
                <a:gd name="connsiteX4" fmla="*/ 207140 w 240477"/>
                <a:gd name="connsiteY4" fmla="*/ 200025 h 304800"/>
                <a:gd name="connsiteX5" fmla="*/ 240478 w 240477"/>
                <a:gd name="connsiteY5" fmla="*/ 166688 h 304800"/>
                <a:gd name="connsiteX6" fmla="*/ 206445 w 240477"/>
                <a:gd name="connsiteY6" fmla="*/ 133350 h 304800"/>
                <a:gd name="connsiteX7" fmla="*/ 129769 w 240477"/>
                <a:gd name="connsiteY7" fmla="*/ 133350 h 304800"/>
                <a:gd name="connsiteX8" fmla="*/ 129769 w 240477"/>
                <a:gd name="connsiteY8" fmla="*/ 9525 h 304800"/>
                <a:gd name="connsiteX9" fmla="*/ 120244 w 240477"/>
                <a:gd name="connsiteY9" fmla="*/ 0 h 304800"/>
                <a:gd name="connsiteX10" fmla="*/ 110719 w 240477"/>
                <a:gd name="connsiteY10" fmla="*/ 9525 h 304800"/>
                <a:gd name="connsiteX11" fmla="*/ 110719 w 240477"/>
                <a:gd name="connsiteY11" fmla="*/ 47625 h 304800"/>
                <a:gd name="connsiteX12" fmla="*/ 34033 w 240477"/>
                <a:gd name="connsiteY12" fmla="*/ 47625 h 304800"/>
                <a:gd name="connsiteX13" fmla="*/ 0 w 240477"/>
                <a:gd name="connsiteY13" fmla="*/ 80963 h 304800"/>
                <a:gd name="connsiteX14" fmla="*/ 33338 w 240477"/>
                <a:gd name="connsiteY14" fmla="*/ 114300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40477" h="304800">
                  <a:moveTo>
                    <a:pt x="110719" y="114300"/>
                  </a:moveTo>
                  <a:lnTo>
                    <a:pt x="110719" y="304800"/>
                  </a:lnTo>
                  <a:lnTo>
                    <a:pt x="129769" y="304800"/>
                  </a:lnTo>
                  <a:lnTo>
                    <a:pt x="129769" y="200025"/>
                  </a:lnTo>
                  <a:lnTo>
                    <a:pt x="207140" y="200025"/>
                  </a:lnTo>
                  <a:lnTo>
                    <a:pt x="240478" y="166688"/>
                  </a:lnTo>
                  <a:lnTo>
                    <a:pt x="206445" y="133350"/>
                  </a:lnTo>
                  <a:lnTo>
                    <a:pt x="129769" y="133350"/>
                  </a:lnTo>
                  <a:lnTo>
                    <a:pt x="129769" y="9525"/>
                  </a:lnTo>
                  <a:cubicBezTo>
                    <a:pt x="129769" y="4265"/>
                    <a:pt x="125504" y="0"/>
                    <a:pt x="120244" y="0"/>
                  </a:cubicBezTo>
                  <a:cubicBezTo>
                    <a:pt x="114983" y="0"/>
                    <a:pt x="110719" y="4265"/>
                    <a:pt x="110719" y="9525"/>
                  </a:cubicBezTo>
                  <a:lnTo>
                    <a:pt x="110719" y="47625"/>
                  </a:lnTo>
                  <a:lnTo>
                    <a:pt x="34033" y="47625"/>
                  </a:lnTo>
                  <a:lnTo>
                    <a:pt x="0" y="80963"/>
                  </a:lnTo>
                  <a:lnTo>
                    <a:pt x="33338" y="114300"/>
                  </a:ln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514" name="Freihandform: Form 513">
              <a:extLst>
                <a:ext uri="{FF2B5EF4-FFF2-40B4-BE49-F238E27FC236}">
                  <a16:creationId xmlns:a16="http://schemas.microsoft.com/office/drawing/2014/main" id="{EB93C7E3-28DC-31F0-F801-2C9702AD6591}"/>
                </a:ext>
              </a:extLst>
            </p:cNvPr>
            <p:cNvSpPr/>
            <p:nvPr/>
          </p:nvSpPr>
          <p:spPr>
            <a:xfrm>
              <a:off x="6979837" y="3140056"/>
              <a:ext cx="676275" cy="647700"/>
            </a:xfrm>
            <a:custGeom>
              <a:avLst/>
              <a:gdLst>
                <a:gd name="connsiteX0" fmla="*/ 676275 w 676275"/>
                <a:gd name="connsiteY0" fmla="*/ 647700 h 647700"/>
                <a:gd name="connsiteX1" fmla="*/ 533400 w 676275"/>
                <a:gd name="connsiteY1" fmla="*/ 301800 h 647700"/>
                <a:gd name="connsiteX2" fmla="*/ 552993 w 676275"/>
                <a:gd name="connsiteY2" fmla="*/ 128102 h 647700"/>
                <a:gd name="connsiteX3" fmla="*/ 643728 w 676275"/>
                <a:gd name="connsiteY3" fmla="*/ 0 h 647700"/>
                <a:gd name="connsiteX4" fmla="*/ 561975 w 676275"/>
                <a:gd name="connsiteY4" fmla="*/ 0 h 647700"/>
                <a:gd name="connsiteX5" fmla="*/ 405432 w 676275"/>
                <a:gd name="connsiteY5" fmla="*/ 156543 h 647700"/>
                <a:gd name="connsiteX6" fmla="*/ 352425 w 676275"/>
                <a:gd name="connsiteY6" fmla="*/ 284512 h 647700"/>
                <a:gd name="connsiteX7" fmla="*/ 352425 w 676275"/>
                <a:gd name="connsiteY7" fmla="*/ 304800 h 647700"/>
                <a:gd name="connsiteX8" fmla="*/ 323850 w 676275"/>
                <a:gd name="connsiteY8" fmla="*/ 304800 h 647700"/>
                <a:gd name="connsiteX9" fmla="*/ 323850 w 676275"/>
                <a:gd name="connsiteY9" fmla="*/ 284512 h 647700"/>
                <a:gd name="connsiteX10" fmla="*/ 270843 w 676275"/>
                <a:gd name="connsiteY10" fmla="*/ 156543 h 647700"/>
                <a:gd name="connsiteX11" fmla="*/ 114300 w 676275"/>
                <a:gd name="connsiteY11" fmla="*/ 0 h 647700"/>
                <a:gd name="connsiteX12" fmla="*/ 32547 w 676275"/>
                <a:gd name="connsiteY12" fmla="*/ 0 h 647700"/>
                <a:gd name="connsiteX13" fmla="*/ 123282 w 676275"/>
                <a:gd name="connsiteY13" fmla="*/ 128102 h 647700"/>
                <a:gd name="connsiteX14" fmla="*/ 142875 w 676275"/>
                <a:gd name="connsiteY14" fmla="*/ 301800 h 647700"/>
                <a:gd name="connsiteX15" fmla="*/ 0 w 676275"/>
                <a:gd name="connsiteY15" fmla="*/ 647700 h 647700"/>
                <a:gd name="connsiteX16" fmla="*/ 323850 w 676275"/>
                <a:gd name="connsiteY16" fmla="*/ 647700 h 647700"/>
                <a:gd name="connsiteX17" fmla="*/ 323850 w 676275"/>
                <a:gd name="connsiteY17" fmla="*/ 590550 h 647700"/>
                <a:gd name="connsiteX18" fmla="*/ 352425 w 676275"/>
                <a:gd name="connsiteY18" fmla="*/ 590550 h 647700"/>
                <a:gd name="connsiteX19" fmla="*/ 352425 w 676275"/>
                <a:gd name="connsiteY19" fmla="*/ 647700 h 647700"/>
                <a:gd name="connsiteX20" fmla="*/ 352425 w 676275"/>
                <a:gd name="connsiteY20" fmla="*/ 361950 h 647700"/>
                <a:gd name="connsiteX21" fmla="*/ 352425 w 676275"/>
                <a:gd name="connsiteY21" fmla="*/ 419100 h 647700"/>
                <a:gd name="connsiteX22" fmla="*/ 323850 w 676275"/>
                <a:gd name="connsiteY22" fmla="*/ 419100 h 647700"/>
                <a:gd name="connsiteX23" fmla="*/ 323850 w 676275"/>
                <a:gd name="connsiteY23" fmla="*/ 361950 h 647700"/>
                <a:gd name="connsiteX24" fmla="*/ 323850 w 676275"/>
                <a:gd name="connsiteY24" fmla="*/ 533400 h 647700"/>
                <a:gd name="connsiteX25" fmla="*/ 323850 w 676275"/>
                <a:gd name="connsiteY25" fmla="*/ 476250 h 647700"/>
                <a:gd name="connsiteX26" fmla="*/ 352425 w 676275"/>
                <a:gd name="connsiteY26" fmla="*/ 476250 h 647700"/>
                <a:gd name="connsiteX27" fmla="*/ 352425 w 676275"/>
                <a:gd name="connsiteY27" fmla="*/ 53340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676275" h="647700">
                  <a:moveTo>
                    <a:pt x="676275" y="647700"/>
                  </a:moveTo>
                  <a:lnTo>
                    <a:pt x="533400" y="301800"/>
                  </a:lnTo>
                  <a:cubicBezTo>
                    <a:pt x="509683" y="244375"/>
                    <a:pt x="517080" y="178799"/>
                    <a:pt x="552993" y="128102"/>
                  </a:cubicBezTo>
                  <a:lnTo>
                    <a:pt x="643728" y="0"/>
                  </a:lnTo>
                  <a:lnTo>
                    <a:pt x="561975" y="0"/>
                  </a:lnTo>
                  <a:lnTo>
                    <a:pt x="405432" y="156543"/>
                  </a:lnTo>
                  <a:cubicBezTo>
                    <a:pt x="371492" y="190483"/>
                    <a:pt x="352425" y="236514"/>
                    <a:pt x="352425" y="284512"/>
                  </a:cubicBezTo>
                  <a:lnTo>
                    <a:pt x="352425" y="304800"/>
                  </a:lnTo>
                  <a:lnTo>
                    <a:pt x="323850" y="304800"/>
                  </a:lnTo>
                  <a:lnTo>
                    <a:pt x="323850" y="284512"/>
                  </a:lnTo>
                  <a:cubicBezTo>
                    <a:pt x="323850" y="236514"/>
                    <a:pt x="304783" y="190483"/>
                    <a:pt x="270843" y="156543"/>
                  </a:cubicBezTo>
                  <a:lnTo>
                    <a:pt x="114300" y="0"/>
                  </a:lnTo>
                  <a:lnTo>
                    <a:pt x="32547" y="0"/>
                  </a:lnTo>
                  <a:lnTo>
                    <a:pt x="123282" y="128102"/>
                  </a:lnTo>
                  <a:cubicBezTo>
                    <a:pt x="159195" y="178799"/>
                    <a:pt x="166592" y="244375"/>
                    <a:pt x="142875" y="301800"/>
                  </a:cubicBezTo>
                  <a:lnTo>
                    <a:pt x="0" y="647700"/>
                  </a:lnTo>
                  <a:lnTo>
                    <a:pt x="323850" y="647700"/>
                  </a:lnTo>
                  <a:lnTo>
                    <a:pt x="323850" y="590550"/>
                  </a:lnTo>
                  <a:lnTo>
                    <a:pt x="352425" y="590550"/>
                  </a:lnTo>
                  <a:lnTo>
                    <a:pt x="352425" y="647700"/>
                  </a:lnTo>
                  <a:close/>
                  <a:moveTo>
                    <a:pt x="352425" y="361950"/>
                  </a:moveTo>
                  <a:lnTo>
                    <a:pt x="352425" y="419100"/>
                  </a:lnTo>
                  <a:lnTo>
                    <a:pt x="323850" y="419100"/>
                  </a:lnTo>
                  <a:lnTo>
                    <a:pt x="323850" y="361950"/>
                  </a:lnTo>
                  <a:close/>
                  <a:moveTo>
                    <a:pt x="323850" y="533400"/>
                  </a:moveTo>
                  <a:lnTo>
                    <a:pt x="323850" y="476250"/>
                  </a:lnTo>
                  <a:lnTo>
                    <a:pt x="352425" y="476250"/>
                  </a:lnTo>
                  <a:lnTo>
                    <a:pt x="352425" y="533400"/>
                  </a:lnTo>
                  <a:close/>
                </a:path>
              </a:pathLst>
            </a:custGeom>
            <a:solidFill>
              <a:schemeClr val="tx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grpSp>
        <p:nvGrpSpPr>
          <p:cNvPr id="56" name="Gruppieren 55">
            <a:extLst>
              <a:ext uri="{FF2B5EF4-FFF2-40B4-BE49-F238E27FC236}">
                <a16:creationId xmlns:a16="http://schemas.microsoft.com/office/drawing/2014/main" id="{F705D544-7431-2560-33AF-28C07D28C9C1}"/>
              </a:ext>
            </a:extLst>
          </p:cNvPr>
          <p:cNvGrpSpPr>
            <a:grpSpLocks noChangeAspect="1"/>
          </p:cNvGrpSpPr>
          <p:nvPr/>
        </p:nvGrpSpPr>
        <p:grpSpPr>
          <a:xfrm>
            <a:off x="11139601" y="4195971"/>
            <a:ext cx="752475" cy="752475"/>
            <a:chOff x="11139601" y="4195971"/>
            <a:chExt cx="752475" cy="752475"/>
          </a:xfrm>
        </p:grpSpPr>
        <p:sp>
          <p:nvSpPr>
            <p:cNvPr id="51" name="Freihandform: Form 50">
              <a:extLst>
                <a:ext uri="{FF2B5EF4-FFF2-40B4-BE49-F238E27FC236}">
                  <a16:creationId xmlns:a16="http://schemas.microsoft.com/office/drawing/2014/main" id="{450A3A47-1684-4988-BA73-7966103D047D}"/>
                </a:ext>
              </a:extLst>
            </p:cNvPr>
            <p:cNvSpPr/>
            <p:nvPr/>
          </p:nvSpPr>
          <p:spPr>
            <a:xfrm>
              <a:off x="11405349" y="4195971"/>
              <a:ext cx="486727" cy="485775"/>
            </a:xfrm>
            <a:custGeom>
              <a:avLst/>
              <a:gdLst>
                <a:gd name="connsiteX0" fmla="*/ 401003 w 486727"/>
                <a:gd name="connsiteY0" fmla="*/ 85725 h 485775"/>
                <a:gd name="connsiteX1" fmla="*/ 391478 w 486727"/>
                <a:gd name="connsiteY1" fmla="*/ 0 h 485775"/>
                <a:gd name="connsiteX2" fmla="*/ 286703 w 486727"/>
                <a:gd name="connsiteY2" fmla="*/ 104775 h 485775"/>
                <a:gd name="connsiteX3" fmla="*/ 292417 w 486727"/>
                <a:gd name="connsiteY3" fmla="*/ 154305 h 485775"/>
                <a:gd name="connsiteX4" fmla="*/ 140017 w 486727"/>
                <a:gd name="connsiteY4" fmla="*/ 306705 h 485775"/>
                <a:gd name="connsiteX5" fmla="*/ 95250 w 486727"/>
                <a:gd name="connsiteY5" fmla="*/ 295275 h 485775"/>
                <a:gd name="connsiteX6" fmla="*/ 0 w 486727"/>
                <a:gd name="connsiteY6" fmla="*/ 390525 h 485775"/>
                <a:gd name="connsiteX7" fmla="*/ 95250 w 486727"/>
                <a:gd name="connsiteY7" fmla="*/ 485775 h 485775"/>
                <a:gd name="connsiteX8" fmla="*/ 190500 w 486727"/>
                <a:gd name="connsiteY8" fmla="*/ 390525 h 485775"/>
                <a:gd name="connsiteX9" fmla="*/ 180022 w 486727"/>
                <a:gd name="connsiteY9" fmla="*/ 346710 h 485775"/>
                <a:gd name="connsiteX10" fmla="*/ 332423 w 486727"/>
                <a:gd name="connsiteY10" fmla="*/ 194310 h 485775"/>
                <a:gd name="connsiteX11" fmla="*/ 381953 w 486727"/>
                <a:gd name="connsiteY11" fmla="*/ 200025 h 485775"/>
                <a:gd name="connsiteX12" fmla="*/ 486728 w 486727"/>
                <a:gd name="connsiteY12" fmla="*/ 95250 h 485775"/>
                <a:gd name="connsiteX13" fmla="*/ 401003 w 486727"/>
                <a:gd name="connsiteY13" fmla="*/ 85725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6727" h="485775">
                  <a:moveTo>
                    <a:pt x="401003" y="85725"/>
                  </a:moveTo>
                  <a:lnTo>
                    <a:pt x="391478" y="0"/>
                  </a:lnTo>
                  <a:lnTo>
                    <a:pt x="286703" y="104775"/>
                  </a:lnTo>
                  <a:lnTo>
                    <a:pt x="292417" y="154305"/>
                  </a:lnTo>
                  <a:lnTo>
                    <a:pt x="140017" y="306705"/>
                  </a:lnTo>
                  <a:cubicBezTo>
                    <a:pt x="126682" y="300038"/>
                    <a:pt x="111442" y="295275"/>
                    <a:pt x="95250" y="295275"/>
                  </a:cubicBezTo>
                  <a:cubicBezTo>
                    <a:pt x="42863" y="295275"/>
                    <a:pt x="0" y="338138"/>
                    <a:pt x="0" y="390525"/>
                  </a:cubicBezTo>
                  <a:cubicBezTo>
                    <a:pt x="0" y="442913"/>
                    <a:pt x="42863" y="485775"/>
                    <a:pt x="95250" y="485775"/>
                  </a:cubicBezTo>
                  <a:cubicBezTo>
                    <a:pt x="147638" y="485775"/>
                    <a:pt x="190500" y="442913"/>
                    <a:pt x="190500" y="390525"/>
                  </a:cubicBezTo>
                  <a:cubicBezTo>
                    <a:pt x="190500" y="374333"/>
                    <a:pt x="186690" y="360045"/>
                    <a:pt x="180022" y="346710"/>
                  </a:cubicBezTo>
                  <a:lnTo>
                    <a:pt x="332423" y="194310"/>
                  </a:lnTo>
                  <a:lnTo>
                    <a:pt x="381953" y="200025"/>
                  </a:lnTo>
                  <a:lnTo>
                    <a:pt x="486728" y="95250"/>
                  </a:lnTo>
                  <a:lnTo>
                    <a:pt x="401003" y="85725"/>
                  </a:ln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54" name="Freihandform: Form 53">
              <a:extLst>
                <a:ext uri="{FF2B5EF4-FFF2-40B4-BE49-F238E27FC236}">
                  <a16:creationId xmlns:a16="http://schemas.microsoft.com/office/drawing/2014/main" id="{9A112410-4090-9611-C1B3-D2337F6306D7}"/>
                </a:ext>
              </a:extLst>
            </p:cNvPr>
            <p:cNvSpPr/>
            <p:nvPr/>
          </p:nvSpPr>
          <p:spPr>
            <a:xfrm>
              <a:off x="11139601" y="4224546"/>
              <a:ext cx="723900" cy="723900"/>
            </a:xfrm>
            <a:custGeom>
              <a:avLst/>
              <a:gdLst>
                <a:gd name="connsiteX0" fmla="*/ 674370 w 723900"/>
                <a:gd name="connsiteY0" fmla="*/ 198120 h 723900"/>
                <a:gd name="connsiteX1" fmla="*/ 661988 w 723900"/>
                <a:gd name="connsiteY1" fmla="*/ 211455 h 723900"/>
                <a:gd name="connsiteX2" fmla="*/ 643890 w 723900"/>
                <a:gd name="connsiteY2" fmla="*/ 209550 h 723900"/>
                <a:gd name="connsiteX3" fmla="*/ 623888 w 723900"/>
                <a:gd name="connsiteY3" fmla="*/ 206693 h 723900"/>
                <a:gd name="connsiteX4" fmla="*/ 666750 w 723900"/>
                <a:gd name="connsiteY4" fmla="*/ 361950 h 723900"/>
                <a:gd name="connsiteX5" fmla="*/ 361950 w 723900"/>
                <a:gd name="connsiteY5" fmla="*/ 666750 h 723900"/>
                <a:gd name="connsiteX6" fmla="*/ 57150 w 723900"/>
                <a:gd name="connsiteY6" fmla="*/ 361950 h 723900"/>
                <a:gd name="connsiteX7" fmla="*/ 361950 w 723900"/>
                <a:gd name="connsiteY7" fmla="*/ 57150 h 723900"/>
                <a:gd name="connsiteX8" fmla="*/ 517208 w 723900"/>
                <a:gd name="connsiteY8" fmla="*/ 100013 h 723900"/>
                <a:gd name="connsiteX9" fmla="*/ 515303 w 723900"/>
                <a:gd name="connsiteY9" fmla="*/ 80963 h 723900"/>
                <a:gd name="connsiteX10" fmla="*/ 512445 w 723900"/>
                <a:gd name="connsiteY10" fmla="*/ 61913 h 723900"/>
                <a:gd name="connsiteX11" fmla="*/ 525780 w 723900"/>
                <a:gd name="connsiteY11" fmla="*/ 48578 h 723900"/>
                <a:gd name="connsiteX12" fmla="*/ 532448 w 723900"/>
                <a:gd name="connsiteY12" fmla="*/ 41910 h 723900"/>
                <a:gd name="connsiteX13" fmla="*/ 361950 w 723900"/>
                <a:gd name="connsiteY13" fmla="*/ 0 h 723900"/>
                <a:gd name="connsiteX14" fmla="*/ 0 w 723900"/>
                <a:gd name="connsiteY14" fmla="*/ 361950 h 723900"/>
                <a:gd name="connsiteX15" fmla="*/ 361950 w 723900"/>
                <a:gd name="connsiteY15" fmla="*/ 723900 h 723900"/>
                <a:gd name="connsiteX16" fmla="*/ 723900 w 723900"/>
                <a:gd name="connsiteY16" fmla="*/ 361950 h 723900"/>
                <a:gd name="connsiteX17" fmla="*/ 681038 w 723900"/>
                <a:gd name="connsiteY17" fmla="*/ 192405 h 723900"/>
                <a:gd name="connsiteX18" fmla="*/ 674370 w 723900"/>
                <a:gd name="connsiteY18" fmla="*/ 198120 h 72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23900" h="723900">
                  <a:moveTo>
                    <a:pt x="674370" y="198120"/>
                  </a:moveTo>
                  <a:lnTo>
                    <a:pt x="661988" y="211455"/>
                  </a:lnTo>
                  <a:lnTo>
                    <a:pt x="643890" y="209550"/>
                  </a:lnTo>
                  <a:lnTo>
                    <a:pt x="623888" y="206693"/>
                  </a:lnTo>
                  <a:cubicBezTo>
                    <a:pt x="650558" y="252413"/>
                    <a:pt x="666750" y="304800"/>
                    <a:pt x="666750" y="361950"/>
                  </a:cubicBezTo>
                  <a:cubicBezTo>
                    <a:pt x="666750" y="529590"/>
                    <a:pt x="529590" y="666750"/>
                    <a:pt x="361950" y="666750"/>
                  </a:cubicBezTo>
                  <a:cubicBezTo>
                    <a:pt x="194310" y="666750"/>
                    <a:pt x="57150" y="529590"/>
                    <a:pt x="57150" y="361950"/>
                  </a:cubicBezTo>
                  <a:cubicBezTo>
                    <a:pt x="57150" y="194310"/>
                    <a:pt x="194310" y="57150"/>
                    <a:pt x="361950" y="57150"/>
                  </a:cubicBezTo>
                  <a:cubicBezTo>
                    <a:pt x="418148" y="57150"/>
                    <a:pt x="471488" y="72390"/>
                    <a:pt x="517208" y="100013"/>
                  </a:cubicBezTo>
                  <a:lnTo>
                    <a:pt x="515303" y="80963"/>
                  </a:lnTo>
                  <a:lnTo>
                    <a:pt x="512445" y="61913"/>
                  </a:lnTo>
                  <a:lnTo>
                    <a:pt x="525780" y="48578"/>
                  </a:lnTo>
                  <a:lnTo>
                    <a:pt x="532448" y="41910"/>
                  </a:lnTo>
                  <a:cubicBezTo>
                    <a:pt x="481013" y="15240"/>
                    <a:pt x="423863" y="0"/>
                    <a:pt x="361950" y="0"/>
                  </a:cubicBezTo>
                  <a:cubicBezTo>
                    <a:pt x="161925" y="0"/>
                    <a:pt x="0" y="161925"/>
                    <a:pt x="0" y="361950"/>
                  </a:cubicBezTo>
                  <a:cubicBezTo>
                    <a:pt x="0" y="561975"/>
                    <a:pt x="161925" y="723900"/>
                    <a:pt x="361950" y="723900"/>
                  </a:cubicBezTo>
                  <a:cubicBezTo>
                    <a:pt x="561975" y="723900"/>
                    <a:pt x="723900" y="561975"/>
                    <a:pt x="723900" y="361950"/>
                  </a:cubicBezTo>
                  <a:cubicBezTo>
                    <a:pt x="723900" y="300038"/>
                    <a:pt x="708660" y="242888"/>
                    <a:pt x="681038" y="192405"/>
                  </a:cubicBezTo>
                  <a:lnTo>
                    <a:pt x="674370" y="198120"/>
                  </a:lnTo>
                  <a:close/>
                </a:path>
              </a:pathLst>
            </a:custGeom>
            <a:solidFill>
              <a:schemeClr val="tx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55" name="Freihandform: Form 54">
              <a:extLst>
                <a:ext uri="{FF2B5EF4-FFF2-40B4-BE49-F238E27FC236}">
                  <a16:creationId xmlns:a16="http://schemas.microsoft.com/office/drawing/2014/main" id="{492EE280-0E11-AC0F-6712-725C53AF83C5}"/>
                </a:ext>
              </a:extLst>
            </p:cNvPr>
            <p:cNvSpPr/>
            <p:nvPr/>
          </p:nvSpPr>
          <p:spPr>
            <a:xfrm>
              <a:off x="11272951" y="4357896"/>
              <a:ext cx="457200" cy="457200"/>
            </a:xfrm>
            <a:custGeom>
              <a:avLst/>
              <a:gdLst>
                <a:gd name="connsiteX0" fmla="*/ 387668 w 457200"/>
                <a:gd name="connsiteY0" fmla="*/ 163830 h 457200"/>
                <a:gd name="connsiteX1" fmla="*/ 400050 w 457200"/>
                <a:gd name="connsiteY1" fmla="*/ 228600 h 457200"/>
                <a:gd name="connsiteX2" fmla="*/ 228600 w 457200"/>
                <a:gd name="connsiteY2" fmla="*/ 400050 h 457200"/>
                <a:gd name="connsiteX3" fmla="*/ 57150 w 457200"/>
                <a:gd name="connsiteY3" fmla="*/ 228600 h 457200"/>
                <a:gd name="connsiteX4" fmla="*/ 228600 w 457200"/>
                <a:gd name="connsiteY4" fmla="*/ 57150 h 457200"/>
                <a:gd name="connsiteX5" fmla="*/ 293370 w 457200"/>
                <a:gd name="connsiteY5" fmla="*/ 69532 h 457200"/>
                <a:gd name="connsiteX6" fmla="*/ 336233 w 457200"/>
                <a:gd name="connsiteY6" fmla="*/ 26670 h 457200"/>
                <a:gd name="connsiteX7" fmla="*/ 228600 w 457200"/>
                <a:gd name="connsiteY7" fmla="*/ 0 h 457200"/>
                <a:gd name="connsiteX8" fmla="*/ 0 w 457200"/>
                <a:gd name="connsiteY8" fmla="*/ 228600 h 457200"/>
                <a:gd name="connsiteX9" fmla="*/ 228600 w 457200"/>
                <a:gd name="connsiteY9" fmla="*/ 457200 h 457200"/>
                <a:gd name="connsiteX10" fmla="*/ 457200 w 457200"/>
                <a:gd name="connsiteY10" fmla="*/ 228600 h 457200"/>
                <a:gd name="connsiteX11" fmla="*/ 430530 w 457200"/>
                <a:gd name="connsiteY11" fmla="*/ 120968 h 457200"/>
                <a:gd name="connsiteX12" fmla="*/ 387668 w 457200"/>
                <a:gd name="connsiteY12" fmla="*/ 163830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457200">
                  <a:moveTo>
                    <a:pt x="387668" y="163830"/>
                  </a:moveTo>
                  <a:cubicBezTo>
                    <a:pt x="396240" y="183833"/>
                    <a:pt x="400050" y="205740"/>
                    <a:pt x="400050" y="228600"/>
                  </a:cubicBezTo>
                  <a:cubicBezTo>
                    <a:pt x="400050" y="322898"/>
                    <a:pt x="322898" y="400050"/>
                    <a:pt x="228600" y="400050"/>
                  </a:cubicBezTo>
                  <a:cubicBezTo>
                    <a:pt x="134302" y="400050"/>
                    <a:pt x="57150" y="322898"/>
                    <a:pt x="57150" y="228600"/>
                  </a:cubicBezTo>
                  <a:cubicBezTo>
                    <a:pt x="57150" y="134302"/>
                    <a:pt x="134302" y="57150"/>
                    <a:pt x="228600" y="57150"/>
                  </a:cubicBezTo>
                  <a:cubicBezTo>
                    <a:pt x="251460" y="57150"/>
                    <a:pt x="273368" y="61913"/>
                    <a:pt x="293370" y="69532"/>
                  </a:cubicBezTo>
                  <a:lnTo>
                    <a:pt x="336233" y="26670"/>
                  </a:lnTo>
                  <a:cubicBezTo>
                    <a:pt x="303848" y="9525"/>
                    <a:pt x="267653" y="0"/>
                    <a:pt x="228600" y="0"/>
                  </a:cubicBezTo>
                  <a:cubicBezTo>
                    <a:pt x="102870" y="0"/>
                    <a:pt x="0" y="102870"/>
                    <a:pt x="0" y="228600"/>
                  </a:cubicBezTo>
                  <a:cubicBezTo>
                    <a:pt x="0" y="354330"/>
                    <a:pt x="102870" y="457200"/>
                    <a:pt x="228600" y="457200"/>
                  </a:cubicBezTo>
                  <a:cubicBezTo>
                    <a:pt x="354330" y="457200"/>
                    <a:pt x="457200" y="354330"/>
                    <a:pt x="457200" y="228600"/>
                  </a:cubicBezTo>
                  <a:cubicBezTo>
                    <a:pt x="457200" y="189548"/>
                    <a:pt x="447675" y="153352"/>
                    <a:pt x="430530" y="120968"/>
                  </a:cubicBezTo>
                  <a:lnTo>
                    <a:pt x="387668" y="163830"/>
                  </a:ln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pic>
        <p:nvPicPr>
          <p:cNvPr id="23" name="Grafik 22" descr="Münzen mit einfarbiger Füllung">
            <a:extLst>
              <a:ext uri="{FF2B5EF4-FFF2-40B4-BE49-F238E27FC236}">
                <a16:creationId xmlns:a16="http://schemas.microsoft.com/office/drawing/2014/main" id="{54483053-C23A-4087-4EC7-91556F78359E}"/>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0800496" y="5044233"/>
            <a:ext cx="914400" cy="914400"/>
          </a:xfrm>
          <a:prstGeom prst="rect">
            <a:avLst/>
          </a:prstGeom>
        </p:spPr>
      </p:pic>
      <p:pic>
        <p:nvPicPr>
          <p:cNvPr id="36" name="Grafik 35" descr="Marke Kreuz mit einfarbiger Füllung">
            <a:extLst>
              <a:ext uri="{FF2B5EF4-FFF2-40B4-BE49-F238E27FC236}">
                <a16:creationId xmlns:a16="http://schemas.microsoft.com/office/drawing/2014/main" id="{E9AE6029-3D1E-96D5-E4B7-28545F12AA9F}"/>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0103026" y="4100334"/>
            <a:ext cx="914400" cy="914400"/>
          </a:xfrm>
          <a:prstGeom prst="rect">
            <a:avLst/>
          </a:prstGeom>
        </p:spPr>
      </p:pic>
      <p:pic>
        <p:nvPicPr>
          <p:cNvPr id="48" name="Grafik 47" descr="Abzeichen Tick1 mit einfarbiger Füllung">
            <a:extLst>
              <a:ext uri="{FF2B5EF4-FFF2-40B4-BE49-F238E27FC236}">
                <a16:creationId xmlns:a16="http://schemas.microsoft.com/office/drawing/2014/main" id="{F557CABF-B6A9-6E55-FD9B-25F8B106D3DE}"/>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10731724" y="3202442"/>
            <a:ext cx="914400" cy="914400"/>
          </a:xfrm>
          <a:prstGeom prst="rect">
            <a:avLst/>
          </a:prstGeom>
        </p:spPr>
      </p:pic>
      <p:pic>
        <p:nvPicPr>
          <p:cNvPr id="449" name="Grafik 448" descr="Gehirn im Kopf mit einfarbiger Füllung">
            <a:extLst>
              <a:ext uri="{FF2B5EF4-FFF2-40B4-BE49-F238E27FC236}">
                <a16:creationId xmlns:a16="http://schemas.microsoft.com/office/drawing/2014/main" id="{45B0A401-35EB-6DDD-F4DC-B48DD9F5E835}"/>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9785123" y="3229989"/>
            <a:ext cx="914400" cy="914400"/>
          </a:xfrm>
          <a:prstGeom prst="rect">
            <a:avLst/>
          </a:prstGeom>
        </p:spPr>
      </p:pic>
      <p:pic>
        <p:nvPicPr>
          <p:cNvPr id="10" name="Grafik 9" descr="Warnung mit einfarbiger Füllung">
            <a:extLst>
              <a:ext uri="{FF2B5EF4-FFF2-40B4-BE49-F238E27FC236}">
                <a16:creationId xmlns:a16="http://schemas.microsoft.com/office/drawing/2014/main" id="{FF989342-914A-EE92-523B-E8B6B90779BC}"/>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6138374" y="4934208"/>
            <a:ext cx="914400" cy="914400"/>
          </a:xfrm>
          <a:prstGeom prst="rect">
            <a:avLst/>
          </a:prstGeom>
        </p:spPr>
      </p:pic>
      <p:grpSp>
        <p:nvGrpSpPr>
          <p:cNvPr id="18" name="Grafik 11" descr="Zahnräder mit einfarbiger Füllung">
            <a:extLst>
              <a:ext uri="{FF2B5EF4-FFF2-40B4-BE49-F238E27FC236}">
                <a16:creationId xmlns:a16="http://schemas.microsoft.com/office/drawing/2014/main" id="{E2A56AEF-8221-AC51-411C-D741FB939AB2}"/>
              </a:ext>
            </a:extLst>
          </p:cNvPr>
          <p:cNvGrpSpPr>
            <a:grpSpLocks noChangeAspect="1"/>
          </p:cNvGrpSpPr>
          <p:nvPr/>
        </p:nvGrpSpPr>
        <p:grpSpPr>
          <a:xfrm>
            <a:off x="5591047" y="1978047"/>
            <a:ext cx="457180" cy="527811"/>
            <a:chOff x="5805271" y="3245709"/>
            <a:chExt cx="621029" cy="751522"/>
          </a:xfrm>
          <a:solidFill>
            <a:srgbClr val="000000"/>
          </a:solidFill>
        </p:grpSpPr>
        <p:sp>
          <p:nvSpPr>
            <p:cNvPr id="19" name="Freihandform: Form 18">
              <a:extLst>
                <a:ext uri="{FF2B5EF4-FFF2-40B4-BE49-F238E27FC236}">
                  <a16:creationId xmlns:a16="http://schemas.microsoft.com/office/drawing/2014/main" id="{4F64F893-7CD5-D2C5-099E-9A932C17406A}"/>
                </a:ext>
              </a:extLst>
            </p:cNvPr>
            <p:cNvSpPr/>
            <p:nvPr/>
          </p:nvSpPr>
          <p:spPr>
            <a:xfrm>
              <a:off x="6020537" y="3245709"/>
              <a:ext cx="405764" cy="404812"/>
            </a:xfrm>
            <a:custGeom>
              <a:avLst/>
              <a:gdLst>
                <a:gd name="connsiteX0" fmla="*/ 202883 w 405764"/>
                <a:gd name="connsiteY0" fmla="*/ 274320 h 404812"/>
                <a:gd name="connsiteX1" fmla="*/ 131445 w 405764"/>
                <a:gd name="connsiteY1" fmla="*/ 202883 h 404812"/>
                <a:gd name="connsiteX2" fmla="*/ 202883 w 405764"/>
                <a:gd name="connsiteY2" fmla="*/ 131445 h 404812"/>
                <a:gd name="connsiteX3" fmla="*/ 274320 w 405764"/>
                <a:gd name="connsiteY3" fmla="*/ 202883 h 404812"/>
                <a:gd name="connsiteX4" fmla="*/ 202883 w 405764"/>
                <a:gd name="connsiteY4" fmla="*/ 274320 h 404812"/>
                <a:gd name="connsiteX5" fmla="*/ 363855 w 405764"/>
                <a:gd name="connsiteY5" fmla="*/ 158115 h 404812"/>
                <a:gd name="connsiteX6" fmla="*/ 348615 w 405764"/>
                <a:gd name="connsiteY6" fmla="*/ 120968 h 404812"/>
                <a:gd name="connsiteX7" fmla="*/ 363855 w 405764"/>
                <a:gd name="connsiteY7" fmla="*/ 76200 h 404812"/>
                <a:gd name="connsiteX8" fmla="*/ 329565 w 405764"/>
                <a:gd name="connsiteY8" fmla="*/ 41910 h 404812"/>
                <a:gd name="connsiteX9" fmla="*/ 284798 w 405764"/>
                <a:gd name="connsiteY9" fmla="*/ 57150 h 404812"/>
                <a:gd name="connsiteX10" fmla="*/ 247650 w 405764"/>
                <a:gd name="connsiteY10" fmla="*/ 41910 h 404812"/>
                <a:gd name="connsiteX11" fmla="*/ 226695 w 405764"/>
                <a:gd name="connsiteY11" fmla="*/ 0 h 404812"/>
                <a:gd name="connsiteX12" fmla="*/ 179070 w 405764"/>
                <a:gd name="connsiteY12" fmla="*/ 0 h 404812"/>
                <a:gd name="connsiteX13" fmla="*/ 158115 w 405764"/>
                <a:gd name="connsiteY13" fmla="*/ 41910 h 404812"/>
                <a:gd name="connsiteX14" fmla="*/ 120968 w 405764"/>
                <a:gd name="connsiteY14" fmla="*/ 57150 h 404812"/>
                <a:gd name="connsiteX15" fmla="*/ 76200 w 405764"/>
                <a:gd name="connsiteY15" fmla="*/ 41910 h 404812"/>
                <a:gd name="connsiteX16" fmla="*/ 41910 w 405764"/>
                <a:gd name="connsiteY16" fmla="*/ 76200 h 404812"/>
                <a:gd name="connsiteX17" fmla="*/ 57150 w 405764"/>
                <a:gd name="connsiteY17" fmla="*/ 120968 h 404812"/>
                <a:gd name="connsiteX18" fmla="*/ 41910 w 405764"/>
                <a:gd name="connsiteY18" fmla="*/ 158115 h 404812"/>
                <a:gd name="connsiteX19" fmla="*/ 0 w 405764"/>
                <a:gd name="connsiteY19" fmla="*/ 179070 h 404812"/>
                <a:gd name="connsiteX20" fmla="*/ 0 w 405764"/>
                <a:gd name="connsiteY20" fmla="*/ 226695 h 404812"/>
                <a:gd name="connsiteX21" fmla="*/ 41910 w 405764"/>
                <a:gd name="connsiteY21" fmla="*/ 247650 h 404812"/>
                <a:gd name="connsiteX22" fmla="*/ 57150 w 405764"/>
                <a:gd name="connsiteY22" fmla="*/ 284798 h 404812"/>
                <a:gd name="connsiteX23" fmla="*/ 41910 w 405764"/>
                <a:gd name="connsiteY23" fmla="*/ 329565 h 404812"/>
                <a:gd name="connsiteX24" fmla="*/ 75248 w 405764"/>
                <a:gd name="connsiteY24" fmla="*/ 362903 h 404812"/>
                <a:gd name="connsiteX25" fmla="*/ 120015 w 405764"/>
                <a:gd name="connsiteY25" fmla="*/ 347663 h 404812"/>
                <a:gd name="connsiteX26" fmla="*/ 157163 w 405764"/>
                <a:gd name="connsiteY26" fmla="*/ 362903 h 404812"/>
                <a:gd name="connsiteX27" fmla="*/ 178118 w 405764"/>
                <a:gd name="connsiteY27" fmla="*/ 404813 h 404812"/>
                <a:gd name="connsiteX28" fmla="*/ 225743 w 405764"/>
                <a:gd name="connsiteY28" fmla="*/ 404813 h 404812"/>
                <a:gd name="connsiteX29" fmla="*/ 246698 w 405764"/>
                <a:gd name="connsiteY29" fmla="*/ 362903 h 404812"/>
                <a:gd name="connsiteX30" fmla="*/ 283845 w 405764"/>
                <a:gd name="connsiteY30" fmla="*/ 347663 h 404812"/>
                <a:gd name="connsiteX31" fmla="*/ 328613 w 405764"/>
                <a:gd name="connsiteY31" fmla="*/ 362903 h 404812"/>
                <a:gd name="connsiteX32" fmla="*/ 362903 w 405764"/>
                <a:gd name="connsiteY32" fmla="*/ 329565 h 404812"/>
                <a:gd name="connsiteX33" fmla="*/ 347663 w 405764"/>
                <a:gd name="connsiteY33" fmla="*/ 284798 h 404812"/>
                <a:gd name="connsiteX34" fmla="*/ 363855 w 405764"/>
                <a:gd name="connsiteY34" fmla="*/ 247650 h 404812"/>
                <a:gd name="connsiteX35" fmla="*/ 405765 w 405764"/>
                <a:gd name="connsiteY35" fmla="*/ 226695 h 404812"/>
                <a:gd name="connsiteX36" fmla="*/ 405765 w 405764"/>
                <a:gd name="connsiteY36" fmla="*/ 179070 h 404812"/>
                <a:gd name="connsiteX37" fmla="*/ 363855 w 405764"/>
                <a:gd name="connsiteY37" fmla="*/ 158115 h 404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405764" h="404812">
                  <a:moveTo>
                    <a:pt x="202883" y="274320"/>
                  </a:moveTo>
                  <a:cubicBezTo>
                    <a:pt x="162877" y="274320"/>
                    <a:pt x="131445" y="241935"/>
                    <a:pt x="131445" y="202883"/>
                  </a:cubicBezTo>
                  <a:cubicBezTo>
                    <a:pt x="131445" y="163830"/>
                    <a:pt x="163830" y="131445"/>
                    <a:pt x="202883" y="131445"/>
                  </a:cubicBezTo>
                  <a:cubicBezTo>
                    <a:pt x="242888" y="131445"/>
                    <a:pt x="274320" y="163830"/>
                    <a:pt x="274320" y="202883"/>
                  </a:cubicBezTo>
                  <a:cubicBezTo>
                    <a:pt x="274320" y="241935"/>
                    <a:pt x="241935" y="274320"/>
                    <a:pt x="202883" y="274320"/>
                  </a:cubicBezTo>
                  <a:close/>
                  <a:moveTo>
                    <a:pt x="363855" y="158115"/>
                  </a:moveTo>
                  <a:cubicBezTo>
                    <a:pt x="360045" y="144780"/>
                    <a:pt x="355283" y="132398"/>
                    <a:pt x="348615" y="120968"/>
                  </a:cubicBezTo>
                  <a:lnTo>
                    <a:pt x="363855" y="76200"/>
                  </a:lnTo>
                  <a:lnTo>
                    <a:pt x="329565" y="41910"/>
                  </a:lnTo>
                  <a:lnTo>
                    <a:pt x="284798" y="57150"/>
                  </a:lnTo>
                  <a:cubicBezTo>
                    <a:pt x="273367" y="50483"/>
                    <a:pt x="260985" y="45720"/>
                    <a:pt x="247650" y="41910"/>
                  </a:cubicBezTo>
                  <a:lnTo>
                    <a:pt x="226695" y="0"/>
                  </a:lnTo>
                  <a:lnTo>
                    <a:pt x="179070" y="0"/>
                  </a:lnTo>
                  <a:lnTo>
                    <a:pt x="158115" y="41910"/>
                  </a:lnTo>
                  <a:cubicBezTo>
                    <a:pt x="144780" y="45720"/>
                    <a:pt x="132398" y="50483"/>
                    <a:pt x="120968" y="57150"/>
                  </a:cubicBezTo>
                  <a:lnTo>
                    <a:pt x="76200" y="41910"/>
                  </a:lnTo>
                  <a:lnTo>
                    <a:pt x="41910" y="76200"/>
                  </a:lnTo>
                  <a:lnTo>
                    <a:pt x="57150" y="120968"/>
                  </a:lnTo>
                  <a:cubicBezTo>
                    <a:pt x="50482" y="132398"/>
                    <a:pt x="45720" y="144780"/>
                    <a:pt x="41910" y="158115"/>
                  </a:cubicBezTo>
                  <a:lnTo>
                    <a:pt x="0" y="179070"/>
                  </a:lnTo>
                  <a:lnTo>
                    <a:pt x="0" y="226695"/>
                  </a:lnTo>
                  <a:lnTo>
                    <a:pt x="41910" y="247650"/>
                  </a:lnTo>
                  <a:cubicBezTo>
                    <a:pt x="45720" y="260985"/>
                    <a:pt x="50482" y="273368"/>
                    <a:pt x="57150" y="284798"/>
                  </a:cubicBezTo>
                  <a:lnTo>
                    <a:pt x="41910" y="329565"/>
                  </a:lnTo>
                  <a:lnTo>
                    <a:pt x="75248" y="362903"/>
                  </a:lnTo>
                  <a:lnTo>
                    <a:pt x="120015" y="347663"/>
                  </a:lnTo>
                  <a:cubicBezTo>
                    <a:pt x="131445" y="354330"/>
                    <a:pt x="143827" y="359093"/>
                    <a:pt x="157163" y="362903"/>
                  </a:cubicBezTo>
                  <a:lnTo>
                    <a:pt x="178118" y="404813"/>
                  </a:lnTo>
                  <a:lnTo>
                    <a:pt x="225743" y="404813"/>
                  </a:lnTo>
                  <a:lnTo>
                    <a:pt x="246698" y="362903"/>
                  </a:lnTo>
                  <a:cubicBezTo>
                    <a:pt x="260033" y="359093"/>
                    <a:pt x="272415" y="354330"/>
                    <a:pt x="283845" y="347663"/>
                  </a:cubicBezTo>
                  <a:lnTo>
                    <a:pt x="328613" y="362903"/>
                  </a:lnTo>
                  <a:lnTo>
                    <a:pt x="362903" y="329565"/>
                  </a:lnTo>
                  <a:lnTo>
                    <a:pt x="347663" y="284798"/>
                  </a:lnTo>
                  <a:cubicBezTo>
                    <a:pt x="354330" y="273368"/>
                    <a:pt x="360045" y="260033"/>
                    <a:pt x="363855" y="247650"/>
                  </a:cubicBezTo>
                  <a:lnTo>
                    <a:pt x="405765" y="226695"/>
                  </a:lnTo>
                  <a:lnTo>
                    <a:pt x="405765" y="179070"/>
                  </a:lnTo>
                  <a:lnTo>
                    <a:pt x="363855" y="158115"/>
                  </a:ln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35" name="Freihandform: Form 34">
              <a:extLst>
                <a:ext uri="{FF2B5EF4-FFF2-40B4-BE49-F238E27FC236}">
                  <a16:creationId xmlns:a16="http://schemas.microsoft.com/office/drawing/2014/main" id="{A785950C-B8E5-1A08-6498-692ABFC74A2F}"/>
                </a:ext>
              </a:extLst>
            </p:cNvPr>
            <p:cNvSpPr/>
            <p:nvPr/>
          </p:nvSpPr>
          <p:spPr>
            <a:xfrm>
              <a:off x="5805271" y="3592419"/>
              <a:ext cx="405765" cy="404812"/>
            </a:xfrm>
            <a:custGeom>
              <a:avLst/>
              <a:gdLst>
                <a:gd name="connsiteX0" fmla="*/ 202883 w 405765"/>
                <a:gd name="connsiteY0" fmla="*/ 274320 h 404812"/>
                <a:gd name="connsiteX1" fmla="*/ 131445 w 405765"/>
                <a:gd name="connsiteY1" fmla="*/ 202882 h 404812"/>
                <a:gd name="connsiteX2" fmla="*/ 202883 w 405765"/>
                <a:gd name="connsiteY2" fmla="*/ 131445 h 404812"/>
                <a:gd name="connsiteX3" fmla="*/ 274320 w 405765"/>
                <a:gd name="connsiteY3" fmla="*/ 202882 h 404812"/>
                <a:gd name="connsiteX4" fmla="*/ 202883 w 405765"/>
                <a:gd name="connsiteY4" fmla="*/ 274320 h 404812"/>
                <a:gd name="connsiteX5" fmla="*/ 202883 w 405765"/>
                <a:gd name="connsiteY5" fmla="*/ 274320 h 404812"/>
                <a:gd name="connsiteX6" fmla="*/ 348615 w 405765"/>
                <a:gd name="connsiteY6" fmla="*/ 120967 h 404812"/>
                <a:gd name="connsiteX7" fmla="*/ 363855 w 405765"/>
                <a:gd name="connsiteY7" fmla="*/ 76200 h 404812"/>
                <a:gd name="connsiteX8" fmla="*/ 329565 w 405765"/>
                <a:gd name="connsiteY8" fmla="*/ 41910 h 404812"/>
                <a:gd name="connsiteX9" fmla="*/ 284798 w 405765"/>
                <a:gd name="connsiteY9" fmla="*/ 57150 h 404812"/>
                <a:gd name="connsiteX10" fmla="*/ 247650 w 405765"/>
                <a:gd name="connsiteY10" fmla="*/ 41910 h 404812"/>
                <a:gd name="connsiteX11" fmla="*/ 226695 w 405765"/>
                <a:gd name="connsiteY11" fmla="*/ 0 h 404812"/>
                <a:gd name="connsiteX12" fmla="*/ 179070 w 405765"/>
                <a:gd name="connsiteY12" fmla="*/ 0 h 404812"/>
                <a:gd name="connsiteX13" fmla="*/ 158115 w 405765"/>
                <a:gd name="connsiteY13" fmla="*/ 41910 h 404812"/>
                <a:gd name="connsiteX14" fmla="*/ 120968 w 405765"/>
                <a:gd name="connsiteY14" fmla="*/ 57150 h 404812"/>
                <a:gd name="connsiteX15" fmla="*/ 76200 w 405765"/>
                <a:gd name="connsiteY15" fmla="*/ 41910 h 404812"/>
                <a:gd name="connsiteX16" fmla="*/ 42863 w 405765"/>
                <a:gd name="connsiteY16" fmla="*/ 75247 h 404812"/>
                <a:gd name="connsiteX17" fmla="*/ 57150 w 405765"/>
                <a:gd name="connsiteY17" fmla="*/ 120015 h 404812"/>
                <a:gd name="connsiteX18" fmla="*/ 41910 w 405765"/>
                <a:gd name="connsiteY18" fmla="*/ 157163 h 404812"/>
                <a:gd name="connsiteX19" fmla="*/ 0 w 405765"/>
                <a:gd name="connsiteY19" fmla="*/ 178117 h 404812"/>
                <a:gd name="connsiteX20" fmla="*/ 0 w 405765"/>
                <a:gd name="connsiteY20" fmla="*/ 225742 h 404812"/>
                <a:gd name="connsiteX21" fmla="*/ 41910 w 405765"/>
                <a:gd name="connsiteY21" fmla="*/ 246698 h 404812"/>
                <a:gd name="connsiteX22" fmla="*/ 57150 w 405765"/>
                <a:gd name="connsiteY22" fmla="*/ 283845 h 404812"/>
                <a:gd name="connsiteX23" fmla="*/ 42863 w 405765"/>
                <a:gd name="connsiteY23" fmla="*/ 328613 h 404812"/>
                <a:gd name="connsiteX24" fmla="*/ 76200 w 405765"/>
                <a:gd name="connsiteY24" fmla="*/ 361950 h 404812"/>
                <a:gd name="connsiteX25" fmla="*/ 120968 w 405765"/>
                <a:gd name="connsiteY25" fmla="*/ 347663 h 404812"/>
                <a:gd name="connsiteX26" fmla="*/ 158115 w 405765"/>
                <a:gd name="connsiteY26" fmla="*/ 362903 h 404812"/>
                <a:gd name="connsiteX27" fmla="*/ 179070 w 405765"/>
                <a:gd name="connsiteY27" fmla="*/ 404813 h 404812"/>
                <a:gd name="connsiteX28" fmla="*/ 226695 w 405765"/>
                <a:gd name="connsiteY28" fmla="*/ 404813 h 404812"/>
                <a:gd name="connsiteX29" fmla="*/ 247650 w 405765"/>
                <a:gd name="connsiteY29" fmla="*/ 362903 h 404812"/>
                <a:gd name="connsiteX30" fmla="*/ 284798 w 405765"/>
                <a:gd name="connsiteY30" fmla="*/ 347663 h 404812"/>
                <a:gd name="connsiteX31" fmla="*/ 329565 w 405765"/>
                <a:gd name="connsiteY31" fmla="*/ 362903 h 404812"/>
                <a:gd name="connsiteX32" fmla="*/ 362903 w 405765"/>
                <a:gd name="connsiteY32" fmla="*/ 328613 h 404812"/>
                <a:gd name="connsiteX33" fmla="*/ 348615 w 405765"/>
                <a:gd name="connsiteY33" fmla="*/ 284798 h 404812"/>
                <a:gd name="connsiteX34" fmla="*/ 363855 w 405765"/>
                <a:gd name="connsiteY34" fmla="*/ 247650 h 404812"/>
                <a:gd name="connsiteX35" fmla="*/ 405765 w 405765"/>
                <a:gd name="connsiteY35" fmla="*/ 226695 h 404812"/>
                <a:gd name="connsiteX36" fmla="*/ 405765 w 405765"/>
                <a:gd name="connsiteY36" fmla="*/ 179070 h 404812"/>
                <a:gd name="connsiteX37" fmla="*/ 363855 w 405765"/>
                <a:gd name="connsiteY37" fmla="*/ 158115 h 404812"/>
                <a:gd name="connsiteX38" fmla="*/ 348615 w 405765"/>
                <a:gd name="connsiteY38" fmla="*/ 120967 h 404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405765" h="404812">
                  <a:moveTo>
                    <a:pt x="202883" y="274320"/>
                  </a:moveTo>
                  <a:cubicBezTo>
                    <a:pt x="162878" y="274320"/>
                    <a:pt x="131445" y="241935"/>
                    <a:pt x="131445" y="202882"/>
                  </a:cubicBezTo>
                  <a:cubicBezTo>
                    <a:pt x="131445" y="162877"/>
                    <a:pt x="163830" y="131445"/>
                    <a:pt x="202883" y="131445"/>
                  </a:cubicBezTo>
                  <a:cubicBezTo>
                    <a:pt x="242888" y="131445"/>
                    <a:pt x="274320" y="163830"/>
                    <a:pt x="274320" y="202882"/>
                  </a:cubicBezTo>
                  <a:cubicBezTo>
                    <a:pt x="274320" y="241935"/>
                    <a:pt x="242888" y="274320"/>
                    <a:pt x="202883" y="274320"/>
                  </a:cubicBezTo>
                  <a:lnTo>
                    <a:pt x="202883" y="274320"/>
                  </a:lnTo>
                  <a:close/>
                  <a:moveTo>
                    <a:pt x="348615" y="120967"/>
                  </a:moveTo>
                  <a:lnTo>
                    <a:pt x="363855" y="76200"/>
                  </a:lnTo>
                  <a:lnTo>
                    <a:pt x="329565" y="41910"/>
                  </a:lnTo>
                  <a:lnTo>
                    <a:pt x="284798" y="57150"/>
                  </a:lnTo>
                  <a:cubicBezTo>
                    <a:pt x="273368" y="50482"/>
                    <a:pt x="260033" y="45720"/>
                    <a:pt x="247650" y="41910"/>
                  </a:cubicBezTo>
                  <a:lnTo>
                    <a:pt x="226695" y="0"/>
                  </a:lnTo>
                  <a:lnTo>
                    <a:pt x="179070" y="0"/>
                  </a:lnTo>
                  <a:lnTo>
                    <a:pt x="158115" y="41910"/>
                  </a:lnTo>
                  <a:cubicBezTo>
                    <a:pt x="144780" y="45720"/>
                    <a:pt x="132398" y="50482"/>
                    <a:pt x="120968" y="57150"/>
                  </a:cubicBezTo>
                  <a:lnTo>
                    <a:pt x="76200" y="41910"/>
                  </a:lnTo>
                  <a:lnTo>
                    <a:pt x="42863" y="75247"/>
                  </a:lnTo>
                  <a:lnTo>
                    <a:pt x="57150" y="120015"/>
                  </a:lnTo>
                  <a:cubicBezTo>
                    <a:pt x="50483" y="131445"/>
                    <a:pt x="45720" y="144780"/>
                    <a:pt x="41910" y="157163"/>
                  </a:cubicBezTo>
                  <a:lnTo>
                    <a:pt x="0" y="178117"/>
                  </a:lnTo>
                  <a:lnTo>
                    <a:pt x="0" y="225742"/>
                  </a:lnTo>
                  <a:lnTo>
                    <a:pt x="41910" y="246698"/>
                  </a:lnTo>
                  <a:cubicBezTo>
                    <a:pt x="45720" y="260032"/>
                    <a:pt x="50483" y="272415"/>
                    <a:pt x="57150" y="283845"/>
                  </a:cubicBezTo>
                  <a:lnTo>
                    <a:pt x="42863" y="328613"/>
                  </a:lnTo>
                  <a:lnTo>
                    <a:pt x="76200" y="361950"/>
                  </a:lnTo>
                  <a:lnTo>
                    <a:pt x="120968" y="347663"/>
                  </a:lnTo>
                  <a:cubicBezTo>
                    <a:pt x="132398" y="354330"/>
                    <a:pt x="144780" y="359092"/>
                    <a:pt x="158115" y="362903"/>
                  </a:cubicBezTo>
                  <a:lnTo>
                    <a:pt x="179070" y="404813"/>
                  </a:lnTo>
                  <a:lnTo>
                    <a:pt x="226695" y="404813"/>
                  </a:lnTo>
                  <a:lnTo>
                    <a:pt x="247650" y="362903"/>
                  </a:lnTo>
                  <a:cubicBezTo>
                    <a:pt x="260985" y="359092"/>
                    <a:pt x="273368" y="354330"/>
                    <a:pt x="284798" y="347663"/>
                  </a:cubicBezTo>
                  <a:lnTo>
                    <a:pt x="329565" y="362903"/>
                  </a:lnTo>
                  <a:lnTo>
                    <a:pt x="362903" y="328613"/>
                  </a:lnTo>
                  <a:lnTo>
                    <a:pt x="348615" y="284798"/>
                  </a:lnTo>
                  <a:cubicBezTo>
                    <a:pt x="355283" y="273367"/>
                    <a:pt x="360045" y="260985"/>
                    <a:pt x="363855" y="247650"/>
                  </a:cubicBezTo>
                  <a:lnTo>
                    <a:pt x="405765" y="226695"/>
                  </a:lnTo>
                  <a:lnTo>
                    <a:pt x="405765" y="179070"/>
                  </a:lnTo>
                  <a:lnTo>
                    <a:pt x="363855" y="158115"/>
                  </a:lnTo>
                  <a:cubicBezTo>
                    <a:pt x="360045" y="144780"/>
                    <a:pt x="355283" y="132397"/>
                    <a:pt x="348615" y="120967"/>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pic>
        <p:nvPicPr>
          <p:cNvPr id="50" name="Grafik 49" descr="Öffnendes Anführungszeichen mit einfarbiger Füllung">
            <a:extLst>
              <a:ext uri="{FF2B5EF4-FFF2-40B4-BE49-F238E27FC236}">
                <a16:creationId xmlns:a16="http://schemas.microsoft.com/office/drawing/2014/main" id="{6211B9FB-5060-8EB2-5D09-1F931A9FDF7C}"/>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4365539" y="4627964"/>
            <a:ext cx="914400" cy="914400"/>
          </a:xfrm>
          <a:prstGeom prst="rect">
            <a:avLst/>
          </a:prstGeom>
        </p:spPr>
      </p:pic>
      <p:grpSp>
        <p:nvGrpSpPr>
          <p:cNvPr id="470" name="Gruppieren 469">
            <a:extLst>
              <a:ext uri="{FF2B5EF4-FFF2-40B4-BE49-F238E27FC236}">
                <a16:creationId xmlns:a16="http://schemas.microsoft.com/office/drawing/2014/main" id="{0AB1A334-2B40-C9D6-22B4-FCC911FFB92D}"/>
              </a:ext>
            </a:extLst>
          </p:cNvPr>
          <p:cNvGrpSpPr>
            <a:grpSpLocks noChangeAspect="1"/>
          </p:cNvGrpSpPr>
          <p:nvPr/>
        </p:nvGrpSpPr>
        <p:grpSpPr>
          <a:xfrm>
            <a:off x="7064923" y="1651193"/>
            <a:ext cx="914400" cy="914400"/>
            <a:chOff x="7220546" y="1909881"/>
            <a:chExt cx="914400" cy="914400"/>
          </a:xfrm>
        </p:grpSpPr>
        <p:pic>
          <p:nvPicPr>
            <p:cNvPr id="456" name="Grafik 455" descr="Laptop mit einfarbiger Füllung">
              <a:extLst>
                <a:ext uri="{FF2B5EF4-FFF2-40B4-BE49-F238E27FC236}">
                  <a16:creationId xmlns:a16="http://schemas.microsoft.com/office/drawing/2014/main" id="{B46045F7-176C-8A80-5C26-5330AF64B0A7}"/>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7220546" y="1909881"/>
              <a:ext cx="914400" cy="914400"/>
            </a:xfrm>
            <a:prstGeom prst="rect">
              <a:avLst/>
            </a:prstGeom>
          </p:spPr>
        </p:pic>
        <p:pic>
          <p:nvPicPr>
            <p:cNvPr id="469" name="Grafik 468" descr="Schlüssel mit einfarbiger Füllung">
              <a:extLst>
                <a:ext uri="{FF2B5EF4-FFF2-40B4-BE49-F238E27FC236}">
                  <a16:creationId xmlns:a16="http://schemas.microsoft.com/office/drawing/2014/main" id="{1CDD3095-C889-67CE-B05A-28027F8018D8}"/>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7517214" y="2144224"/>
              <a:ext cx="334147" cy="334147"/>
            </a:xfrm>
            <a:prstGeom prst="rect">
              <a:avLst/>
            </a:prstGeom>
          </p:spPr>
        </p:pic>
      </p:grpSp>
      <p:grpSp>
        <p:nvGrpSpPr>
          <p:cNvPr id="473" name="Gruppieren 472">
            <a:extLst>
              <a:ext uri="{FF2B5EF4-FFF2-40B4-BE49-F238E27FC236}">
                <a16:creationId xmlns:a16="http://schemas.microsoft.com/office/drawing/2014/main" id="{83AD51F7-FE42-0BC0-C455-ABC7E8E8945F}"/>
              </a:ext>
            </a:extLst>
          </p:cNvPr>
          <p:cNvGrpSpPr/>
          <p:nvPr/>
        </p:nvGrpSpPr>
        <p:grpSpPr>
          <a:xfrm>
            <a:off x="8461142" y="1484178"/>
            <a:ext cx="762000" cy="590550"/>
            <a:chOff x="8187584" y="1848891"/>
            <a:chExt cx="762000" cy="590550"/>
          </a:xfrm>
        </p:grpSpPr>
        <p:sp>
          <p:nvSpPr>
            <p:cNvPr id="471" name="Freihandform: Form 470">
              <a:extLst>
                <a:ext uri="{FF2B5EF4-FFF2-40B4-BE49-F238E27FC236}">
                  <a16:creationId xmlns:a16="http://schemas.microsoft.com/office/drawing/2014/main" id="{086B178B-B429-964B-B0A4-782C95A3166A}"/>
                </a:ext>
              </a:extLst>
            </p:cNvPr>
            <p:cNvSpPr/>
            <p:nvPr/>
          </p:nvSpPr>
          <p:spPr>
            <a:xfrm>
              <a:off x="8187584" y="1848891"/>
              <a:ext cx="762000" cy="590550"/>
            </a:xfrm>
            <a:custGeom>
              <a:avLst/>
              <a:gdLst>
                <a:gd name="connsiteX0" fmla="*/ 0 w 762000"/>
                <a:gd name="connsiteY0" fmla="*/ 0 h 590550"/>
                <a:gd name="connsiteX1" fmla="*/ 0 w 762000"/>
                <a:gd name="connsiteY1" fmla="*/ 590550 h 590550"/>
                <a:gd name="connsiteX2" fmla="*/ 762000 w 762000"/>
                <a:gd name="connsiteY2" fmla="*/ 590550 h 590550"/>
                <a:gd name="connsiteX3" fmla="*/ 762000 w 762000"/>
                <a:gd name="connsiteY3" fmla="*/ 0 h 590550"/>
                <a:gd name="connsiteX4" fmla="*/ 657225 w 762000"/>
                <a:gd name="connsiteY4" fmla="*/ 57150 h 590550"/>
                <a:gd name="connsiteX5" fmla="*/ 676275 w 762000"/>
                <a:gd name="connsiteY5" fmla="*/ 76200 h 590550"/>
                <a:gd name="connsiteX6" fmla="*/ 657225 w 762000"/>
                <a:gd name="connsiteY6" fmla="*/ 95250 h 590550"/>
                <a:gd name="connsiteX7" fmla="*/ 638175 w 762000"/>
                <a:gd name="connsiteY7" fmla="*/ 76200 h 590550"/>
                <a:gd name="connsiteX8" fmla="*/ 657225 w 762000"/>
                <a:gd name="connsiteY8" fmla="*/ 57150 h 590550"/>
                <a:gd name="connsiteX9" fmla="*/ 590550 w 762000"/>
                <a:gd name="connsiteY9" fmla="*/ 57150 h 590550"/>
                <a:gd name="connsiteX10" fmla="*/ 609600 w 762000"/>
                <a:gd name="connsiteY10" fmla="*/ 76200 h 590550"/>
                <a:gd name="connsiteX11" fmla="*/ 590550 w 762000"/>
                <a:gd name="connsiteY11" fmla="*/ 95250 h 590550"/>
                <a:gd name="connsiteX12" fmla="*/ 571500 w 762000"/>
                <a:gd name="connsiteY12" fmla="*/ 76200 h 590550"/>
                <a:gd name="connsiteX13" fmla="*/ 590550 w 762000"/>
                <a:gd name="connsiteY13" fmla="*/ 57150 h 590550"/>
                <a:gd name="connsiteX14" fmla="*/ 523875 w 762000"/>
                <a:gd name="connsiteY14" fmla="*/ 57150 h 590550"/>
                <a:gd name="connsiteX15" fmla="*/ 542925 w 762000"/>
                <a:gd name="connsiteY15" fmla="*/ 76200 h 590550"/>
                <a:gd name="connsiteX16" fmla="*/ 523875 w 762000"/>
                <a:gd name="connsiteY16" fmla="*/ 95250 h 590550"/>
                <a:gd name="connsiteX17" fmla="*/ 504825 w 762000"/>
                <a:gd name="connsiteY17" fmla="*/ 76200 h 590550"/>
                <a:gd name="connsiteX18" fmla="*/ 523875 w 762000"/>
                <a:gd name="connsiteY18" fmla="*/ 57150 h 590550"/>
                <a:gd name="connsiteX19" fmla="*/ 704850 w 762000"/>
                <a:gd name="connsiteY19" fmla="*/ 533400 h 590550"/>
                <a:gd name="connsiteX20" fmla="*/ 57150 w 762000"/>
                <a:gd name="connsiteY20" fmla="*/ 533400 h 590550"/>
                <a:gd name="connsiteX21" fmla="*/ 57150 w 762000"/>
                <a:gd name="connsiteY21" fmla="*/ 152400 h 590550"/>
                <a:gd name="connsiteX22" fmla="*/ 704850 w 762000"/>
                <a:gd name="connsiteY22" fmla="*/ 152400 h 590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62000" h="590550">
                  <a:moveTo>
                    <a:pt x="0" y="0"/>
                  </a:moveTo>
                  <a:lnTo>
                    <a:pt x="0" y="590550"/>
                  </a:lnTo>
                  <a:lnTo>
                    <a:pt x="762000" y="590550"/>
                  </a:lnTo>
                  <a:lnTo>
                    <a:pt x="762000" y="0"/>
                  </a:lnTo>
                  <a:close/>
                  <a:moveTo>
                    <a:pt x="657225" y="57150"/>
                  </a:moveTo>
                  <a:cubicBezTo>
                    <a:pt x="667746" y="57150"/>
                    <a:pt x="676275" y="65679"/>
                    <a:pt x="676275" y="76200"/>
                  </a:cubicBezTo>
                  <a:cubicBezTo>
                    <a:pt x="676275" y="86721"/>
                    <a:pt x="667746" y="95250"/>
                    <a:pt x="657225" y="95250"/>
                  </a:cubicBezTo>
                  <a:cubicBezTo>
                    <a:pt x="646704" y="95250"/>
                    <a:pt x="638175" y="86721"/>
                    <a:pt x="638175" y="76200"/>
                  </a:cubicBezTo>
                  <a:cubicBezTo>
                    <a:pt x="638175" y="65679"/>
                    <a:pt x="646704" y="57150"/>
                    <a:pt x="657225" y="57150"/>
                  </a:cubicBezTo>
                  <a:close/>
                  <a:moveTo>
                    <a:pt x="590550" y="57150"/>
                  </a:moveTo>
                  <a:cubicBezTo>
                    <a:pt x="601071" y="57150"/>
                    <a:pt x="609600" y="65679"/>
                    <a:pt x="609600" y="76200"/>
                  </a:cubicBezTo>
                  <a:cubicBezTo>
                    <a:pt x="609600" y="86721"/>
                    <a:pt x="601071" y="95250"/>
                    <a:pt x="590550" y="95250"/>
                  </a:cubicBezTo>
                  <a:cubicBezTo>
                    <a:pt x="580029" y="95250"/>
                    <a:pt x="571500" y="86721"/>
                    <a:pt x="571500" y="76200"/>
                  </a:cubicBezTo>
                  <a:cubicBezTo>
                    <a:pt x="571500" y="65679"/>
                    <a:pt x="580029" y="57150"/>
                    <a:pt x="590550" y="57150"/>
                  </a:cubicBezTo>
                  <a:close/>
                  <a:moveTo>
                    <a:pt x="523875" y="57150"/>
                  </a:moveTo>
                  <a:cubicBezTo>
                    <a:pt x="534396" y="57150"/>
                    <a:pt x="542925" y="65679"/>
                    <a:pt x="542925" y="76200"/>
                  </a:cubicBezTo>
                  <a:cubicBezTo>
                    <a:pt x="542925" y="86721"/>
                    <a:pt x="534396" y="95250"/>
                    <a:pt x="523875" y="95250"/>
                  </a:cubicBezTo>
                  <a:cubicBezTo>
                    <a:pt x="513354" y="95250"/>
                    <a:pt x="504825" y="86721"/>
                    <a:pt x="504825" y="76200"/>
                  </a:cubicBezTo>
                  <a:cubicBezTo>
                    <a:pt x="504825" y="65679"/>
                    <a:pt x="513354" y="57150"/>
                    <a:pt x="523875" y="57150"/>
                  </a:cubicBezTo>
                  <a:close/>
                  <a:moveTo>
                    <a:pt x="704850" y="533400"/>
                  </a:moveTo>
                  <a:lnTo>
                    <a:pt x="57150" y="533400"/>
                  </a:lnTo>
                  <a:lnTo>
                    <a:pt x="57150" y="152400"/>
                  </a:lnTo>
                  <a:lnTo>
                    <a:pt x="704850" y="152400"/>
                  </a:ln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472" name="Grafik 7" descr="Entsperren mit einfarbiger Füllung">
              <a:extLst>
                <a:ext uri="{FF2B5EF4-FFF2-40B4-BE49-F238E27FC236}">
                  <a16:creationId xmlns:a16="http://schemas.microsoft.com/office/drawing/2014/main" id="{DF55C2D9-2AA2-BA65-E6BB-BFF1E02FD0F0}"/>
                </a:ext>
              </a:extLst>
            </p:cNvPr>
            <p:cNvSpPr>
              <a:spLocks noChangeAspect="1"/>
            </p:cNvSpPr>
            <p:nvPr/>
          </p:nvSpPr>
          <p:spPr>
            <a:xfrm>
              <a:off x="8460285" y="2044703"/>
              <a:ext cx="216598" cy="286850"/>
            </a:xfrm>
            <a:custGeom>
              <a:avLst/>
              <a:gdLst>
                <a:gd name="connsiteX0" fmla="*/ 189612 w 379224"/>
                <a:gd name="connsiteY0" fmla="*/ 257331 h 541749"/>
                <a:gd name="connsiteX1" fmla="*/ 88034 w 379224"/>
                <a:gd name="connsiteY1" fmla="*/ 264780 h 541749"/>
                <a:gd name="connsiteX2" fmla="*/ 88034 w 379224"/>
                <a:gd name="connsiteY2" fmla="*/ 142209 h 541749"/>
                <a:gd name="connsiteX3" fmla="*/ 189612 w 379224"/>
                <a:gd name="connsiteY3" fmla="*/ 40631 h 541749"/>
                <a:gd name="connsiteX4" fmla="*/ 291190 w 379224"/>
                <a:gd name="connsiteY4" fmla="*/ 142209 h 541749"/>
                <a:gd name="connsiteX5" fmla="*/ 291190 w 379224"/>
                <a:gd name="connsiteY5" fmla="*/ 182840 h 541749"/>
                <a:gd name="connsiteX6" fmla="*/ 331821 w 379224"/>
                <a:gd name="connsiteY6" fmla="*/ 182840 h 541749"/>
                <a:gd name="connsiteX7" fmla="*/ 331821 w 379224"/>
                <a:gd name="connsiteY7" fmla="*/ 142209 h 541749"/>
                <a:gd name="connsiteX8" fmla="*/ 189612 w 379224"/>
                <a:gd name="connsiteY8" fmla="*/ 0 h 541749"/>
                <a:gd name="connsiteX9" fmla="*/ 47403 w 379224"/>
                <a:gd name="connsiteY9" fmla="*/ 142209 h 541749"/>
                <a:gd name="connsiteX10" fmla="*/ 47403 w 379224"/>
                <a:gd name="connsiteY10" fmla="*/ 267489 h 541749"/>
                <a:gd name="connsiteX11" fmla="*/ 0 w 379224"/>
                <a:gd name="connsiteY11" fmla="*/ 270875 h 541749"/>
                <a:gd name="connsiteX12" fmla="*/ 0 w 379224"/>
                <a:gd name="connsiteY12" fmla="*/ 528205 h 541749"/>
                <a:gd name="connsiteX13" fmla="*/ 189612 w 379224"/>
                <a:gd name="connsiteY13" fmla="*/ 541749 h 541749"/>
                <a:gd name="connsiteX14" fmla="*/ 379224 w 379224"/>
                <a:gd name="connsiteY14" fmla="*/ 528205 h 541749"/>
                <a:gd name="connsiteX15" fmla="*/ 379224 w 379224"/>
                <a:gd name="connsiteY15" fmla="*/ 270875 h 541749"/>
                <a:gd name="connsiteX16" fmla="*/ 189612 w 379224"/>
                <a:gd name="connsiteY16" fmla="*/ 257331 h 541749"/>
                <a:gd name="connsiteX17" fmla="*/ 203156 w 379224"/>
                <a:gd name="connsiteY17" fmla="*/ 438140 h 541749"/>
                <a:gd name="connsiteX18" fmla="*/ 203156 w 379224"/>
                <a:gd name="connsiteY18" fmla="*/ 474031 h 541749"/>
                <a:gd name="connsiteX19" fmla="*/ 176068 w 379224"/>
                <a:gd name="connsiteY19" fmla="*/ 474031 h 541749"/>
                <a:gd name="connsiteX20" fmla="*/ 176068 w 379224"/>
                <a:gd name="connsiteY20" fmla="*/ 438140 h 541749"/>
                <a:gd name="connsiteX21" fmla="*/ 148981 w 379224"/>
                <a:gd name="connsiteY21" fmla="*/ 399540 h 541749"/>
                <a:gd name="connsiteX22" fmla="*/ 189612 w 379224"/>
                <a:gd name="connsiteY22" fmla="*/ 358909 h 541749"/>
                <a:gd name="connsiteX23" fmla="*/ 230243 w 379224"/>
                <a:gd name="connsiteY23" fmla="*/ 399540 h 541749"/>
                <a:gd name="connsiteX24" fmla="*/ 203156 w 379224"/>
                <a:gd name="connsiteY24" fmla="*/ 438140 h 541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79224" h="541749">
                  <a:moveTo>
                    <a:pt x="189612" y="257331"/>
                  </a:moveTo>
                  <a:lnTo>
                    <a:pt x="88034" y="264780"/>
                  </a:lnTo>
                  <a:lnTo>
                    <a:pt x="88034" y="142209"/>
                  </a:lnTo>
                  <a:cubicBezTo>
                    <a:pt x="88034" y="86003"/>
                    <a:pt x="133406" y="40631"/>
                    <a:pt x="189612" y="40631"/>
                  </a:cubicBezTo>
                  <a:cubicBezTo>
                    <a:pt x="245819" y="40631"/>
                    <a:pt x="291190" y="86003"/>
                    <a:pt x="291190" y="142209"/>
                  </a:cubicBezTo>
                  <a:lnTo>
                    <a:pt x="291190" y="182840"/>
                  </a:lnTo>
                  <a:lnTo>
                    <a:pt x="331821" y="182840"/>
                  </a:lnTo>
                  <a:lnTo>
                    <a:pt x="331821" y="142209"/>
                  </a:lnTo>
                  <a:cubicBezTo>
                    <a:pt x="331821" y="63656"/>
                    <a:pt x="268166" y="0"/>
                    <a:pt x="189612" y="0"/>
                  </a:cubicBezTo>
                  <a:cubicBezTo>
                    <a:pt x="111059" y="0"/>
                    <a:pt x="47403" y="63656"/>
                    <a:pt x="47403" y="142209"/>
                  </a:cubicBezTo>
                  <a:lnTo>
                    <a:pt x="47403" y="267489"/>
                  </a:lnTo>
                  <a:lnTo>
                    <a:pt x="0" y="270875"/>
                  </a:lnTo>
                  <a:lnTo>
                    <a:pt x="0" y="528205"/>
                  </a:lnTo>
                  <a:lnTo>
                    <a:pt x="189612" y="541749"/>
                  </a:lnTo>
                  <a:lnTo>
                    <a:pt x="379224" y="528205"/>
                  </a:lnTo>
                  <a:lnTo>
                    <a:pt x="379224" y="270875"/>
                  </a:lnTo>
                  <a:lnTo>
                    <a:pt x="189612" y="257331"/>
                  </a:lnTo>
                  <a:close/>
                  <a:moveTo>
                    <a:pt x="203156" y="438140"/>
                  </a:moveTo>
                  <a:lnTo>
                    <a:pt x="203156" y="474031"/>
                  </a:lnTo>
                  <a:lnTo>
                    <a:pt x="176068" y="474031"/>
                  </a:lnTo>
                  <a:lnTo>
                    <a:pt x="176068" y="438140"/>
                  </a:lnTo>
                  <a:cubicBezTo>
                    <a:pt x="160493" y="432722"/>
                    <a:pt x="148981" y="417824"/>
                    <a:pt x="148981" y="399540"/>
                  </a:cubicBezTo>
                  <a:cubicBezTo>
                    <a:pt x="148981" y="377193"/>
                    <a:pt x="167265" y="358909"/>
                    <a:pt x="189612" y="358909"/>
                  </a:cubicBezTo>
                  <a:cubicBezTo>
                    <a:pt x="211959" y="358909"/>
                    <a:pt x="230243" y="377193"/>
                    <a:pt x="230243" y="399540"/>
                  </a:cubicBezTo>
                  <a:cubicBezTo>
                    <a:pt x="230243" y="417147"/>
                    <a:pt x="218731" y="432045"/>
                    <a:pt x="203156" y="438140"/>
                  </a:cubicBezTo>
                  <a:close/>
                </a:path>
              </a:pathLst>
            </a:custGeom>
            <a:solidFill>
              <a:schemeClr val="tx1"/>
            </a:solidFill>
            <a:ln w="674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grpSp>
        <p:nvGrpSpPr>
          <p:cNvPr id="11" name="Gruppieren 10">
            <a:extLst>
              <a:ext uri="{FF2B5EF4-FFF2-40B4-BE49-F238E27FC236}">
                <a16:creationId xmlns:a16="http://schemas.microsoft.com/office/drawing/2014/main" id="{5E45C418-4D7C-9BE4-C4C0-9DAEF01AECC6}"/>
              </a:ext>
            </a:extLst>
          </p:cNvPr>
          <p:cNvGrpSpPr>
            <a:grpSpLocks noChangeAspect="1"/>
          </p:cNvGrpSpPr>
          <p:nvPr/>
        </p:nvGrpSpPr>
        <p:grpSpPr>
          <a:xfrm>
            <a:off x="1011780" y="1830856"/>
            <a:ext cx="595828" cy="554556"/>
            <a:chOff x="501875" y="2752710"/>
            <a:chExt cx="180000" cy="156375"/>
          </a:xfrm>
        </p:grpSpPr>
        <p:sp>
          <p:nvSpPr>
            <p:cNvPr id="12" name="Freihandform: Form 11">
              <a:extLst>
                <a:ext uri="{FF2B5EF4-FFF2-40B4-BE49-F238E27FC236}">
                  <a16:creationId xmlns:a16="http://schemas.microsoft.com/office/drawing/2014/main" id="{B39A6F56-3587-F0C1-8A25-AC465E9D7F5F}"/>
                </a:ext>
              </a:extLst>
            </p:cNvPr>
            <p:cNvSpPr/>
            <p:nvPr/>
          </p:nvSpPr>
          <p:spPr>
            <a:xfrm>
              <a:off x="501875" y="2837085"/>
              <a:ext cx="180000" cy="72000"/>
            </a:xfrm>
            <a:custGeom>
              <a:avLst/>
              <a:gdLst>
                <a:gd name="connsiteX0" fmla="*/ 103500 w 180000"/>
                <a:gd name="connsiteY0" fmla="*/ 4500 h 72000"/>
                <a:gd name="connsiteX1" fmla="*/ 94500 w 180000"/>
                <a:gd name="connsiteY1" fmla="*/ 13500 h 72000"/>
                <a:gd name="connsiteX2" fmla="*/ 85500 w 180000"/>
                <a:gd name="connsiteY2" fmla="*/ 13500 h 72000"/>
                <a:gd name="connsiteX3" fmla="*/ 76500 w 180000"/>
                <a:gd name="connsiteY3" fmla="*/ 4500 h 72000"/>
                <a:gd name="connsiteX4" fmla="*/ 76500 w 180000"/>
                <a:gd name="connsiteY4" fmla="*/ 0 h 72000"/>
                <a:gd name="connsiteX5" fmla="*/ 0 w 180000"/>
                <a:gd name="connsiteY5" fmla="*/ 0 h 72000"/>
                <a:gd name="connsiteX6" fmla="*/ 0 w 180000"/>
                <a:gd name="connsiteY6" fmla="*/ 63000 h 72000"/>
                <a:gd name="connsiteX7" fmla="*/ 9000 w 180000"/>
                <a:gd name="connsiteY7" fmla="*/ 72000 h 72000"/>
                <a:gd name="connsiteX8" fmla="*/ 171000 w 180000"/>
                <a:gd name="connsiteY8" fmla="*/ 72000 h 72000"/>
                <a:gd name="connsiteX9" fmla="*/ 180000 w 180000"/>
                <a:gd name="connsiteY9" fmla="*/ 63000 h 72000"/>
                <a:gd name="connsiteX10" fmla="*/ 180000 w 180000"/>
                <a:gd name="connsiteY10" fmla="*/ 0 h 72000"/>
                <a:gd name="connsiteX11" fmla="*/ 103500 w 180000"/>
                <a:gd name="connsiteY11" fmla="*/ 0 h 72000"/>
                <a:gd name="connsiteX12" fmla="*/ 103500 w 180000"/>
                <a:gd name="connsiteY12" fmla="*/ 4500 h 7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0000" h="72000">
                  <a:moveTo>
                    <a:pt x="103500" y="4500"/>
                  </a:moveTo>
                  <a:cubicBezTo>
                    <a:pt x="103500" y="9450"/>
                    <a:pt x="99450" y="13500"/>
                    <a:pt x="94500" y="13500"/>
                  </a:cubicBezTo>
                  <a:lnTo>
                    <a:pt x="85500" y="13500"/>
                  </a:lnTo>
                  <a:cubicBezTo>
                    <a:pt x="80550" y="13500"/>
                    <a:pt x="76500" y="9450"/>
                    <a:pt x="76500" y="4500"/>
                  </a:cubicBezTo>
                  <a:lnTo>
                    <a:pt x="76500" y="0"/>
                  </a:lnTo>
                  <a:lnTo>
                    <a:pt x="0" y="0"/>
                  </a:lnTo>
                  <a:lnTo>
                    <a:pt x="0" y="63000"/>
                  </a:lnTo>
                  <a:cubicBezTo>
                    <a:pt x="0" y="67950"/>
                    <a:pt x="4050" y="72000"/>
                    <a:pt x="9000" y="72000"/>
                  </a:cubicBezTo>
                  <a:lnTo>
                    <a:pt x="171000" y="72000"/>
                  </a:lnTo>
                  <a:cubicBezTo>
                    <a:pt x="175950" y="72000"/>
                    <a:pt x="180000" y="67950"/>
                    <a:pt x="180000" y="63000"/>
                  </a:cubicBezTo>
                  <a:lnTo>
                    <a:pt x="180000" y="0"/>
                  </a:lnTo>
                  <a:lnTo>
                    <a:pt x="103500" y="0"/>
                  </a:lnTo>
                  <a:lnTo>
                    <a:pt x="103500" y="4500"/>
                  </a:lnTo>
                  <a:close/>
                </a:path>
              </a:pathLst>
            </a:custGeom>
            <a:solidFill>
              <a:schemeClr val="accent4"/>
            </a:solidFill>
            <a:ln w="218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Freihandform: Form 36">
              <a:extLst>
                <a:ext uri="{FF2B5EF4-FFF2-40B4-BE49-F238E27FC236}">
                  <a16:creationId xmlns:a16="http://schemas.microsoft.com/office/drawing/2014/main" id="{31C4D0B6-9142-745A-BC23-29F8A9F536A0}"/>
                </a:ext>
              </a:extLst>
            </p:cNvPr>
            <p:cNvSpPr/>
            <p:nvPr/>
          </p:nvSpPr>
          <p:spPr>
            <a:xfrm>
              <a:off x="501875" y="2752710"/>
              <a:ext cx="180000" cy="75375"/>
            </a:xfrm>
            <a:custGeom>
              <a:avLst/>
              <a:gdLst>
                <a:gd name="connsiteX0" fmla="*/ 171000 w 180000"/>
                <a:gd name="connsiteY0" fmla="*/ 30375 h 75375"/>
                <a:gd name="connsiteX1" fmla="*/ 126000 w 180000"/>
                <a:gd name="connsiteY1" fmla="*/ 30375 h 75375"/>
                <a:gd name="connsiteX2" fmla="*/ 126000 w 180000"/>
                <a:gd name="connsiteY2" fmla="*/ 15750 h 75375"/>
                <a:gd name="connsiteX3" fmla="*/ 110250 w 180000"/>
                <a:gd name="connsiteY3" fmla="*/ 0 h 75375"/>
                <a:gd name="connsiteX4" fmla="*/ 69750 w 180000"/>
                <a:gd name="connsiteY4" fmla="*/ 0 h 75375"/>
                <a:gd name="connsiteX5" fmla="*/ 54000 w 180000"/>
                <a:gd name="connsiteY5" fmla="*/ 15750 h 75375"/>
                <a:gd name="connsiteX6" fmla="*/ 54000 w 180000"/>
                <a:gd name="connsiteY6" fmla="*/ 30375 h 75375"/>
                <a:gd name="connsiteX7" fmla="*/ 9000 w 180000"/>
                <a:gd name="connsiteY7" fmla="*/ 30375 h 75375"/>
                <a:gd name="connsiteX8" fmla="*/ 0 w 180000"/>
                <a:gd name="connsiteY8" fmla="*/ 39375 h 75375"/>
                <a:gd name="connsiteX9" fmla="*/ 0 w 180000"/>
                <a:gd name="connsiteY9" fmla="*/ 75375 h 75375"/>
                <a:gd name="connsiteX10" fmla="*/ 76500 w 180000"/>
                <a:gd name="connsiteY10" fmla="*/ 75375 h 75375"/>
                <a:gd name="connsiteX11" fmla="*/ 76500 w 180000"/>
                <a:gd name="connsiteY11" fmla="*/ 70875 h 75375"/>
                <a:gd name="connsiteX12" fmla="*/ 103500 w 180000"/>
                <a:gd name="connsiteY12" fmla="*/ 70875 h 75375"/>
                <a:gd name="connsiteX13" fmla="*/ 103500 w 180000"/>
                <a:gd name="connsiteY13" fmla="*/ 75375 h 75375"/>
                <a:gd name="connsiteX14" fmla="*/ 180000 w 180000"/>
                <a:gd name="connsiteY14" fmla="*/ 75375 h 75375"/>
                <a:gd name="connsiteX15" fmla="*/ 180000 w 180000"/>
                <a:gd name="connsiteY15" fmla="*/ 39375 h 75375"/>
                <a:gd name="connsiteX16" fmla="*/ 171000 w 180000"/>
                <a:gd name="connsiteY16" fmla="*/ 30375 h 75375"/>
                <a:gd name="connsiteX17" fmla="*/ 67500 w 180000"/>
                <a:gd name="connsiteY17" fmla="*/ 30375 h 75375"/>
                <a:gd name="connsiteX18" fmla="*/ 67500 w 180000"/>
                <a:gd name="connsiteY18" fmla="*/ 15750 h 75375"/>
                <a:gd name="connsiteX19" fmla="*/ 69750 w 180000"/>
                <a:gd name="connsiteY19" fmla="*/ 13500 h 75375"/>
                <a:gd name="connsiteX20" fmla="*/ 110250 w 180000"/>
                <a:gd name="connsiteY20" fmla="*/ 13500 h 75375"/>
                <a:gd name="connsiteX21" fmla="*/ 112500 w 180000"/>
                <a:gd name="connsiteY21" fmla="*/ 15750 h 75375"/>
                <a:gd name="connsiteX22" fmla="*/ 112500 w 180000"/>
                <a:gd name="connsiteY22" fmla="*/ 30375 h 75375"/>
                <a:gd name="connsiteX23" fmla="*/ 67500 w 180000"/>
                <a:gd name="connsiteY23" fmla="*/ 30375 h 75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80000" h="75375">
                  <a:moveTo>
                    <a:pt x="171000" y="30375"/>
                  </a:moveTo>
                  <a:lnTo>
                    <a:pt x="126000" y="30375"/>
                  </a:lnTo>
                  <a:lnTo>
                    <a:pt x="126000" y="15750"/>
                  </a:lnTo>
                  <a:cubicBezTo>
                    <a:pt x="126000" y="6975"/>
                    <a:pt x="119025" y="0"/>
                    <a:pt x="110250" y="0"/>
                  </a:cubicBezTo>
                  <a:lnTo>
                    <a:pt x="69750" y="0"/>
                  </a:lnTo>
                  <a:cubicBezTo>
                    <a:pt x="60975" y="0"/>
                    <a:pt x="54000" y="6975"/>
                    <a:pt x="54000" y="15750"/>
                  </a:cubicBezTo>
                  <a:lnTo>
                    <a:pt x="54000" y="30375"/>
                  </a:lnTo>
                  <a:lnTo>
                    <a:pt x="9000" y="30375"/>
                  </a:lnTo>
                  <a:cubicBezTo>
                    <a:pt x="4050" y="30375"/>
                    <a:pt x="0" y="34425"/>
                    <a:pt x="0" y="39375"/>
                  </a:cubicBezTo>
                  <a:lnTo>
                    <a:pt x="0" y="75375"/>
                  </a:lnTo>
                  <a:lnTo>
                    <a:pt x="76500" y="75375"/>
                  </a:lnTo>
                  <a:lnTo>
                    <a:pt x="76500" y="70875"/>
                  </a:lnTo>
                  <a:lnTo>
                    <a:pt x="103500" y="70875"/>
                  </a:lnTo>
                  <a:lnTo>
                    <a:pt x="103500" y="75375"/>
                  </a:lnTo>
                  <a:lnTo>
                    <a:pt x="180000" y="75375"/>
                  </a:lnTo>
                  <a:lnTo>
                    <a:pt x="180000" y="39375"/>
                  </a:lnTo>
                  <a:cubicBezTo>
                    <a:pt x="180000" y="34425"/>
                    <a:pt x="175950" y="30375"/>
                    <a:pt x="171000" y="30375"/>
                  </a:cubicBezTo>
                  <a:moveTo>
                    <a:pt x="67500" y="30375"/>
                  </a:moveTo>
                  <a:lnTo>
                    <a:pt x="67500" y="15750"/>
                  </a:lnTo>
                  <a:cubicBezTo>
                    <a:pt x="67500" y="14400"/>
                    <a:pt x="68400" y="13500"/>
                    <a:pt x="69750" y="13500"/>
                  </a:cubicBezTo>
                  <a:lnTo>
                    <a:pt x="110250" y="13500"/>
                  </a:lnTo>
                  <a:cubicBezTo>
                    <a:pt x="111600" y="13500"/>
                    <a:pt x="112500" y="14400"/>
                    <a:pt x="112500" y="15750"/>
                  </a:cubicBezTo>
                  <a:lnTo>
                    <a:pt x="112500" y="30375"/>
                  </a:lnTo>
                  <a:lnTo>
                    <a:pt x="67500" y="30375"/>
                  </a:lnTo>
                  <a:close/>
                </a:path>
              </a:pathLst>
            </a:custGeom>
            <a:solidFill>
              <a:schemeClr val="accent2"/>
            </a:solidFill>
            <a:ln w="218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448" name="Grafik 93" descr="Zahnräder mit einfarbiger Füllung">
            <a:extLst>
              <a:ext uri="{FF2B5EF4-FFF2-40B4-BE49-F238E27FC236}">
                <a16:creationId xmlns:a16="http://schemas.microsoft.com/office/drawing/2014/main" id="{CC8FB15D-7704-3204-26F4-61A7DDC93174}"/>
              </a:ext>
            </a:extLst>
          </p:cNvPr>
          <p:cNvGrpSpPr>
            <a:grpSpLocks noChangeAspect="1"/>
          </p:cNvGrpSpPr>
          <p:nvPr/>
        </p:nvGrpSpPr>
        <p:grpSpPr>
          <a:xfrm>
            <a:off x="4990820" y="1884039"/>
            <a:ext cx="501773" cy="607208"/>
            <a:chOff x="5785484" y="3052762"/>
            <a:chExt cx="621029" cy="751522"/>
          </a:xfrm>
          <a:solidFill>
            <a:schemeClr val="accent2"/>
          </a:solidFill>
        </p:grpSpPr>
        <p:sp>
          <p:nvSpPr>
            <p:cNvPr id="458" name="Freihandform: Form 457">
              <a:extLst>
                <a:ext uri="{FF2B5EF4-FFF2-40B4-BE49-F238E27FC236}">
                  <a16:creationId xmlns:a16="http://schemas.microsoft.com/office/drawing/2014/main" id="{DF86FF4D-FC25-635F-5646-4AB96859DD29}"/>
                </a:ext>
              </a:extLst>
            </p:cNvPr>
            <p:cNvSpPr/>
            <p:nvPr/>
          </p:nvSpPr>
          <p:spPr>
            <a:xfrm>
              <a:off x="6000750" y="3052762"/>
              <a:ext cx="405764" cy="404812"/>
            </a:xfrm>
            <a:custGeom>
              <a:avLst/>
              <a:gdLst>
                <a:gd name="connsiteX0" fmla="*/ 202883 w 405764"/>
                <a:gd name="connsiteY0" fmla="*/ 274320 h 404812"/>
                <a:gd name="connsiteX1" fmla="*/ 131445 w 405764"/>
                <a:gd name="connsiteY1" fmla="*/ 202883 h 404812"/>
                <a:gd name="connsiteX2" fmla="*/ 202883 w 405764"/>
                <a:gd name="connsiteY2" fmla="*/ 131445 h 404812"/>
                <a:gd name="connsiteX3" fmla="*/ 274320 w 405764"/>
                <a:gd name="connsiteY3" fmla="*/ 202883 h 404812"/>
                <a:gd name="connsiteX4" fmla="*/ 202883 w 405764"/>
                <a:gd name="connsiteY4" fmla="*/ 274320 h 404812"/>
                <a:gd name="connsiteX5" fmla="*/ 363855 w 405764"/>
                <a:gd name="connsiteY5" fmla="*/ 158115 h 404812"/>
                <a:gd name="connsiteX6" fmla="*/ 348615 w 405764"/>
                <a:gd name="connsiteY6" fmla="*/ 120968 h 404812"/>
                <a:gd name="connsiteX7" fmla="*/ 363855 w 405764"/>
                <a:gd name="connsiteY7" fmla="*/ 76200 h 404812"/>
                <a:gd name="connsiteX8" fmla="*/ 329565 w 405764"/>
                <a:gd name="connsiteY8" fmla="*/ 41910 h 404812"/>
                <a:gd name="connsiteX9" fmla="*/ 284798 w 405764"/>
                <a:gd name="connsiteY9" fmla="*/ 57150 h 404812"/>
                <a:gd name="connsiteX10" fmla="*/ 247650 w 405764"/>
                <a:gd name="connsiteY10" fmla="*/ 41910 h 404812"/>
                <a:gd name="connsiteX11" fmla="*/ 226695 w 405764"/>
                <a:gd name="connsiteY11" fmla="*/ 0 h 404812"/>
                <a:gd name="connsiteX12" fmla="*/ 179070 w 405764"/>
                <a:gd name="connsiteY12" fmla="*/ 0 h 404812"/>
                <a:gd name="connsiteX13" fmla="*/ 158115 w 405764"/>
                <a:gd name="connsiteY13" fmla="*/ 41910 h 404812"/>
                <a:gd name="connsiteX14" fmla="*/ 120968 w 405764"/>
                <a:gd name="connsiteY14" fmla="*/ 57150 h 404812"/>
                <a:gd name="connsiteX15" fmla="*/ 76200 w 405764"/>
                <a:gd name="connsiteY15" fmla="*/ 41910 h 404812"/>
                <a:gd name="connsiteX16" fmla="*/ 41910 w 405764"/>
                <a:gd name="connsiteY16" fmla="*/ 76200 h 404812"/>
                <a:gd name="connsiteX17" fmla="*/ 57150 w 405764"/>
                <a:gd name="connsiteY17" fmla="*/ 120968 h 404812"/>
                <a:gd name="connsiteX18" fmla="*/ 41910 w 405764"/>
                <a:gd name="connsiteY18" fmla="*/ 158115 h 404812"/>
                <a:gd name="connsiteX19" fmla="*/ 0 w 405764"/>
                <a:gd name="connsiteY19" fmla="*/ 179070 h 404812"/>
                <a:gd name="connsiteX20" fmla="*/ 0 w 405764"/>
                <a:gd name="connsiteY20" fmla="*/ 226695 h 404812"/>
                <a:gd name="connsiteX21" fmla="*/ 41910 w 405764"/>
                <a:gd name="connsiteY21" fmla="*/ 247650 h 404812"/>
                <a:gd name="connsiteX22" fmla="*/ 57150 w 405764"/>
                <a:gd name="connsiteY22" fmla="*/ 284798 h 404812"/>
                <a:gd name="connsiteX23" fmla="*/ 41910 w 405764"/>
                <a:gd name="connsiteY23" fmla="*/ 329565 h 404812"/>
                <a:gd name="connsiteX24" fmla="*/ 75248 w 405764"/>
                <a:gd name="connsiteY24" fmla="*/ 362903 h 404812"/>
                <a:gd name="connsiteX25" fmla="*/ 120015 w 405764"/>
                <a:gd name="connsiteY25" fmla="*/ 347663 h 404812"/>
                <a:gd name="connsiteX26" fmla="*/ 157163 w 405764"/>
                <a:gd name="connsiteY26" fmla="*/ 362903 h 404812"/>
                <a:gd name="connsiteX27" fmla="*/ 178118 w 405764"/>
                <a:gd name="connsiteY27" fmla="*/ 404813 h 404812"/>
                <a:gd name="connsiteX28" fmla="*/ 225743 w 405764"/>
                <a:gd name="connsiteY28" fmla="*/ 404813 h 404812"/>
                <a:gd name="connsiteX29" fmla="*/ 246698 w 405764"/>
                <a:gd name="connsiteY29" fmla="*/ 362903 h 404812"/>
                <a:gd name="connsiteX30" fmla="*/ 283845 w 405764"/>
                <a:gd name="connsiteY30" fmla="*/ 347663 h 404812"/>
                <a:gd name="connsiteX31" fmla="*/ 328613 w 405764"/>
                <a:gd name="connsiteY31" fmla="*/ 362903 h 404812"/>
                <a:gd name="connsiteX32" fmla="*/ 362903 w 405764"/>
                <a:gd name="connsiteY32" fmla="*/ 329565 h 404812"/>
                <a:gd name="connsiteX33" fmla="*/ 347663 w 405764"/>
                <a:gd name="connsiteY33" fmla="*/ 284798 h 404812"/>
                <a:gd name="connsiteX34" fmla="*/ 363855 w 405764"/>
                <a:gd name="connsiteY34" fmla="*/ 247650 h 404812"/>
                <a:gd name="connsiteX35" fmla="*/ 405765 w 405764"/>
                <a:gd name="connsiteY35" fmla="*/ 226695 h 404812"/>
                <a:gd name="connsiteX36" fmla="*/ 405765 w 405764"/>
                <a:gd name="connsiteY36" fmla="*/ 179070 h 404812"/>
                <a:gd name="connsiteX37" fmla="*/ 363855 w 405764"/>
                <a:gd name="connsiteY37" fmla="*/ 158115 h 404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405764" h="404812">
                  <a:moveTo>
                    <a:pt x="202883" y="274320"/>
                  </a:moveTo>
                  <a:cubicBezTo>
                    <a:pt x="162877" y="274320"/>
                    <a:pt x="131445" y="241935"/>
                    <a:pt x="131445" y="202883"/>
                  </a:cubicBezTo>
                  <a:cubicBezTo>
                    <a:pt x="131445" y="163830"/>
                    <a:pt x="163830" y="131445"/>
                    <a:pt x="202883" y="131445"/>
                  </a:cubicBezTo>
                  <a:cubicBezTo>
                    <a:pt x="242888" y="131445"/>
                    <a:pt x="274320" y="163830"/>
                    <a:pt x="274320" y="202883"/>
                  </a:cubicBezTo>
                  <a:cubicBezTo>
                    <a:pt x="274320" y="241935"/>
                    <a:pt x="241935" y="274320"/>
                    <a:pt x="202883" y="274320"/>
                  </a:cubicBezTo>
                  <a:close/>
                  <a:moveTo>
                    <a:pt x="363855" y="158115"/>
                  </a:moveTo>
                  <a:cubicBezTo>
                    <a:pt x="360045" y="144780"/>
                    <a:pt x="355283" y="132398"/>
                    <a:pt x="348615" y="120968"/>
                  </a:cubicBezTo>
                  <a:lnTo>
                    <a:pt x="363855" y="76200"/>
                  </a:lnTo>
                  <a:lnTo>
                    <a:pt x="329565" y="41910"/>
                  </a:lnTo>
                  <a:lnTo>
                    <a:pt x="284798" y="57150"/>
                  </a:lnTo>
                  <a:cubicBezTo>
                    <a:pt x="273367" y="50483"/>
                    <a:pt x="260985" y="45720"/>
                    <a:pt x="247650" y="41910"/>
                  </a:cubicBezTo>
                  <a:lnTo>
                    <a:pt x="226695" y="0"/>
                  </a:lnTo>
                  <a:lnTo>
                    <a:pt x="179070" y="0"/>
                  </a:lnTo>
                  <a:lnTo>
                    <a:pt x="158115" y="41910"/>
                  </a:lnTo>
                  <a:cubicBezTo>
                    <a:pt x="144780" y="45720"/>
                    <a:pt x="132398" y="50483"/>
                    <a:pt x="120968" y="57150"/>
                  </a:cubicBezTo>
                  <a:lnTo>
                    <a:pt x="76200" y="41910"/>
                  </a:lnTo>
                  <a:lnTo>
                    <a:pt x="41910" y="76200"/>
                  </a:lnTo>
                  <a:lnTo>
                    <a:pt x="57150" y="120968"/>
                  </a:lnTo>
                  <a:cubicBezTo>
                    <a:pt x="50482" y="132398"/>
                    <a:pt x="45720" y="144780"/>
                    <a:pt x="41910" y="158115"/>
                  </a:cubicBezTo>
                  <a:lnTo>
                    <a:pt x="0" y="179070"/>
                  </a:lnTo>
                  <a:lnTo>
                    <a:pt x="0" y="226695"/>
                  </a:lnTo>
                  <a:lnTo>
                    <a:pt x="41910" y="247650"/>
                  </a:lnTo>
                  <a:cubicBezTo>
                    <a:pt x="45720" y="260985"/>
                    <a:pt x="50482" y="273368"/>
                    <a:pt x="57150" y="284798"/>
                  </a:cubicBezTo>
                  <a:lnTo>
                    <a:pt x="41910" y="329565"/>
                  </a:lnTo>
                  <a:lnTo>
                    <a:pt x="75248" y="362903"/>
                  </a:lnTo>
                  <a:lnTo>
                    <a:pt x="120015" y="347663"/>
                  </a:lnTo>
                  <a:cubicBezTo>
                    <a:pt x="131445" y="354330"/>
                    <a:pt x="143827" y="359093"/>
                    <a:pt x="157163" y="362903"/>
                  </a:cubicBezTo>
                  <a:lnTo>
                    <a:pt x="178118" y="404813"/>
                  </a:lnTo>
                  <a:lnTo>
                    <a:pt x="225743" y="404813"/>
                  </a:lnTo>
                  <a:lnTo>
                    <a:pt x="246698" y="362903"/>
                  </a:lnTo>
                  <a:cubicBezTo>
                    <a:pt x="260033" y="359093"/>
                    <a:pt x="272415" y="354330"/>
                    <a:pt x="283845" y="347663"/>
                  </a:cubicBezTo>
                  <a:lnTo>
                    <a:pt x="328613" y="362903"/>
                  </a:lnTo>
                  <a:lnTo>
                    <a:pt x="362903" y="329565"/>
                  </a:lnTo>
                  <a:lnTo>
                    <a:pt x="347663" y="284798"/>
                  </a:lnTo>
                  <a:cubicBezTo>
                    <a:pt x="354330" y="273368"/>
                    <a:pt x="360045" y="260033"/>
                    <a:pt x="363855" y="247650"/>
                  </a:cubicBezTo>
                  <a:lnTo>
                    <a:pt x="405765" y="226695"/>
                  </a:lnTo>
                  <a:lnTo>
                    <a:pt x="405765" y="179070"/>
                  </a:lnTo>
                  <a:lnTo>
                    <a:pt x="363855" y="158115"/>
                  </a:ln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474" name="Freihandform: Form 473">
              <a:extLst>
                <a:ext uri="{FF2B5EF4-FFF2-40B4-BE49-F238E27FC236}">
                  <a16:creationId xmlns:a16="http://schemas.microsoft.com/office/drawing/2014/main" id="{E2A3C295-95FE-0F73-9BFB-3D1F4C90CAEA}"/>
                </a:ext>
              </a:extLst>
            </p:cNvPr>
            <p:cNvSpPr/>
            <p:nvPr/>
          </p:nvSpPr>
          <p:spPr>
            <a:xfrm>
              <a:off x="5785484" y="3399472"/>
              <a:ext cx="405765" cy="404812"/>
            </a:xfrm>
            <a:custGeom>
              <a:avLst/>
              <a:gdLst>
                <a:gd name="connsiteX0" fmla="*/ 202883 w 405765"/>
                <a:gd name="connsiteY0" fmla="*/ 274320 h 404812"/>
                <a:gd name="connsiteX1" fmla="*/ 131445 w 405765"/>
                <a:gd name="connsiteY1" fmla="*/ 202882 h 404812"/>
                <a:gd name="connsiteX2" fmla="*/ 202883 w 405765"/>
                <a:gd name="connsiteY2" fmla="*/ 131445 h 404812"/>
                <a:gd name="connsiteX3" fmla="*/ 274320 w 405765"/>
                <a:gd name="connsiteY3" fmla="*/ 202882 h 404812"/>
                <a:gd name="connsiteX4" fmla="*/ 202883 w 405765"/>
                <a:gd name="connsiteY4" fmla="*/ 274320 h 404812"/>
                <a:gd name="connsiteX5" fmla="*/ 202883 w 405765"/>
                <a:gd name="connsiteY5" fmla="*/ 274320 h 404812"/>
                <a:gd name="connsiteX6" fmla="*/ 348615 w 405765"/>
                <a:gd name="connsiteY6" fmla="*/ 120967 h 404812"/>
                <a:gd name="connsiteX7" fmla="*/ 363855 w 405765"/>
                <a:gd name="connsiteY7" fmla="*/ 76200 h 404812"/>
                <a:gd name="connsiteX8" fmla="*/ 329565 w 405765"/>
                <a:gd name="connsiteY8" fmla="*/ 41910 h 404812"/>
                <a:gd name="connsiteX9" fmla="*/ 284798 w 405765"/>
                <a:gd name="connsiteY9" fmla="*/ 57150 h 404812"/>
                <a:gd name="connsiteX10" fmla="*/ 247650 w 405765"/>
                <a:gd name="connsiteY10" fmla="*/ 41910 h 404812"/>
                <a:gd name="connsiteX11" fmla="*/ 226695 w 405765"/>
                <a:gd name="connsiteY11" fmla="*/ 0 h 404812"/>
                <a:gd name="connsiteX12" fmla="*/ 179070 w 405765"/>
                <a:gd name="connsiteY12" fmla="*/ 0 h 404812"/>
                <a:gd name="connsiteX13" fmla="*/ 158115 w 405765"/>
                <a:gd name="connsiteY13" fmla="*/ 41910 h 404812"/>
                <a:gd name="connsiteX14" fmla="*/ 120968 w 405765"/>
                <a:gd name="connsiteY14" fmla="*/ 57150 h 404812"/>
                <a:gd name="connsiteX15" fmla="*/ 76200 w 405765"/>
                <a:gd name="connsiteY15" fmla="*/ 41910 h 404812"/>
                <a:gd name="connsiteX16" fmla="*/ 42863 w 405765"/>
                <a:gd name="connsiteY16" fmla="*/ 75247 h 404812"/>
                <a:gd name="connsiteX17" fmla="*/ 57150 w 405765"/>
                <a:gd name="connsiteY17" fmla="*/ 120015 h 404812"/>
                <a:gd name="connsiteX18" fmla="*/ 41910 w 405765"/>
                <a:gd name="connsiteY18" fmla="*/ 157163 h 404812"/>
                <a:gd name="connsiteX19" fmla="*/ 0 w 405765"/>
                <a:gd name="connsiteY19" fmla="*/ 178117 h 404812"/>
                <a:gd name="connsiteX20" fmla="*/ 0 w 405765"/>
                <a:gd name="connsiteY20" fmla="*/ 225742 h 404812"/>
                <a:gd name="connsiteX21" fmla="*/ 41910 w 405765"/>
                <a:gd name="connsiteY21" fmla="*/ 246698 h 404812"/>
                <a:gd name="connsiteX22" fmla="*/ 57150 w 405765"/>
                <a:gd name="connsiteY22" fmla="*/ 283845 h 404812"/>
                <a:gd name="connsiteX23" fmla="*/ 42863 w 405765"/>
                <a:gd name="connsiteY23" fmla="*/ 328613 h 404812"/>
                <a:gd name="connsiteX24" fmla="*/ 76200 w 405765"/>
                <a:gd name="connsiteY24" fmla="*/ 361950 h 404812"/>
                <a:gd name="connsiteX25" fmla="*/ 120968 w 405765"/>
                <a:gd name="connsiteY25" fmla="*/ 347663 h 404812"/>
                <a:gd name="connsiteX26" fmla="*/ 158115 w 405765"/>
                <a:gd name="connsiteY26" fmla="*/ 362903 h 404812"/>
                <a:gd name="connsiteX27" fmla="*/ 179070 w 405765"/>
                <a:gd name="connsiteY27" fmla="*/ 404813 h 404812"/>
                <a:gd name="connsiteX28" fmla="*/ 226695 w 405765"/>
                <a:gd name="connsiteY28" fmla="*/ 404813 h 404812"/>
                <a:gd name="connsiteX29" fmla="*/ 247650 w 405765"/>
                <a:gd name="connsiteY29" fmla="*/ 362903 h 404812"/>
                <a:gd name="connsiteX30" fmla="*/ 284798 w 405765"/>
                <a:gd name="connsiteY30" fmla="*/ 347663 h 404812"/>
                <a:gd name="connsiteX31" fmla="*/ 329565 w 405765"/>
                <a:gd name="connsiteY31" fmla="*/ 362903 h 404812"/>
                <a:gd name="connsiteX32" fmla="*/ 362903 w 405765"/>
                <a:gd name="connsiteY32" fmla="*/ 328613 h 404812"/>
                <a:gd name="connsiteX33" fmla="*/ 348615 w 405765"/>
                <a:gd name="connsiteY33" fmla="*/ 284798 h 404812"/>
                <a:gd name="connsiteX34" fmla="*/ 363855 w 405765"/>
                <a:gd name="connsiteY34" fmla="*/ 247650 h 404812"/>
                <a:gd name="connsiteX35" fmla="*/ 405765 w 405765"/>
                <a:gd name="connsiteY35" fmla="*/ 226695 h 404812"/>
                <a:gd name="connsiteX36" fmla="*/ 405765 w 405765"/>
                <a:gd name="connsiteY36" fmla="*/ 179070 h 404812"/>
                <a:gd name="connsiteX37" fmla="*/ 363855 w 405765"/>
                <a:gd name="connsiteY37" fmla="*/ 158115 h 404812"/>
                <a:gd name="connsiteX38" fmla="*/ 348615 w 405765"/>
                <a:gd name="connsiteY38" fmla="*/ 120967 h 404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405765" h="404812">
                  <a:moveTo>
                    <a:pt x="202883" y="274320"/>
                  </a:moveTo>
                  <a:cubicBezTo>
                    <a:pt x="162878" y="274320"/>
                    <a:pt x="131445" y="241935"/>
                    <a:pt x="131445" y="202882"/>
                  </a:cubicBezTo>
                  <a:cubicBezTo>
                    <a:pt x="131445" y="162877"/>
                    <a:pt x="163830" y="131445"/>
                    <a:pt x="202883" y="131445"/>
                  </a:cubicBezTo>
                  <a:cubicBezTo>
                    <a:pt x="242888" y="131445"/>
                    <a:pt x="274320" y="163830"/>
                    <a:pt x="274320" y="202882"/>
                  </a:cubicBezTo>
                  <a:cubicBezTo>
                    <a:pt x="274320" y="241935"/>
                    <a:pt x="242888" y="274320"/>
                    <a:pt x="202883" y="274320"/>
                  </a:cubicBezTo>
                  <a:lnTo>
                    <a:pt x="202883" y="274320"/>
                  </a:lnTo>
                  <a:close/>
                  <a:moveTo>
                    <a:pt x="348615" y="120967"/>
                  </a:moveTo>
                  <a:lnTo>
                    <a:pt x="363855" y="76200"/>
                  </a:lnTo>
                  <a:lnTo>
                    <a:pt x="329565" y="41910"/>
                  </a:lnTo>
                  <a:lnTo>
                    <a:pt x="284798" y="57150"/>
                  </a:lnTo>
                  <a:cubicBezTo>
                    <a:pt x="273368" y="50482"/>
                    <a:pt x="260033" y="45720"/>
                    <a:pt x="247650" y="41910"/>
                  </a:cubicBezTo>
                  <a:lnTo>
                    <a:pt x="226695" y="0"/>
                  </a:lnTo>
                  <a:lnTo>
                    <a:pt x="179070" y="0"/>
                  </a:lnTo>
                  <a:lnTo>
                    <a:pt x="158115" y="41910"/>
                  </a:lnTo>
                  <a:cubicBezTo>
                    <a:pt x="144780" y="45720"/>
                    <a:pt x="132398" y="50482"/>
                    <a:pt x="120968" y="57150"/>
                  </a:cubicBezTo>
                  <a:lnTo>
                    <a:pt x="76200" y="41910"/>
                  </a:lnTo>
                  <a:lnTo>
                    <a:pt x="42863" y="75247"/>
                  </a:lnTo>
                  <a:lnTo>
                    <a:pt x="57150" y="120015"/>
                  </a:lnTo>
                  <a:cubicBezTo>
                    <a:pt x="50483" y="131445"/>
                    <a:pt x="45720" y="144780"/>
                    <a:pt x="41910" y="157163"/>
                  </a:cubicBezTo>
                  <a:lnTo>
                    <a:pt x="0" y="178117"/>
                  </a:lnTo>
                  <a:lnTo>
                    <a:pt x="0" y="225742"/>
                  </a:lnTo>
                  <a:lnTo>
                    <a:pt x="41910" y="246698"/>
                  </a:lnTo>
                  <a:cubicBezTo>
                    <a:pt x="45720" y="260032"/>
                    <a:pt x="50483" y="272415"/>
                    <a:pt x="57150" y="283845"/>
                  </a:cubicBezTo>
                  <a:lnTo>
                    <a:pt x="42863" y="328613"/>
                  </a:lnTo>
                  <a:lnTo>
                    <a:pt x="76200" y="361950"/>
                  </a:lnTo>
                  <a:lnTo>
                    <a:pt x="120968" y="347663"/>
                  </a:lnTo>
                  <a:cubicBezTo>
                    <a:pt x="132398" y="354330"/>
                    <a:pt x="144780" y="359092"/>
                    <a:pt x="158115" y="362903"/>
                  </a:cubicBezTo>
                  <a:lnTo>
                    <a:pt x="179070" y="404813"/>
                  </a:lnTo>
                  <a:lnTo>
                    <a:pt x="226695" y="404813"/>
                  </a:lnTo>
                  <a:lnTo>
                    <a:pt x="247650" y="362903"/>
                  </a:lnTo>
                  <a:cubicBezTo>
                    <a:pt x="260985" y="359092"/>
                    <a:pt x="273368" y="354330"/>
                    <a:pt x="284798" y="347663"/>
                  </a:cubicBezTo>
                  <a:lnTo>
                    <a:pt x="329565" y="362903"/>
                  </a:lnTo>
                  <a:lnTo>
                    <a:pt x="362903" y="328613"/>
                  </a:lnTo>
                  <a:lnTo>
                    <a:pt x="348615" y="284798"/>
                  </a:lnTo>
                  <a:cubicBezTo>
                    <a:pt x="355283" y="273367"/>
                    <a:pt x="360045" y="260985"/>
                    <a:pt x="363855" y="247650"/>
                  </a:cubicBezTo>
                  <a:lnTo>
                    <a:pt x="405765" y="226695"/>
                  </a:lnTo>
                  <a:lnTo>
                    <a:pt x="405765" y="179070"/>
                  </a:lnTo>
                  <a:lnTo>
                    <a:pt x="363855" y="158115"/>
                  </a:lnTo>
                  <a:cubicBezTo>
                    <a:pt x="360045" y="144780"/>
                    <a:pt x="355283" y="132397"/>
                    <a:pt x="348615" y="120967"/>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pic>
        <p:nvPicPr>
          <p:cNvPr id="498" name="Grafik 497" descr="Harvey Balls 100% mit einfarbiger Füllung">
            <a:extLst>
              <a:ext uri="{FF2B5EF4-FFF2-40B4-BE49-F238E27FC236}">
                <a16:creationId xmlns:a16="http://schemas.microsoft.com/office/drawing/2014/main" id="{513DAA44-C9AB-207E-FEB7-1FD2621E1B4B}"/>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11427183" y="5919660"/>
            <a:ext cx="618360" cy="618360"/>
          </a:xfrm>
          <a:prstGeom prst="rect">
            <a:avLst/>
          </a:prstGeom>
        </p:spPr>
      </p:pic>
      <p:pic>
        <p:nvPicPr>
          <p:cNvPr id="501" name="Grafik 500" descr="Harvey Balls 25% mit einfarbiger Füllung">
            <a:extLst>
              <a:ext uri="{FF2B5EF4-FFF2-40B4-BE49-F238E27FC236}">
                <a16:creationId xmlns:a16="http://schemas.microsoft.com/office/drawing/2014/main" id="{3CB63660-0926-9B18-B320-6D33E9821847}"/>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9637533" y="5914183"/>
            <a:ext cx="618360" cy="618360"/>
          </a:xfrm>
          <a:prstGeom prst="rect">
            <a:avLst/>
          </a:prstGeom>
        </p:spPr>
      </p:pic>
      <p:pic>
        <p:nvPicPr>
          <p:cNvPr id="505" name="Grafik 504" descr="Harvey Balls 50% mit einfarbiger Füllung">
            <a:extLst>
              <a:ext uri="{FF2B5EF4-FFF2-40B4-BE49-F238E27FC236}">
                <a16:creationId xmlns:a16="http://schemas.microsoft.com/office/drawing/2014/main" id="{07FA6958-6F53-6391-921B-07DDCBA4D96B}"/>
              </a:ext>
            </a:extLst>
          </p:cNvPr>
          <p:cNvPicPr>
            <a:picLocks noChangeAspect="1"/>
          </p:cNvPicPr>
          <p:nvPr/>
        </p:nvPicPr>
        <p:blipFill>
          <a:blip r:embed="rId36">
            <a:extLst>
              <a:ext uri="{28A0092B-C50C-407E-A947-70E740481C1C}">
                <a14:useLocalDpi xmlns:a14="http://schemas.microsoft.com/office/drawing/2010/main" val="0"/>
              </a:ext>
              <a:ext uri="{96DAC541-7B7A-43D3-8B79-37D633B846F1}">
                <asvg:svgBlip xmlns:asvg="http://schemas.microsoft.com/office/drawing/2016/SVG/main" r:embed="rId37"/>
              </a:ext>
            </a:extLst>
          </a:blip>
          <a:stretch>
            <a:fillRect/>
          </a:stretch>
        </p:blipFill>
        <p:spPr>
          <a:xfrm>
            <a:off x="10242323" y="5893539"/>
            <a:ext cx="618360" cy="618360"/>
          </a:xfrm>
          <a:prstGeom prst="rect">
            <a:avLst/>
          </a:prstGeom>
        </p:spPr>
      </p:pic>
      <p:pic>
        <p:nvPicPr>
          <p:cNvPr id="78" name="Grafik 77" descr="Harvey Balls 75% mit einfarbiger Füllung">
            <a:extLst>
              <a:ext uri="{FF2B5EF4-FFF2-40B4-BE49-F238E27FC236}">
                <a16:creationId xmlns:a16="http://schemas.microsoft.com/office/drawing/2014/main" id="{3D9B27A3-E34D-D801-FEC3-DAE831F25FFA}"/>
              </a:ext>
            </a:extLst>
          </p:cNvPr>
          <p:cNvPicPr>
            <a:picLocks noChangeAspect="1"/>
          </p:cNvPicPr>
          <p:nvPr/>
        </p:nvPicPr>
        <p:blipFill>
          <a:blip r:embed="rId38">
            <a:extLst>
              <a:ext uri="{28A0092B-C50C-407E-A947-70E740481C1C}">
                <a14:useLocalDpi xmlns:a14="http://schemas.microsoft.com/office/drawing/2010/main" val="0"/>
              </a:ext>
              <a:ext uri="{96DAC541-7B7A-43D3-8B79-37D633B846F1}">
                <asvg:svgBlip xmlns:asvg="http://schemas.microsoft.com/office/drawing/2016/SVG/main" r:embed="rId39"/>
              </a:ext>
            </a:extLst>
          </a:blip>
          <a:stretch>
            <a:fillRect/>
          </a:stretch>
        </p:blipFill>
        <p:spPr>
          <a:xfrm>
            <a:off x="10828858" y="5905648"/>
            <a:ext cx="618360" cy="618360"/>
          </a:xfrm>
          <a:prstGeom prst="rect">
            <a:avLst/>
          </a:prstGeom>
        </p:spPr>
      </p:pic>
      <p:grpSp>
        <p:nvGrpSpPr>
          <p:cNvPr id="485" name="Gruppieren 484">
            <a:extLst>
              <a:ext uri="{FF2B5EF4-FFF2-40B4-BE49-F238E27FC236}">
                <a16:creationId xmlns:a16="http://schemas.microsoft.com/office/drawing/2014/main" id="{00B45BD3-7231-F379-6F05-4D5AA2F43177}"/>
              </a:ext>
            </a:extLst>
          </p:cNvPr>
          <p:cNvGrpSpPr>
            <a:grpSpLocks noChangeAspect="1"/>
          </p:cNvGrpSpPr>
          <p:nvPr/>
        </p:nvGrpSpPr>
        <p:grpSpPr>
          <a:xfrm>
            <a:off x="1800138" y="5107055"/>
            <a:ext cx="348175" cy="390780"/>
            <a:chOff x="2692124" y="3096721"/>
            <a:chExt cx="348175" cy="390780"/>
          </a:xfrm>
        </p:grpSpPr>
        <p:sp>
          <p:nvSpPr>
            <p:cNvPr id="500" name="Freihandform: Form 499">
              <a:extLst>
                <a:ext uri="{FF2B5EF4-FFF2-40B4-BE49-F238E27FC236}">
                  <a16:creationId xmlns:a16="http://schemas.microsoft.com/office/drawing/2014/main" id="{698987E7-1252-3978-FF6A-9739F8398A06}"/>
                </a:ext>
              </a:extLst>
            </p:cNvPr>
            <p:cNvSpPr/>
            <p:nvPr/>
          </p:nvSpPr>
          <p:spPr>
            <a:xfrm>
              <a:off x="2692124" y="3096721"/>
              <a:ext cx="348175" cy="390780"/>
            </a:xfrm>
            <a:custGeom>
              <a:avLst/>
              <a:gdLst>
                <a:gd name="connsiteX0" fmla="*/ 288619 w 348175"/>
                <a:gd name="connsiteY0" fmla="*/ 96554 h 390780"/>
                <a:gd name="connsiteX1" fmla="*/ 288619 w 348175"/>
                <a:gd name="connsiteY1" fmla="*/ 51768 h 390780"/>
                <a:gd name="connsiteX2" fmla="*/ 235902 w 348175"/>
                <a:gd name="connsiteY2" fmla="*/ 51768 h 390780"/>
                <a:gd name="connsiteX3" fmla="*/ 174088 w 348175"/>
                <a:gd name="connsiteY3" fmla="*/ 0 h 390780"/>
                <a:gd name="connsiteX4" fmla="*/ 112273 w 348175"/>
                <a:gd name="connsiteY4" fmla="*/ 51768 h 390780"/>
                <a:gd name="connsiteX5" fmla="*/ 59556 w 348175"/>
                <a:gd name="connsiteY5" fmla="*/ 51768 h 390780"/>
                <a:gd name="connsiteX6" fmla="*/ 59556 w 348175"/>
                <a:gd name="connsiteY6" fmla="*/ 96554 h 390780"/>
                <a:gd name="connsiteX7" fmla="*/ 0 w 348175"/>
                <a:gd name="connsiteY7" fmla="*/ 145817 h 390780"/>
                <a:gd name="connsiteX8" fmla="*/ 0 w 348175"/>
                <a:gd name="connsiteY8" fmla="*/ 390781 h 390780"/>
                <a:gd name="connsiteX9" fmla="*/ 348175 w 348175"/>
                <a:gd name="connsiteY9" fmla="*/ 390781 h 390780"/>
                <a:gd name="connsiteX10" fmla="*/ 348175 w 348175"/>
                <a:gd name="connsiteY10" fmla="*/ 145817 h 390780"/>
                <a:gd name="connsiteX11" fmla="*/ 288619 w 348175"/>
                <a:gd name="connsiteY11" fmla="*/ 108466 h 390780"/>
                <a:gd name="connsiteX12" fmla="*/ 336795 w 348175"/>
                <a:gd name="connsiteY12" fmla="*/ 148323 h 390780"/>
                <a:gd name="connsiteX13" fmla="*/ 288619 w 348175"/>
                <a:gd name="connsiteY13" fmla="*/ 196471 h 390780"/>
                <a:gd name="connsiteX14" fmla="*/ 174088 w 348175"/>
                <a:gd name="connsiteY14" fmla="*/ 11934 h 390780"/>
                <a:gd name="connsiteX15" fmla="*/ 221632 w 348175"/>
                <a:gd name="connsiteY15" fmla="*/ 51768 h 390780"/>
                <a:gd name="connsiteX16" fmla="*/ 126543 w 348175"/>
                <a:gd name="connsiteY16" fmla="*/ 51768 h 390780"/>
                <a:gd name="connsiteX17" fmla="*/ 68719 w 348175"/>
                <a:gd name="connsiteY17" fmla="*/ 60931 h 390780"/>
                <a:gd name="connsiteX18" fmla="*/ 279456 w 348175"/>
                <a:gd name="connsiteY18" fmla="*/ 60931 h 390780"/>
                <a:gd name="connsiteX19" fmla="*/ 279456 w 348175"/>
                <a:gd name="connsiteY19" fmla="*/ 205634 h 390780"/>
                <a:gd name="connsiteX20" fmla="*/ 224243 w 348175"/>
                <a:gd name="connsiteY20" fmla="*/ 260847 h 390780"/>
                <a:gd name="connsiteX21" fmla="*/ 123914 w 348175"/>
                <a:gd name="connsiteY21" fmla="*/ 260847 h 390780"/>
                <a:gd name="connsiteX22" fmla="*/ 68719 w 348175"/>
                <a:gd name="connsiteY22" fmla="*/ 205634 h 390780"/>
                <a:gd name="connsiteX23" fmla="*/ 59556 w 348175"/>
                <a:gd name="connsiteY23" fmla="*/ 108447 h 390780"/>
                <a:gd name="connsiteX24" fmla="*/ 59556 w 348175"/>
                <a:gd name="connsiteY24" fmla="*/ 196471 h 390780"/>
                <a:gd name="connsiteX25" fmla="*/ 11380 w 348175"/>
                <a:gd name="connsiteY25" fmla="*/ 148295 h 390780"/>
                <a:gd name="connsiteX26" fmla="*/ 9240 w 348175"/>
                <a:gd name="connsiteY26" fmla="*/ 159111 h 390780"/>
                <a:gd name="connsiteX27" fmla="*/ 117216 w 348175"/>
                <a:gd name="connsiteY27" fmla="*/ 267087 h 390780"/>
                <a:gd name="connsiteX28" fmla="*/ 9240 w 348175"/>
                <a:gd name="connsiteY28" fmla="*/ 375062 h 390780"/>
                <a:gd name="connsiteX29" fmla="*/ 9176 w 348175"/>
                <a:gd name="connsiteY29" fmla="*/ 375062 h 390780"/>
                <a:gd name="connsiteX30" fmla="*/ 9163 w 348175"/>
                <a:gd name="connsiteY30" fmla="*/ 375030 h 390780"/>
                <a:gd name="connsiteX31" fmla="*/ 9163 w 348175"/>
                <a:gd name="connsiteY31" fmla="*/ 159143 h 390780"/>
                <a:gd name="connsiteX32" fmla="*/ 9209 w 348175"/>
                <a:gd name="connsiteY32" fmla="*/ 159098 h 390780"/>
                <a:gd name="connsiteX33" fmla="*/ 9240 w 348175"/>
                <a:gd name="connsiteY33" fmla="*/ 159111 h 390780"/>
                <a:gd name="connsiteX34" fmla="*/ 15750 w 348175"/>
                <a:gd name="connsiteY34" fmla="*/ 381618 h 390780"/>
                <a:gd name="connsiteX35" fmla="*/ 15705 w 348175"/>
                <a:gd name="connsiteY35" fmla="*/ 381572 h 390780"/>
                <a:gd name="connsiteX36" fmla="*/ 15718 w 348175"/>
                <a:gd name="connsiteY36" fmla="*/ 381540 h 390780"/>
                <a:gd name="connsiteX37" fmla="*/ 125499 w 348175"/>
                <a:gd name="connsiteY37" fmla="*/ 271764 h 390780"/>
                <a:gd name="connsiteX38" fmla="*/ 222676 w 348175"/>
                <a:gd name="connsiteY38" fmla="*/ 271764 h 390780"/>
                <a:gd name="connsiteX39" fmla="*/ 332457 w 348175"/>
                <a:gd name="connsiteY39" fmla="*/ 381540 h 390780"/>
                <a:gd name="connsiteX40" fmla="*/ 332456 w 348175"/>
                <a:gd name="connsiteY40" fmla="*/ 381605 h 390780"/>
                <a:gd name="connsiteX41" fmla="*/ 332425 w 348175"/>
                <a:gd name="connsiteY41" fmla="*/ 381618 h 390780"/>
                <a:gd name="connsiteX42" fmla="*/ 338935 w 348175"/>
                <a:gd name="connsiteY42" fmla="*/ 375062 h 390780"/>
                <a:gd name="connsiteX43" fmla="*/ 230959 w 348175"/>
                <a:gd name="connsiteY43" fmla="*/ 267087 h 390780"/>
                <a:gd name="connsiteX44" fmla="*/ 338935 w 348175"/>
                <a:gd name="connsiteY44" fmla="*/ 159111 h 390780"/>
                <a:gd name="connsiteX45" fmla="*/ 338999 w 348175"/>
                <a:gd name="connsiteY45" fmla="*/ 159112 h 390780"/>
                <a:gd name="connsiteX46" fmla="*/ 339013 w 348175"/>
                <a:gd name="connsiteY46" fmla="*/ 159143 h 390780"/>
                <a:gd name="connsiteX47" fmla="*/ 339013 w 348175"/>
                <a:gd name="connsiteY47" fmla="*/ 375030 h 390780"/>
                <a:gd name="connsiteX48" fmla="*/ 338966 w 348175"/>
                <a:gd name="connsiteY48" fmla="*/ 375076 h 390780"/>
                <a:gd name="connsiteX49" fmla="*/ 338935 w 348175"/>
                <a:gd name="connsiteY49" fmla="*/ 375062 h 390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348175" h="390780">
                  <a:moveTo>
                    <a:pt x="288619" y="96554"/>
                  </a:moveTo>
                  <a:lnTo>
                    <a:pt x="288619" y="51768"/>
                  </a:lnTo>
                  <a:lnTo>
                    <a:pt x="235902" y="51768"/>
                  </a:lnTo>
                  <a:lnTo>
                    <a:pt x="174088" y="0"/>
                  </a:lnTo>
                  <a:lnTo>
                    <a:pt x="112273" y="51768"/>
                  </a:lnTo>
                  <a:lnTo>
                    <a:pt x="59556" y="51768"/>
                  </a:lnTo>
                  <a:lnTo>
                    <a:pt x="59556" y="96554"/>
                  </a:lnTo>
                  <a:lnTo>
                    <a:pt x="0" y="145817"/>
                  </a:lnTo>
                  <a:lnTo>
                    <a:pt x="0" y="390781"/>
                  </a:lnTo>
                  <a:lnTo>
                    <a:pt x="348175" y="390781"/>
                  </a:lnTo>
                  <a:lnTo>
                    <a:pt x="348175" y="145817"/>
                  </a:lnTo>
                  <a:close/>
                  <a:moveTo>
                    <a:pt x="288619" y="108466"/>
                  </a:moveTo>
                  <a:lnTo>
                    <a:pt x="336795" y="148323"/>
                  </a:lnTo>
                  <a:lnTo>
                    <a:pt x="288619" y="196471"/>
                  </a:lnTo>
                  <a:close/>
                  <a:moveTo>
                    <a:pt x="174088" y="11934"/>
                  </a:moveTo>
                  <a:lnTo>
                    <a:pt x="221632" y="51768"/>
                  </a:lnTo>
                  <a:lnTo>
                    <a:pt x="126543" y="51768"/>
                  </a:lnTo>
                  <a:close/>
                  <a:moveTo>
                    <a:pt x="68719" y="60931"/>
                  </a:moveTo>
                  <a:lnTo>
                    <a:pt x="279456" y="60931"/>
                  </a:lnTo>
                  <a:lnTo>
                    <a:pt x="279456" y="205634"/>
                  </a:lnTo>
                  <a:lnTo>
                    <a:pt x="224243" y="260847"/>
                  </a:lnTo>
                  <a:cubicBezTo>
                    <a:pt x="195247" y="236456"/>
                    <a:pt x="152909" y="236456"/>
                    <a:pt x="123914" y="260847"/>
                  </a:cubicBezTo>
                  <a:lnTo>
                    <a:pt x="68719" y="205634"/>
                  </a:lnTo>
                  <a:close/>
                  <a:moveTo>
                    <a:pt x="59556" y="108447"/>
                  </a:moveTo>
                  <a:lnTo>
                    <a:pt x="59556" y="196471"/>
                  </a:lnTo>
                  <a:lnTo>
                    <a:pt x="11380" y="148295"/>
                  </a:lnTo>
                  <a:close/>
                  <a:moveTo>
                    <a:pt x="9240" y="159111"/>
                  </a:moveTo>
                  <a:lnTo>
                    <a:pt x="117216" y="267087"/>
                  </a:lnTo>
                  <a:lnTo>
                    <a:pt x="9240" y="375062"/>
                  </a:lnTo>
                  <a:cubicBezTo>
                    <a:pt x="9223" y="375080"/>
                    <a:pt x="9193" y="375080"/>
                    <a:pt x="9176" y="375062"/>
                  </a:cubicBezTo>
                  <a:cubicBezTo>
                    <a:pt x="9168" y="375053"/>
                    <a:pt x="9163" y="375042"/>
                    <a:pt x="9163" y="375030"/>
                  </a:cubicBezTo>
                  <a:lnTo>
                    <a:pt x="9163" y="159143"/>
                  </a:lnTo>
                  <a:cubicBezTo>
                    <a:pt x="9163" y="159118"/>
                    <a:pt x="9184" y="159098"/>
                    <a:pt x="9209" y="159098"/>
                  </a:cubicBezTo>
                  <a:cubicBezTo>
                    <a:pt x="9221" y="159099"/>
                    <a:pt x="9232" y="159103"/>
                    <a:pt x="9240" y="159111"/>
                  </a:cubicBezTo>
                  <a:close/>
                  <a:moveTo>
                    <a:pt x="15750" y="381618"/>
                  </a:moveTo>
                  <a:cubicBezTo>
                    <a:pt x="15725" y="381618"/>
                    <a:pt x="15705" y="381597"/>
                    <a:pt x="15705" y="381572"/>
                  </a:cubicBezTo>
                  <a:cubicBezTo>
                    <a:pt x="15705" y="381560"/>
                    <a:pt x="15710" y="381549"/>
                    <a:pt x="15718" y="381540"/>
                  </a:cubicBezTo>
                  <a:lnTo>
                    <a:pt x="125499" y="271764"/>
                  </a:lnTo>
                  <a:cubicBezTo>
                    <a:pt x="152350" y="244970"/>
                    <a:pt x="195825" y="244970"/>
                    <a:pt x="222676" y="271764"/>
                  </a:cubicBezTo>
                  <a:lnTo>
                    <a:pt x="332457" y="381540"/>
                  </a:lnTo>
                  <a:cubicBezTo>
                    <a:pt x="332475" y="381558"/>
                    <a:pt x="332474" y="381587"/>
                    <a:pt x="332456" y="381605"/>
                  </a:cubicBezTo>
                  <a:cubicBezTo>
                    <a:pt x="332448" y="381613"/>
                    <a:pt x="332437" y="381618"/>
                    <a:pt x="332425" y="381618"/>
                  </a:cubicBezTo>
                  <a:close/>
                  <a:moveTo>
                    <a:pt x="338935" y="375062"/>
                  </a:moveTo>
                  <a:lnTo>
                    <a:pt x="230959" y="267087"/>
                  </a:lnTo>
                  <a:lnTo>
                    <a:pt x="338935" y="159111"/>
                  </a:lnTo>
                  <a:cubicBezTo>
                    <a:pt x="338953" y="159094"/>
                    <a:pt x="338982" y="159094"/>
                    <a:pt x="338999" y="159112"/>
                  </a:cubicBezTo>
                  <a:cubicBezTo>
                    <a:pt x="339007" y="159121"/>
                    <a:pt x="339013" y="159132"/>
                    <a:pt x="339013" y="159143"/>
                  </a:cubicBezTo>
                  <a:lnTo>
                    <a:pt x="339013" y="375030"/>
                  </a:lnTo>
                  <a:cubicBezTo>
                    <a:pt x="339012" y="375055"/>
                    <a:pt x="338991" y="375076"/>
                    <a:pt x="338966" y="375076"/>
                  </a:cubicBezTo>
                  <a:cubicBezTo>
                    <a:pt x="338954" y="375075"/>
                    <a:pt x="338943" y="375071"/>
                    <a:pt x="338935" y="375062"/>
                  </a:cubicBezTo>
                  <a:close/>
                </a:path>
              </a:pathLst>
            </a:custGeom>
            <a:solidFill>
              <a:srgbClr val="000000"/>
            </a:solidFill>
            <a:ln w="261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504" name="Freihandform: Form 503">
              <a:extLst>
                <a:ext uri="{FF2B5EF4-FFF2-40B4-BE49-F238E27FC236}">
                  <a16:creationId xmlns:a16="http://schemas.microsoft.com/office/drawing/2014/main" id="{2101CAB3-35BD-AE96-87C9-05A404C8BD73}"/>
                </a:ext>
              </a:extLst>
            </p:cNvPr>
            <p:cNvSpPr/>
            <p:nvPr/>
          </p:nvSpPr>
          <p:spPr>
            <a:xfrm>
              <a:off x="2806367" y="3189696"/>
              <a:ext cx="119405" cy="119136"/>
            </a:xfrm>
            <a:custGeom>
              <a:avLst/>
              <a:gdLst>
                <a:gd name="connsiteX0" fmla="*/ 49459 w 119405"/>
                <a:gd name="connsiteY0" fmla="*/ 118253 h 119136"/>
                <a:gd name="connsiteX1" fmla="*/ 59868 w 119405"/>
                <a:gd name="connsiteY1" fmla="*/ 119137 h 119136"/>
                <a:gd name="connsiteX2" fmla="*/ 86897 w 119405"/>
                <a:gd name="connsiteY2" fmla="*/ 112618 h 119136"/>
                <a:gd name="connsiteX3" fmla="*/ 89364 w 119405"/>
                <a:gd name="connsiteY3" fmla="*/ 106627 h 119136"/>
                <a:gd name="connsiteX4" fmla="*/ 83374 w 119405"/>
                <a:gd name="connsiteY4" fmla="*/ 104160 h 119136"/>
                <a:gd name="connsiteX5" fmla="*/ 82751 w 119405"/>
                <a:gd name="connsiteY5" fmla="*/ 104477 h 119136"/>
                <a:gd name="connsiteX6" fmla="*/ 14958 w 119405"/>
                <a:gd name="connsiteY6" fmla="*/ 82495 h 119136"/>
                <a:gd name="connsiteX7" fmla="*/ 36939 w 119405"/>
                <a:gd name="connsiteY7" fmla="*/ 14703 h 119136"/>
                <a:gd name="connsiteX8" fmla="*/ 63308 w 119405"/>
                <a:gd name="connsiteY8" fmla="*/ 9315 h 119136"/>
                <a:gd name="connsiteX9" fmla="*/ 110238 w 119405"/>
                <a:gd name="connsiteY9" fmla="*/ 61211 h 119136"/>
                <a:gd name="connsiteX10" fmla="*/ 110238 w 119405"/>
                <a:gd name="connsiteY10" fmla="*/ 73324 h 119136"/>
                <a:gd name="connsiteX11" fmla="*/ 105657 w 119405"/>
                <a:gd name="connsiteY11" fmla="*/ 77906 h 119136"/>
                <a:gd name="connsiteX12" fmla="*/ 102739 w 119405"/>
                <a:gd name="connsiteY12" fmla="*/ 77906 h 119136"/>
                <a:gd name="connsiteX13" fmla="*/ 87332 w 119405"/>
                <a:gd name="connsiteY13" fmla="*/ 62494 h 119136"/>
                <a:gd name="connsiteX14" fmla="*/ 87332 w 119405"/>
                <a:gd name="connsiteY14" fmla="*/ 59581 h 119136"/>
                <a:gd name="connsiteX15" fmla="*/ 59845 w 119405"/>
                <a:gd name="connsiteY15" fmla="*/ 31900 h 119136"/>
                <a:gd name="connsiteX16" fmla="*/ 32165 w 119405"/>
                <a:gd name="connsiteY16" fmla="*/ 59387 h 119136"/>
                <a:gd name="connsiteX17" fmla="*/ 59652 w 119405"/>
                <a:gd name="connsiteY17" fmla="*/ 87068 h 119136"/>
                <a:gd name="connsiteX18" fmla="*/ 82078 w 119405"/>
                <a:gd name="connsiteY18" fmla="*/ 75679 h 119136"/>
                <a:gd name="connsiteX19" fmla="*/ 102739 w 119405"/>
                <a:gd name="connsiteY19" fmla="*/ 87068 h 119136"/>
                <a:gd name="connsiteX20" fmla="*/ 105657 w 119405"/>
                <a:gd name="connsiteY20" fmla="*/ 87068 h 119136"/>
                <a:gd name="connsiteX21" fmla="*/ 119401 w 119405"/>
                <a:gd name="connsiteY21" fmla="*/ 73324 h 119136"/>
                <a:gd name="connsiteX22" fmla="*/ 119401 w 119405"/>
                <a:gd name="connsiteY22" fmla="*/ 61211 h 119136"/>
                <a:gd name="connsiteX23" fmla="*/ 63908 w 119405"/>
                <a:gd name="connsiteY23" fmla="*/ 162 h 119136"/>
                <a:gd name="connsiteX24" fmla="*/ 161 w 119405"/>
                <a:gd name="connsiteY24" fmla="*/ 55209 h 119136"/>
                <a:gd name="connsiteX25" fmla="*/ 49459 w 119405"/>
                <a:gd name="connsiteY25" fmla="*/ 118253 h 119136"/>
                <a:gd name="connsiteX26" fmla="*/ 59845 w 119405"/>
                <a:gd name="connsiteY26" fmla="*/ 77906 h 119136"/>
                <a:gd name="connsiteX27" fmla="*/ 41520 w 119405"/>
                <a:gd name="connsiteY27" fmla="*/ 59581 h 119136"/>
                <a:gd name="connsiteX28" fmla="*/ 59845 w 119405"/>
                <a:gd name="connsiteY28" fmla="*/ 41256 h 119136"/>
                <a:gd name="connsiteX29" fmla="*/ 78170 w 119405"/>
                <a:gd name="connsiteY29" fmla="*/ 59581 h 119136"/>
                <a:gd name="connsiteX30" fmla="*/ 59845 w 119405"/>
                <a:gd name="connsiteY30" fmla="*/ 77906 h 119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19405" h="119136">
                  <a:moveTo>
                    <a:pt x="49459" y="118253"/>
                  </a:moveTo>
                  <a:cubicBezTo>
                    <a:pt x="52898" y="118839"/>
                    <a:pt x="56379" y="119135"/>
                    <a:pt x="59868" y="119137"/>
                  </a:cubicBezTo>
                  <a:cubicBezTo>
                    <a:pt x="69268" y="119146"/>
                    <a:pt x="78535" y="116911"/>
                    <a:pt x="86897" y="112618"/>
                  </a:cubicBezTo>
                  <a:cubicBezTo>
                    <a:pt x="89233" y="111645"/>
                    <a:pt x="90337" y="108962"/>
                    <a:pt x="89364" y="106627"/>
                  </a:cubicBezTo>
                  <a:cubicBezTo>
                    <a:pt x="88391" y="104291"/>
                    <a:pt x="85709" y="103187"/>
                    <a:pt x="83374" y="104160"/>
                  </a:cubicBezTo>
                  <a:cubicBezTo>
                    <a:pt x="83158" y="104250"/>
                    <a:pt x="82950" y="104355"/>
                    <a:pt x="82751" y="104477"/>
                  </a:cubicBezTo>
                  <a:cubicBezTo>
                    <a:pt x="57960" y="117127"/>
                    <a:pt x="27609" y="107286"/>
                    <a:pt x="14958" y="82495"/>
                  </a:cubicBezTo>
                  <a:cubicBezTo>
                    <a:pt x="2307" y="57705"/>
                    <a:pt x="12149" y="27353"/>
                    <a:pt x="36939" y="14703"/>
                  </a:cubicBezTo>
                  <a:cubicBezTo>
                    <a:pt x="45078" y="10549"/>
                    <a:pt x="54193" y="8687"/>
                    <a:pt x="63308" y="9315"/>
                  </a:cubicBezTo>
                  <a:cubicBezTo>
                    <a:pt x="90135" y="11641"/>
                    <a:pt x="110613" y="34287"/>
                    <a:pt x="110238" y="61211"/>
                  </a:cubicBezTo>
                  <a:lnTo>
                    <a:pt x="110238" y="73324"/>
                  </a:lnTo>
                  <a:cubicBezTo>
                    <a:pt x="110238" y="75855"/>
                    <a:pt x="108187" y="77906"/>
                    <a:pt x="105657" y="77906"/>
                  </a:cubicBezTo>
                  <a:lnTo>
                    <a:pt x="102739" y="77906"/>
                  </a:lnTo>
                  <a:cubicBezTo>
                    <a:pt x="94233" y="77895"/>
                    <a:pt x="87340" y="71001"/>
                    <a:pt x="87332" y="62494"/>
                  </a:cubicBezTo>
                  <a:lnTo>
                    <a:pt x="87332" y="59581"/>
                  </a:lnTo>
                  <a:cubicBezTo>
                    <a:pt x="87386" y="44347"/>
                    <a:pt x="75079" y="31954"/>
                    <a:pt x="59845" y="31900"/>
                  </a:cubicBezTo>
                  <a:cubicBezTo>
                    <a:pt x="44612" y="31847"/>
                    <a:pt x="32218" y="44153"/>
                    <a:pt x="32165" y="59387"/>
                  </a:cubicBezTo>
                  <a:cubicBezTo>
                    <a:pt x="32112" y="74621"/>
                    <a:pt x="44418" y="87014"/>
                    <a:pt x="59652" y="87068"/>
                  </a:cubicBezTo>
                  <a:cubicBezTo>
                    <a:pt x="68523" y="87098"/>
                    <a:pt x="76869" y="82861"/>
                    <a:pt x="82078" y="75679"/>
                  </a:cubicBezTo>
                  <a:cubicBezTo>
                    <a:pt x="86566" y="82757"/>
                    <a:pt x="94358" y="87052"/>
                    <a:pt x="102739" y="87068"/>
                  </a:cubicBezTo>
                  <a:lnTo>
                    <a:pt x="105657" y="87068"/>
                  </a:lnTo>
                  <a:cubicBezTo>
                    <a:pt x="113248" y="87068"/>
                    <a:pt x="119401" y="80915"/>
                    <a:pt x="119401" y="73324"/>
                  </a:cubicBezTo>
                  <a:lnTo>
                    <a:pt x="119401" y="61211"/>
                  </a:lnTo>
                  <a:cubicBezTo>
                    <a:pt x="119772" y="29459"/>
                    <a:pt x="95551" y="2814"/>
                    <a:pt x="63908" y="162"/>
                  </a:cubicBezTo>
                  <a:cubicBezTo>
                    <a:pt x="31104" y="-2241"/>
                    <a:pt x="2564" y="22405"/>
                    <a:pt x="161" y="55209"/>
                  </a:cubicBezTo>
                  <a:cubicBezTo>
                    <a:pt x="-2078" y="85778"/>
                    <a:pt x="19252" y="113055"/>
                    <a:pt x="49459" y="118253"/>
                  </a:cubicBezTo>
                  <a:close/>
                  <a:moveTo>
                    <a:pt x="59845" y="77906"/>
                  </a:moveTo>
                  <a:cubicBezTo>
                    <a:pt x="49724" y="77906"/>
                    <a:pt x="41520" y="69701"/>
                    <a:pt x="41520" y="59581"/>
                  </a:cubicBezTo>
                  <a:cubicBezTo>
                    <a:pt x="41520" y="49460"/>
                    <a:pt x="49724" y="41256"/>
                    <a:pt x="59845" y="41256"/>
                  </a:cubicBezTo>
                  <a:cubicBezTo>
                    <a:pt x="69965" y="41256"/>
                    <a:pt x="78170" y="49460"/>
                    <a:pt x="78170" y="59581"/>
                  </a:cubicBezTo>
                  <a:cubicBezTo>
                    <a:pt x="78170" y="69701"/>
                    <a:pt x="69965" y="77906"/>
                    <a:pt x="59845" y="77906"/>
                  </a:cubicBezTo>
                  <a:close/>
                </a:path>
              </a:pathLst>
            </a:custGeom>
            <a:solidFill>
              <a:schemeClr val="accent4"/>
            </a:solidFill>
            <a:ln w="261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grpSp>
        <p:nvGrpSpPr>
          <p:cNvPr id="506" name="Gruppieren 505">
            <a:extLst>
              <a:ext uri="{FF2B5EF4-FFF2-40B4-BE49-F238E27FC236}">
                <a16:creationId xmlns:a16="http://schemas.microsoft.com/office/drawing/2014/main" id="{6EDED4E4-ABFE-E726-EBC3-9CBD4ACA5A26}"/>
              </a:ext>
            </a:extLst>
          </p:cNvPr>
          <p:cNvGrpSpPr>
            <a:grpSpLocks noChangeAspect="1"/>
          </p:cNvGrpSpPr>
          <p:nvPr/>
        </p:nvGrpSpPr>
        <p:grpSpPr>
          <a:xfrm>
            <a:off x="7812575" y="2622073"/>
            <a:ext cx="514338" cy="736601"/>
            <a:chOff x="11460703" y="1227902"/>
            <a:chExt cx="343088" cy="491351"/>
          </a:xfrm>
        </p:grpSpPr>
        <p:sp>
          <p:nvSpPr>
            <p:cNvPr id="81" name="Freihandform: Form 80">
              <a:extLst>
                <a:ext uri="{FF2B5EF4-FFF2-40B4-BE49-F238E27FC236}">
                  <a16:creationId xmlns:a16="http://schemas.microsoft.com/office/drawing/2014/main" id="{B585102F-240E-AB04-7352-2BFF97C39F9C}"/>
                </a:ext>
              </a:extLst>
            </p:cNvPr>
            <p:cNvSpPr/>
            <p:nvPr/>
          </p:nvSpPr>
          <p:spPr>
            <a:xfrm>
              <a:off x="11460703" y="1229127"/>
              <a:ext cx="36759" cy="490126"/>
            </a:xfrm>
            <a:custGeom>
              <a:avLst/>
              <a:gdLst>
                <a:gd name="connsiteX0" fmla="*/ 18380 w 36759"/>
                <a:gd name="connsiteY0" fmla="*/ 0 h 490126"/>
                <a:gd name="connsiteX1" fmla="*/ 0 w 36759"/>
                <a:gd name="connsiteY1" fmla="*/ 18380 h 490126"/>
                <a:gd name="connsiteX2" fmla="*/ 0 w 36759"/>
                <a:gd name="connsiteY2" fmla="*/ 490127 h 490126"/>
                <a:gd name="connsiteX3" fmla="*/ 36760 w 36759"/>
                <a:gd name="connsiteY3" fmla="*/ 490127 h 490126"/>
                <a:gd name="connsiteX4" fmla="*/ 36760 w 36759"/>
                <a:gd name="connsiteY4" fmla="*/ 18380 h 490126"/>
                <a:gd name="connsiteX5" fmla="*/ 18380 w 36759"/>
                <a:gd name="connsiteY5" fmla="*/ 0 h 490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759" h="490126">
                  <a:moveTo>
                    <a:pt x="18380" y="0"/>
                  </a:moveTo>
                  <a:cubicBezTo>
                    <a:pt x="7965" y="0"/>
                    <a:pt x="0" y="7965"/>
                    <a:pt x="0" y="18380"/>
                  </a:cubicBezTo>
                  <a:lnTo>
                    <a:pt x="0" y="490127"/>
                  </a:lnTo>
                  <a:lnTo>
                    <a:pt x="36760" y="490127"/>
                  </a:lnTo>
                  <a:lnTo>
                    <a:pt x="36760" y="18380"/>
                  </a:lnTo>
                  <a:cubicBezTo>
                    <a:pt x="36760" y="7965"/>
                    <a:pt x="28795" y="0"/>
                    <a:pt x="18380" y="0"/>
                  </a:cubicBezTo>
                  <a:close/>
                </a:path>
              </a:pathLst>
            </a:custGeom>
            <a:solidFill>
              <a:schemeClr val="tx1"/>
            </a:solidFill>
            <a:ln w="605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565657"/>
                </a:solidFill>
                <a:effectLst/>
                <a:uLnTx/>
                <a:uFillTx/>
                <a:latin typeface="Calibri"/>
                <a:ea typeface="+mn-ea"/>
                <a:cs typeface="+mn-cs"/>
              </a:endParaRPr>
            </a:p>
          </p:txBody>
        </p:sp>
        <p:sp>
          <p:nvSpPr>
            <p:cNvPr id="83" name="Freihandform: Form 82">
              <a:extLst>
                <a:ext uri="{FF2B5EF4-FFF2-40B4-BE49-F238E27FC236}">
                  <a16:creationId xmlns:a16="http://schemas.microsoft.com/office/drawing/2014/main" id="{10AB5F99-07A2-2FF4-F163-C45E492E8BE0}"/>
                </a:ext>
              </a:extLst>
            </p:cNvPr>
            <p:cNvSpPr/>
            <p:nvPr/>
          </p:nvSpPr>
          <p:spPr>
            <a:xfrm>
              <a:off x="11521969" y="1227902"/>
              <a:ext cx="281822" cy="220557"/>
            </a:xfrm>
            <a:custGeom>
              <a:avLst/>
              <a:gdLst>
                <a:gd name="connsiteX0" fmla="*/ 77808 w 281822"/>
                <a:gd name="connsiteY0" fmla="*/ 0 h 220557"/>
                <a:gd name="connsiteX1" fmla="*/ 0 w 281822"/>
                <a:gd name="connsiteY1" fmla="*/ 17767 h 220557"/>
                <a:gd name="connsiteX2" fmla="*/ 0 w 281822"/>
                <a:gd name="connsiteY2" fmla="*/ 220557 h 220557"/>
                <a:gd name="connsiteX3" fmla="*/ 77808 w 281822"/>
                <a:gd name="connsiteY3" fmla="*/ 202790 h 220557"/>
                <a:gd name="connsiteX4" fmla="*/ 281823 w 281822"/>
                <a:gd name="connsiteY4" fmla="*/ 204015 h 220557"/>
                <a:gd name="connsiteX5" fmla="*/ 281823 w 281822"/>
                <a:gd name="connsiteY5" fmla="*/ 1225 h 220557"/>
                <a:gd name="connsiteX6" fmla="*/ 77808 w 281822"/>
                <a:gd name="connsiteY6" fmla="*/ 0 h 220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1822" h="220557">
                  <a:moveTo>
                    <a:pt x="77808" y="0"/>
                  </a:moveTo>
                  <a:cubicBezTo>
                    <a:pt x="23894" y="0"/>
                    <a:pt x="0" y="17767"/>
                    <a:pt x="0" y="17767"/>
                  </a:cubicBezTo>
                  <a:lnTo>
                    <a:pt x="0" y="220557"/>
                  </a:lnTo>
                  <a:cubicBezTo>
                    <a:pt x="0" y="220557"/>
                    <a:pt x="23281" y="202790"/>
                    <a:pt x="77808" y="202790"/>
                  </a:cubicBezTo>
                  <a:cubicBezTo>
                    <a:pt x="142749" y="202790"/>
                    <a:pt x="206466" y="238324"/>
                    <a:pt x="281823" y="204015"/>
                  </a:cubicBezTo>
                  <a:lnTo>
                    <a:pt x="281823" y="1225"/>
                  </a:lnTo>
                  <a:cubicBezTo>
                    <a:pt x="186861" y="29408"/>
                    <a:pt x="142749" y="0"/>
                    <a:pt x="77808" y="0"/>
                  </a:cubicBezTo>
                  <a:close/>
                </a:path>
              </a:pathLst>
            </a:custGeom>
            <a:blipFill dpi="0" rotWithShape="1">
              <a:blip r:embed="rId40">
                <a:extLst>
                  <a:ext uri="{28A0092B-C50C-407E-A947-70E740481C1C}">
                    <a14:useLocalDpi xmlns:a14="http://schemas.microsoft.com/office/drawing/2010/main" val="0"/>
                  </a:ext>
                </a:extLst>
              </a:blip>
              <a:srcRect/>
              <a:stretch>
                <a:fillRect/>
              </a:stretch>
            </a:blipFill>
            <a:ln w="605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565657"/>
                </a:solidFill>
                <a:effectLst/>
                <a:uLnTx/>
                <a:uFillTx/>
                <a:latin typeface="Calibri"/>
                <a:ea typeface="+mn-ea"/>
                <a:cs typeface="+mn-cs"/>
              </a:endParaRPr>
            </a:p>
          </p:txBody>
        </p:sp>
      </p:grpSp>
      <p:grpSp>
        <p:nvGrpSpPr>
          <p:cNvPr id="512" name="Gruppieren 511">
            <a:extLst>
              <a:ext uri="{FF2B5EF4-FFF2-40B4-BE49-F238E27FC236}">
                <a16:creationId xmlns:a16="http://schemas.microsoft.com/office/drawing/2014/main" id="{FB1DEF84-F7AE-BB60-1377-B7976638FC35}"/>
              </a:ext>
            </a:extLst>
          </p:cNvPr>
          <p:cNvGrpSpPr/>
          <p:nvPr/>
        </p:nvGrpSpPr>
        <p:grpSpPr>
          <a:xfrm>
            <a:off x="6636513" y="2691291"/>
            <a:ext cx="343088" cy="491351"/>
            <a:chOff x="11460703" y="1227902"/>
            <a:chExt cx="343088" cy="491351"/>
          </a:xfrm>
        </p:grpSpPr>
        <p:sp>
          <p:nvSpPr>
            <p:cNvPr id="516" name="Freihandform: Form 515">
              <a:extLst>
                <a:ext uri="{FF2B5EF4-FFF2-40B4-BE49-F238E27FC236}">
                  <a16:creationId xmlns:a16="http://schemas.microsoft.com/office/drawing/2014/main" id="{3D0E4815-0BE5-8DC3-21FF-75F901C94DC4}"/>
                </a:ext>
              </a:extLst>
            </p:cNvPr>
            <p:cNvSpPr/>
            <p:nvPr/>
          </p:nvSpPr>
          <p:spPr>
            <a:xfrm>
              <a:off x="11460703" y="1229127"/>
              <a:ext cx="36759" cy="490126"/>
            </a:xfrm>
            <a:custGeom>
              <a:avLst/>
              <a:gdLst>
                <a:gd name="connsiteX0" fmla="*/ 18380 w 36759"/>
                <a:gd name="connsiteY0" fmla="*/ 0 h 490126"/>
                <a:gd name="connsiteX1" fmla="*/ 0 w 36759"/>
                <a:gd name="connsiteY1" fmla="*/ 18380 h 490126"/>
                <a:gd name="connsiteX2" fmla="*/ 0 w 36759"/>
                <a:gd name="connsiteY2" fmla="*/ 490127 h 490126"/>
                <a:gd name="connsiteX3" fmla="*/ 36760 w 36759"/>
                <a:gd name="connsiteY3" fmla="*/ 490127 h 490126"/>
                <a:gd name="connsiteX4" fmla="*/ 36760 w 36759"/>
                <a:gd name="connsiteY4" fmla="*/ 18380 h 490126"/>
                <a:gd name="connsiteX5" fmla="*/ 18380 w 36759"/>
                <a:gd name="connsiteY5" fmla="*/ 0 h 490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759" h="490126">
                  <a:moveTo>
                    <a:pt x="18380" y="0"/>
                  </a:moveTo>
                  <a:cubicBezTo>
                    <a:pt x="7965" y="0"/>
                    <a:pt x="0" y="7965"/>
                    <a:pt x="0" y="18380"/>
                  </a:cubicBezTo>
                  <a:lnTo>
                    <a:pt x="0" y="490127"/>
                  </a:lnTo>
                  <a:lnTo>
                    <a:pt x="36760" y="490127"/>
                  </a:lnTo>
                  <a:lnTo>
                    <a:pt x="36760" y="18380"/>
                  </a:lnTo>
                  <a:cubicBezTo>
                    <a:pt x="36760" y="7965"/>
                    <a:pt x="28795" y="0"/>
                    <a:pt x="18380" y="0"/>
                  </a:cubicBezTo>
                  <a:close/>
                </a:path>
              </a:pathLst>
            </a:custGeom>
            <a:solidFill>
              <a:schemeClr val="tx1"/>
            </a:solidFill>
            <a:ln w="605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565657"/>
                </a:solidFill>
                <a:effectLst/>
                <a:uLnTx/>
                <a:uFillTx/>
                <a:latin typeface="Calibri"/>
                <a:ea typeface="+mn-ea"/>
                <a:cs typeface="+mn-cs"/>
              </a:endParaRPr>
            </a:p>
          </p:txBody>
        </p:sp>
        <p:sp>
          <p:nvSpPr>
            <p:cNvPr id="517" name="Freihandform: Form 516" descr="Karierte schwarz-weiße Flagge">
              <a:extLst>
                <a:ext uri="{FF2B5EF4-FFF2-40B4-BE49-F238E27FC236}">
                  <a16:creationId xmlns:a16="http://schemas.microsoft.com/office/drawing/2014/main" id="{ACF69FFA-3AB3-F9E9-0A06-DE5D7171E6BD}"/>
                </a:ext>
              </a:extLst>
            </p:cNvPr>
            <p:cNvSpPr/>
            <p:nvPr/>
          </p:nvSpPr>
          <p:spPr>
            <a:xfrm>
              <a:off x="11521969" y="1227902"/>
              <a:ext cx="281822" cy="220557"/>
            </a:xfrm>
            <a:custGeom>
              <a:avLst/>
              <a:gdLst>
                <a:gd name="connsiteX0" fmla="*/ 77808 w 281822"/>
                <a:gd name="connsiteY0" fmla="*/ 0 h 220557"/>
                <a:gd name="connsiteX1" fmla="*/ 0 w 281822"/>
                <a:gd name="connsiteY1" fmla="*/ 17767 h 220557"/>
                <a:gd name="connsiteX2" fmla="*/ 0 w 281822"/>
                <a:gd name="connsiteY2" fmla="*/ 220557 h 220557"/>
                <a:gd name="connsiteX3" fmla="*/ 77808 w 281822"/>
                <a:gd name="connsiteY3" fmla="*/ 202790 h 220557"/>
                <a:gd name="connsiteX4" fmla="*/ 281823 w 281822"/>
                <a:gd name="connsiteY4" fmla="*/ 204015 h 220557"/>
                <a:gd name="connsiteX5" fmla="*/ 281823 w 281822"/>
                <a:gd name="connsiteY5" fmla="*/ 1225 h 220557"/>
                <a:gd name="connsiteX6" fmla="*/ 77808 w 281822"/>
                <a:gd name="connsiteY6" fmla="*/ 0 h 220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1822" h="220557">
                  <a:moveTo>
                    <a:pt x="77808" y="0"/>
                  </a:moveTo>
                  <a:cubicBezTo>
                    <a:pt x="23894" y="0"/>
                    <a:pt x="0" y="17767"/>
                    <a:pt x="0" y="17767"/>
                  </a:cubicBezTo>
                  <a:lnTo>
                    <a:pt x="0" y="220557"/>
                  </a:lnTo>
                  <a:cubicBezTo>
                    <a:pt x="0" y="220557"/>
                    <a:pt x="23281" y="202790"/>
                    <a:pt x="77808" y="202790"/>
                  </a:cubicBezTo>
                  <a:cubicBezTo>
                    <a:pt x="142749" y="202790"/>
                    <a:pt x="206466" y="238324"/>
                    <a:pt x="281823" y="204015"/>
                  </a:cubicBezTo>
                  <a:lnTo>
                    <a:pt x="281823" y="1225"/>
                  </a:lnTo>
                  <a:cubicBezTo>
                    <a:pt x="186861" y="29408"/>
                    <a:pt x="142749" y="0"/>
                    <a:pt x="77808" y="0"/>
                  </a:cubicBezTo>
                  <a:close/>
                </a:path>
              </a:pathLst>
            </a:custGeom>
            <a:pattFill prst="lgCheck">
              <a:fgClr>
                <a:schemeClr val="accent1"/>
              </a:fgClr>
              <a:bgClr>
                <a:schemeClr val="bg1"/>
              </a:bgClr>
            </a:pattFill>
            <a:ln w="605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565657"/>
                </a:solidFill>
                <a:effectLst/>
                <a:uLnTx/>
                <a:uFillTx/>
                <a:latin typeface="Calibri"/>
                <a:ea typeface="+mn-ea"/>
                <a:cs typeface="+mn-cs"/>
              </a:endParaRPr>
            </a:p>
          </p:txBody>
        </p:sp>
      </p:grpSp>
      <p:pic>
        <p:nvPicPr>
          <p:cNvPr id="518" name="Grafik 517" descr="Geschäftswachstum mit einfarbiger Füllung">
            <a:extLst>
              <a:ext uri="{FF2B5EF4-FFF2-40B4-BE49-F238E27FC236}">
                <a16:creationId xmlns:a16="http://schemas.microsoft.com/office/drawing/2014/main" id="{A29A462A-C82D-72DE-16A7-6236F5CD0BC3}"/>
              </a:ext>
            </a:extLst>
          </p:cNvPr>
          <p:cNvPicPr>
            <a:picLocks noChangeAspect="1"/>
          </p:cNvPicPr>
          <p:nvPr/>
        </p:nvPicPr>
        <p:blipFill>
          <a:blip r:embed="rId41">
            <a:extLst>
              <a:ext uri="{28A0092B-C50C-407E-A947-70E740481C1C}">
                <a14:useLocalDpi xmlns:a14="http://schemas.microsoft.com/office/drawing/2010/main" val="0"/>
              </a:ext>
              <a:ext uri="{96DAC541-7B7A-43D3-8B79-37D633B846F1}">
                <asvg:svgBlip xmlns:asvg="http://schemas.microsoft.com/office/drawing/2016/SVG/main" r:embed="rId42"/>
              </a:ext>
            </a:extLst>
          </a:blip>
          <a:srcRect/>
          <a:stretch/>
        </p:blipFill>
        <p:spPr>
          <a:xfrm>
            <a:off x="198479" y="1797754"/>
            <a:ext cx="594184" cy="594184"/>
          </a:xfrm>
          <a:prstGeom prst="rect">
            <a:avLst/>
          </a:prstGeom>
        </p:spPr>
      </p:pic>
      <p:grpSp>
        <p:nvGrpSpPr>
          <p:cNvPr id="539" name="Gruppieren 538">
            <a:extLst>
              <a:ext uri="{FF2B5EF4-FFF2-40B4-BE49-F238E27FC236}">
                <a16:creationId xmlns:a16="http://schemas.microsoft.com/office/drawing/2014/main" id="{3E62C8F3-F835-FD48-FC2D-73B326C0B571}"/>
              </a:ext>
            </a:extLst>
          </p:cNvPr>
          <p:cNvGrpSpPr>
            <a:grpSpLocks noChangeAspect="1"/>
          </p:cNvGrpSpPr>
          <p:nvPr/>
        </p:nvGrpSpPr>
        <p:grpSpPr>
          <a:xfrm>
            <a:off x="3040844" y="5532871"/>
            <a:ext cx="1067231" cy="1097882"/>
            <a:chOff x="2979877" y="5282908"/>
            <a:chExt cx="1358635" cy="1397655"/>
          </a:xfrm>
        </p:grpSpPr>
        <p:grpSp>
          <p:nvGrpSpPr>
            <p:cNvPr id="534" name="Gruppieren 533">
              <a:extLst>
                <a:ext uri="{FF2B5EF4-FFF2-40B4-BE49-F238E27FC236}">
                  <a16:creationId xmlns:a16="http://schemas.microsoft.com/office/drawing/2014/main" id="{DCFEFE03-F8F7-C2EF-9E45-4E238C519EA7}"/>
                </a:ext>
              </a:extLst>
            </p:cNvPr>
            <p:cNvGrpSpPr/>
            <p:nvPr/>
          </p:nvGrpSpPr>
          <p:grpSpPr>
            <a:xfrm>
              <a:off x="3424112" y="5282908"/>
              <a:ext cx="914400" cy="914400"/>
              <a:chOff x="2979877" y="5766163"/>
              <a:chExt cx="914400" cy="914400"/>
            </a:xfrm>
          </p:grpSpPr>
          <p:pic>
            <p:nvPicPr>
              <p:cNvPr id="535" name="Grafik 534" descr="Computer mit einfarbiger Füllung">
                <a:extLst>
                  <a:ext uri="{FF2B5EF4-FFF2-40B4-BE49-F238E27FC236}">
                    <a16:creationId xmlns:a16="http://schemas.microsoft.com/office/drawing/2014/main" id="{16644A63-2182-2467-6A40-BA96097B53E2}"/>
                  </a:ext>
                </a:extLst>
              </p:cNvPr>
              <p:cNvPicPr>
                <a:picLocks noChangeAspect="1"/>
              </p:cNvPicPr>
              <p:nvPr/>
            </p:nvPicPr>
            <p:blipFill>
              <a:blip r:embed="rId43">
                <a:extLst>
                  <a:ext uri="{28A0092B-C50C-407E-A947-70E740481C1C}">
                    <a14:useLocalDpi xmlns:a14="http://schemas.microsoft.com/office/drawing/2010/main" val="0"/>
                  </a:ext>
                  <a:ext uri="{96DAC541-7B7A-43D3-8B79-37D633B846F1}">
                    <asvg:svgBlip xmlns:asvg="http://schemas.microsoft.com/office/drawing/2016/SVG/main" r:embed="rId44"/>
                  </a:ext>
                </a:extLst>
              </a:blip>
              <a:stretch>
                <a:fillRect/>
              </a:stretch>
            </p:blipFill>
            <p:spPr>
              <a:xfrm>
                <a:off x="2979877" y="5766163"/>
                <a:ext cx="914400" cy="914400"/>
              </a:xfrm>
              <a:prstGeom prst="rect">
                <a:avLst/>
              </a:prstGeom>
            </p:spPr>
          </p:pic>
          <p:sp>
            <p:nvSpPr>
              <p:cNvPr id="536" name="Rechteck 535">
                <a:extLst>
                  <a:ext uri="{FF2B5EF4-FFF2-40B4-BE49-F238E27FC236}">
                    <a16:creationId xmlns:a16="http://schemas.microsoft.com/office/drawing/2014/main" id="{E03A727E-7AA0-9465-9C0A-11F9D28CDDC2}"/>
                  </a:ext>
                </a:extLst>
              </p:cNvPr>
              <p:cNvSpPr/>
              <p:nvPr/>
            </p:nvSpPr>
            <p:spPr>
              <a:xfrm>
                <a:off x="3138589" y="6023919"/>
                <a:ext cx="363988" cy="22638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537" name="Rechteck 536">
                <a:extLst>
                  <a:ext uri="{FF2B5EF4-FFF2-40B4-BE49-F238E27FC236}">
                    <a16:creationId xmlns:a16="http://schemas.microsoft.com/office/drawing/2014/main" id="{04CF6061-5F7D-55EF-C016-77D297B999F0}"/>
                  </a:ext>
                </a:extLst>
              </p:cNvPr>
              <p:cNvSpPr/>
              <p:nvPr/>
            </p:nvSpPr>
            <p:spPr>
              <a:xfrm>
                <a:off x="3643838" y="5995159"/>
                <a:ext cx="196707" cy="50301"/>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538" name="Rechteck 537">
                <a:extLst>
                  <a:ext uri="{FF2B5EF4-FFF2-40B4-BE49-F238E27FC236}">
                    <a16:creationId xmlns:a16="http://schemas.microsoft.com/office/drawing/2014/main" id="{F4A074D5-FD2D-BDE2-F9B2-C759D0BA2F35}"/>
                  </a:ext>
                </a:extLst>
              </p:cNvPr>
              <p:cNvSpPr/>
              <p:nvPr/>
            </p:nvSpPr>
            <p:spPr>
              <a:xfrm>
                <a:off x="3643838" y="6091543"/>
                <a:ext cx="196707" cy="50301"/>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grpSp>
          <p:nvGrpSpPr>
            <p:cNvPr id="529" name="Gruppieren 528">
              <a:extLst>
                <a:ext uri="{FF2B5EF4-FFF2-40B4-BE49-F238E27FC236}">
                  <a16:creationId xmlns:a16="http://schemas.microsoft.com/office/drawing/2014/main" id="{A7C673CE-5040-7372-F372-1B79140BED15}"/>
                </a:ext>
              </a:extLst>
            </p:cNvPr>
            <p:cNvGrpSpPr/>
            <p:nvPr/>
          </p:nvGrpSpPr>
          <p:grpSpPr>
            <a:xfrm>
              <a:off x="3190489" y="5512148"/>
              <a:ext cx="914400" cy="914400"/>
              <a:chOff x="2979877" y="5766163"/>
              <a:chExt cx="914400" cy="914400"/>
            </a:xfrm>
          </p:grpSpPr>
          <p:pic>
            <p:nvPicPr>
              <p:cNvPr id="530" name="Grafik 529" descr="Computer mit einfarbiger Füllung">
                <a:extLst>
                  <a:ext uri="{FF2B5EF4-FFF2-40B4-BE49-F238E27FC236}">
                    <a16:creationId xmlns:a16="http://schemas.microsoft.com/office/drawing/2014/main" id="{9DF0738F-D697-C37E-D0B7-DD4DE05F6A50}"/>
                  </a:ext>
                </a:extLst>
              </p:cNvPr>
              <p:cNvPicPr>
                <a:picLocks noChangeAspect="1"/>
              </p:cNvPicPr>
              <p:nvPr/>
            </p:nvPicPr>
            <p:blipFill>
              <a:blip r:embed="rId43">
                <a:extLst>
                  <a:ext uri="{28A0092B-C50C-407E-A947-70E740481C1C}">
                    <a14:useLocalDpi xmlns:a14="http://schemas.microsoft.com/office/drawing/2010/main" val="0"/>
                  </a:ext>
                  <a:ext uri="{96DAC541-7B7A-43D3-8B79-37D633B846F1}">
                    <asvg:svgBlip xmlns:asvg="http://schemas.microsoft.com/office/drawing/2016/SVG/main" r:embed="rId44"/>
                  </a:ext>
                </a:extLst>
              </a:blip>
              <a:stretch>
                <a:fillRect/>
              </a:stretch>
            </p:blipFill>
            <p:spPr>
              <a:xfrm>
                <a:off x="2979877" y="5766163"/>
                <a:ext cx="914400" cy="914400"/>
              </a:xfrm>
              <a:prstGeom prst="rect">
                <a:avLst/>
              </a:prstGeom>
            </p:spPr>
          </p:pic>
          <p:sp>
            <p:nvSpPr>
              <p:cNvPr id="531" name="Rechteck 530">
                <a:extLst>
                  <a:ext uri="{FF2B5EF4-FFF2-40B4-BE49-F238E27FC236}">
                    <a16:creationId xmlns:a16="http://schemas.microsoft.com/office/drawing/2014/main" id="{7EC91865-8A5C-ACF5-88DA-DED97700162B}"/>
                  </a:ext>
                </a:extLst>
              </p:cNvPr>
              <p:cNvSpPr/>
              <p:nvPr/>
            </p:nvSpPr>
            <p:spPr>
              <a:xfrm>
                <a:off x="3138589" y="6023919"/>
                <a:ext cx="363988" cy="22638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532" name="Rechteck 531">
                <a:extLst>
                  <a:ext uri="{FF2B5EF4-FFF2-40B4-BE49-F238E27FC236}">
                    <a16:creationId xmlns:a16="http://schemas.microsoft.com/office/drawing/2014/main" id="{E494AD95-D766-3530-DA91-461597A33A71}"/>
                  </a:ext>
                </a:extLst>
              </p:cNvPr>
              <p:cNvSpPr/>
              <p:nvPr/>
            </p:nvSpPr>
            <p:spPr>
              <a:xfrm>
                <a:off x="3643838" y="5995159"/>
                <a:ext cx="196707" cy="72503"/>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533" name="Rechteck 532">
                <a:extLst>
                  <a:ext uri="{FF2B5EF4-FFF2-40B4-BE49-F238E27FC236}">
                    <a16:creationId xmlns:a16="http://schemas.microsoft.com/office/drawing/2014/main" id="{77E1B6A6-66CE-B0C5-59D1-695DE209F216}"/>
                  </a:ext>
                </a:extLst>
              </p:cNvPr>
              <p:cNvSpPr/>
              <p:nvPr/>
            </p:nvSpPr>
            <p:spPr>
              <a:xfrm>
                <a:off x="3643838" y="6091543"/>
                <a:ext cx="196707" cy="50301"/>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grpSp>
          <p:nvGrpSpPr>
            <p:cNvPr id="528" name="Gruppieren 527">
              <a:extLst>
                <a:ext uri="{FF2B5EF4-FFF2-40B4-BE49-F238E27FC236}">
                  <a16:creationId xmlns:a16="http://schemas.microsoft.com/office/drawing/2014/main" id="{86E2DAA0-8B26-D2D1-0730-31C6720EBA39}"/>
                </a:ext>
              </a:extLst>
            </p:cNvPr>
            <p:cNvGrpSpPr/>
            <p:nvPr/>
          </p:nvGrpSpPr>
          <p:grpSpPr>
            <a:xfrm>
              <a:off x="2979877" y="5766163"/>
              <a:ext cx="914400" cy="914400"/>
              <a:chOff x="2979877" y="5766163"/>
              <a:chExt cx="914400" cy="914400"/>
            </a:xfrm>
          </p:grpSpPr>
          <p:pic>
            <p:nvPicPr>
              <p:cNvPr id="520" name="Grafik 519" descr="Computer mit einfarbiger Füllung">
                <a:extLst>
                  <a:ext uri="{FF2B5EF4-FFF2-40B4-BE49-F238E27FC236}">
                    <a16:creationId xmlns:a16="http://schemas.microsoft.com/office/drawing/2014/main" id="{552B1EAE-6572-6FF9-7099-30C60B19A0EB}"/>
                  </a:ext>
                </a:extLst>
              </p:cNvPr>
              <p:cNvPicPr>
                <a:picLocks noChangeAspect="1"/>
              </p:cNvPicPr>
              <p:nvPr/>
            </p:nvPicPr>
            <p:blipFill>
              <a:blip r:embed="rId43">
                <a:extLst>
                  <a:ext uri="{28A0092B-C50C-407E-A947-70E740481C1C}">
                    <a14:useLocalDpi xmlns:a14="http://schemas.microsoft.com/office/drawing/2010/main" val="0"/>
                  </a:ext>
                  <a:ext uri="{96DAC541-7B7A-43D3-8B79-37D633B846F1}">
                    <asvg:svgBlip xmlns:asvg="http://schemas.microsoft.com/office/drawing/2016/SVG/main" r:embed="rId44"/>
                  </a:ext>
                </a:extLst>
              </a:blip>
              <a:stretch>
                <a:fillRect/>
              </a:stretch>
            </p:blipFill>
            <p:spPr>
              <a:xfrm>
                <a:off x="2979877" y="5766163"/>
                <a:ext cx="914400" cy="914400"/>
              </a:xfrm>
              <a:prstGeom prst="rect">
                <a:avLst/>
              </a:prstGeom>
            </p:spPr>
          </p:pic>
          <p:sp>
            <p:nvSpPr>
              <p:cNvPr id="525" name="Rechteck 524">
                <a:extLst>
                  <a:ext uri="{FF2B5EF4-FFF2-40B4-BE49-F238E27FC236}">
                    <a16:creationId xmlns:a16="http://schemas.microsoft.com/office/drawing/2014/main" id="{CD59D36C-2F54-12D5-23A3-AF1C36F59E4E}"/>
                  </a:ext>
                </a:extLst>
              </p:cNvPr>
              <p:cNvSpPr/>
              <p:nvPr/>
            </p:nvSpPr>
            <p:spPr>
              <a:xfrm>
                <a:off x="3138589" y="6023919"/>
                <a:ext cx="363988" cy="22638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526" name="Rechteck 525">
                <a:extLst>
                  <a:ext uri="{FF2B5EF4-FFF2-40B4-BE49-F238E27FC236}">
                    <a16:creationId xmlns:a16="http://schemas.microsoft.com/office/drawing/2014/main" id="{E4160043-13A6-143B-C780-F4A7CB726333}"/>
                  </a:ext>
                </a:extLst>
              </p:cNvPr>
              <p:cNvSpPr/>
              <p:nvPr/>
            </p:nvSpPr>
            <p:spPr>
              <a:xfrm>
                <a:off x="3643838" y="5995159"/>
                <a:ext cx="196707" cy="65687"/>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527" name="Rechteck 526">
                <a:extLst>
                  <a:ext uri="{FF2B5EF4-FFF2-40B4-BE49-F238E27FC236}">
                    <a16:creationId xmlns:a16="http://schemas.microsoft.com/office/drawing/2014/main" id="{977C59D6-4C8C-14ED-6E24-488EDC19EBB2}"/>
                  </a:ext>
                </a:extLst>
              </p:cNvPr>
              <p:cNvSpPr/>
              <p:nvPr/>
            </p:nvSpPr>
            <p:spPr>
              <a:xfrm>
                <a:off x="3643838" y="6091543"/>
                <a:ext cx="196707" cy="50301"/>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grpSp>
      <p:grpSp>
        <p:nvGrpSpPr>
          <p:cNvPr id="519" name="Gruppieren 518">
            <a:extLst>
              <a:ext uri="{FF2B5EF4-FFF2-40B4-BE49-F238E27FC236}">
                <a16:creationId xmlns:a16="http://schemas.microsoft.com/office/drawing/2014/main" id="{A9332C76-FE71-1571-99E8-9F98CD1D808B}"/>
              </a:ext>
            </a:extLst>
          </p:cNvPr>
          <p:cNvGrpSpPr>
            <a:grpSpLocks noChangeAspect="1"/>
          </p:cNvGrpSpPr>
          <p:nvPr/>
        </p:nvGrpSpPr>
        <p:grpSpPr>
          <a:xfrm>
            <a:off x="8208455" y="3989313"/>
            <a:ext cx="981777" cy="752133"/>
            <a:chOff x="7748643" y="1503745"/>
            <a:chExt cx="1596768" cy="1223273"/>
          </a:xfrm>
        </p:grpSpPr>
        <p:grpSp>
          <p:nvGrpSpPr>
            <p:cNvPr id="521" name="Gruppieren 520">
              <a:extLst>
                <a:ext uri="{FF2B5EF4-FFF2-40B4-BE49-F238E27FC236}">
                  <a16:creationId xmlns:a16="http://schemas.microsoft.com/office/drawing/2014/main" id="{FAE08FB6-69D8-EA61-83DD-D2803192FFF4}"/>
                </a:ext>
              </a:extLst>
            </p:cNvPr>
            <p:cNvGrpSpPr>
              <a:grpSpLocks noChangeAspect="1"/>
            </p:cNvGrpSpPr>
            <p:nvPr/>
          </p:nvGrpSpPr>
          <p:grpSpPr>
            <a:xfrm>
              <a:off x="8821896" y="1909093"/>
              <a:ext cx="395811" cy="417173"/>
              <a:chOff x="4828930" y="3381465"/>
              <a:chExt cx="704907" cy="742950"/>
            </a:xfrm>
          </p:grpSpPr>
          <p:sp>
            <p:nvSpPr>
              <p:cNvPr id="542" name="Freihandform: Form 541">
                <a:extLst>
                  <a:ext uri="{FF2B5EF4-FFF2-40B4-BE49-F238E27FC236}">
                    <a16:creationId xmlns:a16="http://schemas.microsoft.com/office/drawing/2014/main" id="{32FE56F8-2195-1345-6582-585DBD96D35E}"/>
                  </a:ext>
                </a:extLst>
              </p:cNvPr>
              <p:cNvSpPr/>
              <p:nvPr/>
            </p:nvSpPr>
            <p:spPr>
              <a:xfrm>
                <a:off x="5338949" y="3381465"/>
                <a:ext cx="194888" cy="318525"/>
              </a:xfrm>
              <a:custGeom>
                <a:avLst/>
                <a:gdLst>
                  <a:gd name="connsiteX0" fmla="*/ 97921 w 194888"/>
                  <a:gd name="connsiteY0" fmla="*/ 140970 h 318525"/>
                  <a:gd name="connsiteX1" fmla="*/ 56011 w 194888"/>
                  <a:gd name="connsiteY1" fmla="*/ 99060 h 318525"/>
                  <a:gd name="connsiteX2" fmla="*/ 97921 w 194888"/>
                  <a:gd name="connsiteY2" fmla="*/ 57150 h 318525"/>
                  <a:gd name="connsiteX3" fmla="*/ 139830 w 194888"/>
                  <a:gd name="connsiteY3" fmla="*/ 99060 h 318525"/>
                  <a:gd name="connsiteX4" fmla="*/ 139830 w 194888"/>
                  <a:gd name="connsiteY4" fmla="*/ 99060 h 318525"/>
                  <a:gd name="connsiteX5" fmla="*/ 97921 w 194888"/>
                  <a:gd name="connsiteY5" fmla="*/ 140970 h 318525"/>
                  <a:gd name="connsiteX6" fmla="*/ 97921 w 194888"/>
                  <a:gd name="connsiteY6" fmla="*/ 140970 h 318525"/>
                  <a:gd name="connsiteX7" fmla="*/ 97921 w 194888"/>
                  <a:gd name="connsiteY7" fmla="*/ 0 h 318525"/>
                  <a:gd name="connsiteX8" fmla="*/ 16958 w 194888"/>
                  <a:gd name="connsiteY8" fmla="*/ 42863 h 318525"/>
                  <a:gd name="connsiteX9" fmla="*/ 6480 w 194888"/>
                  <a:gd name="connsiteY9" fmla="*/ 134303 h 318525"/>
                  <a:gd name="connsiteX10" fmla="*/ 51248 w 194888"/>
                  <a:gd name="connsiteY10" fmla="*/ 232410 h 318525"/>
                  <a:gd name="connsiteX11" fmla="*/ 89348 w 194888"/>
                  <a:gd name="connsiteY11" fmla="*/ 313373 h 318525"/>
                  <a:gd name="connsiteX12" fmla="*/ 101730 w 194888"/>
                  <a:gd name="connsiteY12" fmla="*/ 317183 h 318525"/>
                  <a:gd name="connsiteX13" fmla="*/ 105540 w 194888"/>
                  <a:gd name="connsiteY13" fmla="*/ 313373 h 318525"/>
                  <a:gd name="connsiteX14" fmla="*/ 143641 w 194888"/>
                  <a:gd name="connsiteY14" fmla="*/ 232410 h 318525"/>
                  <a:gd name="connsiteX15" fmla="*/ 188408 w 194888"/>
                  <a:gd name="connsiteY15" fmla="*/ 134303 h 318525"/>
                  <a:gd name="connsiteX16" fmla="*/ 177930 w 194888"/>
                  <a:gd name="connsiteY16" fmla="*/ 42863 h 318525"/>
                  <a:gd name="connsiteX17" fmla="*/ 97921 w 194888"/>
                  <a:gd name="connsiteY17" fmla="*/ 0 h 318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4888" h="318525">
                    <a:moveTo>
                      <a:pt x="97921" y="140970"/>
                    </a:moveTo>
                    <a:cubicBezTo>
                      <a:pt x="75061" y="140970"/>
                      <a:pt x="56011" y="121920"/>
                      <a:pt x="56011" y="99060"/>
                    </a:cubicBezTo>
                    <a:cubicBezTo>
                      <a:pt x="56011" y="76200"/>
                      <a:pt x="75061" y="57150"/>
                      <a:pt x="97921" y="57150"/>
                    </a:cubicBezTo>
                    <a:cubicBezTo>
                      <a:pt x="120780" y="57150"/>
                      <a:pt x="139830" y="76200"/>
                      <a:pt x="139830" y="99060"/>
                    </a:cubicBezTo>
                    <a:lnTo>
                      <a:pt x="139830" y="99060"/>
                    </a:lnTo>
                    <a:cubicBezTo>
                      <a:pt x="139830" y="121920"/>
                      <a:pt x="120780" y="140970"/>
                      <a:pt x="97921" y="140970"/>
                    </a:cubicBezTo>
                    <a:cubicBezTo>
                      <a:pt x="97921" y="140970"/>
                      <a:pt x="97921" y="140970"/>
                      <a:pt x="97921" y="140970"/>
                    </a:cubicBezTo>
                    <a:close/>
                    <a:moveTo>
                      <a:pt x="97921" y="0"/>
                    </a:moveTo>
                    <a:cubicBezTo>
                      <a:pt x="65536" y="0"/>
                      <a:pt x="35055" y="16192"/>
                      <a:pt x="16958" y="42863"/>
                    </a:cubicBezTo>
                    <a:cubicBezTo>
                      <a:pt x="-1139" y="69533"/>
                      <a:pt x="-4949" y="103823"/>
                      <a:pt x="6480" y="134303"/>
                    </a:cubicBezTo>
                    <a:lnTo>
                      <a:pt x="51248" y="232410"/>
                    </a:lnTo>
                    <a:lnTo>
                      <a:pt x="89348" y="313373"/>
                    </a:lnTo>
                    <a:cubicBezTo>
                      <a:pt x="92205" y="318135"/>
                      <a:pt x="97921" y="320040"/>
                      <a:pt x="101730" y="317183"/>
                    </a:cubicBezTo>
                    <a:cubicBezTo>
                      <a:pt x="103636" y="316230"/>
                      <a:pt x="104588" y="315278"/>
                      <a:pt x="105540" y="313373"/>
                    </a:cubicBezTo>
                    <a:lnTo>
                      <a:pt x="143641" y="232410"/>
                    </a:lnTo>
                    <a:lnTo>
                      <a:pt x="188408" y="134303"/>
                    </a:lnTo>
                    <a:cubicBezTo>
                      <a:pt x="199838" y="103823"/>
                      <a:pt x="196028" y="69533"/>
                      <a:pt x="177930" y="42863"/>
                    </a:cubicBezTo>
                    <a:cubicBezTo>
                      <a:pt x="160786" y="16192"/>
                      <a:pt x="130305" y="0"/>
                      <a:pt x="97921" y="0"/>
                    </a:cubicBez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543" name="Freihandform: Form 542">
                <a:extLst>
                  <a:ext uri="{FF2B5EF4-FFF2-40B4-BE49-F238E27FC236}">
                    <a16:creationId xmlns:a16="http://schemas.microsoft.com/office/drawing/2014/main" id="{8CDF9021-7354-B1E4-D963-BC223E9ED1A9}"/>
                  </a:ext>
                </a:extLst>
              </p:cNvPr>
              <p:cNvSpPr/>
              <p:nvPr/>
            </p:nvSpPr>
            <p:spPr>
              <a:xfrm>
                <a:off x="4828930" y="3729127"/>
                <a:ext cx="243651" cy="394695"/>
              </a:xfrm>
              <a:custGeom>
                <a:avLst/>
                <a:gdLst>
                  <a:gd name="connsiteX0" fmla="*/ 122164 w 243651"/>
                  <a:gd name="connsiteY0" fmla="*/ 174308 h 394695"/>
                  <a:gd name="connsiteX1" fmla="*/ 69777 w 243651"/>
                  <a:gd name="connsiteY1" fmla="*/ 121920 h 394695"/>
                  <a:gd name="connsiteX2" fmla="*/ 122164 w 243651"/>
                  <a:gd name="connsiteY2" fmla="*/ 69532 h 394695"/>
                  <a:gd name="connsiteX3" fmla="*/ 174552 w 243651"/>
                  <a:gd name="connsiteY3" fmla="*/ 121920 h 394695"/>
                  <a:gd name="connsiteX4" fmla="*/ 174552 w 243651"/>
                  <a:gd name="connsiteY4" fmla="*/ 121920 h 394695"/>
                  <a:gd name="connsiteX5" fmla="*/ 122164 w 243651"/>
                  <a:gd name="connsiteY5" fmla="*/ 174308 h 394695"/>
                  <a:gd name="connsiteX6" fmla="*/ 122164 w 243651"/>
                  <a:gd name="connsiteY6" fmla="*/ 174308 h 394695"/>
                  <a:gd name="connsiteX7" fmla="*/ 122164 w 243651"/>
                  <a:gd name="connsiteY7" fmla="*/ 174308 h 394695"/>
                  <a:gd name="connsiteX8" fmla="*/ 122164 w 243651"/>
                  <a:gd name="connsiteY8" fmla="*/ 0 h 394695"/>
                  <a:gd name="connsiteX9" fmla="*/ 21199 w 243651"/>
                  <a:gd name="connsiteY9" fmla="*/ 53340 h 394695"/>
                  <a:gd name="connsiteX10" fmla="*/ 8817 w 243651"/>
                  <a:gd name="connsiteY10" fmla="*/ 166688 h 394695"/>
                  <a:gd name="connsiteX11" fmla="*/ 64062 w 243651"/>
                  <a:gd name="connsiteY11" fmla="*/ 288608 h 394695"/>
                  <a:gd name="connsiteX12" fmla="*/ 111687 w 243651"/>
                  <a:gd name="connsiteY12" fmla="*/ 388620 h 394695"/>
                  <a:gd name="connsiteX13" fmla="*/ 127879 w 243651"/>
                  <a:gd name="connsiteY13" fmla="*/ 393383 h 394695"/>
                  <a:gd name="connsiteX14" fmla="*/ 132642 w 243651"/>
                  <a:gd name="connsiteY14" fmla="*/ 388620 h 394695"/>
                  <a:gd name="connsiteX15" fmla="*/ 180267 w 243651"/>
                  <a:gd name="connsiteY15" fmla="*/ 288608 h 394695"/>
                  <a:gd name="connsiteX16" fmla="*/ 235512 w 243651"/>
                  <a:gd name="connsiteY16" fmla="*/ 166688 h 394695"/>
                  <a:gd name="connsiteX17" fmla="*/ 223129 w 243651"/>
                  <a:gd name="connsiteY17" fmla="*/ 53340 h 394695"/>
                  <a:gd name="connsiteX18" fmla="*/ 122164 w 243651"/>
                  <a:gd name="connsiteY18" fmla="*/ 0 h 394695"/>
                  <a:gd name="connsiteX19" fmla="*/ 122164 w 243651"/>
                  <a:gd name="connsiteY19" fmla="*/ 0 h 394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43651" h="394695">
                    <a:moveTo>
                      <a:pt x="122164" y="174308"/>
                    </a:moveTo>
                    <a:cubicBezTo>
                      <a:pt x="93589" y="174308"/>
                      <a:pt x="69777" y="150495"/>
                      <a:pt x="69777" y="121920"/>
                    </a:cubicBezTo>
                    <a:cubicBezTo>
                      <a:pt x="69777" y="93345"/>
                      <a:pt x="93589" y="69532"/>
                      <a:pt x="122164" y="69532"/>
                    </a:cubicBezTo>
                    <a:cubicBezTo>
                      <a:pt x="150739" y="69532"/>
                      <a:pt x="174552" y="93345"/>
                      <a:pt x="174552" y="121920"/>
                    </a:cubicBezTo>
                    <a:cubicBezTo>
                      <a:pt x="174552" y="121920"/>
                      <a:pt x="174552" y="121920"/>
                      <a:pt x="174552" y="121920"/>
                    </a:cubicBezTo>
                    <a:cubicBezTo>
                      <a:pt x="174552" y="150495"/>
                      <a:pt x="150739" y="174308"/>
                      <a:pt x="122164" y="174308"/>
                    </a:cubicBezTo>
                    <a:cubicBezTo>
                      <a:pt x="122164" y="174308"/>
                      <a:pt x="122164" y="174308"/>
                      <a:pt x="122164" y="174308"/>
                    </a:cubicBezTo>
                    <a:lnTo>
                      <a:pt x="122164" y="174308"/>
                    </a:lnTo>
                    <a:close/>
                    <a:moveTo>
                      <a:pt x="122164" y="0"/>
                    </a:moveTo>
                    <a:cubicBezTo>
                      <a:pt x="82159" y="0"/>
                      <a:pt x="44059" y="20002"/>
                      <a:pt x="21199" y="53340"/>
                    </a:cubicBezTo>
                    <a:cubicBezTo>
                      <a:pt x="-1661" y="86677"/>
                      <a:pt x="-6423" y="129540"/>
                      <a:pt x="8817" y="166688"/>
                    </a:cubicBezTo>
                    <a:lnTo>
                      <a:pt x="64062" y="288608"/>
                    </a:lnTo>
                    <a:lnTo>
                      <a:pt x="111687" y="388620"/>
                    </a:lnTo>
                    <a:cubicBezTo>
                      <a:pt x="114544" y="394335"/>
                      <a:pt x="122164" y="396240"/>
                      <a:pt x="127879" y="393383"/>
                    </a:cubicBezTo>
                    <a:cubicBezTo>
                      <a:pt x="129784" y="392430"/>
                      <a:pt x="131689" y="390525"/>
                      <a:pt x="132642" y="388620"/>
                    </a:cubicBezTo>
                    <a:lnTo>
                      <a:pt x="180267" y="288608"/>
                    </a:lnTo>
                    <a:lnTo>
                      <a:pt x="235512" y="166688"/>
                    </a:lnTo>
                    <a:cubicBezTo>
                      <a:pt x="249799" y="129540"/>
                      <a:pt x="245037" y="86677"/>
                      <a:pt x="223129" y="53340"/>
                    </a:cubicBezTo>
                    <a:cubicBezTo>
                      <a:pt x="200269" y="20002"/>
                      <a:pt x="162169" y="0"/>
                      <a:pt x="122164" y="0"/>
                    </a:cubicBezTo>
                    <a:lnTo>
                      <a:pt x="122164" y="0"/>
                    </a:ln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544" name="Freihandform: Form 543">
                <a:extLst>
                  <a:ext uri="{FF2B5EF4-FFF2-40B4-BE49-F238E27FC236}">
                    <a16:creationId xmlns:a16="http://schemas.microsoft.com/office/drawing/2014/main" id="{2C862AD3-A64F-9109-5824-6BE9E92BC8D1}"/>
                  </a:ext>
                </a:extLst>
              </p:cNvPr>
              <p:cNvSpPr/>
              <p:nvPr/>
            </p:nvSpPr>
            <p:spPr>
              <a:xfrm>
                <a:off x="5027294" y="4067265"/>
                <a:ext cx="57150" cy="57150"/>
              </a:xfrm>
              <a:custGeom>
                <a:avLst/>
                <a:gdLst>
                  <a:gd name="connsiteX0" fmla="*/ 57150 w 57150"/>
                  <a:gd name="connsiteY0" fmla="*/ 57150 h 57150"/>
                  <a:gd name="connsiteX1" fmla="*/ 32385 w 57150"/>
                  <a:gd name="connsiteY1" fmla="*/ 57150 h 57150"/>
                  <a:gd name="connsiteX2" fmla="*/ 0 w 57150"/>
                  <a:gd name="connsiteY2" fmla="*/ 57150 h 57150"/>
                  <a:gd name="connsiteX3" fmla="*/ 0 w 57150"/>
                  <a:gd name="connsiteY3" fmla="*/ 0 h 57150"/>
                  <a:gd name="connsiteX4" fmla="*/ 32385 w 57150"/>
                  <a:gd name="connsiteY4" fmla="*/ 0 h 57150"/>
                  <a:gd name="connsiteX5" fmla="*/ 57150 w 57150"/>
                  <a:gd name="connsiteY5" fmla="*/ 0 h 57150"/>
                  <a:gd name="connsiteX6" fmla="*/ 57150 w 57150"/>
                  <a:gd name="connsiteY6" fmla="*/ 57150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150" h="57150">
                    <a:moveTo>
                      <a:pt x="57150" y="57150"/>
                    </a:moveTo>
                    <a:lnTo>
                      <a:pt x="32385" y="57150"/>
                    </a:lnTo>
                    <a:cubicBezTo>
                      <a:pt x="20955" y="57150"/>
                      <a:pt x="10478" y="57150"/>
                      <a:pt x="0" y="57150"/>
                    </a:cubicBezTo>
                    <a:lnTo>
                      <a:pt x="0" y="0"/>
                    </a:lnTo>
                    <a:cubicBezTo>
                      <a:pt x="9525" y="0"/>
                      <a:pt x="20955" y="0"/>
                      <a:pt x="32385" y="0"/>
                    </a:cubicBezTo>
                    <a:lnTo>
                      <a:pt x="57150" y="0"/>
                    </a:lnTo>
                    <a:lnTo>
                      <a:pt x="57150" y="57150"/>
                    </a:ln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545" name="Freihandform: Form 544">
                <a:extLst>
                  <a:ext uri="{FF2B5EF4-FFF2-40B4-BE49-F238E27FC236}">
                    <a16:creationId xmlns:a16="http://schemas.microsoft.com/office/drawing/2014/main" id="{2302B79A-E215-B688-F460-E40C7D56F300}"/>
                  </a:ext>
                </a:extLst>
              </p:cNvPr>
              <p:cNvSpPr/>
              <p:nvPr/>
            </p:nvSpPr>
            <p:spPr>
              <a:xfrm>
                <a:off x="5123497" y="4066312"/>
                <a:ext cx="58102" cy="58102"/>
              </a:xfrm>
              <a:custGeom>
                <a:avLst/>
                <a:gdLst>
                  <a:gd name="connsiteX0" fmla="*/ 0 w 58102"/>
                  <a:gd name="connsiteY0" fmla="*/ 58102 h 58102"/>
                  <a:gd name="connsiteX1" fmla="*/ 0 w 58102"/>
                  <a:gd name="connsiteY1" fmla="*/ 952 h 58102"/>
                  <a:gd name="connsiteX2" fmla="*/ 56197 w 58102"/>
                  <a:gd name="connsiteY2" fmla="*/ 0 h 58102"/>
                  <a:gd name="connsiteX3" fmla="*/ 58102 w 58102"/>
                  <a:gd name="connsiteY3" fmla="*/ 57150 h 58102"/>
                  <a:gd name="connsiteX4" fmla="*/ 0 w 58102"/>
                  <a:gd name="connsiteY4" fmla="*/ 58102 h 581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102" h="58102">
                    <a:moveTo>
                      <a:pt x="0" y="58102"/>
                    </a:moveTo>
                    <a:lnTo>
                      <a:pt x="0" y="952"/>
                    </a:lnTo>
                    <a:cubicBezTo>
                      <a:pt x="20955" y="952"/>
                      <a:pt x="39052" y="952"/>
                      <a:pt x="56197" y="0"/>
                    </a:cubicBezTo>
                    <a:lnTo>
                      <a:pt x="58102" y="57150"/>
                    </a:lnTo>
                    <a:cubicBezTo>
                      <a:pt x="40005" y="58102"/>
                      <a:pt x="20955" y="58102"/>
                      <a:pt x="0" y="58102"/>
                    </a:cubicBez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546" name="Freihandform: Form 545">
                <a:extLst>
                  <a:ext uri="{FF2B5EF4-FFF2-40B4-BE49-F238E27FC236}">
                    <a16:creationId xmlns:a16="http://schemas.microsoft.com/office/drawing/2014/main" id="{D1AD1BC9-DBBD-4904-E222-7BC7CF789195}"/>
                  </a:ext>
                </a:extLst>
              </p:cNvPr>
              <p:cNvSpPr/>
              <p:nvPr/>
            </p:nvSpPr>
            <p:spPr>
              <a:xfrm>
                <a:off x="5216842" y="4060597"/>
                <a:ext cx="60959" cy="60959"/>
              </a:xfrm>
              <a:custGeom>
                <a:avLst/>
                <a:gdLst>
                  <a:gd name="connsiteX0" fmla="*/ 2857 w 60959"/>
                  <a:gd name="connsiteY0" fmla="*/ 60960 h 60959"/>
                  <a:gd name="connsiteX1" fmla="*/ 0 w 60959"/>
                  <a:gd name="connsiteY1" fmla="*/ 3810 h 60959"/>
                  <a:gd name="connsiteX2" fmla="*/ 55245 w 60959"/>
                  <a:gd name="connsiteY2" fmla="*/ 0 h 60959"/>
                  <a:gd name="connsiteX3" fmla="*/ 60960 w 60959"/>
                  <a:gd name="connsiteY3" fmla="*/ 57150 h 60959"/>
                  <a:gd name="connsiteX4" fmla="*/ 2857 w 60959"/>
                  <a:gd name="connsiteY4" fmla="*/ 60960 h 60959"/>
                  <a:gd name="connsiteX5" fmla="*/ 2857 w 60959"/>
                  <a:gd name="connsiteY5" fmla="*/ 60960 h 60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959" h="60959">
                    <a:moveTo>
                      <a:pt x="2857" y="60960"/>
                    </a:moveTo>
                    <a:lnTo>
                      <a:pt x="0" y="3810"/>
                    </a:lnTo>
                    <a:cubicBezTo>
                      <a:pt x="20002" y="2857"/>
                      <a:pt x="39052" y="1905"/>
                      <a:pt x="55245" y="0"/>
                    </a:cubicBezTo>
                    <a:lnTo>
                      <a:pt x="60960" y="57150"/>
                    </a:lnTo>
                    <a:cubicBezTo>
                      <a:pt x="43815" y="59055"/>
                      <a:pt x="23813" y="60007"/>
                      <a:pt x="2857" y="60960"/>
                    </a:cubicBezTo>
                    <a:lnTo>
                      <a:pt x="2857" y="60960"/>
                    </a:ln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547" name="Freihandform: Form 546">
                <a:extLst>
                  <a:ext uri="{FF2B5EF4-FFF2-40B4-BE49-F238E27FC236}">
                    <a16:creationId xmlns:a16="http://schemas.microsoft.com/office/drawing/2014/main" id="{5D2B8D76-1D92-33B3-F916-A96B62FEC3B1}"/>
                  </a:ext>
                </a:extLst>
              </p:cNvPr>
              <p:cNvSpPr/>
              <p:nvPr/>
            </p:nvSpPr>
            <p:spPr>
              <a:xfrm>
                <a:off x="5309235" y="4046310"/>
                <a:ext cx="67627" cy="66675"/>
              </a:xfrm>
              <a:custGeom>
                <a:avLst/>
                <a:gdLst>
                  <a:gd name="connsiteX0" fmla="*/ 8572 w 67627"/>
                  <a:gd name="connsiteY0" fmla="*/ 66675 h 66675"/>
                  <a:gd name="connsiteX1" fmla="*/ 0 w 67627"/>
                  <a:gd name="connsiteY1" fmla="*/ 10477 h 66675"/>
                  <a:gd name="connsiteX2" fmla="*/ 52388 w 67627"/>
                  <a:gd name="connsiteY2" fmla="*/ 0 h 66675"/>
                  <a:gd name="connsiteX3" fmla="*/ 67627 w 67627"/>
                  <a:gd name="connsiteY3" fmla="*/ 55245 h 66675"/>
                  <a:gd name="connsiteX4" fmla="*/ 8572 w 67627"/>
                  <a:gd name="connsiteY4" fmla="*/ 66675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627" h="66675">
                    <a:moveTo>
                      <a:pt x="8572" y="66675"/>
                    </a:moveTo>
                    <a:lnTo>
                      <a:pt x="0" y="10477"/>
                    </a:lnTo>
                    <a:cubicBezTo>
                      <a:pt x="18097" y="7620"/>
                      <a:pt x="35242" y="4763"/>
                      <a:pt x="52388" y="0"/>
                    </a:cubicBezTo>
                    <a:lnTo>
                      <a:pt x="67627" y="55245"/>
                    </a:lnTo>
                    <a:cubicBezTo>
                      <a:pt x="47625" y="60007"/>
                      <a:pt x="28575" y="63817"/>
                      <a:pt x="8572" y="66675"/>
                    </a:cubicBez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548" name="Freihandform: Form 547">
                <a:extLst>
                  <a:ext uri="{FF2B5EF4-FFF2-40B4-BE49-F238E27FC236}">
                    <a16:creationId xmlns:a16="http://schemas.microsoft.com/office/drawing/2014/main" id="{CA73F42F-04D5-9EBF-3568-638E447AED95}"/>
                  </a:ext>
                </a:extLst>
              </p:cNvPr>
              <p:cNvSpPr/>
              <p:nvPr/>
            </p:nvSpPr>
            <p:spPr>
              <a:xfrm>
                <a:off x="5394007" y="4012019"/>
                <a:ext cx="80962" cy="75247"/>
              </a:xfrm>
              <a:custGeom>
                <a:avLst/>
                <a:gdLst>
                  <a:gd name="connsiteX0" fmla="*/ 22860 w 80962"/>
                  <a:gd name="connsiteY0" fmla="*/ 75248 h 75247"/>
                  <a:gd name="connsiteX1" fmla="*/ 0 w 80962"/>
                  <a:gd name="connsiteY1" fmla="*/ 22860 h 75247"/>
                  <a:gd name="connsiteX2" fmla="*/ 30480 w 80962"/>
                  <a:gd name="connsiteY2" fmla="*/ 0 h 75247"/>
                  <a:gd name="connsiteX3" fmla="*/ 80963 w 80962"/>
                  <a:gd name="connsiteY3" fmla="*/ 27623 h 75247"/>
                  <a:gd name="connsiteX4" fmla="*/ 22860 w 80962"/>
                  <a:gd name="connsiteY4" fmla="*/ 75248 h 75247"/>
                  <a:gd name="connsiteX5" fmla="*/ 22860 w 80962"/>
                  <a:gd name="connsiteY5" fmla="*/ 75248 h 75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0962" h="75247">
                    <a:moveTo>
                      <a:pt x="22860" y="75248"/>
                    </a:moveTo>
                    <a:lnTo>
                      <a:pt x="0" y="22860"/>
                    </a:lnTo>
                    <a:cubicBezTo>
                      <a:pt x="12382" y="19050"/>
                      <a:pt x="22860" y="10478"/>
                      <a:pt x="30480" y="0"/>
                    </a:cubicBezTo>
                    <a:lnTo>
                      <a:pt x="80963" y="27623"/>
                    </a:lnTo>
                    <a:cubicBezTo>
                      <a:pt x="66675" y="49530"/>
                      <a:pt x="46672" y="65723"/>
                      <a:pt x="22860" y="75248"/>
                    </a:cubicBezTo>
                    <a:lnTo>
                      <a:pt x="22860" y="75248"/>
                    </a:ln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549" name="Freihandform: Form 548">
                <a:extLst>
                  <a:ext uri="{FF2B5EF4-FFF2-40B4-BE49-F238E27FC236}">
                    <a16:creationId xmlns:a16="http://schemas.microsoft.com/office/drawing/2014/main" id="{75A183C3-AF3C-46FC-BA1D-3FC794FEDD5D}"/>
                  </a:ext>
                </a:extLst>
              </p:cNvPr>
              <p:cNvSpPr/>
              <p:nvPr/>
            </p:nvSpPr>
            <p:spPr>
              <a:xfrm>
                <a:off x="5409247" y="3919627"/>
                <a:ext cx="72389" cy="73342"/>
              </a:xfrm>
              <a:custGeom>
                <a:avLst/>
                <a:gdLst>
                  <a:gd name="connsiteX0" fmla="*/ 16192 w 72389"/>
                  <a:gd name="connsiteY0" fmla="*/ 73342 h 73342"/>
                  <a:gd name="connsiteX1" fmla="*/ 0 w 72389"/>
                  <a:gd name="connsiteY1" fmla="*/ 40005 h 73342"/>
                  <a:gd name="connsiteX2" fmla="*/ 40005 w 72389"/>
                  <a:gd name="connsiteY2" fmla="*/ 0 h 73342"/>
                  <a:gd name="connsiteX3" fmla="*/ 72390 w 72389"/>
                  <a:gd name="connsiteY3" fmla="*/ 66675 h 73342"/>
                  <a:gd name="connsiteX4" fmla="*/ 16192 w 72389"/>
                  <a:gd name="connsiteY4" fmla="*/ 73342 h 733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389" h="73342">
                    <a:moveTo>
                      <a:pt x="16192" y="73342"/>
                    </a:moveTo>
                    <a:cubicBezTo>
                      <a:pt x="14288" y="60960"/>
                      <a:pt x="8573" y="48577"/>
                      <a:pt x="0" y="40005"/>
                    </a:cubicBezTo>
                    <a:lnTo>
                      <a:pt x="40005" y="0"/>
                    </a:lnTo>
                    <a:cubicBezTo>
                      <a:pt x="58102" y="18098"/>
                      <a:pt x="69532" y="40958"/>
                      <a:pt x="72390" y="66675"/>
                    </a:cubicBezTo>
                    <a:lnTo>
                      <a:pt x="16192" y="73342"/>
                    </a:ln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550" name="Freihandform: Form 549">
                <a:extLst>
                  <a:ext uri="{FF2B5EF4-FFF2-40B4-BE49-F238E27FC236}">
                    <a16:creationId xmlns:a16="http://schemas.microsoft.com/office/drawing/2014/main" id="{236BFD6D-0B0E-8443-A18A-04F832881009}"/>
                  </a:ext>
                </a:extLst>
              </p:cNvPr>
              <p:cNvSpPr/>
              <p:nvPr/>
            </p:nvSpPr>
            <p:spPr>
              <a:xfrm>
                <a:off x="5337810" y="3869145"/>
                <a:ext cx="74294" cy="73342"/>
              </a:xfrm>
              <a:custGeom>
                <a:avLst/>
                <a:gdLst>
                  <a:gd name="connsiteX0" fmla="*/ 47625 w 74294"/>
                  <a:gd name="connsiteY0" fmla="*/ 73343 h 73342"/>
                  <a:gd name="connsiteX1" fmla="*/ 0 w 74294"/>
                  <a:gd name="connsiteY1" fmla="*/ 54293 h 73342"/>
                  <a:gd name="connsiteX2" fmla="*/ 16192 w 74294"/>
                  <a:gd name="connsiteY2" fmla="*/ 0 h 73342"/>
                  <a:gd name="connsiteX3" fmla="*/ 74295 w 74294"/>
                  <a:gd name="connsiteY3" fmla="*/ 22860 h 73342"/>
                  <a:gd name="connsiteX4" fmla="*/ 47625 w 74294"/>
                  <a:gd name="connsiteY4" fmla="*/ 73343 h 733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294" h="73342">
                    <a:moveTo>
                      <a:pt x="47625" y="73343"/>
                    </a:moveTo>
                    <a:cubicBezTo>
                      <a:pt x="32385" y="65722"/>
                      <a:pt x="16192" y="59055"/>
                      <a:pt x="0" y="54293"/>
                    </a:cubicBezTo>
                    <a:lnTo>
                      <a:pt x="16192" y="0"/>
                    </a:lnTo>
                    <a:cubicBezTo>
                      <a:pt x="36195" y="5715"/>
                      <a:pt x="56198" y="13335"/>
                      <a:pt x="74295" y="22860"/>
                    </a:cubicBezTo>
                    <a:lnTo>
                      <a:pt x="47625" y="73343"/>
                    </a:ln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551" name="Freihandform: Form 550">
                <a:extLst>
                  <a:ext uri="{FF2B5EF4-FFF2-40B4-BE49-F238E27FC236}">
                    <a16:creationId xmlns:a16="http://schemas.microsoft.com/office/drawing/2014/main" id="{6F0D7CF4-A811-9CC7-5EDA-FACA06BD45C3}"/>
                  </a:ext>
                </a:extLst>
              </p:cNvPr>
              <p:cNvSpPr/>
              <p:nvPr/>
            </p:nvSpPr>
            <p:spPr>
              <a:xfrm>
                <a:off x="5245417" y="3844379"/>
                <a:ext cx="69532" cy="69532"/>
              </a:xfrm>
              <a:custGeom>
                <a:avLst/>
                <a:gdLst>
                  <a:gd name="connsiteX0" fmla="*/ 56197 w 69532"/>
                  <a:gd name="connsiteY0" fmla="*/ 69533 h 69532"/>
                  <a:gd name="connsiteX1" fmla="*/ 40957 w 69532"/>
                  <a:gd name="connsiteY1" fmla="*/ 65723 h 69532"/>
                  <a:gd name="connsiteX2" fmla="*/ 0 w 69532"/>
                  <a:gd name="connsiteY2" fmla="*/ 55245 h 69532"/>
                  <a:gd name="connsiteX3" fmla="*/ 15240 w 69532"/>
                  <a:gd name="connsiteY3" fmla="*/ 0 h 69532"/>
                  <a:gd name="connsiteX4" fmla="*/ 54293 w 69532"/>
                  <a:gd name="connsiteY4" fmla="*/ 10478 h 69532"/>
                  <a:gd name="connsiteX5" fmla="*/ 69532 w 69532"/>
                  <a:gd name="connsiteY5" fmla="*/ 14288 h 69532"/>
                  <a:gd name="connsiteX6" fmla="*/ 56197 w 69532"/>
                  <a:gd name="connsiteY6" fmla="*/ 69533 h 69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532" h="69532">
                    <a:moveTo>
                      <a:pt x="56197" y="69533"/>
                    </a:moveTo>
                    <a:lnTo>
                      <a:pt x="40957" y="65723"/>
                    </a:lnTo>
                    <a:cubicBezTo>
                      <a:pt x="27622" y="61913"/>
                      <a:pt x="13335" y="59055"/>
                      <a:pt x="0" y="55245"/>
                    </a:cubicBezTo>
                    <a:lnTo>
                      <a:pt x="15240" y="0"/>
                    </a:lnTo>
                    <a:cubicBezTo>
                      <a:pt x="27622" y="3810"/>
                      <a:pt x="40957" y="6668"/>
                      <a:pt x="54293" y="10478"/>
                    </a:cubicBezTo>
                    <a:lnTo>
                      <a:pt x="69532" y="14288"/>
                    </a:lnTo>
                    <a:lnTo>
                      <a:pt x="56197" y="69533"/>
                    </a:ln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552" name="Freihandform: Form 551">
                <a:extLst>
                  <a:ext uri="{FF2B5EF4-FFF2-40B4-BE49-F238E27FC236}">
                    <a16:creationId xmlns:a16="http://schemas.microsoft.com/office/drawing/2014/main" id="{0C6FC49C-F25A-11BE-80F7-8D454F28C7F4}"/>
                  </a:ext>
                </a:extLst>
              </p:cNvPr>
              <p:cNvSpPr/>
              <p:nvPr/>
            </p:nvSpPr>
            <p:spPr>
              <a:xfrm>
                <a:off x="5147310" y="3811995"/>
                <a:ext cx="80009" cy="74294"/>
              </a:xfrm>
              <a:custGeom>
                <a:avLst/>
                <a:gdLst>
                  <a:gd name="connsiteX0" fmla="*/ 59055 w 80009"/>
                  <a:gd name="connsiteY0" fmla="*/ 74295 h 74294"/>
                  <a:gd name="connsiteX1" fmla="*/ 0 w 80009"/>
                  <a:gd name="connsiteY1" fmla="*/ 32385 h 74294"/>
                  <a:gd name="connsiteX2" fmla="*/ 46672 w 80009"/>
                  <a:gd name="connsiteY2" fmla="*/ 0 h 74294"/>
                  <a:gd name="connsiteX3" fmla="*/ 80010 w 80009"/>
                  <a:gd name="connsiteY3" fmla="*/ 21907 h 74294"/>
                  <a:gd name="connsiteX4" fmla="*/ 59055 w 80009"/>
                  <a:gd name="connsiteY4" fmla="*/ 74295 h 74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74294">
                    <a:moveTo>
                      <a:pt x="59055" y="74295"/>
                    </a:moveTo>
                    <a:cubicBezTo>
                      <a:pt x="36195" y="65722"/>
                      <a:pt x="15240" y="51435"/>
                      <a:pt x="0" y="32385"/>
                    </a:cubicBezTo>
                    <a:lnTo>
                      <a:pt x="46672" y="0"/>
                    </a:lnTo>
                    <a:cubicBezTo>
                      <a:pt x="55245" y="10477"/>
                      <a:pt x="67627" y="18097"/>
                      <a:pt x="80010" y="21907"/>
                    </a:cubicBezTo>
                    <a:lnTo>
                      <a:pt x="59055" y="74295"/>
                    </a:ln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553" name="Freihandform: Form 552">
                <a:extLst>
                  <a:ext uri="{FF2B5EF4-FFF2-40B4-BE49-F238E27FC236}">
                    <a16:creationId xmlns:a16="http://schemas.microsoft.com/office/drawing/2014/main" id="{10917088-1357-99C8-CBC8-5BB565307458}"/>
                  </a:ext>
                </a:extLst>
              </p:cNvPr>
              <p:cNvSpPr/>
              <p:nvPr/>
            </p:nvSpPr>
            <p:spPr>
              <a:xfrm>
                <a:off x="5133022" y="3720554"/>
                <a:ext cx="74294" cy="72390"/>
              </a:xfrm>
              <a:custGeom>
                <a:avLst/>
                <a:gdLst>
                  <a:gd name="connsiteX0" fmla="*/ 57150 w 74294"/>
                  <a:gd name="connsiteY0" fmla="*/ 72390 h 72390"/>
                  <a:gd name="connsiteX1" fmla="*/ 0 w 74294"/>
                  <a:gd name="connsiteY1" fmla="*/ 68580 h 72390"/>
                  <a:gd name="connsiteX2" fmla="*/ 39052 w 74294"/>
                  <a:gd name="connsiteY2" fmla="*/ 0 h 72390"/>
                  <a:gd name="connsiteX3" fmla="*/ 74295 w 74294"/>
                  <a:gd name="connsiteY3" fmla="*/ 44768 h 72390"/>
                  <a:gd name="connsiteX4" fmla="*/ 57150 w 74294"/>
                  <a:gd name="connsiteY4" fmla="*/ 72390 h 72390"/>
                  <a:gd name="connsiteX5" fmla="*/ 57150 w 74294"/>
                  <a:gd name="connsiteY5" fmla="*/ 72390 h 7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294" h="72390">
                    <a:moveTo>
                      <a:pt x="57150" y="72390"/>
                    </a:moveTo>
                    <a:lnTo>
                      <a:pt x="0" y="68580"/>
                    </a:lnTo>
                    <a:cubicBezTo>
                      <a:pt x="1905" y="40958"/>
                      <a:pt x="17145" y="16193"/>
                      <a:pt x="39052" y="0"/>
                    </a:cubicBezTo>
                    <a:lnTo>
                      <a:pt x="74295" y="44768"/>
                    </a:lnTo>
                    <a:cubicBezTo>
                      <a:pt x="57150" y="59055"/>
                      <a:pt x="57150" y="69533"/>
                      <a:pt x="57150" y="72390"/>
                    </a:cubicBezTo>
                    <a:lnTo>
                      <a:pt x="57150" y="72390"/>
                    </a:ln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554" name="Freihandform: Form 553">
                <a:extLst>
                  <a:ext uri="{FF2B5EF4-FFF2-40B4-BE49-F238E27FC236}">
                    <a16:creationId xmlns:a16="http://schemas.microsoft.com/office/drawing/2014/main" id="{B5C335DE-A0C4-6E1E-858C-16A6FA16E7D0}"/>
                  </a:ext>
                </a:extLst>
              </p:cNvPr>
              <p:cNvSpPr/>
              <p:nvPr/>
            </p:nvSpPr>
            <p:spPr>
              <a:xfrm>
                <a:off x="5211127" y="3678645"/>
                <a:ext cx="72390" cy="72389"/>
              </a:xfrm>
              <a:custGeom>
                <a:avLst/>
                <a:gdLst>
                  <a:gd name="connsiteX0" fmla="*/ 22860 w 72390"/>
                  <a:gd name="connsiteY0" fmla="*/ 72390 h 72389"/>
                  <a:gd name="connsiteX1" fmla="*/ 0 w 72390"/>
                  <a:gd name="connsiteY1" fmla="*/ 20002 h 72389"/>
                  <a:gd name="connsiteX2" fmla="*/ 59055 w 72390"/>
                  <a:gd name="connsiteY2" fmla="*/ 0 h 72389"/>
                  <a:gd name="connsiteX3" fmla="*/ 72390 w 72390"/>
                  <a:gd name="connsiteY3" fmla="*/ 55245 h 72389"/>
                  <a:gd name="connsiteX4" fmla="*/ 22860 w 72390"/>
                  <a:gd name="connsiteY4" fmla="*/ 72390 h 72389"/>
                  <a:gd name="connsiteX5" fmla="*/ 22860 w 72390"/>
                  <a:gd name="connsiteY5" fmla="*/ 72390 h 72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2390" h="72389">
                    <a:moveTo>
                      <a:pt x="22860" y="72390"/>
                    </a:moveTo>
                    <a:lnTo>
                      <a:pt x="0" y="20002"/>
                    </a:lnTo>
                    <a:cubicBezTo>
                      <a:pt x="19050" y="11430"/>
                      <a:pt x="39053" y="4763"/>
                      <a:pt x="59055" y="0"/>
                    </a:cubicBezTo>
                    <a:lnTo>
                      <a:pt x="72390" y="55245"/>
                    </a:lnTo>
                    <a:cubicBezTo>
                      <a:pt x="55245" y="60007"/>
                      <a:pt x="39053" y="65722"/>
                      <a:pt x="22860" y="72390"/>
                    </a:cubicBezTo>
                    <a:lnTo>
                      <a:pt x="22860" y="72390"/>
                    </a:ln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555" name="Freihandform: Form 554">
                <a:extLst>
                  <a:ext uri="{FF2B5EF4-FFF2-40B4-BE49-F238E27FC236}">
                    <a16:creationId xmlns:a16="http://schemas.microsoft.com/office/drawing/2014/main" id="{B732BEDB-EC39-E126-11D0-5A4A3189C76F}"/>
                  </a:ext>
                </a:extLst>
              </p:cNvPr>
              <p:cNvSpPr/>
              <p:nvPr/>
            </p:nvSpPr>
            <p:spPr>
              <a:xfrm>
                <a:off x="5309235" y="3663404"/>
                <a:ext cx="63817" cy="63817"/>
              </a:xfrm>
              <a:custGeom>
                <a:avLst/>
                <a:gdLst>
                  <a:gd name="connsiteX0" fmla="*/ 9525 w 63817"/>
                  <a:gd name="connsiteY0" fmla="*/ 63818 h 63817"/>
                  <a:gd name="connsiteX1" fmla="*/ 0 w 63817"/>
                  <a:gd name="connsiteY1" fmla="*/ 7620 h 63817"/>
                  <a:gd name="connsiteX2" fmla="*/ 59055 w 63817"/>
                  <a:gd name="connsiteY2" fmla="*/ 0 h 63817"/>
                  <a:gd name="connsiteX3" fmla="*/ 63817 w 63817"/>
                  <a:gd name="connsiteY3" fmla="*/ 57150 h 63817"/>
                  <a:gd name="connsiteX4" fmla="*/ 9525 w 63817"/>
                  <a:gd name="connsiteY4" fmla="*/ 63818 h 63817"/>
                  <a:gd name="connsiteX5" fmla="*/ 9525 w 63817"/>
                  <a:gd name="connsiteY5" fmla="*/ 63818 h 63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817" h="63817">
                    <a:moveTo>
                      <a:pt x="9525" y="63818"/>
                    </a:moveTo>
                    <a:lnTo>
                      <a:pt x="0" y="7620"/>
                    </a:lnTo>
                    <a:cubicBezTo>
                      <a:pt x="24765" y="3810"/>
                      <a:pt x="45720" y="953"/>
                      <a:pt x="59055" y="0"/>
                    </a:cubicBezTo>
                    <a:lnTo>
                      <a:pt x="63817" y="57150"/>
                    </a:lnTo>
                    <a:cubicBezTo>
                      <a:pt x="54292" y="58103"/>
                      <a:pt x="33338" y="60008"/>
                      <a:pt x="9525" y="63818"/>
                    </a:cubicBezTo>
                    <a:lnTo>
                      <a:pt x="9525" y="63818"/>
                    </a:ln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sp>
          <p:nvSpPr>
            <p:cNvPr id="522" name="Freihandform: Form 521">
              <a:extLst>
                <a:ext uri="{FF2B5EF4-FFF2-40B4-BE49-F238E27FC236}">
                  <a16:creationId xmlns:a16="http://schemas.microsoft.com/office/drawing/2014/main" id="{0F20001E-5DDB-6C37-21AB-AD1745B7CAC3}"/>
                </a:ext>
              </a:extLst>
            </p:cNvPr>
            <p:cNvSpPr/>
            <p:nvPr/>
          </p:nvSpPr>
          <p:spPr>
            <a:xfrm>
              <a:off x="8054461" y="1611682"/>
              <a:ext cx="611637" cy="1007401"/>
            </a:xfrm>
            <a:custGeom>
              <a:avLst/>
              <a:gdLst>
                <a:gd name="connsiteX0" fmla="*/ 349896 w 349896"/>
                <a:gd name="connsiteY0" fmla="*/ 277859 h 576299"/>
                <a:gd name="connsiteX1" fmla="*/ 185239 w 349896"/>
                <a:gd name="connsiteY1" fmla="*/ 277859 h 576299"/>
                <a:gd name="connsiteX2" fmla="*/ 185239 w 349896"/>
                <a:gd name="connsiteY2" fmla="*/ 0 h 576299"/>
                <a:gd name="connsiteX3" fmla="*/ 0 w 349896"/>
                <a:gd name="connsiteY3" fmla="*/ 0 h 576299"/>
                <a:gd name="connsiteX4" fmla="*/ 0 w 349896"/>
                <a:gd name="connsiteY4" fmla="*/ 20582 h 576299"/>
                <a:gd name="connsiteX5" fmla="*/ 164657 w 349896"/>
                <a:gd name="connsiteY5" fmla="*/ 20582 h 576299"/>
                <a:gd name="connsiteX6" fmla="*/ 164657 w 349896"/>
                <a:gd name="connsiteY6" fmla="*/ 277859 h 576299"/>
                <a:gd name="connsiteX7" fmla="*/ 0 w 349896"/>
                <a:gd name="connsiteY7" fmla="*/ 277859 h 576299"/>
                <a:gd name="connsiteX8" fmla="*/ 0 w 349896"/>
                <a:gd name="connsiteY8" fmla="*/ 298441 h 576299"/>
                <a:gd name="connsiteX9" fmla="*/ 164657 w 349896"/>
                <a:gd name="connsiteY9" fmla="*/ 298441 h 576299"/>
                <a:gd name="connsiteX10" fmla="*/ 164657 w 349896"/>
                <a:gd name="connsiteY10" fmla="*/ 555717 h 576299"/>
                <a:gd name="connsiteX11" fmla="*/ 0 w 349896"/>
                <a:gd name="connsiteY11" fmla="*/ 555717 h 576299"/>
                <a:gd name="connsiteX12" fmla="*/ 0 w 349896"/>
                <a:gd name="connsiteY12" fmla="*/ 576300 h 576299"/>
                <a:gd name="connsiteX13" fmla="*/ 185239 w 349896"/>
                <a:gd name="connsiteY13" fmla="*/ 576300 h 576299"/>
                <a:gd name="connsiteX14" fmla="*/ 185239 w 349896"/>
                <a:gd name="connsiteY14" fmla="*/ 298441 h 576299"/>
                <a:gd name="connsiteX15" fmla="*/ 349896 w 349896"/>
                <a:gd name="connsiteY15" fmla="*/ 298441 h 576299"/>
                <a:gd name="connsiteX16" fmla="*/ 349896 w 349896"/>
                <a:gd name="connsiteY16" fmla="*/ 277859 h 576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49896" h="576299">
                  <a:moveTo>
                    <a:pt x="349896" y="277859"/>
                  </a:moveTo>
                  <a:lnTo>
                    <a:pt x="185239" y="277859"/>
                  </a:lnTo>
                  <a:lnTo>
                    <a:pt x="185239" y="0"/>
                  </a:lnTo>
                  <a:lnTo>
                    <a:pt x="0" y="0"/>
                  </a:lnTo>
                  <a:lnTo>
                    <a:pt x="0" y="20582"/>
                  </a:lnTo>
                  <a:lnTo>
                    <a:pt x="164657" y="20582"/>
                  </a:lnTo>
                  <a:lnTo>
                    <a:pt x="164657" y="277859"/>
                  </a:lnTo>
                  <a:lnTo>
                    <a:pt x="0" y="277859"/>
                  </a:lnTo>
                  <a:lnTo>
                    <a:pt x="0" y="298441"/>
                  </a:lnTo>
                  <a:lnTo>
                    <a:pt x="164657" y="298441"/>
                  </a:lnTo>
                  <a:lnTo>
                    <a:pt x="164657" y="555717"/>
                  </a:lnTo>
                  <a:lnTo>
                    <a:pt x="0" y="555717"/>
                  </a:lnTo>
                  <a:lnTo>
                    <a:pt x="0" y="576300"/>
                  </a:lnTo>
                  <a:lnTo>
                    <a:pt x="185239" y="576300"/>
                  </a:lnTo>
                  <a:lnTo>
                    <a:pt x="185239" y="298441"/>
                  </a:lnTo>
                  <a:lnTo>
                    <a:pt x="349896" y="298441"/>
                  </a:lnTo>
                  <a:lnTo>
                    <a:pt x="349896" y="277859"/>
                  </a:lnTo>
                  <a:close/>
                </a:path>
              </a:pathLst>
            </a:custGeom>
            <a:solidFill>
              <a:schemeClr val="accent1"/>
            </a:solidFill>
            <a:ln w="1022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523" name="Freihandform: Form 522">
              <a:extLst>
                <a:ext uri="{FF2B5EF4-FFF2-40B4-BE49-F238E27FC236}">
                  <a16:creationId xmlns:a16="http://schemas.microsoft.com/office/drawing/2014/main" id="{513463F4-8B40-A70F-BB79-B7DC1AED7C0C}"/>
                </a:ext>
              </a:extLst>
            </p:cNvPr>
            <p:cNvSpPr/>
            <p:nvPr/>
          </p:nvSpPr>
          <p:spPr>
            <a:xfrm>
              <a:off x="7748643" y="1503745"/>
              <a:ext cx="251849" cy="251849"/>
            </a:xfrm>
            <a:custGeom>
              <a:avLst/>
              <a:gdLst>
                <a:gd name="connsiteX0" fmla="*/ 123493 w 144074"/>
                <a:gd name="connsiteY0" fmla="*/ 123493 h 144074"/>
                <a:gd name="connsiteX1" fmla="*/ 20582 w 144074"/>
                <a:gd name="connsiteY1" fmla="*/ 123493 h 144074"/>
                <a:gd name="connsiteX2" fmla="*/ 20582 w 144074"/>
                <a:gd name="connsiteY2" fmla="*/ 20582 h 144074"/>
                <a:gd name="connsiteX3" fmla="*/ 123493 w 144074"/>
                <a:gd name="connsiteY3" fmla="*/ 20582 h 144074"/>
                <a:gd name="connsiteX4" fmla="*/ 0 w 144074"/>
                <a:gd name="connsiteY4" fmla="*/ 0 h 144074"/>
                <a:gd name="connsiteX5" fmla="*/ 0 w 144074"/>
                <a:gd name="connsiteY5" fmla="*/ 144075 h 144074"/>
                <a:gd name="connsiteX6" fmla="*/ 144075 w 144074"/>
                <a:gd name="connsiteY6" fmla="*/ 144075 h 144074"/>
                <a:gd name="connsiteX7" fmla="*/ 144075 w 144074"/>
                <a:gd name="connsiteY7" fmla="*/ 0 h 144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4074" h="144074">
                  <a:moveTo>
                    <a:pt x="123493" y="123493"/>
                  </a:moveTo>
                  <a:lnTo>
                    <a:pt x="20582" y="123493"/>
                  </a:lnTo>
                  <a:lnTo>
                    <a:pt x="20582" y="20582"/>
                  </a:lnTo>
                  <a:lnTo>
                    <a:pt x="123493" y="20582"/>
                  </a:lnTo>
                  <a:close/>
                  <a:moveTo>
                    <a:pt x="0" y="0"/>
                  </a:moveTo>
                  <a:lnTo>
                    <a:pt x="0" y="144075"/>
                  </a:lnTo>
                  <a:lnTo>
                    <a:pt x="144075" y="144075"/>
                  </a:lnTo>
                  <a:lnTo>
                    <a:pt x="144075" y="0"/>
                  </a:lnTo>
                  <a:close/>
                </a:path>
              </a:pathLst>
            </a:custGeom>
            <a:solidFill>
              <a:schemeClr val="tx1"/>
            </a:solidFill>
            <a:ln w="1022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524" name="Freihandform: Form 523">
              <a:extLst>
                <a:ext uri="{FF2B5EF4-FFF2-40B4-BE49-F238E27FC236}">
                  <a16:creationId xmlns:a16="http://schemas.microsoft.com/office/drawing/2014/main" id="{463F5654-9579-C5B4-073E-2F8E3DB84186}"/>
                </a:ext>
              </a:extLst>
            </p:cNvPr>
            <p:cNvSpPr/>
            <p:nvPr/>
          </p:nvSpPr>
          <p:spPr>
            <a:xfrm>
              <a:off x="7748643" y="1989457"/>
              <a:ext cx="251849" cy="251849"/>
            </a:xfrm>
            <a:custGeom>
              <a:avLst/>
              <a:gdLst>
                <a:gd name="connsiteX0" fmla="*/ 123493 w 144074"/>
                <a:gd name="connsiteY0" fmla="*/ 123493 h 144074"/>
                <a:gd name="connsiteX1" fmla="*/ 20582 w 144074"/>
                <a:gd name="connsiteY1" fmla="*/ 123493 h 144074"/>
                <a:gd name="connsiteX2" fmla="*/ 20582 w 144074"/>
                <a:gd name="connsiteY2" fmla="*/ 20582 h 144074"/>
                <a:gd name="connsiteX3" fmla="*/ 123493 w 144074"/>
                <a:gd name="connsiteY3" fmla="*/ 20582 h 144074"/>
                <a:gd name="connsiteX4" fmla="*/ 0 w 144074"/>
                <a:gd name="connsiteY4" fmla="*/ 0 h 144074"/>
                <a:gd name="connsiteX5" fmla="*/ 0 w 144074"/>
                <a:gd name="connsiteY5" fmla="*/ 144075 h 144074"/>
                <a:gd name="connsiteX6" fmla="*/ 144075 w 144074"/>
                <a:gd name="connsiteY6" fmla="*/ 144075 h 144074"/>
                <a:gd name="connsiteX7" fmla="*/ 144075 w 144074"/>
                <a:gd name="connsiteY7" fmla="*/ 0 h 144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4074" h="144074">
                  <a:moveTo>
                    <a:pt x="123493" y="123493"/>
                  </a:moveTo>
                  <a:lnTo>
                    <a:pt x="20582" y="123493"/>
                  </a:lnTo>
                  <a:lnTo>
                    <a:pt x="20582" y="20582"/>
                  </a:lnTo>
                  <a:lnTo>
                    <a:pt x="123493" y="20582"/>
                  </a:lnTo>
                  <a:close/>
                  <a:moveTo>
                    <a:pt x="0" y="0"/>
                  </a:moveTo>
                  <a:lnTo>
                    <a:pt x="0" y="144075"/>
                  </a:lnTo>
                  <a:lnTo>
                    <a:pt x="144075" y="144075"/>
                  </a:lnTo>
                  <a:lnTo>
                    <a:pt x="144075" y="0"/>
                  </a:lnTo>
                  <a:close/>
                </a:path>
              </a:pathLst>
            </a:custGeom>
            <a:solidFill>
              <a:schemeClr val="accent4"/>
            </a:solidFill>
            <a:ln w="1022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540" name="Freihandform: Form 539">
              <a:extLst>
                <a:ext uri="{FF2B5EF4-FFF2-40B4-BE49-F238E27FC236}">
                  <a16:creationId xmlns:a16="http://schemas.microsoft.com/office/drawing/2014/main" id="{70D43E7B-9BC0-4189-CC86-BD7C01CA8336}"/>
                </a:ext>
              </a:extLst>
            </p:cNvPr>
            <p:cNvSpPr/>
            <p:nvPr/>
          </p:nvSpPr>
          <p:spPr>
            <a:xfrm>
              <a:off x="7748643" y="2475169"/>
              <a:ext cx="251849" cy="251849"/>
            </a:xfrm>
            <a:custGeom>
              <a:avLst/>
              <a:gdLst>
                <a:gd name="connsiteX0" fmla="*/ 123493 w 144074"/>
                <a:gd name="connsiteY0" fmla="*/ 123493 h 144074"/>
                <a:gd name="connsiteX1" fmla="*/ 20582 w 144074"/>
                <a:gd name="connsiteY1" fmla="*/ 123493 h 144074"/>
                <a:gd name="connsiteX2" fmla="*/ 20582 w 144074"/>
                <a:gd name="connsiteY2" fmla="*/ 20582 h 144074"/>
                <a:gd name="connsiteX3" fmla="*/ 123493 w 144074"/>
                <a:gd name="connsiteY3" fmla="*/ 20582 h 144074"/>
                <a:gd name="connsiteX4" fmla="*/ 0 w 144074"/>
                <a:gd name="connsiteY4" fmla="*/ 0 h 144074"/>
                <a:gd name="connsiteX5" fmla="*/ 0 w 144074"/>
                <a:gd name="connsiteY5" fmla="*/ 144075 h 144074"/>
                <a:gd name="connsiteX6" fmla="*/ 144075 w 144074"/>
                <a:gd name="connsiteY6" fmla="*/ 144075 h 144074"/>
                <a:gd name="connsiteX7" fmla="*/ 144075 w 144074"/>
                <a:gd name="connsiteY7" fmla="*/ 0 h 144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4074" h="144074">
                  <a:moveTo>
                    <a:pt x="123493" y="123493"/>
                  </a:moveTo>
                  <a:lnTo>
                    <a:pt x="20582" y="123493"/>
                  </a:lnTo>
                  <a:lnTo>
                    <a:pt x="20582" y="20582"/>
                  </a:lnTo>
                  <a:lnTo>
                    <a:pt x="123493" y="20582"/>
                  </a:lnTo>
                  <a:close/>
                  <a:moveTo>
                    <a:pt x="0" y="0"/>
                  </a:moveTo>
                  <a:lnTo>
                    <a:pt x="0" y="144075"/>
                  </a:lnTo>
                  <a:lnTo>
                    <a:pt x="144075" y="144075"/>
                  </a:lnTo>
                  <a:lnTo>
                    <a:pt x="144075" y="0"/>
                  </a:lnTo>
                  <a:close/>
                </a:path>
              </a:pathLst>
            </a:custGeom>
            <a:solidFill>
              <a:schemeClr val="accent2"/>
            </a:solidFill>
            <a:ln w="1022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541" name="Freihandform: Form 540">
              <a:extLst>
                <a:ext uri="{FF2B5EF4-FFF2-40B4-BE49-F238E27FC236}">
                  <a16:creationId xmlns:a16="http://schemas.microsoft.com/office/drawing/2014/main" id="{858928A8-F31C-3058-9058-E93C219C71D6}"/>
                </a:ext>
              </a:extLst>
            </p:cNvPr>
            <p:cNvSpPr>
              <a:spLocks noChangeAspect="1"/>
            </p:cNvSpPr>
            <p:nvPr/>
          </p:nvSpPr>
          <p:spPr>
            <a:xfrm>
              <a:off x="8677984" y="1793637"/>
              <a:ext cx="667427" cy="667427"/>
            </a:xfrm>
            <a:custGeom>
              <a:avLst/>
              <a:gdLst>
                <a:gd name="connsiteX0" fmla="*/ 123493 w 144074"/>
                <a:gd name="connsiteY0" fmla="*/ 123493 h 144074"/>
                <a:gd name="connsiteX1" fmla="*/ 20582 w 144074"/>
                <a:gd name="connsiteY1" fmla="*/ 123493 h 144074"/>
                <a:gd name="connsiteX2" fmla="*/ 20582 w 144074"/>
                <a:gd name="connsiteY2" fmla="*/ 20582 h 144074"/>
                <a:gd name="connsiteX3" fmla="*/ 123493 w 144074"/>
                <a:gd name="connsiteY3" fmla="*/ 20582 h 144074"/>
                <a:gd name="connsiteX4" fmla="*/ 0 w 144074"/>
                <a:gd name="connsiteY4" fmla="*/ 0 h 144074"/>
                <a:gd name="connsiteX5" fmla="*/ 0 w 144074"/>
                <a:gd name="connsiteY5" fmla="*/ 144075 h 144074"/>
                <a:gd name="connsiteX6" fmla="*/ 144075 w 144074"/>
                <a:gd name="connsiteY6" fmla="*/ 144075 h 144074"/>
                <a:gd name="connsiteX7" fmla="*/ 144075 w 144074"/>
                <a:gd name="connsiteY7" fmla="*/ 0 h 144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4074" h="144074">
                  <a:moveTo>
                    <a:pt x="123493" y="123493"/>
                  </a:moveTo>
                  <a:lnTo>
                    <a:pt x="20582" y="123493"/>
                  </a:lnTo>
                  <a:lnTo>
                    <a:pt x="20582" y="20582"/>
                  </a:lnTo>
                  <a:lnTo>
                    <a:pt x="123493" y="20582"/>
                  </a:lnTo>
                  <a:close/>
                  <a:moveTo>
                    <a:pt x="0" y="0"/>
                  </a:moveTo>
                  <a:lnTo>
                    <a:pt x="0" y="144075"/>
                  </a:lnTo>
                  <a:lnTo>
                    <a:pt x="144075" y="144075"/>
                  </a:lnTo>
                  <a:lnTo>
                    <a:pt x="144075" y="0"/>
                  </a:lnTo>
                  <a:close/>
                </a:path>
              </a:pathLst>
            </a:custGeom>
            <a:solidFill>
              <a:schemeClr val="tx1"/>
            </a:solidFill>
            <a:ln w="0" cap="flat">
              <a:solidFill>
                <a:schemeClr val="tx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pic>
        <p:nvPicPr>
          <p:cNvPr id="557" name="Grafik 556" descr="Verwirrtes Gesicht mit einfarbiger Füllung mit einfarbiger Füllung">
            <a:extLst>
              <a:ext uri="{FF2B5EF4-FFF2-40B4-BE49-F238E27FC236}">
                <a16:creationId xmlns:a16="http://schemas.microsoft.com/office/drawing/2014/main" id="{FDF7CA99-3729-36FA-B9E1-5B2ED23E038B}"/>
              </a:ext>
            </a:extLst>
          </p:cNvPr>
          <p:cNvPicPr>
            <a:picLocks noChangeAspect="1"/>
          </p:cNvPicPr>
          <p:nvPr/>
        </p:nvPicPr>
        <p:blipFill>
          <a:blip r:embed="rId45">
            <a:extLst>
              <a:ext uri="{28A0092B-C50C-407E-A947-70E740481C1C}">
                <a14:useLocalDpi xmlns:a14="http://schemas.microsoft.com/office/drawing/2010/main" val="0"/>
              </a:ext>
              <a:ext uri="{96DAC541-7B7A-43D3-8B79-37D633B846F1}">
                <asvg:svgBlip xmlns:asvg="http://schemas.microsoft.com/office/drawing/2016/SVG/main" r:embed="rId46"/>
              </a:ext>
            </a:extLst>
          </a:blip>
          <a:stretch>
            <a:fillRect/>
          </a:stretch>
        </p:blipFill>
        <p:spPr>
          <a:xfrm>
            <a:off x="5025608" y="-141953"/>
            <a:ext cx="914400" cy="914400"/>
          </a:xfrm>
          <a:prstGeom prst="rect">
            <a:avLst/>
          </a:prstGeom>
        </p:spPr>
      </p:pic>
      <p:pic>
        <p:nvPicPr>
          <p:cNvPr id="559" name="Grafik 558" descr="Explosion mit einfarbiger Füllung">
            <a:extLst>
              <a:ext uri="{FF2B5EF4-FFF2-40B4-BE49-F238E27FC236}">
                <a16:creationId xmlns:a16="http://schemas.microsoft.com/office/drawing/2014/main" id="{3BC28159-E46C-1F67-564B-88213D455408}"/>
              </a:ext>
            </a:extLst>
          </p:cNvPr>
          <p:cNvPicPr>
            <a:picLocks noChangeAspect="1"/>
          </p:cNvPicPr>
          <p:nvPr/>
        </p:nvPicPr>
        <p:blipFill>
          <a:blip r:embed="rId47">
            <a:extLst>
              <a:ext uri="{28A0092B-C50C-407E-A947-70E740481C1C}">
                <a14:useLocalDpi xmlns:a14="http://schemas.microsoft.com/office/drawing/2010/main" val="0"/>
              </a:ext>
              <a:ext uri="{96DAC541-7B7A-43D3-8B79-37D633B846F1}">
                <asvg:svgBlip xmlns:asvg="http://schemas.microsoft.com/office/drawing/2016/SVG/main" r:embed="rId48"/>
              </a:ext>
            </a:extLst>
          </a:blip>
          <a:stretch>
            <a:fillRect/>
          </a:stretch>
        </p:blipFill>
        <p:spPr>
          <a:xfrm>
            <a:off x="5970162" y="-161289"/>
            <a:ext cx="914400" cy="914400"/>
          </a:xfrm>
          <a:prstGeom prst="rect">
            <a:avLst/>
          </a:prstGeom>
        </p:spPr>
      </p:pic>
      <p:pic>
        <p:nvPicPr>
          <p:cNvPr id="561" name="Grafik 560" descr="Überraschtes Gesicht mit einfarbiger Füllung mit einfarbiger Füllung">
            <a:extLst>
              <a:ext uri="{FF2B5EF4-FFF2-40B4-BE49-F238E27FC236}">
                <a16:creationId xmlns:a16="http://schemas.microsoft.com/office/drawing/2014/main" id="{85F03E21-604D-33EC-B857-C29CB8106AC4}"/>
              </a:ext>
            </a:extLst>
          </p:cNvPr>
          <p:cNvPicPr>
            <a:picLocks noChangeAspect="1"/>
          </p:cNvPicPr>
          <p:nvPr/>
        </p:nvPicPr>
        <p:blipFill>
          <a:blip r:embed="rId49">
            <a:extLst>
              <a:ext uri="{28A0092B-C50C-407E-A947-70E740481C1C}">
                <a14:useLocalDpi xmlns:a14="http://schemas.microsoft.com/office/drawing/2010/main" val="0"/>
              </a:ext>
              <a:ext uri="{96DAC541-7B7A-43D3-8B79-37D633B846F1}">
                <asvg:svgBlip xmlns:asvg="http://schemas.microsoft.com/office/drawing/2016/SVG/main" r:embed="rId50"/>
              </a:ext>
            </a:extLst>
          </a:blip>
          <a:stretch>
            <a:fillRect/>
          </a:stretch>
        </p:blipFill>
        <p:spPr>
          <a:xfrm>
            <a:off x="7090043" y="-100482"/>
            <a:ext cx="914400" cy="914400"/>
          </a:xfrm>
          <a:prstGeom prst="rect">
            <a:avLst/>
          </a:prstGeom>
        </p:spPr>
      </p:pic>
      <p:grpSp>
        <p:nvGrpSpPr>
          <p:cNvPr id="562" name="Gruppieren 561">
            <a:extLst>
              <a:ext uri="{FF2B5EF4-FFF2-40B4-BE49-F238E27FC236}">
                <a16:creationId xmlns:a16="http://schemas.microsoft.com/office/drawing/2014/main" id="{DEC2B02A-7B61-E97E-826C-B02360639E88}"/>
              </a:ext>
            </a:extLst>
          </p:cNvPr>
          <p:cNvGrpSpPr>
            <a:grpSpLocks noChangeAspect="1"/>
          </p:cNvGrpSpPr>
          <p:nvPr/>
        </p:nvGrpSpPr>
        <p:grpSpPr>
          <a:xfrm>
            <a:off x="3246983" y="3425911"/>
            <a:ext cx="762000" cy="590550"/>
            <a:chOff x="3246983" y="3425911"/>
            <a:chExt cx="762000" cy="590550"/>
          </a:xfrm>
        </p:grpSpPr>
        <p:sp>
          <p:nvSpPr>
            <p:cNvPr id="556" name="Freihandform: Form 555">
              <a:extLst>
                <a:ext uri="{FF2B5EF4-FFF2-40B4-BE49-F238E27FC236}">
                  <a16:creationId xmlns:a16="http://schemas.microsoft.com/office/drawing/2014/main" id="{688C367A-F70F-65EB-EA35-F78E318129FF}"/>
                </a:ext>
              </a:extLst>
            </p:cNvPr>
            <p:cNvSpPr/>
            <p:nvPr/>
          </p:nvSpPr>
          <p:spPr>
            <a:xfrm>
              <a:off x="3246983" y="3425911"/>
              <a:ext cx="762000" cy="590550"/>
            </a:xfrm>
            <a:custGeom>
              <a:avLst/>
              <a:gdLst>
                <a:gd name="connsiteX0" fmla="*/ 0 w 762000"/>
                <a:gd name="connsiteY0" fmla="*/ 0 h 590550"/>
                <a:gd name="connsiteX1" fmla="*/ 0 w 762000"/>
                <a:gd name="connsiteY1" fmla="*/ 590550 h 590550"/>
                <a:gd name="connsiteX2" fmla="*/ 762000 w 762000"/>
                <a:gd name="connsiteY2" fmla="*/ 590550 h 590550"/>
                <a:gd name="connsiteX3" fmla="*/ 762000 w 762000"/>
                <a:gd name="connsiteY3" fmla="*/ 0 h 590550"/>
                <a:gd name="connsiteX4" fmla="*/ 657225 w 762000"/>
                <a:gd name="connsiteY4" fmla="*/ 57150 h 590550"/>
                <a:gd name="connsiteX5" fmla="*/ 676275 w 762000"/>
                <a:gd name="connsiteY5" fmla="*/ 76200 h 590550"/>
                <a:gd name="connsiteX6" fmla="*/ 657225 w 762000"/>
                <a:gd name="connsiteY6" fmla="*/ 95250 h 590550"/>
                <a:gd name="connsiteX7" fmla="*/ 638175 w 762000"/>
                <a:gd name="connsiteY7" fmla="*/ 76200 h 590550"/>
                <a:gd name="connsiteX8" fmla="*/ 657225 w 762000"/>
                <a:gd name="connsiteY8" fmla="*/ 57150 h 590550"/>
                <a:gd name="connsiteX9" fmla="*/ 590550 w 762000"/>
                <a:gd name="connsiteY9" fmla="*/ 57150 h 590550"/>
                <a:gd name="connsiteX10" fmla="*/ 609600 w 762000"/>
                <a:gd name="connsiteY10" fmla="*/ 76200 h 590550"/>
                <a:gd name="connsiteX11" fmla="*/ 590550 w 762000"/>
                <a:gd name="connsiteY11" fmla="*/ 95250 h 590550"/>
                <a:gd name="connsiteX12" fmla="*/ 571500 w 762000"/>
                <a:gd name="connsiteY12" fmla="*/ 76200 h 590550"/>
                <a:gd name="connsiteX13" fmla="*/ 590550 w 762000"/>
                <a:gd name="connsiteY13" fmla="*/ 57150 h 590550"/>
                <a:gd name="connsiteX14" fmla="*/ 523875 w 762000"/>
                <a:gd name="connsiteY14" fmla="*/ 57150 h 590550"/>
                <a:gd name="connsiteX15" fmla="*/ 542925 w 762000"/>
                <a:gd name="connsiteY15" fmla="*/ 76200 h 590550"/>
                <a:gd name="connsiteX16" fmla="*/ 523875 w 762000"/>
                <a:gd name="connsiteY16" fmla="*/ 95250 h 590550"/>
                <a:gd name="connsiteX17" fmla="*/ 504825 w 762000"/>
                <a:gd name="connsiteY17" fmla="*/ 76200 h 590550"/>
                <a:gd name="connsiteX18" fmla="*/ 523875 w 762000"/>
                <a:gd name="connsiteY18" fmla="*/ 57150 h 590550"/>
                <a:gd name="connsiteX19" fmla="*/ 704850 w 762000"/>
                <a:gd name="connsiteY19" fmla="*/ 533400 h 590550"/>
                <a:gd name="connsiteX20" fmla="*/ 57150 w 762000"/>
                <a:gd name="connsiteY20" fmla="*/ 533400 h 590550"/>
                <a:gd name="connsiteX21" fmla="*/ 57150 w 762000"/>
                <a:gd name="connsiteY21" fmla="*/ 152400 h 590550"/>
                <a:gd name="connsiteX22" fmla="*/ 704850 w 762000"/>
                <a:gd name="connsiteY22" fmla="*/ 152400 h 590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62000" h="590550">
                  <a:moveTo>
                    <a:pt x="0" y="0"/>
                  </a:moveTo>
                  <a:lnTo>
                    <a:pt x="0" y="590550"/>
                  </a:lnTo>
                  <a:lnTo>
                    <a:pt x="762000" y="590550"/>
                  </a:lnTo>
                  <a:lnTo>
                    <a:pt x="762000" y="0"/>
                  </a:lnTo>
                  <a:close/>
                  <a:moveTo>
                    <a:pt x="657225" y="57150"/>
                  </a:moveTo>
                  <a:cubicBezTo>
                    <a:pt x="667746" y="57150"/>
                    <a:pt x="676275" y="65679"/>
                    <a:pt x="676275" y="76200"/>
                  </a:cubicBezTo>
                  <a:cubicBezTo>
                    <a:pt x="676275" y="86721"/>
                    <a:pt x="667746" y="95250"/>
                    <a:pt x="657225" y="95250"/>
                  </a:cubicBezTo>
                  <a:cubicBezTo>
                    <a:pt x="646704" y="95250"/>
                    <a:pt x="638175" y="86721"/>
                    <a:pt x="638175" y="76200"/>
                  </a:cubicBezTo>
                  <a:cubicBezTo>
                    <a:pt x="638175" y="65679"/>
                    <a:pt x="646704" y="57150"/>
                    <a:pt x="657225" y="57150"/>
                  </a:cubicBezTo>
                  <a:close/>
                  <a:moveTo>
                    <a:pt x="590550" y="57150"/>
                  </a:moveTo>
                  <a:cubicBezTo>
                    <a:pt x="601071" y="57150"/>
                    <a:pt x="609600" y="65679"/>
                    <a:pt x="609600" y="76200"/>
                  </a:cubicBezTo>
                  <a:cubicBezTo>
                    <a:pt x="609600" y="86721"/>
                    <a:pt x="601071" y="95250"/>
                    <a:pt x="590550" y="95250"/>
                  </a:cubicBezTo>
                  <a:cubicBezTo>
                    <a:pt x="580029" y="95250"/>
                    <a:pt x="571500" y="86721"/>
                    <a:pt x="571500" y="76200"/>
                  </a:cubicBezTo>
                  <a:cubicBezTo>
                    <a:pt x="571500" y="65679"/>
                    <a:pt x="580029" y="57150"/>
                    <a:pt x="590550" y="57150"/>
                  </a:cubicBezTo>
                  <a:close/>
                  <a:moveTo>
                    <a:pt x="523875" y="57150"/>
                  </a:moveTo>
                  <a:cubicBezTo>
                    <a:pt x="534396" y="57150"/>
                    <a:pt x="542925" y="65679"/>
                    <a:pt x="542925" y="76200"/>
                  </a:cubicBezTo>
                  <a:cubicBezTo>
                    <a:pt x="542925" y="86721"/>
                    <a:pt x="534396" y="95250"/>
                    <a:pt x="523875" y="95250"/>
                  </a:cubicBezTo>
                  <a:cubicBezTo>
                    <a:pt x="513354" y="95250"/>
                    <a:pt x="504825" y="86721"/>
                    <a:pt x="504825" y="76200"/>
                  </a:cubicBezTo>
                  <a:cubicBezTo>
                    <a:pt x="504825" y="65679"/>
                    <a:pt x="513354" y="57150"/>
                    <a:pt x="523875" y="57150"/>
                  </a:cubicBezTo>
                  <a:close/>
                  <a:moveTo>
                    <a:pt x="704850" y="533400"/>
                  </a:moveTo>
                  <a:lnTo>
                    <a:pt x="57150" y="533400"/>
                  </a:lnTo>
                  <a:lnTo>
                    <a:pt x="57150" y="152400"/>
                  </a:lnTo>
                  <a:lnTo>
                    <a:pt x="704850" y="152400"/>
                  </a:ln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pic>
          <p:nvPicPr>
            <p:cNvPr id="560" name="Grafik 559" descr="Wiederholen Silhouette">
              <a:extLst>
                <a:ext uri="{FF2B5EF4-FFF2-40B4-BE49-F238E27FC236}">
                  <a16:creationId xmlns:a16="http://schemas.microsoft.com/office/drawing/2014/main" id="{9208EEE7-44C5-A4F0-388D-92D19E405F26}"/>
                </a:ext>
              </a:extLst>
            </p:cNvPr>
            <p:cNvPicPr>
              <a:picLocks noChangeAspect="1"/>
            </p:cNvPicPr>
            <p:nvPr/>
          </p:nvPicPr>
          <p:blipFill>
            <a:blip r:embed="rId51">
              <a:extLst>
                <a:ext uri="{28A0092B-C50C-407E-A947-70E740481C1C}">
                  <a14:useLocalDpi xmlns:a14="http://schemas.microsoft.com/office/drawing/2010/main" val="0"/>
                </a:ext>
                <a:ext uri="{96DAC541-7B7A-43D3-8B79-37D633B846F1}">
                  <asvg:svgBlip xmlns:asvg="http://schemas.microsoft.com/office/drawing/2016/SVG/main" r:embed="rId52"/>
                </a:ext>
              </a:extLst>
            </a:blip>
            <a:stretch>
              <a:fillRect/>
            </a:stretch>
          </p:blipFill>
          <p:spPr>
            <a:xfrm>
              <a:off x="3401283" y="3547652"/>
              <a:ext cx="434697" cy="434697"/>
            </a:xfrm>
            <a:prstGeom prst="rect">
              <a:avLst/>
            </a:prstGeom>
          </p:spPr>
        </p:pic>
      </p:grpSp>
      <p:pic>
        <p:nvPicPr>
          <p:cNvPr id="563" name="Grafik 562" descr="Offene Hand mit einfarbiger Füllung">
            <a:extLst>
              <a:ext uri="{FF2B5EF4-FFF2-40B4-BE49-F238E27FC236}">
                <a16:creationId xmlns:a16="http://schemas.microsoft.com/office/drawing/2014/main" id="{5F9B96DC-9D93-0BFA-B544-9D0D84801A87}"/>
              </a:ext>
            </a:extLst>
          </p:cNvPr>
          <p:cNvPicPr>
            <a:picLocks noChangeAspect="1"/>
          </p:cNvPicPr>
          <p:nvPr/>
        </p:nvPicPr>
        <p:blipFill>
          <a:blip r:embed="rId53">
            <a:extLst>
              <a:ext uri="{28A0092B-C50C-407E-A947-70E740481C1C}">
                <a14:useLocalDpi xmlns:a14="http://schemas.microsoft.com/office/drawing/2010/main" val="0"/>
              </a:ext>
              <a:ext uri="{96DAC541-7B7A-43D3-8B79-37D633B846F1}">
                <asvg:svgBlip xmlns:asvg="http://schemas.microsoft.com/office/drawing/2016/SVG/main" r:embed="rId54"/>
              </a:ext>
            </a:extLst>
          </a:blip>
          <a:stretch>
            <a:fillRect/>
          </a:stretch>
        </p:blipFill>
        <p:spPr>
          <a:xfrm>
            <a:off x="8639556" y="-225351"/>
            <a:ext cx="914400" cy="914400"/>
          </a:xfrm>
          <a:prstGeom prst="rect">
            <a:avLst/>
          </a:prstGeom>
        </p:spPr>
      </p:pic>
      <p:grpSp>
        <p:nvGrpSpPr>
          <p:cNvPr id="145" name="Gruppieren 144">
            <a:extLst>
              <a:ext uri="{FF2B5EF4-FFF2-40B4-BE49-F238E27FC236}">
                <a16:creationId xmlns:a16="http://schemas.microsoft.com/office/drawing/2014/main" id="{7BC2CC0D-C922-617D-9C12-CE10D3463F44}"/>
              </a:ext>
            </a:extLst>
          </p:cNvPr>
          <p:cNvGrpSpPr>
            <a:grpSpLocks noChangeAspect="1"/>
          </p:cNvGrpSpPr>
          <p:nvPr/>
        </p:nvGrpSpPr>
        <p:grpSpPr>
          <a:xfrm>
            <a:off x="4182699" y="28422"/>
            <a:ext cx="662559" cy="662559"/>
            <a:chOff x="4182699" y="28422"/>
            <a:chExt cx="662559" cy="662559"/>
          </a:xfrm>
        </p:grpSpPr>
        <p:sp>
          <p:nvSpPr>
            <p:cNvPr id="567" name="Freihandform 566">
              <a:extLst>
                <a:ext uri="{FF2B5EF4-FFF2-40B4-BE49-F238E27FC236}">
                  <a16:creationId xmlns:a16="http://schemas.microsoft.com/office/drawing/2014/main" id="{9B0471D3-4926-A9C3-6923-C49876E2423E}"/>
                </a:ext>
              </a:extLst>
            </p:cNvPr>
            <p:cNvSpPr/>
            <p:nvPr/>
          </p:nvSpPr>
          <p:spPr>
            <a:xfrm>
              <a:off x="4182699" y="335889"/>
              <a:ext cx="128873" cy="47625"/>
            </a:xfrm>
            <a:custGeom>
              <a:avLst/>
              <a:gdLst>
                <a:gd name="connsiteX0" fmla="*/ 127311 w 128873"/>
                <a:gd name="connsiteY0" fmla="*/ 24117 h 47625"/>
                <a:gd name="connsiteX1" fmla="*/ 128873 w 128873"/>
                <a:gd name="connsiteY1" fmla="*/ 0 h 47625"/>
                <a:gd name="connsiteX2" fmla="*/ 0 w 128873"/>
                <a:gd name="connsiteY2" fmla="*/ 0 h 47625"/>
                <a:gd name="connsiteX3" fmla="*/ 0 w 128873"/>
                <a:gd name="connsiteY3" fmla="*/ 47625 h 47625"/>
                <a:gd name="connsiteX4" fmla="*/ 128778 w 128873"/>
                <a:gd name="connsiteY4" fmla="*/ 47625 h 47625"/>
                <a:gd name="connsiteX5" fmla="*/ 127311 w 128873"/>
                <a:gd name="connsiteY5" fmla="*/ 24117 h 47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8873" h="47625">
                  <a:moveTo>
                    <a:pt x="127311" y="24117"/>
                  </a:moveTo>
                  <a:cubicBezTo>
                    <a:pt x="127354" y="16054"/>
                    <a:pt x="127875" y="8001"/>
                    <a:pt x="128873" y="0"/>
                  </a:cubicBezTo>
                  <a:lnTo>
                    <a:pt x="0" y="0"/>
                  </a:lnTo>
                  <a:lnTo>
                    <a:pt x="0" y="47625"/>
                  </a:lnTo>
                  <a:lnTo>
                    <a:pt x="128778" y="47625"/>
                  </a:lnTo>
                  <a:cubicBezTo>
                    <a:pt x="127836" y="39824"/>
                    <a:pt x="127346" y="31975"/>
                    <a:pt x="127311" y="24117"/>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568" name="Freihandform 567">
              <a:extLst>
                <a:ext uri="{FF2B5EF4-FFF2-40B4-BE49-F238E27FC236}">
                  <a16:creationId xmlns:a16="http://schemas.microsoft.com/office/drawing/2014/main" id="{B7AECCE8-8A75-DA03-B178-B6360C75D0C8}"/>
                </a:ext>
              </a:extLst>
            </p:cNvPr>
            <p:cNvSpPr/>
            <p:nvPr/>
          </p:nvSpPr>
          <p:spPr>
            <a:xfrm>
              <a:off x="4490166" y="28422"/>
              <a:ext cx="47625" cy="129130"/>
            </a:xfrm>
            <a:custGeom>
              <a:avLst/>
              <a:gdLst>
                <a:gd name="connsiteX0" fmla="*/ 23813 w 47625"/>
                <a:gd name="connsiteY0" fmla="*/ 127616 h 129130"/>
                <a:gd name="connsiteX1" fmla="*/ 47625 w 47625"/>
                <a:gd name="connsiteY1" fmla="*/ 129130 h 129130"/>
                <a:gd name="connsiteX2" fmla="*/ 47625 w 47625"/>
                <a:gd name="connsiteY2" fmla="*/ 0 h 129130"/>
                <a:gd name="connsiteX3" fmla="*/ 0 w 47625"/>
                <a:gd name="connsiteY3" fmla="*/ 0 h 129130"/>
                <a:gd name="connsiteX4" fmla="*/ 0 w 47625"/>
                <a:gd name="connsiteY4" fmla="*/ 129130 h 129130"/>
                <a:gd name="connsiteX5" fmla="*/ 23813 w 47625"/>
                <a:gd name="connsiteY5" fmla="*/ 127616 h 129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625" h="129130">
                  <a:moveTo>
                    <a:pt x="23813" y="127616"/>
                  </a:moveTo>
                  <a:cubicBezTo>
                    <a:pt x="31773" y="127653"/>
                    <a:pt x="39724" y="128158"/>
                    <a:pt x="47625" y="129130"/>
                  </a:cubicBezTo>
                  <a:lnTo>
                    <a:pt x="47625" y="0"/>
                  </a:lnTo>
                  <a:lnTo>
                    <a:pt x="0" y="0"/>
                  </a:lnTo>
                  <a:lnTo>
                    <a:pt x="0" y="129130"/>
                  </a:lnTo>
                  <a:cubicBezTo>
                    <a:pt x="7901" y="128158"/>
                    <a:pt x="15852" y="127652"/>
                    <a:pt x="23813" y="127616"/>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569" name="Freihandform 568">
              <a:extLst>
                <a:ext uri="{FF2B5EF4-FFF2-40B4-BE49-F238E27FC236}">
                  <a16:creationId xmlns:a16="http://schemas.microsoft.com/office/drawing/2014/main" id="{E8D69A64-1595-241E-6A03-20665CADDEAC}"/>
                </a:ext>
              </a:extLst>
            </p:cNvPr>
            <p:cNvSpPr/>
            <p:nvPr/>
          </p:nvSpPr>
          <p:spPr>
            <a:xfrm>
              <a:off x="4640033" y="108613"/>
              <a:ext cx="125034" cy="124968"/>
            </a:xfrm>
            <a:custGeom>
              <a:avLst/>
              <a:gdLst>
                <a:gd name="connsiteX0" fmla="*/ 33718 w 125034"/>
                <a:gd name="connsiteY0" fmla="*/ 124968 h 124968"/>
                <a:gd name="connsiteX1" fmla="*/ 125035 w 125034"/>
                <a:gd name="connsiteY1" fmla="*/ 33661 h 124968"/>
                <a:gd name="connsiteX2" fmla="*/ 91364 w 125034"/>
                <a:gd name="connsiteY2" fmla="*/ 0 h 124968"/>
                <a:gd name="connsiteX3" fmla="*/ 0 w 125034"/>
                <a:gd name="connsiteY3" fmla="*/ 91354 h 124968"/>
                <a:gd name="connsiteX4" fmla="*/ 33718 w 125034"/>
                <a:gd name="connsiteY4" fmla="*/ 124968 h 124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034" h="124968">
                  <a:moveTo>
                    <a:pt x="33718" y="124968"/>
                  </a:moveTo>
                  <a:lnTo>
                    <a:pt x="125035" y="33661"/>
                  </a:lnTo>
                  <a:lnTo>
                    <a:pt x="91364" y="0"/>
                  </a:lnTo>
                  <a:lnTo>
                    <a:pt x="0" y="91354"/>
                  </a:lnTo>
                  <a:cubicBezTo>
                    <a:pt x="12503" y="101215"/>
                    <a:pt x="23819" y="112495"/>
                    <a:pt x="33718" y="124968"/>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570" name="Freihandform 569">
              <a:extLst>
                <a:ext uri="{FF2B5EF4-FFF2-40B4-BE49-F238E27FC236}">
                  <a16:creationId xmlns:a16="http://schemas.microsoft.com/office/drawing/2014/main" id="{6AAEAA6A-713F-90E8-F0B6-470940059B58}"/>
                </a:ext>
              </a:extLst>
            </p:cNvPr>
            <p:cNvSpPr/>
            <p:nvPr/>
          </p:nvSpPr>
          <p:spPr>
            <a:xfrm>
              <a:off x="4262900" y="108613"/>
              <a:ext cx="125025" cy="124968"/>
            </a:xfrm>
            <a:custGeom>
              <a:avLst/>
              <a:gdLst>
                <a:gd name="connsiteX0" fmla="*/ 125025 w 125025"/>
                <a:gd name="connsiteY0" fmla="*/ 91354 h 124968"/>
                <a:gd name="connsiteX1" fmla="*/ 33671 w 125025"/>
                <a:gd name="connsiteY1" fmla="*/ 0 h 124968"/>
                <a:gd name="connsiteX2" fmla="*/ 0 w 125025"/>
                <a:gd name="connsiteY2" fmla="*/ 33671 h 124968"/>
                <a:gd name="connsiteX3" fmla="*/ 91307 w 125025"/>
                <a:gd name="connsiteY3" fmla="*/ 124968 h 124968"/>
                <a:gd name="connsiteX4" fmla="*/ 125025 w 125025"/>
                <a:gd name="connsiteY4" fmla="*/ 91354 h 124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025" h="124968">
                  <a:moveTo>
                    <a:pt x="125025" y="91354"/>
                  </a:moveTo>
                  <a:lnTo>
                    <a:pt x="33671" y="0"/>
                  </a:lnTo>
                  <a:lnTo>
                    <a:pt x="0" y="33671"/>
                  </a:lnTo>
                  <a:lnTo>
                    <a:pt x="91307" y="124968"/>
                  </a:lnTo>
                  <a:cubicBezTo>
                    <a:pt x="101206" y="112495"/>
                    <a:pt x="112522" y="101215"/>
                    <a:pt x="125025" y="91354"/>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571" name="Freihandform 570">
              <a:extLst>
                <a:ext uri="{FF2B5EF4-FFF2-40B4-BE49-F238E27FC236}">
                  <a16:creationId xmlns:a16="http://schemas.microsoft.com/office/drawing/2014/main" id="{C60EB7D1-3698-E303-B52F-9B36B3DD3C26}"/>
                </a:ext>
              </a:extLst>
            </p:cNvPr>
            <p:cNvSpPr/>
            <p:nvPr/>
          </p:nvSpPr>
          <p:spPr>
            <a:xfrm>
              <a:off x="4640385" y="486041"/>
              <a:ext cx="124682" cy="124729"/>
            </a:xfrm>
            <a:custGeom>
              <a:avLst/>
              <a:gdLst>
                <a:gd name="connsiteX0" fmla="*/ 0 w 124682"/>
                <a:gd name="connsiteY0" fmla="*/ 33747 h 124729"/>
                <a:gd name="connsiteX1" fmla="*/ 91011 w 124682"/>
                <a:gd name="connsiteY1" fmla="*/ 124730 h 124729"/>
                <a:gd name="connsiteX2" fmla="*/ 124682 w 124682"/>
                <a:gd name="connsiteY2" fmla="*/ 91049 h 124729"/>
                <a:gd name="connsiteX3" fmla="*/ 33633 w 124682"/>
                <a:gd name="connsiteY3" fmla="*/ 0 h 124729"/>
                <a:gd name="connsiteX4" fmla="*/ 0 w 124682"/>
                <a:gd name="connsiteY4" fmla="*/ 33747 h 1247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682" h="124729">
                  <a:moveTo>
                    <a:pt x="0" y="33747"/>
                  </a:moveTo>
                  <a:lnTo>
                    <a:pt x="91011" y="124730"/>
                  </a:lnTo>
                  <a:lnTo>
                    <a:pt x="124682" y="91049"/>
                  </a:lnTo>
                  <a:lnTo>
                    <a:pt x="33633" y="0"/>
                  </a:lnTo>
                  <a:cubicBezTo>
                    <a:pt x="23768" y="12515"/>
                    <a:pt x="12481" y="23839"/>
                    <a:pt x="0" y="33747"/>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572" name="Freihandform 571">
              <a:extLst>
                <a:ext uri="{FF2B5EF4-FFF2-40B4-BE49-F238E27FC236}">
                  <a16:creationId xmlns:a16="http://schemas.microsoft.com/office/drawing/2014/main" id="{92302086-80AB-DF08-E511-57253E106398}"/>
                </a:ext>
              </a:extLst>
            </p:cNvPr>
            <p:cNvSpPr/>
            <p:nvPr/>
          </p:nvSpPr>
          <p:spPr>
            <a:xfrm>
              <a:off x="4716385" y="335889"/>
              <a:ext cx="128873" cy="47625"/>
            </a:xfrm>
            <a:custGeom>
              <a:avLst/>
              <a:gdLst>
                <a:gd name="connsiteX0" fmla="*/ 0 w 128873"/>
                <a:gd name="connsiteY0" fmla="*/ 0 h 47625"/>
                <a:gd name="connsiteX1" fmla="*/ 95 w 128873"/>
                <a:gd name="connsiteY1" fmla="*/ 47625 h 47625"/>
                <a:gd name="connsiteX2" fmla="*/ 128873 w 128873"/>
                <a:gd name="connsiteY2" fmla="*/ 47625 h 47625"/>
                <a:gd name="connsiteX3" fmla="*/ 128873 w 128873"/>
                <a:gd name="connsiteY3" fmla="*/ 0 h 47625"/>
              </a:gdLst>
              <a:ahLst/>
              <a:cxnLst>
                <a:cxn ang="0">
                  <a:pos x="connsiteX0" y="connsiteY0"/>
                </a:cxn>
                <a:cxn ang="0">
                  <a:pos x="connsiteX1" y="connsiteY1"/>
                </a:cxn>
                <a:cxn ang="0">
                  <a:pos x="connsiteX2" y="connsiteY2"/>
                </a:cxn>
                <a:cxn ang="0">
                  <a:pos x="connsiteX3" y="connsiteY3"/>
                </a:cxn>
              </a:cxnLst>
              <a:rect l="l" t="t" r="r" b="b"/>
              <a:pathLst>
                <a:path w="128873" h="47625">
                  <a:moveTo>
                    <a:pt x="0" y="0"/>
                  </a:moveTo>
                  <a:cubicBezTo>
                    <a:pt x="2051" y="15807"/>
                    <a:pt x="2082" y="31811"/>
                    <a:pt x="95" y="47625"/>
                  </a:cubicBezTo>
                  <a:lnTo>
                    <a:pt x="128873" y="47625"/>
                  </a:lnTo>
                  <a:lnTo>
                    <a:pt x="128873" y="0"/>
                  </a:ln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573" name="Freihandform 572">
              <a:extLst>
                <a:ext uri="{FF2B5EF4-FFF2-40B4-BE49-F238E27FC236}">
                  <a16:creationId xmlns:a16="http://schemas.microsoft.com/office/drawing/2014/main" id="{1BC3D899-E57E-97DB-F468-C1C849F7F2C7}"/>
                </a:ext>
              </a:extLst>
            </p:cNvPr>
            <p:cNvSpPr/>
            <p:nvPr/>
          </p:nvSpPr>
          <p:spPr>
            <a:xfrm>
              <a:off x="4490166" y="562470"/>
              <a:ext cx="47625" cy="128511"/>
            </a:xfrm>
            <a:custGeom>
              <a:avLst/>
              <a:gdLst>
                <a:gd name="connsiteX0" fmla="*/ 23813 w 47625"/>
                <a:gd name="connsiteY0" fmla="*/ 1515 h 128511"/>
                <a:gd name="connsiteX1" fmla="*/ 0 w 47625"/>
                <a:gd name="connsiteY1" fmla="*/ 0 h 128511"/>
                <a:gd name="connsiteX2" fmla="*/ 0 w 47625"/>
                <a:gd name="connsiteY2" fmla="*/ 128511 h 128511"/>
                <a:gd name="connsiteX3" fmla="*/ 47625 w 47625"/>
                <a:gd name="connsiteY3" fmla="*/ 128511 h 128511"/>
                <a:gd name="connsiteX4" fmla="*/ 47625 w 47625"/>
                <a:gd name="connsiteY4" fmla="*/ 0 h 128511"/>
                <a:gd name="connsiteX5" fmla="*/ 23813 w 47625"/>
                <a:gd name="connsiteY5" fmla="*/ 1515 h 128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625" h="128511">
                  <a:moveTo>
                    <a:pt x="23813" y="1515"/>
                  </a:moveTo>
                  <a:cubicBezTo>
                    <a:pt x="15852" y="1474"/>
                    <a:pt x="7901" y="968"/>
                    <a:pt x="0" y="0"/>
                  </a:cubicBezTo>
                  <a:lnTo>
                    <a:pt x="0" y="128511"/>
                  </a:lnTo>
                  <a:lnTo>
                    <a:pt x="47625" y="128511"/>
                  </a:lnTo>
                  <a:lnTo>
                    <a:pt x="47625" y="0"/>
                  </a:lnTo>
                  <a:cubicBezTo>
                    <a:pt x="39724" y="967"/>
                    <a:pt x="31773" y="1473"/>
                    <a:pt x="23813" y="1515"/>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574" name="Freihandform 573">
              <a:extLst>
                <a:ext uri="{FF2B5EF4-FFF2-40B4-BE49-F238E27FC236}">
                  <a16:creationId xmlns:a16="http://schemas.microsoft.com/office/drawing/2014/main" id="{2FFFAE7E-5CD6-3C97-5043-4CFECCF6AF76}"/>
                </a:ext>
              </a:extLst>
            </p:cNvPr>
            <p:cNvSpPr/>
            <p:nvPr/>
          </p:nvSpPr>
          <p:spPr>
            <a:xfrm>
              <a:off x="4262862" y="486070"/>
              <a:ext cx="124701" cy="124701"/>
            </a:xfrm>
            <a:custGeom>
              <a:avLst/>
              <a:gdLst>
                <a:gd name="connsiteX0" fmla="*/ 91040 w 124701"/>
                <a:gd name="connsiteY0" fmla="*/ 0 h 124701"/>
                <a:gd name="connsiteX1" fmla="*/ 0 w 124701"/>
                <a:gd name="connsiteY1" fmla="*/ 91040 h 124701"/>
                <a:gd name="connsiteX2" fmla="*/ 33709 w 124701"/>
                <a:gd name="connsiteY2" fmla="*/ 124701 h 124701"/>
                <a:gd name="connsiteX3" fmla="*/ 124701 w 124701"/>
                <a:gd name="connsiteY3" fmla="*/ 33709 h 124701"/>
                <a:gd name="connsiteX4" fmla="*/ 91040 w 124701"/>
                <a:gd name="connsiteY4" fmla="*/ 0 h 1247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701" h="124701">
                  <a:moveTo>
                    <a:pt x="91040" y="0"/>
                  </a:moveTo>
                  <a:lnTo>
                    <a:pt x="0" y="91040"/>
                  </a:lnTo>
                  <a:lnTo>
                    <a:pt x="33709" y="124701"/>
                  </a:lnTo>
                  <a:lnTo>
                    <a:pt x="124701" y="33709"/>
                  </a:lnTo>
                  <a:cubicBezTo>
                    <a:pt x="112216" y="23811"/>
                    <a:pt x="100920" y="12499"/>
                    <a:pt x="91040" y="0"/>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575" name="Freihandform 574">
              <a:extLst>
                <a:ext uri="{FF2B5EF4-FFF2-40B4-BE49-F238E27FC236}">
                  <a16:creationId xmlns:a16="http://schemas.microsoft.com/office/drawing/2014/main" id="{D2923E97-5A3C-A92D-9172-5127D82BA189}"/>
                </a:ext>
              </a:extLst>
            </p:cNvPr>
            <p:cNvSpPr/>
            <p:nvPr/>
          </p:nvSpPr>
          <p:spPr>
            <a:xfrm>
              <a:off x="4348110" y="194138"/>
              <a:ext cx="331736" cy="331736"/>
            </a:xfrm>
            <a:custGeom>
              <a:avLst/>
              <a:gdLst>
                <a:gd name="connsiteX0" fmla="*/ 331737 w 331736"/>
                <a:gd name="connsiteY0" fmla="*/ 165868 h 331736"/>
                <a:gd name="connsiteX1" fmla="*/ 165868 w 331736"/>
                <a:gd name="connsiteY1" fmla="*/ 331737 h 331736"/>
                <a:gd name="connsiteX2" fmla="*/ 0 w 331736"/>
                <a:gd name="connsiteY2" fmla="*/ 165868 h 331736"/>
                <a:gd name="connsiteX3" fmla="*/ 165868 w 331736"/>
                <a:gd name="connsiteY3" fmla="*/ 0 h 331736"/>
                <a:gd name="connsiteX4" fmla="*/ 331737 w 331736"/>
                <a:gd name="connsiteY4" fmla="*/ 165868 h 3317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736" h="331736">
                  <a:moveTo>
                    <a:pt x="331737" y="165868"/>
                  </a:moveTo>
                  <a:cubicBezTo>
                    <a:pt x="331737" y="257475"/>
                    <a:pt x="257475" y="331737"/>
                    <a:pt x="165868" y="331737"/>
                  </a:cubicBezTo>
                  <a:cubicBezTo>
                    <a:pt x="74262" y="331737"/>
                    <a:pt x="0" y="257475"/>
                    <a:pt x="0" y="165868"/>
                  </a:cubicBezTo>
                  <a:cubicBezTo>
                    <a:pt x="0" y="74262"/>
                    <a:pt x="74262" y="0"/>
                    <a:pt x="165868" y="0"/>
                  </a:cubicBezTo>
                  <a:cubicBezTo>
                    <a:pt x="257475" y="0"/>
                    <a:pt x="331737" y="74262"/>
                    <a:pt x="331737" y="165868"/>
                  </a:cubicBez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grpSp>
        <p:nvGrpSpPr>
          <p:cNvPr id="153" name="Gruppieren 152">
            <a:extLst>
              <a:ext uri="{FF2B5EF4-FFF2-40B4-BE49-F238E27FC236}">
                <a16:creationId xmlns:a16="http://schemas.microsoft.com/office/drawing/2014/main" id="{BB403014-1CBA-D767-CABD-FC3E3552B4CD}"/>
              </a:ext>
            </a:extLst>
          </p:cNvPr>
          <p:cNvGrpSpPr/>
          <p:nvPr/>
        </p:nvGrpSpPr>
        <p:grpSpPr>
          <a:xfrm>
            <a:off x="9841191" y="67057"/>
            <a:ext cx="623341" cy="688956"/>
            <a:chOff x="9841191" y="67057"/>
            <a:chExt cx="623341" cy="688956"/>
          </a:xfrm>
        </p:grpSpPr>
        <p:sp>
          <p:nvSpPr>
            <p:cNvPr id="151" name="Freihandform 150">
              <a:extLst>
                <a:ext uri="{FF2B5EF4-FFF2-40B4-BE49-F238E27FC236}">
                  <a16:creationId xmlns:a16="http://schemas.microsoft.com/office/drawing/2014/main" id="{C5A63411-A49A-BECD-5457-961573590D07}"/>
                </a:ext>
              </a:extLst>
            </p:cNvPr>
            <p:cNvSpPr/>
            <p:nvPr/>
          </p:nvSpPr>
          <p:spPr>
            <a:xfrm>
              <a:off x="9841191" y="132672"/>
              <a:ext cx="623341" cy="623341"/>
            </a:xfrm>
            <a:custGeom>
              <a:avLst/>
              <a:gdLst>
                <a:gd name="connsiteX0" fmla="*/ 311671 w 623341"/>
                <a:gd name="connsiteY0" fmla="*/ 0 h 623341"/>
                <a:gd name="connsiteX1" fmla="*/ 0 w 623341"/>
                <a:gd name="connsiteY1" fmla="*/ 311671 h 623341"/>
                <a:gd name="connsiteX2" fmla="*/ 311671 w 623341"/>
                <a:gd name="connsiteY2" fmla="*/ 623342 h 623341"/>
                <a:gd name="connsiteX3" fmla="*/ 623342 w 623341"/>
                <a:gd name="connsiteY3" fmla="*/ 311671 h 623341"/>
                <a:gd name="connsiteX4" fmla="*/ 311671 w 623341"/>
                <a:gd name="connsiteY4" fmla="*/ 0 h 623341"/>
                <a:gd name="connsiteX5" fmla="*/ 125160 w 623341"/>
                <a:gd name="connsiteY5" fmla="*/ 297646 h 623341"/>
                <a:gd name="connsiteX6" fmla="*/ 112530 w 623341"/>
                <a:gd name="connsiteY6" fmla="*/ 278207 h 623341"/>
                <a:gd name="connsiteX7" fmla="*/ 209853 w 623341"/>
                <a:gd name="connsiteY7" fmla="*/ 215103 h 623341"/>
                <a:gd name="connsiteX8" fmla="*/ 272958 w 623341"/>
                <a:gd name="connsiteY8" fmla="*/ 278207 h 623341"/>
                <a:gd name="connsiteX9" fmla="*/ 259590 w 623341"/>
                <a:gd name="connsiteY9" fmla="*/ 297167 h 623341"/>
                <a:gd name="connsiteX10" fmla="*/ 240889 w 623341"/>
                <a:gd name="connsiteY10" fmla="*/ 285015 h 623341"/>
                <a:gd name="connsiteX11" fmla="*/ 182555 w 623341"/>
                <a:gd name="connsiteY11" fmla="*/ 247058 h 623341"/>
                <a:gd name="connsiteX12" fmla="*/ 144599 w 623341"/>
                <a:gd name="connsiteY12" fmla="*/ 285015 h 623341"/>
                <a:gd name="connsiteX13" fmla="*/ 125160 w 623341"/>
                <a:gd name="connsiteY13" fmla="*/ 297646 h 623341"/>
                <a:gd name="connsiteX14" fmla="*/ 474314 w 623341"/>
                <a:gd name="connsiteY14" fmla="*/ 444705 h 623341"/>
                <a:gd name="connsiteX15" fmla="*/ 186806 w 623341"/>
                <a:gd name="connsiteY15" fmla="*/ 482483 h 623341"/>
                <a:gd name="connsiteX16" fmla="*/ 149028 w 623341"/>
                <a:gd name="connsiteY16" fmla="*/ 444705 h 623341"/>
                <a:gd name="connsiteX17" fmla="*/ 152022 w 623341"/>
                <a:gd name="connsiteY17" fmla="*/ 421699 h 623341"/>
                <a:gd name="connsiteX18" fmla="*/ 175028 w 623341"/>
                <a:gd name="connsiteY18" fmla="*/ 424693 h 623341"/>
                <a:gd name="connsiteX19" fmla="*/ 416528 w 623341"/>
                <a:gd name="connsiteY19" fmla="*/ 456479 h 623341"/>
                <a:gd name="connsiteX20" fmla="*/ 448314 w 623341"/>
                <a:gd name="connsiteY20" fmla="*/ 424693 h 623341"/>
                <a:gd name="connsiteX21" fmla="*/ 471320 w 623341"/>
                <a:gd name="connsiteY21" fmla="*/ 421699 h 623341"/>
                <a:gd name="connsiteX22" fmla="*/ 474314 w 623341"/>
                <a:gd name="connsiteY22" fmla="*/ 444705 h 623341"/>
                <a:gd name="connsiteX23" fmla="*/ 498181 w 623341"/>
                <a:gd name="connsiteY23" fmla="*/ 297646 h 623341"/>
                <a:gd name="connsiteX24" fmla="*/ 478743 w 623341"/>
                <a:gd name="connsiteY24" fmla="*/ 285015 h 623341"/>
                <a:gd name="connsiteX25" fmla="*/ 420410 w 623341"/>
                <a:gd name="connsiteY25" fmla="*/ 247058 h 623341"/>
                <a:gd name="connsiteX26" fmla="*/ 382453 w 623341"/>
                <a:gd name="connsiteY26" fmla="*/ 285015 h 623341"/>
                <a:gd name="connsiteX27" fmla="*/ 362536 w 623341"/>
                <a:gd name="connsiteY27" fmla="*/ 296908 h 623341"/>
                <a:gd name="connsiteX28" fmla="*/ 350384 w 623341"/>
                <a:gd name="connsiteY28" fmla="*/ 278207 h 623341"/>
                <a:gd name="connsiteX29" fmla="*/ 447707 w 623341"/>
                <a:gd name="connsiteY29" fmla="*/ 215102 h 623341"/>
                <a:gd name="connsiteX30" fmla="*/ 510812 w 623341"/>
                <a:gd name="connsiteY30" fmla="*/ 278207 h 623341"/>
                <a:gd name="connsiteX31" fmla="*/ 498181 w 623341"/>
                <a:gd name="connsiteY31" fmla="*/ 297646 h 623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23341" h="623341">
                  <a:moveTo>
                    <a:pt x="311671" y="0"/>
                  </a:moveTo>
                  <a:cubicBezTo>
                    <a:pt x="139540" y="0"/>
                    <a:pt x="0" y="139540"/>
                    <a:pt x="0" y="311671"/>
                  </a:cubicBezTo>
                  <a:cubicBezTo>
                    <a:pt x="0" y="483802"/>
                    <a:pt x="139540" y="623342"/>
                    <a:pt x="311671" y="623342"/>
                  </a:cubicBezTo>
                  <a:cubicBezTo>
                    <a:pt x="483802" y="623342"/>
                    <a:pt x="623342" y="483802"/>
                    <a:pt x="623342" y="311671"/>
                  </a:cubicBezTo>
                  <a:cubicBezTo>
                    <a:pt x="623342" y="139540"/>
                    <a:pt x="483802" y="0"/>
                    <a:pt x="311671" y="0"/>
                  </a:cubicBezTo>
                  <a:close/>
                  <a:moveTo>
                    <a:pt x="125160" y="297646"/>
                  </a:moveTo>
                  <a:cubicBezTo>
                    <a:pt x="116309" y="295760"/>
                    <a:pt x="110656" y="287062"/>
                    <a:pt x="112530" y="278207"/>
                  </a:cubicBezTo>
                  <a:cubicBezTo>
                    <a:pt x="121979" y="233907"/>
                    <a:pt x="165552" y="205654"/>
                    <a:pt x="209853" y="215103"/>
                  </a:cubicBezTo>
                  <a:cubicBezTo>
                    <a:pt x="241492" y="221851"/>
                    <a:pt x="266210" y="246568"/>
                    <a:pt x="272958" y="278207"/>
                  </a:cubicBezTo>
                  <a:cubicBezTo>
                    <a:pt x="274502" y="287134"/>
                    <a:pt x="268517" y="295622"/>
                    <a:pt x="259590" y="297167"/>
                  </a:cubicBezTo>
                  <a:cubicBezTo>
                    <a:pt x="251138" y="298628"/>
                    <a:pt x="242987" y="293332"/>
                    <a:pt x="240889" y="285015"/>
                  </a:cubicBezTo>
                  <a:cubicBezTo>
                    <a:pt x="235261" y="258425"/>
                    <a:pt x="209145" y="241432"/>
                    <a:pt x="182555" y="247058"/>
                  </a:cubicBezTo>
                  <a:cubicBezTo>
                    <a:pt x="163509" y="251089"/>
                    <a:pt x="148629" y="265968"/>
                    <a:pt x="144599" y="285015"/>
                  </a:cubicBezTo>
                  <a:cubicBezTo>
                    <a:pt x="142713" y="293866"/>
                    <a:pt x="134015" y="299519"/>
                    <a:pt x="125160" y="297646"/>
                  </a:cubicBezTo>
                  <a:close/>
                  <a:moveTo>
                    <a:pt x="474314" y="444705"/>
                  </a:moveTo>
                  <a:cubicBezTo>
                    <a:pt x="405353" y="534530"/>
                    <a:pt x="276631" y="551444"/>
                    <a:pt x="186806" y="482483"/>
                  </a:cubicBezTo>
                  <a:cubicBezTo>
                    <a:pt x="172619" y="471592"/>
                    <a:pt x="159919" y="458891"/>
                    <a:pt x="149028" y="444705"/>
                  </a:cubicBezTo>
                  <a:cubicBezTo>
                    <a:pt x="143501" y="437525"/>
                    <a:pt x="144842" y="427225"/>
                    <a:pt x="152022" y="421699"/>
                  </a:cubicBezTo>
                  <a:cubicBezTo>
                    <a:pt x="159201" y="416172"/>
                    <a:pt x="169501" y="417513"/>
                    <a:pt x="175028" y="424693"/>
                  </a:cubicBezTo>
                  <a:cubicBezTo>
                    <a:pt x="232939" y="500159"/>
                    <a:pt x="341062" y="514390"/>
                    <a:pt x="416528" y="456479"/>
                  </a:cubicBezTo>
                  <a:cubicBezTo>
                    <a:pt x="428466" y="447317"/>
                    <a:pt x="439152" y="436631"/>
                    <a:pt x="448314" y="424693"/>
                  </a:cubicBezTo>
                  <a:cubicBezTo>
                    <a:pt x="453840" y="417513"/>
                    <a:pt x="464140" y="416172"/>
                    <a:pt x="471320" y="421699"/>
                  </a:cubicBezTo>
                  <a:cubicBezTo>
                    <a:pt x="478500" y="427225"/>
                    <a:pt x="479840" y="437525"/>
                    <a:pt x="474314" y="444705"/>
                  </a:cubicBezTo>
                  <a:close/>
                  <a:moveTo>
                    <a:pt x="498181" y="297646"/>
                  </a:moveTo>
                  <a:cubicBezTo>
                    <a:pt x="489327" y="299519"/>
                    <a:pt x="480628" y="293866"/>
                    <a:pt x="478743" y="285015"/>
                  </a:cubicBezTo>
                  <a:cubicBezTo>
                    <a:pt x="473116" y="258425"/>
                    <a:pt x="446999" y="241432"/>
                    <a:pt x="420410" y="247058"/>
                  </a:cubicBezTo>
                  <a:cubicBezTo>
                    <a:pt x="401363" y="251089"/>
                    <a:pt x="386483" y="265968"/>
                    <a:pt x="382453" y="285015"/>
                  </a:cubicBezTo>
                  <a:cubicBezTo>
                    <a:pt x="380237" y="293799"/>
                    <a:pt x="371320" y="299124"/>
                    <a:pt x="362536" y="296908"/>
                  </a:cubicBezTo>
                  <a:cubicBezTo>
                    <a:pt x="354218" y="294810"/>
                    <a:pt x="348922" y="286659"/>
                    <a:pt x="350384" y="278207"/>
                  </a:cubicBezTo>
                  <a:cubicBezTo>
                    <a:pt x="359833" y="233907"/>
                    <a:pt x="403406" y="205654"/>
                    <a:pt x="447707" y="215102"/>
                  </a:cubicBezTo>
                  <a:cubicBezTo>
                    <a:pt x="479347" y="221851"/>
                    <a:pt x="504064" y="246568"/>
                    <a:pt x="510812" y="278207"/>
                  </a:cubicBezTo>
                  <a:cubicBezTo>
                    <a:pt x="512685" y="287062"/>
                    <a:pt x="507033" y="295760"/>
                    <a:pt x="498181" y="297646"/>
                  </a:cubicBezTo>
                  <a:close/>
                </a:path>
              </a:pathLst>
            </a:custGeom>
            <a:solidFill>
              <a:schemeClr val="tx1"/>
            </a:solidFill>
            <a:ln w="813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52" name="Freihandform 151">
              <a:extLst>
                <a:ext uri="{FF2B5EF4-FFF2-40B4-BE49-F238E27FC236}">
                  <a16:creationId xmlns:a16="http://schemas.microsoft.com/office/drawing/2014/main" id="{92546C67-31DF-B4A1-FDC5-90C41C598DC1}"/>
                </a:ext>
              </a:extLst>
            </p:cNvPr>
            <p:cNvSpPr/>
            <p:nvPr/>
          </p:nvSpPr>
          <p:spPr>
            <a:xfrm>
              <a:off x="9873999" y="67057"/>
              <a:ext cx="557726" cy="126062"/>
            </a:xfrm>
            <a:custGeom>
              <a:avLst/>
              <a:gdLst>
                <a:gd name="connsiteX0" fmla="*/ 43634 w 557726"/>
                <a:gd name="connsiteY0" fmla="*/ 126063 h 126062"/>
                <a:gd name="connsiteX1" fmla="*/ 71848 w 557726"/>
                <a:gd name="connsiteY1" fmla="*/ 102195 h 126062"/>
                <a:gd name="connsiteX2" fmla="*/ 34202 w 557726"/>
                <a:gd name="connsiteY2" fmla="*/ 82019 h 126062"/>
                <a:gd name="connsiteX3" fmla="*/ 278863 w 557726"/>
                <a:gd name="connsiteY3" fmla="*/ 32807 h 126062"/>
                <a:gd name="connsiteX4" fmla="*/ 523525 w 557726"/>
                <a:gd name="connsiteY4" fmla="*/ 82019 h 126062"/>
                <a:gd name="connsiteX5" fmla="*/ 485878 w 557726"/>
                <a:gd name="connsiteY5" fmla="*/ 102195 h 126062"/>
                <a:gd name="connsiteX6" fmla="*/ 514093 w 557726"/>
                <a:gd name="connsiteY6" fmla="*/ 126063 h 126062"/>
                <a:gd name="connsiteX7" fmla="*/ 557727 w 557726"/>
                <a:gd name="connsiteY7" fmla="*/ 82019 h 126062"/>
                <a:gd name="connsiteX8" fmla="*/ 278863 w 557726"/>
                <a:gd name="connsiteY8" fmla="*/ 0 h 126062"/>
                <a:gd name="connsiteX9" fmla="*/ 0 w 557726"/>
                <a:gd name="connsiteY9" fmla="*/ 82019 h 126062"/>
                <a:gd name="connsiteX10" fmla="*/ 43634 w 557726"/>
                <a:gd name="connsiteY10" fmla="*/ 126063 h 126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7726" h="126062">
                  <a:moveTo>
                    <a:pt x="43634" y="126063"/>
                  </a:moveTo>
                  <a:cubicBezTo>
                    <a:pt x="52601" y="117603"/>
                    <a:pt x="62019" y="109636"/>
                    <a:pt x="71848" y="102195"/>
                  </a:cubicBezTo>
                  <a:cubicBezTo>
                    <a:pt x="58050" y="98121"/>
                    <a:pt x="45236" y="91253"/>
                    <a:pt x="34202" y="82019"/>
                  </a:cubicBezTo>
                  <a:cubicBezTo>
                    <a:pt x="49211" y="65615"/>
                    <a:pt x="130410" y="32807"/>
                    <a:pt x="278863" y="32807"/>
                  </a:cubicBezTo>
                  <a:cubicBezTo>
                    <a:pt x="427317" y="32807"/>
                    <a:pt x="508516" y="65615"/>
                    <a:pt x="523525" y="82019"/>
                  </a:cubicBezTo>
                  <a:cubicBezTo>
                    <a:pt x="512491" y="91253"/>
                    <a:pt x="499677" y="98121"/>
                    <a:pt x="485878" y="102195"/>
                  </a:cubicBezTo>
                  <a:cubicBezTo>
                    <a:pt x="495708" y="109636"/>
                    <a:pt x="505126" y="117603"/>
                    <a:pt x="514093" y="126063"/>
                  </a:cubicBezTo>
                  <a:cubicBezTo>
                    <a:pt x="541323" y="113350"/>
                    <a:pt x="557727" y="98422"/>
                    <a:pt x="557727" y="82019"/>
                  </a:cubicBezTo>
                  <a:cubicBezTo>
                    <a:pt x="557727" y="36744"/>
                    <a:pt x="432894" y="0"/>
                    <a:pt x="278863" y="0"/>
                  </a:cubicBezTo>
                  <a:cubicBezTo>
                    <a:pt x="124832" y="0"/>
                    <a:pt x="0" y="36744"/>
                    <a:pt x="0" y="82019"/>
                  </a:cubicBezTo>
                  <a:cubicBezTo>
                    <a:pt x="0" y="98422"/>
                    <a:pt x="16404" y="113350"/>
                    <a:pt x="43634" y="126063"/>
                  </a:cubicBezTo>
                  <a:close/>
                </a:path>
              </a:pathLst>
            </a:custGeom>
            <a:solidFill>
              <a:schemeClr val="accent2"/>
            </a:solidFill>
            <a:ln w="813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grpSp>
        <p:nvGrpSpPr>
          <p:cNvPr id="148" name="Gruppieren 147">
            <a:extLst>
              <a:ext uri="{FF2B5EF4-FFF2-40B4-BE49-F238E27FC236}">
                <a16:creationId xmlns:a16="http://schemas.microsoft.com/office/drawing/2014/main" id="{1DD2555B-6050-E1AD-9519-A61C1A3F2219}"/>
              </a:ext>
            </a:extLst>
          </p:cNvPr>
          <p:cNvGrpSpPr>
            <a:grpSpLocks noChangeAspect="1"/>
          </p:cNvGrpSpPr>
          <p:nvPr/>
        </p:nvGrpSpPr>
        <p:grpSpPr>
          <a:xfrm>
            <a:off x="8432194" y="2293968"/>
            <a:ext cx="762000" cy="590550"/>
            <a:chOff x="8432194" y="2293968"/>
            <a:chExt cx="762000" cy="590550"/>
          </a:xfrm>
        </p:grpSpPr>
        <p:sp>
          <p:nvSpPr>
            <p:cNvPr id="564" name="Freihandform: Form 563">
              <a:extLst>
                <a:ext uri="{FF2B5EF4-FFF2-40B4-BE49-F238E27FC236}">
                  <a16:creationId xmlns:a16="http://schemas.microsoft.com/office/drawing/2014/main" id="{A1C6918B-1783-D1A8-1DCF-92966DE334A6}"/>
                </a:ext>
              </a:extLst>
            </p:cNvPr>
            <p:cNvSpPr/>
            <p:nvPr/>
          </p:nvSpPr>
          <p:spPr>
            <a:xfrm>
              <a:off x="8432194" y="2293968"/>
              <a:ext cx="762000" cy="590550"/>
            </a:xfrm>
            <a:custGeom>
              <a:avLst/>
              <a:gdLst>
                <a:gd name="connsiteX0" fmla="*/ 0 w 762000"/>
                <a:gd name="connsiteY0" fmla="*/ 0 h 590550"/>
                <a:gd name="connsiteX1" fmla="*/ 0 w 762000"/>
                <a:gd name="connsiteY1" fmla="*/ 590550 h 590550"/>
                <a:gd name="connsiteX2" fmla="*/ 762000 w 762000"/>
                <a:gd name="connsiteY2" fmla="*/ 590550 h 590550"/>
                <a:gd name="connsiteX3" fmla="*/ 762000 w 762000"/>
                <a:gd name="connsiteY3" fmla="*/ 0 h 590550"/>
                <a:gd name="connsiteX4" fmla="*/ 657225 w 762000"/>
                <a:gd name="connsiteY4" fmla="*/ 57150 h 590550"/>
                <a:gd name="connsiteX5" fmla="*/ 676275 w 762000"/>
                <a:gd name="connsiteY5" fmla="*/ 76200 h 590550"/>
                <a:gd name="connsiteX6" fmla="*/ 657225 w 762000"/>
                <a:gd name="connsiteY6" fmla="*/ 95250 h 590550"/>
                <a:gd name="connsiteX7" fmla="*/ 638175 w 762000"/>
                <a:gd name="connsiteY7" fmla="*/ 76200 h 590550"/>
                <a:gd name="connsiteX8" fmla="*/ 657225 w 762000"/>
                <a:gd name="connsiteY8" fmla="*/ 57150 h 590550"/>
                <a:gd name="connsiteX9" fmla="*/ 590550 w 762000"/>
                <a:gd name="connsiteY9" fmla="*/ 57150 h 590550"/>
                <a:gd name="connsiteX10" fmla="*/ 609600 w 762000"/>
                <a:gd name="connsiteY10" fmla="*/ 76200 h 590550"/>
                <a:gd name="connsiteX11" fmla="*/ 590550 w 762000"/>
                <a:gd name="connsiteY11" fmla="*/ 95250 h 590550"/>
                <a:gd name="connsiteX12" fmla="*/ 571500 w 762000"/>
                <a:gd name="connsiteY12" fmla="*/ 76200 h 590550"/>
                <a:gd name="connsiteX13" fmla="*/ 590550 w 762000"/>
                <a:gd name="connsiteY13" fmla="*/ 57150 h 590550"/>
                <a:gd name="connsiteX14" fmla="*/ 523875 w 762000"/>
                <a:gd name="connsiteY14" fmla="*/ 57150 h 590550"/>
                <a:gd name="connsiteX15" fmla="*/ 542925 w 762000"/>
                <a:gd name="connsiteY15" fmla="*/ 76200 h 590550"/>
                <a:gd name="connsiteX16" fmla="*/ 523875 w 762000"/>
                <a:gd name="connsiteY16" fmla="*/ 95250 h 590550"/>
                <a:gd name="connsiteX17" fmla="*/ 504825 w 762000"/>
                <a:gd name="connsiteY17" fmla="*/ 76200 h 590550"/>
                <a:gd name="connsiteX18" fmla="*/ 523875 w 762000"/>
                <a:gd name="connsiteY18" fmla="*/ 57150 h 590550"/>
                <a:gd name="connsiteX19" fmla="*/ 704850 w 762000"/>
                <a:gd name="connsiteY19" fmla="*/ 533400 h 590550"/>
                <a:gd name="connsiteX20" fmla="*/ 57150 w 762000"/>
                <a:gd name="connsiteY20" fmla="*/ 533400 h 590550"/>
                <a:gd name="connsiteX21" fmla="*/ 57150 w 762000"/>
                <a:gd name="connsiteY21" fmla="*/ 152400 h 590550"/>
                <a:gd name="connsiteX22" fmla="*/ 704850 w 762000"/>
                <a:gd name="connsiteY22" fmla="*/ 152400 h 590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62000" h="590550">
                  <a:moveTo>
                    <a:pt x="0" y="0"/>
                  </a:moveTo>
                  <a:lnTo>
                    <a:pt x="0" y="590550"/>
                  </a:lnTo>
                  <a:lnTo>
                    <a:pt x="762000" y="590550"/>
                  </a:lnTo>
                  <a:lnTo>
                    <a:pt x="762000" y="0"/>
                  </a:lnTo>
                  <a:close/>
                  <a:moveTo>
                    <a:pt x="657225" y="57150"/>
                  </a:moveTo>
                  <a:cubicBezTo>
                    <a:pt x="667746" y="57150"/>
                    <a:pt x="676275" y="65679"/>
                    <a:pt x="676275" y="76200"/>
                  </a:cubicBezTo>
                  <a:cubicBezTo>
                    <a:pt x="676275" y="86721"/>
                    <a:pt x="667746" y="95250"/>
                    <a:pt x="657225" y="95250"/>
                  </a:cubicBezTo>
                  <a:cubicBezTo>
                    <a:pt x="646704" y="95250"/>
                    <a:pt x="638175" y="86721"/>
                    <a:pt x="638175" y="76200"/>
                  </a:cubicBezTo>
                  <a:cubicBezTo>
                    <a:pt x="638175" y="65679"/>
                    <a:pt x="646704" y="57150"/>
                    <a:pt x="657225" y="57150"/>
                  </a:cubicBezTo>
                  <a:close/>
                  <a:moveTo>
                    <a:pt x="590550" y="57150"/>
                  </a:moveTo>
                  <a:cubicBezTo>
                    <a:pt x="601071" y="57150"/>
                    <a:pt x="609600" y="65679"/>
                    <a:pt x="609600" y="76200"/>
                  </a:cubicBezTo>
                  <a:cubicBezTo>
                    <a:pt x="609600" y="86721"/>
                    <a:pt x="601071" y="95250"/>
                    <a:pt x="590550" y="95250"/>
                  </a:cubicBezTo>
                  <a:cubicBezTo>
                    <a:pt x="580029" y="95250"/>
                    <a:pt x="571500" y="86721"/>
                    <a:pt x="571500" y="76200"/>
                  </a:cubicBezTo>
                  <a:cubicBezTo>
                    <a:pt x="571500" y="65679"/>
                    <a:pt x="580029" y="57150"/>
                    <a:pt x="590550" y="57150"/>
                  </a:cubicBezTo>
                  <a:close/>
                  <a:moveTo>
                    <a:pt x="523875" y="57150"/>
                  </a:moveTo>
                  <a:cubicBezTo>
                    <a:pt x="534396" y="57150"/>
                    <a:pt x="542925" y="65679"/>
                    <a:pt x="542925" y="76200"/>
                  </a:cubicBezTo>
                  <a:cubicBezTo>
                    <a:pt x="542925" y="86721"/>
                    <a:pt x="534396" y="95250"/>
                    <a:pt x="523875" y="95250"/>
                  </a:cubicBezTo>
                  <a:cubicBezTo>
                    <a:pt x="513354" y="95250"/>
                    <a:pt x="504825" y="86721"/>
                    <a:pt x="504825" y="76200"/>
                  </a:cubicBezTo>
                  <a:cubicBezTo>
                    <a:pt x="504825" y="65679"/>
                    <a:pt x="513354" y="57150"/>
                    <a:pt x="523875" y="57150"/>
                  </a:cubicBezTo>
                  <a:close/>
                  <a:moveTo>
                    <a:pt x="704850" y="533400"/>
                  </a:moveTo>
                  <a:lnTo>
                    <a:pt x="57150" y="533400"/>
                  </a:lnTo>
                  <a:lnTo>
                    <a:pt x="57150" y="152400"/>
                  </a:lnTo>
                  <a:lnTo>
                    <a:pt x="704850" y="152400"/>
                  </a:ln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nvGrpSpPr>
            <p:cNvPr id="566" name="Grafik 93" descr="Zahnräder mit einfarbiger Füllung">
              <a:extLst>
                <a:ext uri="{FF2B5EF4-FFF2-40B4-BE49-F238E27FC236}">
                  <a16:creationId xmlns:a16="http://schemas.microsoft.com/office/drawing/2014/main" id="{FFF63064-3F75-5D61-3AC2-A70B1A2CD3F2}"/>
                </a:ext>
              </a:extLst>
            </p:cNvPr>
            <p:cNvGrpSpPr>
              <a:grpSpLocks noChangeAspect="1"/>
            </p:cNvGrpSpPr>
            <p:nvPr/>
          </p:nvGrpSpPr>
          <p:grpSpPr>
            <a:xfrm>
              <a:off x="8689891" y="2502253"/>
              <a:ext cx="237145" cy="286973"/>
              <a:chOff x="5785484" y="3052762"/>
              <a:chExt cx="621030" cy="751522"/>
            </a:xfrm>
            <a:solidFill>
              <a:schemeClr val="accent2"/>
            </a:solidFill>
          </p:grpSpPr>
          <p:sp>
            <p:nvSpPr>
              <p:cNvPr id="146" name="Freihandform: Form 145">
                <a:extLst>
                  <a:ext uri="{FF2B5EF4-FFF2-40B4-BE49-F238E27FC236}">
                    <a16:creationId xmlns:a16="http://schemas.microsoft.com/office/drawing/2014/main" id="{1EF06CDA-3A47-DCAB-948D-A4793DC3D681}"/>
                  </a:ext>
                </a:extLst>
              </p:cNvPr>
              <p:cNvSpPr/>
              <p:nvPr/>
            </p:nvSpPr>
            <p:spPr>
              <a:xfrm>
                <a:off x="6000750" y="3052762"/>
                <a:ext cx="405764" cy="404812"/>
              </a:xfrm>
              <a:custGeom>
                <a:avLst/>
                <a:gdLst>
                  <a:gd name="connsiteX0" fmla="*/ 202883 w 405764"/>
                  <a:gd name="connsiteY0" fmla="*/ 274320 h 404812"/>
                  <a:gd name="connsiteX1" fmla="*/ 131445 w 405764"/>
                  <a:gd name="connsiteY1" fmla="*/ 202883 h 404812"/>
                  <a:gd name="connsiteX2" fmla="*/ 202883 w 405764"/>
                  <a:gd name="connsiteY2" fmla="*/ 131445 h 404812"/>
                  <a:gd name="connsiteX3" fmla="*/ 274320 w 405764"/>
                  <a:gd name="connsiteY3" fmla="*/ 202883 h 404812"/>
                  <a:gd name="connsiteX4" fmla="*/ 202883 w 405764"/>
                  <a:gd name="connsiteY4" fmla="*/ 274320 h 404812"/>
                  <a:gd name="connsiteX5" fmla="*/ 363855 w 405764"/>
                  <a:gd name="connsiteY5" fmla="*/ 158115 h 404812"/>
                  <a:gd name="connsiteX6" fmla="*/ 348615 w 405764"/>
                  <a:gd name="connsiteY6" fmla="*/ 120968 h 404812"/>
                  <a:gd name="connsiteX7" fmla="*/ 363855 w 405764"/>
                  <a:gd name="connsiteY7" fmla="*/ 76200 h 404812"/>
                  <a:gd name="connsiteX8" fmla="*/ 329565 w 405764"/>
                  <a:gd name="connsiteY8" fmla="*/ 41910 h 404812"/>
                  <a:gd name="connsiteX9" fmla="*/ 284798 w 405764"/>
                  <a:gd name="connsiteY9" fmla="*/ 57150 h 404812"/>
                  <a:gd name="connsiteX10" fmla="*/ 247650 w 405764"/>
                  <a:gd name="connsiteY10" fmla="*/ 41910 h 404812"/>
                  <a:gd name="connsiteX11" fmla="*/ 226695 w 405764"/>
                  <a:gd name="connsiteY11" fmla="*/ 0 h 404812"/>
                  <a:gd name="connsiteX12" fmla="*/ 179070 w 405764"/>
                  <a:gd name="connsiteY12" fmla="*/ 0 h 404812"/>
                  <a:gd name="connsiteX13" fmla="*/ 158115 w 405764"/>
                  <a:gd name="connsiteY13" fmla="*/ 41910 h 404812"/>
                  <a:gd name="connsiteX14" fmla="*/ 120968 w 405764"/>
                  <a:gd name="connsiteY14" fmla="*/ 57150 h 404812"/>
                  <a:gd name="connsiteX15" fmla="*/ 76200 w 405764"/>
                  <a:gd name="connsiteY15" fmla="*/ 41910 h 404812"/>
                  <a:gd name="connsiteX16" fmla="*/ 41910 w 405764"/>
                  <a:gd name="connsiteY16" fmla="*/ 76200 h 404812"/>
                  <a:gd name="connsiteX17" fmla="*/ 57150 w 405764"/>
                  <a:gd name="connsiteY17" fmla="*/ 120968 h 404812"/>
                  <a:gd name="connsiteX18" fmla="*/ 41910 w 405764"/>
                  <a:gd name="connsiteY18" fmla="*/ 158115 h 404812"/>
                  <a:gd name="connsiteX19" fmla="*/ 0 w 405764"/>
                  <a:gd name="connsiteY19" fmla="*/ 179070 h 404812"/>
                  <a:gd name="connsiteX20" fmla="*/ 0 w 405764"/>
                  <a:gd name="connsiteY20" fmla="*/ 226695 h 404812"/>
                  <a:gd name="connsiteX21" fmla="*/ 41910 w 405764"/>
                  <a:gd name="connsiteY21" fmla="*/ 247650 h 404812"/>
                  <a:gd name="connsiteX22" fmla="*/ 57150 w 405764"/>
                  <a:gd name="connsiteY22" fmla="*/ 284798 h 404812"/>
                  <a:gd name="connsiteX23" fmla="*/ 41910 w 405764"/>
                  <a:gd name="connsiteY23" fmla="*/ 329565 h 404812"/>
                  <a:gd name="connsiteX24" fmla="*/ 75248 w 405764"/>
                  <a:gd name="connsiteY24" fmla="*/ 362903 h 404812"/>
                  <a:gd name="connsiteX25" fmla="*/ 120015 w 405764"/>
                  <a:gd name="connsiteY25" fmla="*/ 347663 h 404812"/>
                  <a:gd name="connsiteX26" fmla="*/ 157163 w 405764"/>
                  <a:gd name="connsiteY26" fmla="*/ 362903 h 404812"/>
                  <a:gd name="connsiteX27" fmla="*/ 178118 w 405764"/>
                  <a:gd name="connsiteY27" fmla="*/ 404813 h 404812"/>
                  <a:gd name="connsiteX28" fmla="*/ 225743 w 405764"/>
                  <a:gd name="connsiteY28" fmla="*/ 404813 h 404812"/>
                  <a:gd name="connsiteX29" fmla="*/ 246698 w 405764"/>
                  <a:gd name="connsiteY29" fmla="*/ 362903 h 404812"/>
                  <a:gd name="connsiteX30" fmla="*/ 283845 w 405764"/>
                  <a:gd name="connsiteY30" fmla="*/ 347663 h 404812"/>
                  <a:gd name="connsiteX31" fmla="*/ 328613 w 405764"/>
                  <a:gd name="connsiteY31" fmla="*/ 362903 h 404812"/>
                  <a:gd name="connsiteX32" fmla="*/ 362903 w 405764"/>
                  <a:gd name="connsiteY32" fmla="*/ 329565 h 404812"/>
                  <a:gd name="connsiteX33" fmla="*/ 347663 w 405764"/>
                  <a:gd name="connsiteY33" fmla="*/ 284798 h 404812"/>
                  <a:gd name="connsiteX34" fmla="*/ 363855 w 405764"/>
                  <a:gd name="connsiteY34" fmla="*/ 247650 h 404812"/>
                  <a:gd name="connsiteX35" fmla="*/ 405765 w 405764"/>
                  <a:gd name="connsiteY35" fmla="*/ 226695 h 404812"/>
                  <a:gd name="connsiteX36" fmla="*/ 405765 w 405764"/>
                  <a:gd name="connsiteY36" fmla="*/ 179070 h 404812"/>
                  <a:gd name="connsiteX37" fmla="*/ 363855 w 405764"/>
                  <a:gd name="connsiteY37" fmla="*/ 158115 h 404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405764" h="404812">
                    <a:moveTo>
                      <a:pt x="202883" y="274320"/>
                    </a:moveTo>
                    <a:cubicBezTo>
                      <a:pt x="162877" y="274320"/>
                      <a:pt x="131445" y="241935"/>
                      <a:pt x="131445" y="202883"/>
                    </a:cubicBezTo>
                    <a:cubicBezTo>
                      <a:pt x="131445" y="163830"/>
                      <a:pt x="163830" y="131445"/>
                      <a:pt x="202883" y="131445"/>
                    </a:cubicBezTo>
                    <a:cubicBezTo>
                      <a:pt x="242888" y="131445"/>
                      <a:pt x="274320" y="163830"/>
                      <a:pt x="274320" y="202883"/>
                    </a:cubicBezTo>
                    <a:cubicBezTo>
                      <a:pt x="274320" y="241935"/>
                      <a:pt x="241935" y="274320"/>
                      <a:pt x="202883" y="274320"/>
                    </a:cubicBezTo>
                    <a:close/>
                    <a:moveTo>
                      <a:pt x="363855" y="158115"/>
                    </a:moveTo>
                    <a:cubicBezTo>
                      <a:pt x="360045" y="144780"/>
                      <a:pt x="355283" y="132398"/>
                      <a:pt x="348615" y="120968"/>
                    </a:cubicBezTo>
                    <a:lnTo>
                      <a:pt x="363855" y="76200"/>
                    </a:lnTo>
                    <a:lnTo>
                      <a:pt x="329565" y="41910"/>
                    </a:lnTo>
                    <a:lnTo>
                      <a:pt x="284798" y="57150"/>
                    </a:lnTo>
                    <a:cubicBezTo>
                      <a:pt x="273367" y="50483"/>
                      <a:pt x="260985" y="45720"/>
                      <a:pt x="247650" y="41910"/>
                    </a:cubicBezTo>
                    <a:lnTo>
                      <a:pt x="226695" y="0"/>
                    </a:lnTo>
                    <a:lnTo>
                      <a:pt x="179070" y="0"/>
                    </a:lnTo>
                    <a:lnTo>
                      <a:pt x="158115" y="41910"/>
                    </a:lnTo>
                    <a:cubicBezTo>
                      <a:pt x="144780" y="45720"/>
                      <a:pt x="132398" y="50483"/>
                      <a:pt x="120968" y="57150"/>
                    </a:cubicBezTo>
                    <a:lnTo>
                      <a:pt x="76200" y="41910"/>
                    </a:lnTo>
                    <a:lnTo>
                      <a:pt x="41910" y="76200"/>
                    </a:lnTo>
                    <a:lnTo>
                      <a:pt x="57150" y="120968"/>
                    </a:lnTo>
                    <a:cubicBezTo>
                      <a:pt x="50482" y="132398"/>
                      <a:pt x="45720" y="144780"/>
                      <a:pt x="41910" y="158115"/>
                    </a:cubicBezTo>
                    <a:lnTo>
                      <a:pt x="0" y="179070"/>
                    </a:lnTo>
                    <a:lnTo>
                      <a:pt x="0" y="226695"/>
                    </a:lnTo>
                    <a:lnTo>
                      <a:pt x="41910" y="247650"/>
                    </a:lnTo>
                    <a:cubicBezTo>
                      <a:pt x="45720" y="260985"/>
                      <a:pt x="50482" y="273368"/>
                      <a:pt x="57150" y="284798"/>
                    </a:cubicBezTo>
                    <a:lnTo>
                      <a:pt x="41910" y="329565"/>
                    </a:lnTo>
                    <a:lnTo>
                      <a:pt x="75248" y="362903"/>
                    </a:lnTo>
                    <a:lnTo>
                      <a:pt x="120015" y="347663"/>
                    </a:lnTo>
                    <a:cubicBezTo>
                      <a:pt x="131445" y="354330"/>
                      <a:pt x="143827" y="359093"/>
                      <a:pt x="157163" y="362903"/>
                    </a:cubicBezTo>
                    <a:lnTo>
                      <a:pt x="178118" y="404813"/>
                    </a:lnTo>
                    <a:lnTo>
                      <a:pt x="225743" y="404813"/>
                    </a:lnTo>
                    <a:lnTo>
                      <a:pt x="246698" y="362903"/>
                    </a:lnTo>
                    <a:cubicBezTo>
                      <a:pt x="260033" y="359093"/>
                      <a:pt x="272415" y="354330"/>
                      <a:pt x="283845" y="347663"/>
                    </a:cubicBezTo>
                    <a:lnTo>
                      <a:pt x="328613" y="362903"/>
                    </a:lnTo>
                    <a:lnTo>
                      <a:pt x="362903" y="329565"/>
                    </a:lnTo>
                    <a:lnTo>
                      <a:pt x="347663" y="284798"/>
                    </a:lnTo>
                    <a:cubicBezTo>
                      <a:pt x="354330" y="273368"/>
                      <a:pt x="360045" y="260033"/>
                      <a:pt x="363855" y="247650"/>
                    </a:cubicBezTo>
                    <a:lnTo>
                      <a:pt x="405765" y="226695"/>
                    </a:lnTo>
                    <a:lnTo>
                      <a:pt x="405765" y="179070"/>
                    </a:lnTo>
                    <a:lnTo>
                      <a:pt x="363855" y="158115"/>
                    </a:ln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47" name="Freihandform: Form 146">
                <a:extLst>
                  <a:ext uri="{FF2B5EF4-FFF2-40B4-BE49-F238E27FC236}">
                    <a16:creationId xmlns:a16="http://schemas.microsoft.com/office/drawing/2014/main" id="{CD3B9B21-6CBA-C52E-9442-0EF6D8938BA2}"/>
                  </a:ext>
                </a:extLst>
              </p:cNvPr>
              <p:cNvSpPr/>
              <p:nvPr/>
            </p:nvSpPr>
            <p:spPr>
              <a:xfrm>
                <a:off x="5785484" y="3399472"/>
                <a:ext cx="405765" cy="404812"/>
              </a:xfrm>
              <a:custGeom>
                <a:avLst/>
                <a:gdLst>
                  <a:gd name="connsiteX0" fmla="*/ 202883 w 405765"/>
                  <a:gd name="connsiteY0" fmla="*/ 274320 h 404812"/>
                  <a:gd name="connsiteX1" fmla="*/ 131445 w 405765"/>
                  <a:gd name="connsiteY1" fmla="*/ 202882 h 404812"/>
                  <a:gd name="connsiteX2" fmla="*/ 202883 w 405765"/>
                  <a:gd name="connsiteY2" fmla="*/ 131445 h 404812"/>
                  <a:gd name="connsiteX3" fmla="*/ 274320 w 405765"/>
                  <a:gd name="connsiteY3" fmla="*/ 202882 h 404812"/>
                  <a:gd name="connsiteX4" fmla="*/ 202883 w 405765"/>
                  <a:gd name="connsiteY4" fmla="*/ 274320 h 404812"/>
                  <a:gd name="connsiteX5" fmla="*/ 202883 w 405765"/>
                  <a:gd name="connsiteY5" fmla="*/ 274320 h 404812"/>
                  <a:gd name="connsiteX6" fmla="*/ 348615 w 405765"/>
                  <a:gd name="connsiteY6" fmla="*/ 120967 h 404812"/>
                  <a:gd name="connsiteX7" fmla="*/ 363855 w 405765"/>
                  <a:gd name="connsiteY7" fmla="*/ 76200 h 404812"/>
                  <a:gd name="connsiteX8" fmla="*/ 329565 w 405765"/>
                  <a:gd name="connsiteY8" fmla="*/ 41910 h 404812"/>
                  <a:gd name="connsiteX9" fmla="*/ 284798 w 405765"/>
                  <a:gd name="connsiteY9" fmla="*/ 57150 h 404812"/>
                  <a:gd name="connsiteX10" fmla="*/ 247650 w 405765"/>
                  <a:gd name="connsiteY10" fmla="*/ 41910 h 404812"/>
                  <a:gd name="connsiteX11" fmla="*/ 226695 w 405765"/>
                  <a:gd name="connsiteY11" fmla="*/ 0 h 404812"/>
                  <a:gd name="connsiteX12" fmla="*/ 179070 w 405765"/>
                  <a:gd name="connsiteY12" fmla="*/ 0 h 404812"/>
                  <a:gd name="connsiteX13" fmla="*/ 158115 w 405765"/>
                  <a:gd name="connsiteY13" fmla="*/ 41910 h 404812"/>
                  <a:gd name="connsiteX14" fmla="*/ 120968 w 405765"/>
                  <a:gd name="connsiteY14" fmla="*/ 57150 h 404812"/>
                  <a:gd name="connsiteX15" fmla="*/ 76200 w 405765"/>
                  <a:gd name="connsiteY15" fmla="*/ 41910 h 404812"/>
                  <a:gd name="connsiteX16" fmla="*/ 42863 w 405765"/>
                  <a:gd name="connsiteY16" fmla="*/ 75247 h 404812"/>
                  <a:gd name="connsiteX17" fmla="*/ 57150 w 405765"/>
                  <a:gd name="connsiteY17" fmla="*/ 120015 h 404812"/>
                  <a:gd name="connsiteX18" fmla="*/ 41910 w 405765"/>
                  <a:gd name="connsiteY18" fmla="*/ 157163 h 404812"/>
                  <a:gd name="connsiteX19" fmla="*/ 0 w 405765"/>
                  <a:gd name="connsiteY19" fmla="*/ 178117 h 404812"/>
                  <a:gd name="connsiteX20" fmla="*/ 0 w 405765"/>
                  <a:gd name="connsiteY20" fmla="*/ 225742 h 404812"/>
                  <a:gd name="connsiteX21" fmla="*/ 41910 w 405765"/>
                  <a:gd name="connsiteY21" fmla="*/ 246698 h 404812"/>
                  <a:gd name="connsiteX22" fmla="*/ 57150 w 405765"/>
                  <a:gd name="connsiteY22" fmla="*/ 283845 h 404812"/>
                  <a:gd name="connsiteX23" fmla="*/ 42863 w 405765"/>
                  <a:gd name="connsiteY23" fmla="*/ 328613 h 404812"/>
                  <a:gd name="connsiteX24" fmla="*/ 76200 w 405765"/>
                  <a:gd name="connsiteY24" fmla="*/ 361950 h 404812"/>
                  <a:gd name="connsiteX25" fmla="*/ 120968 w 405765"/>
                  <a:gd name="connsiteY25" fmla="*/ 347663 h 404812"/>
                  <a:gd name="connsiteX26" fmla="*/ 158115 w 405765"/>
                  <a:gd name="connsiteY26" fmla="*/ 362903 h 404812"/>
                  <a:gd name="connsiteX27" fmla="*/ 179070 w 405765"/>
                  <a:gd name="connsiteY27" fmla="*/ 404813 h 404812"/>
                  <a:gd name="connsiteX28" fmla="*/ 226695 w 405765"/>
                  <a:gd name="connsiteY28" fmla="*/ 404813 h 404812"/>
                  <a:gd name="connsiteX29" fmla="*/ 247650 w 405765"/>
                  <a:gd name="connsiteY29" fmla="*/ 362903 h 404812"/>
                  <a:gd name="connsiteX30" fmla="*/ 284798 w 405765"/>
                  <a:gd name="connsiteY30" fmla="*/ 347663 h 404812"/>
                  <a:gd name="connsiteX31" fmla="*/ 329565 w 405765"/>
                  <a:gd name="connsiteY31" fmla="*/ 362903 h 404812"/>
                  <a:gd name="connsiteX32" fmla="*/ 362903 w 405765"/>
                  <a:gd name="connsiteY32" fmla="*/ 328613 h 404812"/>
                  <a:gd name="connsiteX33" fmla="*/ 348615 w 405765"/>
                  <a:gd name="connsiteY33" fmla="*/ 284798 h 404812"/>
                  <a:gd name="connsiteX34" fmla="*/ 363855 w 405765"/>
                  <a:gd name="connsiteY34" fmla="*/ 247650 h 404812"/>
                  <a:gd name="connsiteX35" fmla="*/ 405765 w 405765"/>
                  <a:gd name="connsiteY35" fmla="*/ 226695 h 404812"/>
                  <a:gd name="connsiteX36" fmla="*/ 405765 w 405765"/>
                  <a:gd name="connsiteY36" fmla="*/ 179070 h 404812"/>
                  <a:gd name="connsiteX37" fmla="*/ 363855 w 405765"/>
                  <a:gd name="connsiteY37" fmla="*/ 158115 h 404812"/>
                  <a:gd name="connsiteX38" fmla="*/ 348615 w 405765"/>
                  <a:gd name="connsiteY38" fmla="*/ 120967 h 404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405765" h="404812">
                    <a:moveTo>
                      <a:pt x="202883" y="274320"/>
                    </a:moveTo>
                    <a:cubicBezTo>
                      <a:pt x="162878" y="274320"/>
                      <a:pt x="131445" y="241935"/>
                      <a:pt x="131445" y="202882"/>
                    </a:cubicBezTo>
                    <a:cubicBezTo>
                      <a:pt x="131445" y="162877"/>
                      <a:pt x="163830" y="131445"/>
                      <a:pt x="202883" y="131445"/>
                    </a:cubicBezTo>
                    <a:cubicBezTo>
                      <a:pt x="242888" y="131445"/>
                      <a:pt x="274320" y="163830"/>
                      <a:pt x="274320" y="202882"/>
                    </a:cubicBezTo>
                    <a:cubicBezTo>
                      <a:pt x="274320" y="241935"/>
                      <a:pt x="242888" y="274320"/>
                      <a:pt x="202883" y="274320"/>
                    </a:cubicBezTo>
                    <a:lnTo>
                      <a:pt x="202883" y="274320"/>
                    </a:lnTo>
                    <a:close/>
                    <a:moveTo>
                      <a:pt x="348615" y="120967"/>
                    </a:moveTo>
                    <a:lnTo>
                      <a:pt x="363855" y="76200"/>
                    </a:lnTo>
                    <a:lnTo>
                      <a:pt x="329565" y="41910"/>
                    </a:lnTo>
                    <a:lnTo>
                      <a:pt x="284798" y="57150"/>
                    </a:lnTo>
                    <a:cubicBezTo>
                      <a:pt x="273368" y="50482"/>
                      <a:pt x="260033" y="45720"/>
                      <a:pt x="247650" y="41910"/>
                    </a:cubicBezTo>
                    <a:lnTo>
                      <a:pt x="226695" y="0"/>
                    </a:lnTo>
                    <a:lnTo>
                      <a:pt x="179070" y="0"/>
                    </a:lnTo>
                    <a:lnTo>
                      <a:pt x="158115" y="41910"/>
                    </a:lnTo>
                    <a:cubicBezTo>
                      <a:pt x="144780" y="45720"/>
                      <a:pt x="132398" y="50482"/>
                      <a:pt x="120968" y="57150"/>
                    </a:cubicBezTo>
                    <a:lnTo>
                      <a:pt x="76200" y="41910"/>
                    </a:lnTo>
                    <a:lnTo>
                      <a:pt x="42863" y="75247"/>
                    </a:lnTo>
                    <a:lnTo>
                      <a:pt x="57150" y="120015"/>
                    </a:lnTo>
                    <a:cubicBezTo>
                      <a:pt x="50483" y="131445"/>
                      <a:pt x="45720" y="144780"/>
                      <a:pt x="41910" y="157163"/>
                    </a:cubicBezTo>
                    <a:lnTo>
                      <a:pt x="0" y="178117"/>
                    </a:lnTo>
                    <a:lnTo>
                      <a:pt x="0" y="225742"/>
                    </a:lnTo>
                    <a:lnTo>
                      <a:pt x="41910" y="246698"/>
                    </a:lnTo>
                    <a:cubicBezTo>
                      <a:pt x="45720" y="260032"/>
                      <a:pt x="50483" y="272415"/>
                      <a:pt x="57150" y="283845"/>
                    </a:cubicBezTo>
                    <a:lnTo>
                      <a:pt x="42863" y="328613"/>
                    </a:lnTo>
                    <a:lnTo>
                      <a:pt x="76200" y="361950"/>
                    </a:lnTo>
                    <a:lnTo>
                      <a:pt x="120968" y="347663"/>
                    </a:lnTo>
                    <a:cubicBezTo>
                      <a:pt x="132398" y="354330"/>
                      <a:pt x="144780" y="359092"/>
                      <a:pt x="158115" y="362903"/>
                    </a:cubicBezTo>
                    <a:lnTo>
                      <a:pt x="179070" y="404813"/>
                    </a:lnTo>
                    <a:lnTo>
                      <a:pt x="226695" y="404813"/>
                    </a:lnTo>
                    <a:lnTo>
                      <a:pt x="247650" y="362903"/>
                    </a:lnTo>
                    <a:cubicBezTo>
                      <a:pt x="260985" y="359092"/>
                      <a:pt x="273368" y="354330"/>
                      <a:pt x="284798" y="347663"/>
                    </a:cubicBezTo>
                    <a:lnTo>
                      <a:pt x="329565" y="362903"/>
                    </a:lnTo>
                    <a:lnTo>
                      <a:pt x="362903" y="328613"/>
                    </a:lnTo>
                    <a:lnTo>
                      <a:pt x="348615" y="284798"/>
                    </a:lnTo>
                    <a:cubicBezTo>
                      <a:pt x="355283" y="273367"/>
                      <a:pt x="360045" y="260985"/>
                      <a:pt x="363855" y="247650"/>
                    </a:cubicBezTo>
                    <a:lnTo>
                      <a:pt x="405765" y="226695"/>
                    </a:lnTo>
                    <a:lnTo>
                      <a:pt x="405765" y="179070"/>
                    </a:lnTo>
                    <a:lnTo>
                      <a:pt x="363855" y="158115"/>
                    </a:lnTo>
                    <a:cubicBezTo>
                      <a:pt x="360045" y="144780"/>
                      <a:pt x="355283" y="132397"/>
                      <a:pt x="348615" y="120967"/>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grpSp>
      <p:pic>
        <p:nvPicPr>
          <p:cNvPr id="558" name="Grafik 557" descr="Schere mit einfarbiger Füllung">
            <a:extLst>
              <a:ext uri="{FF2B5EF4-FFF2-40B4-BE49-F238E27FC236}">
                <a16:creationId xmlns:a16="http://schemas.microsoft.com/office/drawing/2014/main" id="{4820A1FD-C591-9DEA-02A4-4FE599215DD4}"/>
              </a:ext>
            </a:extLst>
          </p:cNvPr>
          <p:cNvPicPr>
            <a:picLocks noChangeAspect="1"/>
          </p:cNvPicPr>
          <p:nvPr/>
        </p:nvPicPr>
        <p:blipFill>
          <a:blip r:embed="rId55">
            <a:extLst>
              <a:ext uri="{28A0092B-C50C-407E-A947-70E740481C1C}">
                <a14:useLocalDpi xmlns:a14="http://schemas.microsoft.com/office/drawing/2010/main" val="0"/>
              </a:ext>
              <a:ext uri="{96DAC541-7B7A-43D3-8B79-37D633B846F1}">
                <asvg:svgBlip xmlns:asvg="http://schemas.microsoft.com/office/drawing/2016/SVG/main" r:embed="rId56"/>
              </a:ext>
            </a:extLst>
          </a:blip>
          <a:stretch>
            <a:fillRect/>
          </a:stretch>
        </p:blipFill>
        <p:spPr>
          <a:xfrm flipH="1" flipV="1">
            <a:off x="383066" y="3460054"/>
            <a:ext cx="593917" cy="593917"/>
          </a:xfrm>
          <a:prstGeom prst="rect">
            <a:avLst/>
          </a:prstGeom>
        </p:spPr>
      </p:pic>
      <p:pic>
        <p:nvPicPr>
          <p:cNvPr id="565" name="Grafik 564" descr="UI UX Silhouette">
            <a:extLst>
              <a:ext uri="{FF2B5EF4-FFF2-40B4-BE49-F238E27FC236}">
                <a16:creationId xmlns:a16="http://schemas.microsoft.com/office/drawing/2014/main" id="{D52BEDB9-9C05-8C50-257D-29C876143587}"/>
              </a:ext>
            </a:extLst>
          </p:cNvPr>
          <p:cNvPicPr>
            <a:picLocks noChangeAspect="1"/>
          </p:cNvPicPr>
          <p:nvPr/>
        </p:nvPicPr>
        <p:blipFill>
          <a:blip r:embed="rId57">
            <a:extLst>
              <a:ext uri="{28A0092B-C50C-407E-A947-70E740481C1C}">
                <a14:useLocalDpi xmlns:a14="http://schemas.microsoft.com/office/drawing/2010/main" val="0"/>
              </a:ext>
              <a:ext uri="{96DAC541-7B7A-43D3-8B79-37D633B846F1}">
                <asvg:svgBlip xmlns:asvg="http://schemas.microsoft.com/office/drawing/2016/SVG/main" r:embed="rId58"/>
              </a:ext>
            </a:extLst>
          </a:blip>
          <a:stretch>
            <a:fillRect/>
          </a:stretch>
        </p:blipFill>
        <p:spPr>
          <a:xfrm>
            <a:off x="2325409" y="3510115"/>
            <a:ext cx="711507" cy="711507"/>
          </a:xfrm>
          <a:prstGeom prst="rect">
            <a:avLst/>
          </a:prstGeom>
        </p:spPr>
      </p:pic>
      <p:grpSp>
        <p:nvGrpSpPr>
          <p:cNvPr id="149" name="Gruppieren 148">
            <a:extLst>
              <a:ext uri="{FF2B5EF4-FFF2-40B4-BE49-F238E27FC236}">
                <a16:creationId xmlns:a16="http://schemas.microsoft.com/office/drawing/2014/main" id="{98FB5CC5-4F04-05A1-C872-0B985662CF86}"/>
              </a:ext>
            </a:extLst>
          </p:cNvPr>
          <p:cNvGrpSpPr>
            <a:grpSpLocks noChangeAspect="1"/>
          </p:cNvGrpSpPr>
          <p:nvPr/>
        </p:nvGrpSpPr>
        <p:grpSpPr>
          <a:xfrm>
            <a:off x="4036443" y="5707040"/>
            <a:ext cx="818092" cy="809625"/>
            <a:chOff x="6782381" y="4850699"/>
            <a:chExt cx="818092" cy="809625"/>
          </a:xfrm>
        </p:grpSpPr>
        <p:sp>
          <p:nvSpPr>
            <p:cNvPr id="150" name="Freihandform 60">
              <a:extLst>
                <a:ext uri="{FF2B5EF4-FFF2-40B4-BE49-F238E27FC236}">
                  <a16:creationId xmlns:a16="http://schemas.microsoft.com/office/drawing/2014/main" id="{5A24F2E8-31CD-F6F1-9758-A2747DDB1E75}"/>
                </a:ext>
              </a:extLst>
            </p:cNvPr>
            <p:cNvSpPr/>
            <p:nvPr/>
          </p:nvSpPr>
          <p:spPr>
            <a:xfrm>
              <a:off x="6782381" y="4850699"/>
              <a:ext cx="818092" cy="809625"/>
            </a:xfrm>
            <a:custGeom>
              <a:avLst/>
              <a:gdLst>
                <a:gd name="connsiteX0" fmla="*/ 312191 w 818092"/>
                <a:gd name="connsiteY0" fmla="*/ 154676 h 809625"/>
                <a:gd name="connsiteX1" fmla="*/ 371342 w 818092"/>
                <a:gd name="connsiteY1" fmla="*/ 215436 h 809625"/>
                <a:gd name="connsiteX2" fmla="*/ 415309 w 818092"/>
                <a:gd name="connsiteY2" fmla="*/ 260604 h 809625"/>
                <a:gd name="connsiteX3" fmla="*/ 455971 w 818092"/>
                <a:gd name="connsiteY3" fmla="*/ 212408 h 809625"/>
                <a:gd name="connsiteX4" fmla="*/ 497072 w 818092"/>
                <a:gd name="connsiteY4" fmla="*/ 163735 h 809625"/>
                <a:gd name="connsiteX5" fmla="*/ 508702 w 818092"/>
                <a:gd name="connsiteY5" fmla="*/ 241249 h 809625"/>
                <a:gd name="connsiteX6" fmla="*/ 518979 w 818092"/>
                <a:gd name="connsiteY6" fmla="*/ 309496 h 809625"/>
                <a:gd name="connsiteX7" fmla="*/ 584092 w 818092"/>
                <a:gd name="connsiteY7" fmla="*/ 286703 h 809625"/>
                <a:gd name="connsiteX8" fmla="*/ 643223 w 818092"/>
                <a:gd name="connsiteY8" fmla="*/ 266024 h 809625"/>
                <a:gd name="connsiteX9" fmla="*/ 592036 w 818092"/>
                <a:gd name="connsiteY9" fmla="*/ 327898 h 809625"/>
                <a:gd name="connsiteX10" fmla="*/ 548430 w 818092"/>
                <a:gd name="connsiteY10" fmla="*/ 380600 h 809625"/>
                <a:gd name="connsiteX11" fmla="*/ 608047 w 818092"/>
                <a:gd name="connsiteY11" fmla="*/ 414137 h 809625"/>
                <a:gd name="connsiteX12" fmla="*/ 650224 w 818092"/>
                <a:gd name="connsiteY12" fmla="*/ 437874 h 809625"/>
                <a:gd name="connsiteX13" fmla="*/ 585264 w 818092"/>
                <a:gd name="connsiteY13" fmla="*/ 449809 h 809625"/>
                <a:gd name="connsiteX14" fmla="*/ 530019 w 818092"/>
                <a:gd name="connsiteY14" fmla="*/ 459962 h 809625"/>
                <a:gd name="connsiteX15" fmla="*/ 539267 w 818092"/>
                <a:gd name="connsiteY15" fmla="*/ 515407 h 809625"/>
                <a:gd name="connsiteX16" fmla="*/ 557060 w 818092"/>
                <a:gd name="connsiteY16" fmla="*/ 622202 h 809625"/>
                <a:gd name="connsiteX17" fmla="*/ 456762 w 818092"/>
                <a:gd name="connsiteY17" fmla="*/ 550593 h 809625"/>
                <a:gd name="connsiteX18" fmla="*/ 415328 w 818092"/>
                <a:gd name="connsiteY18" fmla="*/ 521018 h 809625"/>
                <a:gd name="connsiteX19" fmla="*/ 381162 w 818092"/>
                <a:gd name="connsiteY19" fmla="*/ 558775 h 809625"/>
                <a:gd name="connsiteX20" fmla="*/ 307600 w 818092"/>
                <a:gd name="connsiteY20" fmla="*/ 640080 h 809625"/>
                <a:gd name="connsiteX21" fmla="*/ 318421 w 818092"/>
                <a:gd name="connsiteY21" fmla="*/ 542706 h 809625"/>
                <a:gd name="connsiteX22" fmla="*/ 326346 w 818092"/>
                <a:gd name="connsiteY22" fmla="*/ 471354 h 809625"/>
                <a:gd name="connsiteX23" fmla="*/ 255032 w 818092"/>
                <a:gd name="connsiteY23" fmla="*/ 479631 h 809625"/>
                <a:gd name="connsiteX24" fmla="*/ 185918 w 818092"/>
                <a:gd name="connsiteY24" fmla="*/ 487651 h 809625"/>
                <a:gd name="connsiteX25" fmla="*/ 257470 w 818092"/>
                <a:gd name="connsiteY25" fmla="*/ 428701 h 809625"/>
                <a:gd name="connsiteX26" fmla="*/ 309020 w 818092"/>
                <a:gd name="connsiteY26" fmla="*/ 386239 h 809625"/>
                <a:gd name="connsiteX27" fmla="*/ 259109 w 818092"/>
                <a:gd name="connsiteY27" fmla="*/ 341881 h 809625"/>
                <a:gd name="connsiteX28" fmla="*/ 197453 w 818092"/>
                <a:gd name="connsiteY28" fmla="*/ 287084 h 809625"/>
                <a:gd name="connsiteX29" fmla="*/ 259023 w 818092"/>
                <a:gd name="connsiteY29" fmla="*/ 289874 h 809625"/>
                <a:gd name="connsiteX30" fmla="*/ 324202 w 818092"/>
                <a:gd name="connsiteY30" fmla="*/ 292837 h 809625"/>
                <a:gd name="connsiteX31" fmla="*/ 318554 w 818092"/>
                <a:gd name="connsiteY31" fmla="*/ 227838 h 809625"/>
                <a:gd name="connsiteX32" fmla="*/ 257042 w 818092"/>
                <a:gd name="connsiteY32" fmla="*/ 0 h 809625"/>
                <a:gd name="connsiteX33" fmla="*/ 261585 w 818092"/>
                <a:gd name="connsiteY33" fmla="*/ 232772 h 809625"/>
                <a:gd name="connsiteX34" fmla="*/ 38967 w 818092"/>
                <a:gd name="connsiteY34" fmla="*/ 222647 h 809625"/>
                <a:gd name="connsiteX35" fmla="*/ 221132 w 818092"/>
                <a:gd name="connsiteY35" fmla="*/ 384572 h 809625"/>
                <a:gd name="connsiteX36" fmla="*/ 0 w 818092"/>
                <a:gd name="connsiteY36" fmla="*/ 566738 h 809625"/>
                <a:gd name="connsiteX37" fmla="*/ 261614 w 818092"/>
                <a:gd name="connsiteY37" fmla="*/ 536381 h 809625"/>
                <a:gd name="connsiteX38" fmla="*/ 231257 w 818092"/>
                <a:gd name="connsiteY38" fmla="*/ 809625 h 809625"/>
                <a:gd name="connsiteX39" fmla="*/ 423539 w 818092"/>
                <a:gd name="connsiteY39" fmla="*/ 597103 h 809625"/>
                <a:gd name="connsiteX40" fmla="*/ 636070 w 818092"/>
                <a:gd name="connsiteY40" fmla="*/ 748903 h 809625"/>
                <a:gd name="connsiteX41" fmla="*/ 595589 w 818092"/>
                <a:gd name="connsiteY41" fmla="*/ 506016 h 809625"/>
                <a:gd name="connsiteX42" fmla="*/ 815940 w 818092"/>
                <a:gd name="connsiteY42" fmla="*/ 465534 h 809625"/>
                <a:gd name="connsiteX43" fmla="*/ 636070 w 818092"/>
                <a:gd name="connsiteY43" fmla="*/ 364331 h 809625"/>
                <a:gd name="connsiteX44" fmla="*/ 818093 w 818092"/>
                <a:gd name="connsiteY44" fmla="*/ 144304 h 809625"/>
                <a:gd name="connsiteX45" fmla="*/ 565223 w 818092"/>
                <a:gd name="connsiteY45" fmla="*/ 232772 h 809625"/>
                <a:gd name="connsiteX46" fmla="*/ 534867 w 818092"/>
                <a:gd name="connsiteY46" fmla="*/ 30366 h 809625"/>
                <a:gd name="connsiteX47" fmla="*/ 412299 w 818092"/>
                <a:gd name="connsiteY47" fmla="*/ 175574 h 809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818092" h="809625">
                  <a:moveTo>
                    <a:pt x="312191" y="154676"/>
                  </a:moveTo>
                  <a:lnTo>
                    <a:pt x="371342" y="215436"/>
                  </a:lnTo>
                  <a:lnTo>
                    <a:pt x="415309" y="260604"/>
                  </a:lnTo>
                  <a:lnTo>
                    <a:pt x="455971" y="212408"/>
                  </a:lnTo>
                  <a:lnTo>
                    <a:pt x="497072" y="163735"/>
                  </a:lnTo>
                  <a:lnTo>
                    <a:pt x="508702" y="241249"/>
                  </a:lnTo>
                  <a:lnTo>
                    <a:pt x="518979" y="309496"/>
                  </a:lnTo>
                  <a:lnTo>
                    <a:pt x="584092" y="286703"/>
                  </a:lnTo>
                  <a:lnTo>
                    <a:pt x="643223" y="266024"/>
                  </a:lnTo>
                  <a:lnTo>
                    <a:pt x="592036" y="327898"/>
                  </a:lnTo>
                  <a:lnTo>
                    <a:pt x="548430" y="380600"/>
                  </a:lnTo>
                  <a:lnTo>
                    <a:pt x="608047" y="414137"/>
                  </a:lnTo>
                  <a:lnTo>
                    <a:pt x="650224" y="437874"/>
                  </a:lnTo>
                  <a:lnTo>
                    <a:pt x="585264" y="449809"/>
                  </a:lnTo>
                  <a:lnTo>
                    <a:pt x="530019" y="459962"/>
                  </a:lnTo>
                  <a:lnTo>
                    <a:pt x="539267" y="515407"/>
                  </a:lnTo>
                  <a:lnTo>
                    <a:pt x="557060" y="622202"/>
                  </a:lnTo>
                  <a:lnTo>
                    <a:pt x="456762" y="550593"/>
                  </a:lnTo>
                  <a:lnTo>
                    <a:pt x="415328" y="521018"/>
                  </a:lnTo>
                  <a:lnTo>
                    <a:pt x="381162" y="558775"/>
                  </a:lnTo>
                  <a:lnTo>
                    <a:pt x="307600" y="640080"/>
                  </a:lnTo>
                  <a:lnTo>
                    <a:pt x="318421" y="542706"/>
                  </a:lnTo>
                  <a:lnTo>
                    <a:pt x="326346" y="471354"/>
                  </a:lnTo>
                  <a:lnTo>
                    <a:pt x="255032" y="479631"/>
                  </a:lnTo>
                  <a:lnTo>
                    <a:pt x="185918" y="487651"/>
                  </a:lnTo>
                  <a:lnTo>
                    <a:pt x="257470" y="428701"/>
                  </a:lnTo>
                  <a:lnTo>
                    <a:pt x="309020" y="386239"/>
                  </a:lnTo>
                  <a:lnTo>
                    <a:pt x="259109" y="341881"/>
                  </a:lnTo>
                  <a:lnTo>
                    <a:pt x="197453" y="287084"/>
                  </a:lnTo>
                  <a:lnTo>
                    <a:pt x="259023" y="289874"/>
                  </a:lnTo>
                  <a:lnTo>
                    <a:pt x="324202" y="292837"/>
                  </a:lnTo>
                  <a:lnTo>
                    <a:pt x="318554" y="227838"/>
                  </a:lnTo>
                  <a:close/>
                  <a:moveTo>
                    <a:pt x="257042" y="0"/>
                  </a:moveTo>
                  <a:lnTo>
                    <a:pt x="261585" y="232772"/>
                  </a:lnTo>
                  <a:lnTo>
                    <a:pt x="38967" y="222647"/>
                  </a:lnTo>
                  <a:lnTo>
                    <a:pt x="221132" y="384572"/>
                  </a:lnTo>
                  <a:lnTo>
                    <a:pt x="0" y="566738"/>
                  </a:lnTo>
                  <a:lnTo>
                    <a:pt x="261614" y="536381"/>
                  </a:lnTo>
                  <a:lnTo>
                    <a:pt x="231257" y="809625"/>
                  </a:lnTo>
                  <a:lnTo>
                    <a:pt x="423539" y="597103"/>
                  </a:lnTo>
                  <a:lnTo>
                    <a:pt x="636070" y="748903"/>
                  </a:lnTo>
                  <a:lnTo>
                    <a:pt x="595589" y="506016"/>
                  </a:lnTo>
                  <a:lnTo>
                    <a:pt x="815940" y="465534"/>
                  </a:lnTo>
                  <a:lnTo>
                    <a:pt x="636070" y="364331"/>
                  </a:lnTo>
                  <a:lnTo>
                    <a:pt x="818093" y="144304"/>
                  </a:lnTo>
                  <a:lnTo>
                    <a:pt x="565223" y="232772"/>
                  </a:lnTo>
                  <a:lnTo>
                    <a:pt x="534867" y="30366"/>
                  </a:lnTo>
                  <a:lnTo>
                    <a:pt x="412299" y="175574"/>
                  </a:lnTo>
                  <a:close/>
                </a:path>
              </a:pathLst>
            </a:custGeom>
            <a:solidFill>
              <a:schemeClr val="tx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54" name="Freihandform 61">
              <a:extLst>
                <a:ext uri="{FF2B5EF4-FFF2-40B4-BE49-F238E27FC236}">
                  <a16:creationId xmlns:a16="http://schemas.microsoft.com/office/drawing/2014/main" id="{9A83ED4D-8FA2-1125-A589-6DE1DD8E2484}"/>
                </a:ext>
              </a:extLst>
            </p:cNvPr>
            <p:cNvSpPr/>
            <p:nvPr/>
          </p:nvSpPr>
          <p:spPr>
            <a:xfrm>
              <a:off x="7068026" y="5098349"/>
              <a:ext cx="267414" cy="266738"/>
            </a:xfrm>
            <a:custGeom>
              <a:avLst/>
              <a:gdLst>
                <a:gd name="connsiteX0" fmla="*/ 77915 w 267414"/>
                <a:gd name="connsiteY0" fmla="*/ 191529 h 266738"/>
                <a:gd name="connsiteX1" fmla="*/ 0 w 267414"/>
                <a:gd name="connsiteY1" fmla="*/ 195367 h 266738"/>
                <a:gd name="connsiteX2" fmla="*/ 58122 w 267414"/>
                <a:gd name="connsiteY2" fmla="*/ 135626 h 266738"/>
                <a:gd name="connsiteX3" fmla="*/ 13668 w 267414"/>
                <a:gd name="connsiteY3" fmla="*/ 87573 h 266738"/>
                <a:gd name="connsiteX4" fmla="*/ 79991 w 267414"/>
                <a:gd name="connsiteY4" fmla="*/ 81420 h 266738"/>
                <a:gd name="connsiteX5" fmla="*/ 79991 w 267414"/>
                <a:gd name="connsiteY5" fmla="*/ 27575 h 266738"/>
                <a:gd name="connsiteX6" fmla="*/ 133417 w 267414"/>
                <a:gd name="connsiteY6" fmla="*/ 59626 h 266738"/>
                <a:gd name="connsiteX7" fmla="*/ 187176 w 267414"/>
                <a:gd name="connsiteY7" fmla="*/ 0 h 266738"/>
                <a:gd name="connsiteX8" fmla="*/ 192119 w 267414"/>
                <a:gd name="connsiteY8" fmla="*/ 88573 h 266738"/>
                <a:gd name="connsiteX9" fmla="*/ 245069 w 267414"/>
                <a:gd name="connsiteY9" fmla="*/ 90430 h 266738"/>
                <a:gd name="connsiteX10" fmla="*/ 213027 w 267414"/>
                <a:gd name="connsiteY10" fmla="*/ 133140 h 266738"/>
                <a:gd name="connsiteX11" fmla="*/ 267414 w 267414"/>
                <a:gd name="connsiteY11" fmla="*/ 165773 h 266738"/>
                <a:gd name="connsiteX12" fmla="*/ 199939 w 267414"/>
                <a:gd name="connsiteY12" fmla="*/ 188262 h 266738"/>
                <a:gd name="connsiteX13" fmla="*/ 204340 w 267414"/>
                <a:gd name="connsiteY13" fmla="*/ 264805 h 266738"/>
                <a:gd name="connsiteX14" fmla="*/ 135179 w 267414"/>
                <a:gd name="connsiteY14" fmla="*/ 220294 h 266738"/>
                <a:gd name="connsiteX15" fmla="*/ 63227 w 267414"/>
                <a:gd name="connsiteY15" fmla="*/ 266738 h 266738"/>
                <a:gd name="connsiteX16" fmla="*/ 77915 w 267414"/>
                <a:gd name="connsiteY16" fmla="*/ 191529 h 266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67414" h="266738">
                  <a:moveTo>
                    <a:pt x="77915" y="191529"/>
                  </a:moveTo>
                  <a:lnTo>
                    <a:pt x="0" y="195367"/>
                  </a:lnTo>
                  <a:lnTo>
                    <a:pt x="58122" y="135626"/>
                  </a:lnTo>
                  <a:lnTo>
                    <a:pt x="13668" y="87573"/>
                  </a:lnTo>
                  <a:lnTo>
                    <a:pt x="79991" y="81420"/>
                  </a:lnTo>
                  <a:lnTo>
                    <a:pt x="79991" y="27575"/>
                  </a:lnTo>
                  <a:lnTo>
                    <a:pt x="133417" y="59626"/>
                  </a:lnTo>
                  <a:lnTo>
                    <a:pt x="187176" y="0"/>
                  </a:lnTo>
                  <a:lnTo>
                    <a:pt x="192119" y="88573"/>
                  </a:lnTo>
                  <a:lnTo>
                    <a:pt x="245069" y="90430"/>
                  </a:lnTo>
                  <a:lnTo>
                    <a:pt x="213027" y="133140"/>
                  </a:lnTo>
                  <a:lnTo>
                    <a:pt x="267414" y="165773"/>
                  </a:lnTo>
                  <a:lnTo>
                    <a:pt x="199939" y="188262"/>
                  </a:lnTo>
                  <a:lnTo>
                    <a:pt x="204340" y="264805"/>
                  </a:lnTo>
                  <a:lnTo>
                    <a:pt x="135179" y="220294"/>
                  </a:lnTo>
                  <a:lnTo>
                    <a:pt x="63227" y="266738"/>
                  </a:lnTo>
                  <a:lnTo>
                    <a:pt x="77915" y="191529"/>
                  </a:ln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pic>
        <p:nvPicPr>
          <p:cNvPr id="155" name="Grafik 154" descr="Feuer mit einfarbiger Füllung">
            <a:extLst>
              <a:ext uri="{FF2B5EF4-FFF2-40B4-BE49-F238E27FC236}">
                <a16:creationId xmlns:a16="http://schemas.microsoft.com/office/drawing/2014/main" id="{E1D16120-70CF-B3B1-1C75-F2423167871B}"/>
              </a:ext>
            </a:extLst>
          </p:cNvPr>
          <p:cNvPicPr>
            <a:picLocks noChangeAspect="1"/>
          </p:cNvPicPr>
          <p:nvPr/>
        </p:nvPicPr>
        <p:blipFill>
          <a:blip r:embed="rId59">
            <a:extLst>
              <a:ext uri="{28A0092B-C50C-407E-A947-70E740481C1C}">
                <a14:useLocalDpi xmlns:a14="http://schemas.microsoft.com/office/drawing/2010/main" val="0"/>
              </a:ext>
              <a:ext uri="{96DAC541-7B7A-43D3-8B79-37D633B846F1}">
                <asvg:svgBlip xmlns:asvg="http://schemas.microsoft.com/office/drawing/2016/SVG/main" r:embed="rId60"/>
              </a:ext>
            </a:extLst>
          </a:blip>
          <a:stretch>
            <a:fillRect/>
          </a:stretch>
        </p:blipFill>
        <p:spPr>
          <a:xfrm>
            <a:off x="7134146" y="5145972"/>
            <a:ext cx="914400" cy="914400"/>
          </a:xfrm>
          <a:prstGeom prst="rect">
            <a:avLst/>
          </a:prstGeom>
        </p:spPr>
      </p:pic>
      <p:pic>
        <p:nvPicPr>
          <p:cNvPr id="156" name="Grafik 155" descr="Herz, pulsierend mit einfarbiger Füllung">
            <a:extLst>
              <a:ext uri="{FF2B5EF4-FFF2-40B4-BE49-F238E27FC236}">
                <a16:creationId xmlns:a16="http://schemas.microsoft.com/office/drawing/2014/main" id="{8BE40F42-1D1F-17BE-9019-FAA9643288F9}"/>
              </a:ext>
            </a:extLst>
          </p:cNvPr>
          <p:cNvPicPr>
            <a:picLocks noChangeAspect="1"/>
          </p:cNvPicPr>
          <p:nvPr/>
        </p:nvPicPr>
        <p:blipFill>
          <a:blip r:embed="rId61">
            <a:extLst>
              <a:ext uri="{28A0092B-C50C-407E-A947-70E740481C1C}">
                <a14:useLocalDpi xmlns:a14="http://schemas.microsoft.com/office/drawing/2010/main" val="0"/>
              </a:ext>
              <a:ext uri="{96DAC541-7B7A-43D3-8B79-37D633B846F1}">
                <asvg:svgBlip xmlns:asvg="http://schemas.microsoft.com/office/drawing/2016/SVG/main" r:embed="rId62"/>
              </a:ext>
            </a:extLst>
          </a:blip>
          <a:stretch>
            <a:fillRect/>
          </a:stretch>
        </p:blipFill>
        <p:spPr>
          <a:xfrm>
            <a:off x="9723352" y="5069654"/>
            <a:ext cx="914400" cy="914400"/>
          </a:xfrm>
          <a:prstGeom prst="rect">
            <a:avLst/>
          </a:prstGeom>
        </p:spPr>
      </p:pic>
      <p:pic>
        <p:nvPicPr>
          <p:cNvPr id="160" name="Grafik 159">
            <a:extLst>
              <a:ext uri="{FF2B5EF4-FFF2-40B4-BE49-F238E27FC236}">
                <a16:creationId xmlns:a16="http://schemas.microsoft.com/office/drawing/2014/main" id="{E268D193-227A-6E43-DCBA-3B3079A0853C}"/>
              </a:ext>
            </a:extLst>
          </p:cNvPr>
          <p:cNvPicPr>
            <a:picLocks noChangeAspect="1"/>
          </p:cNvPicPr>
          <p:nvPr/>
        </p:nvPicPr>
        <p:blipFill>
          <a:blip r:embed="rId63"/>
          <a:stretch>
            <a:fillRect/>
          </a:stretch>
        </p:blipFill>
        <p:spPr>
          <a:xfrm>
            <a:off x="2323507" y="5044233"/>
            <a:ext cx="805164" cy="543947"/>
          </a:xfrm>
          <a:prstGeom prst="rect">
            <a:avLst/>
          </a:prstGeom>
        </p:spPr>
      </p:pic>
      <p:grpSp>
        <p:nvGrpSpPr>
          <p:cNvPr id="161" name="Gruppieren 160">
            <a:extLst>
              <a:ext uri="{FF2B5EF4-FFF2-40B4-BE49-F238E27FC236}">
                <a16:creationId xmlns:a16="http://schemas.microsoft.com/office/drawing/2014/main" id="{0CA1D1CE-07B4-51BB-D439-3E676EF78337}"/>
              </a:ext>
            </a:extLst>
          </p:cNvPr>
          <p:cNvGrpSpPr/>
          <p:nvPr/>
        </p:nvGrpSpPr>
        <p:grpSpPr>
          <a:xfrm>
            <a:off x="9292007" y="3329522"/>
            <a:ext cx="618360" cy="729004"/>
            <a:chOff x="782112" y="5710397"/>
            <a:chExt cx="320212" cy="413006"/>
          </a:xfrm>
        </p:grpSpPr>
        <p:sp>
          <p:nvSpPr>
            <p:cNvPr id="162" name="Freihandform: Form 161">
              <a:extLst>
                <a:ext uri="{FF2B5EF4-FFF2-40B4-BE49-F238E27FC236}">
                  <a16:creationId xmlns:a16="http://schemas.microsoft.com/office/drawing/2014/main" id="{1B9CE792-4251-07D2-7F6A-C49105EFBAE8}"/>
                </a:ext>
              </a:extLst>
            </p:cNvPr>
            <p:cNvSpPr/>
            <p:nvPr/>
          </p:nvSpPr>
          <p:spPr>
            <a:xfrm>
              <a:off x="824105" y="6046935"/>
              <a:ext cx="244700" cy="76468"/>
            </a:xfrm>
            <a:custGeom>
              <a:avLst/>
              <a:gdLst>
                <a:gd name="connsiteX0" fmla="*/ 206466 w 244700"/>
                <a:gd name="connsiteY0" fmla="*/ 0 h 76468"/>
                <a:gd name="connsiteX1" fmla="*/ 38234 w 244700"/>
                <a:gd name="connsiteY1" fmla="*/ 0 h 76468"/>
                <a:gd name="connsiteX2" fmla="*/ 0 w 244700"/>
                <a:gd name="connsiteY2" fmla="*/ 38234 h 76468"/>
                <a:gd name="connsiteX3" fmla="*/ 38234 w 244700"/>
                <a:gd name="connsiteY3" fmla="*/ 76469 h 76468"/>
                <a:gd name="connsiteX4" fmla="*/ 206466 w 244700"/>
                <a:gd name="connsiteY4" fmla="*/ 76469 h 76468"/>
                <a:gd name="connsiteX5" fmla="*/ 244700 w 244700"/>
                <a:gd name="connsiteY5" fmla="*/ 38234 h 76468"/>
                <a:gd name="connsiteX6" fmla="*/ 206466 w 244700"/>
                <a:gd name="connsiteY6" fmla="*/ 0 h 76468"/>
                <a:gd name="connsiteX7" fmla="*/ 48430 w 244700"/>
                <a:gd name="connsiteY7" fmla="*/ 53528 h 76468"/>
                <a:gd name="connsiteX8" fmla="*/ 33137 w 244700"/>
                <a:gd name="connsiteY8" fmla="*/ 38234 h 76468"/>
                <a:gd name="connsiteX9" fmla="*/ 48430 w 244700"/>
                <a:gd name="connsiteY9" fmla="*/ 22941 h 76468"/>
                <a:gd name="connsiteX10" fmla="*/ 63724 w 244700"/>
                <a:gd name="connsiteY10" fmla="*/ 38234 h 76468"/>
                <a:gd name="connsiteX11" fmla="*/ 48430 w 244700"/>
                <a:gd name="connsiteY11" fmla="*/ 53528 h 76468"/>
                <a:gd name="connsiteX12" fmla="*/ 122350 w 244700"/>
                <a:gd name="connsiteY12" fmla="*/ 53528 h 76468"/>
                <a:gd name="connsiteX13" fmla="*/ 107056 w 244700"/>
                <a:gd name="connsiteY13" fmla="*/ 38234 h 76468"/>
                <a:gd name="connsiteX14" fmla="*/ 122350 w 244700"/>
                <a:gd name="connsiteY14" fmla="*/ 22941 h 76468"/>
                <a:gd name="connsiteX15" fmla="*/ 137644 w 244700"/>
                <a:gd name="connsiteY15" fmla="*/ 38234 h 76468"/>
                <a:gd name="connsiteX16" fmla="*/ 122350 w 244700"/>
                <a:gd name="connsiteY16" fmla="*/ 53528 h 76468"/>
                <a:gd name="connsiteX17" fmla="*/ 196270 w 244700"/>
                <a:gd name="connsiteY17" fmla="*/ 53528 h 76468"/>
                <a:gd name="connsiteX18" fmla="*/ 180976 w 244700"/>
                <a:gd name="connsiteY18" fmla="*/ 38234 h 76468"/>
                <a:gd name="connsiteX19" fmla="*/ 196270 w 244700"/>
                <a:gd name="connsiteY19" fmla="*/ 22941 h 76468"/>
                <a:gd name="connsiteX20" fmla="*/ 211564 w 244700"/>
                <a:gd name="connsiteY20" fmla="*/ 38234 h 76468"/>
                <a:gd name="connsiteX21" fmla="*/ 196270 w 244700"/>
                <a:gd name="connsiteY21" fmla="*/ 53528 h 76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44700" h="76468">
                  <a:moveTo>
                    <a:pt x="206466" y="0"/>
                  </a:moveTo>
                  <a:lnTo>
                    <a:pt x="38234" y="0"/>
                  </a:lnTo>
                  <a:cubicBezTo>
                    <a:pt x="17118" y="0"/>
                    <a:pt x="0" y="17118"/>
                    <a:pt x="0" y="38234"/>
                  </a:cubicBezTo>
                  <a:cubicBezTo>
                    <a:pt x="0" y="59351"/>
                    <a:pt x="17118" y="76469"/>
                    <a:pt x="38234" y="76469"/>
                  </a:cubicBezTo>
                  <a:lnTo>
                    <a:pt x="206466" y="76469"/>
                  </a:lnTo>
                  <a:cubicBezTo>
                    <a:pt x="227582" y="76469"/>
                    <a:pt x="244700" y="59351"/>
                    <a:pt x="244700" y="38234"/>
                  </a:cubicBezTo>
                  <a:cubicBezTo>
                    <a:pt x="244700" y="17118"/>
                    <a:pt x="227582" y="0"/>
                    <a:pt x="206466" y="0"/>
                  </a:cubicBezTo>
                  <a:close/>
                  <a:moveTo>
                    <a:pt x="48430" y="53528"/>
                  </a:moveTo>
                  <a:cubicBezTo>
                    <a:pt x="39984" y="53528"/>
                    <a:pt x="33137" y="46681"/>
                    <a:pt x="33137" y="38234"/>
                  </a:cubicBezTo>
                  <a:cubicBezTo>
                    <a:pt x="33137" y="29788"/>
                    <a:pt x="39984" y="22941"/>
                    <a:pt x="48430" y="22941"/>
                  </a:cubicBezTo>
                  <a:cubicBezTo>
                    <a:pt x="56877" y="22941"/>
                    <a:pt x="63724" y="29788"/>
                    <a:pt x="63724" y="38234"/>
                  </a:cubicBezTo>
                  <a:cubicBezTo>
                    <a:pt x="63724" y="46681"/>
                    <a:pt x="56877" y="53528"/>
                    <a:pt x="48430" y="53528"/>
                  </a:cubicBezTo>
                  <a:close/>
                  <a:moveTo>
                    <a:pt x="122350" y="53528"/>
                  </a:moveTo>
                  <a:cubicBezTo>
                    <a:pt x="113903" y="53528"/>
                    <a:pt x="107056" y="46681"/>
                    <a:pt x="107056" y="38234"/>
                  </a:cubicBezTo>
                  <a:cubicBezTo>
                    <a:pt x="107056" y="29788"/>
                    <a:pt x="113903" y="22941"/>
                    <a:pt x="122350" y="22941"/>
                  </a:cubicBezTo>
                  <a:cubicBezTo>
                    <a:pt x="130797" y="22941"/>
                    <a:pt x="137644" y="29788"/>
                    <a:pt x="137644" y="38234"/>
                  </a:cubicBezTo>
                  <a:cubicBezTo>
                    <a:pt x="137644" y="46681"/>
                    <a:pt x="130797" y="53528"/>
                    <a:pt x="122350" y="53528"/>
                  </a:cubicBezTo>
                  <a:close/>
                  <a:moveTo>
                    <a:pt x="196270" y="53528"/>
                  </a:moveTo>
                  <a:cubicBezTo>
                    <a:pt x="187823" y="53528"/>
                    <a:pt x="180976" y="46681"/>
                    <a:pt x="180976" y="38234"/>
                  </a:cubicBezTo>
                  <a:cubicBezTo>
                    <a:pt x="180976" y="29788"/>
                    <a:pt x="187823" y="22941"/>
                    <a:pt x="196270" y="22941"/>
                  </a:cubicBezTo>
                  <a:cubicBezTo>
                    <a:pt x="204717" y="22941"/>
                    <a:pt x="211564" y="29788"/>
                    <a:pt x="211564" y="38234"/>
                  </a:cubicBezTo>
                  <a:cubicBezTo>
                    <a:pt x="211564" y="46681"/>
                    <a:pt x="204717" y="53528"/>
                    <a:pt x="196270" y="53528"/>
                  </a:cubicBezTo>
                  <a:close/>
                </a:path>
              </a:pathLst>
            </a:custGeom>
            <a:solidFill>
              <a:schemeClr val="accent1"/>
            </a:solidFill>
            <a:ln w="50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63" name="Freihandform: Form 162">
              <a:extLst>
                <a:ext uri="{FF2B5EF4-FFF2-40B4-BE49-F238E27FC236}">
                  <a16:creationId xmlns:a16="http://schemas.microsoft.com/office/drawing/2014/main" id="{D011407B-303A-83E3-F53F-BEE2513D8D8F}"/>
                </a:ext>
              </a:extLst>
            </p:cNvPr>
            <p:cNvSpPr/>
            <p:nvPr/>
          </p:nvSpPr>
          <p:spPr>
            <a:xfrm>
              <a:off x="966388" y="5814980"/>
              <a:ext cx="15293" cy="15293"/>
            </a:xfrm>
            <a:custGeom>
              <a:avLst/>
              <a:gdLst>
                <a:gd name="connsiteX0" fmla="*/ 15294 w 15293"/>
                <a:gd name="connsiteY0" fmla="*/ 7647 h 15293"/>
                <a:gd name="connsiteX1" fmla="*/ 7647 w 15293"/>
                <a:gd name="connsiteY1" fmla="*/ 15294 h 15293"/>
                <a:gd name="connsiteX2" fmla="*/ 0 w 15293"/>
                <a:gd name="connsiteY2" fmla="*/ 7647 h 15293"/>
                <a:gd name="connsiteX3" fmla="*/ 7647 w 15293"/>
                <a:gd name="connsiteY3" fmla="*/ 0 h 15293"/>
                <a:gd name="connsiteX4" fmla="*/ 15294 w 15293"/>
                <a:gd name="connsiteY4" fmla="*/ 7647 h 15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93" h="15293">
                  <a:moveTo>
                    <a:pt x="15294" y="7647"/>
                  </a:moveTo>
                  <a:cubicBezTo>
                    <a:pt x="15294" y="11870"/>
                    <a:pt x="11870" y="15294"/>
                    <a:pt x="7647" y="15294"/>
                  </a:cubicBezTo>
                  <a:cubicBezTo>
                    <a:pt x="3424" y="15294"/>
                    <a:pt x="0" y="11870"/>
                    <a:pt x="0" y="7647"/>
                  </a:cubicBezTo>
                  <a:cubicBezTo>
                    <a:pt x="0" y="3424"/>
                    <a:pt x="3424" y="0"/>
                    <a:pt x="7647" y="0"/>
                  </a:cubicBezTo>
                  <a:cubicBezTo>
                    <a:pt x="11870" y="0"/>
                    <a:pt x="15294" y="3424"/>
                    <a:pt x="15294" y="7647"/>
                  </a:cubicBezTo>
                  <a:close/>
                </a:path>
              </a:pathLst>
            </a:custGeom>
            <a:solidFill>
              <a:schemeClr val="accent1"/>
            </a:solidFill>
            <a:ln w="50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64" name="Freihandform: Form 163">
              <a:extLst>
                <a:ext uri="{FF2B5EF4-FFF2-40B4-BE49-F238E27FC236}">
                  <a16:creationId xmlns:a16="http://schemas.microsoft.com/office/drawing/2014/main" id="{364FC4F2-CCA2-2201-DAA1-F18E701B6489}"/>
                </a:ext>
              </a:extLst>
            </p:cNvPr>
            <p:cNvSpPr/>
            <p:nvPr/>
          </p:nvSpPr>
          <p:spPr>
            <a:xfrm>
              <a:off x="880590" y="5710397"/>
              <a:ext cx="132546" cy="163208"/>
            </a:xfrm>
            <a:custGeom>
              <a:avLst/>
              <a:gdLst>
                <a:gd name="connsiteX0" fmla="*/ 110166 w 132546"/>
                <a:gd name="connsiteY0" fmla="*/ 61250 h 163208"/>
                <a:gd name="connsiteX1" fmla="*/ 76469 w 132546"/>
                <a:gd name="connsiteY1" fmla="*/ 61250 h 163208"/>
                <a:gd name="connsiteX2" fmla="*/ 76469 w 132546"/>
                <a:gd name="connsiteY2" fmla="*/ 38055 h 163208"/>
                <a:gd name="connsiteX3" fmla="*/ 83933 w 132546"/>
                <a:gd name="connsiteY3" fmla="*/ 10199 h 163208"/>
                <a:gd name="connsiteX4" fmla="*/ 56077 w 132546"/>
                <a:gd name="connsiteY4" fmla="*/ 2735 h 163208"/>
                <a:gd name="connsiteX5" fmla="*/ 48613 w 132546"/>
                <a:gd name="connsiteY5" fmla="*/ 30591 h 163208"/>
                <a:gd name="connsiteX6" fmla="*/ 56077 w 132546"/>
                <a:gd name="connsiteY6" fmla="*/ 38055 h 163208"/>
                <a:gd name="connsiteX7" fmla="*/ 56077 w 132546"/>
                <a:gd name="connsiteY7" fmla="*/ 61250 h 163208"/>
                <a:gd name="connsiteX8" fmla="*/ 22380 w 132546"/>
                <a:gd name="connsiteY8" fmla="*/ 61250 h 163208"/>
                <a:gd name="connsiteX9" fmla="*/ 0 w 132546"/>
                <a:gd name="connsiteY9" fmla="*/ 83630 h 163208"/>
                <a:gd name="connsiteX10" fmla="*/ 0 w 132546"/>
                <a:gd name="connsiteY10" fmla="*/ 140829 h 163208"/>
                <a:gd name="connsiteX11" fmla="*/ 22380 w 132546"/>
                <a:gd name="connsiteY11" fmla="*/ 163209 h 163208"/>
                <a:gd name="connsiteX12" fmla="*/ 110166 w 132546"/>
                <a:gd name="connsiteY12" fmla="*/ 163209 h 163208"/>
                <a:gd name="connsiteX13" fmla="*/ 132546 w 132546"/>
                <a:gd name="connsiteY13" fmla="*/ 140829 h 163208"/>
                <a:gd name="connsiteX14" fmla="*/ 132546 w 132546"/>
                <a:gd name="connsiteY14" fmla="*/ 83630 h 163208"/>
                <a:gd name="connsiteX15" fmla="*/ 110166 w 132546"/>
                <a:gd name="connsiteY15" fmla="*/ 61250 h 163208"/>
                <a:gd name="connsiteX16" fmla="*/ 40783 w 132546"/>
                <a:gd name="connsiteY16" fmla="*/ 127523 h 163208"/>
                <a:gd name="connsiteX17" fmla="*/ 25490 w 132546"/>
                <a:gd name="connsiteY17" fmla="*/ 112230 h 163208"/>
                <a:gd name="connsiteX18" fmla="*/ 40783 w 132546"/>
                <a:gd name="connsiteY18" fmla="*/ 96936 h 163208"/>
                <a:gd name="connsiteX19" fmla="*/ 56077 w 132546"/>
                <a:gd name="connsiteY19" fmla="*/ 112230 h 163208"/>
                <a:gd name="connsiteX20" fmla="*/ 40783 w 132546"/>
                <a:gd name="connsiteY20" fmla="*/ 127523 h 163208"/>
                <a:gd name="connsiteX21" fmla="*/ 91763 w 132546"/>
                <a:gd name="connsiteY21" fmla="*/ 127523 h 163208"/>
                <a:gd name="connsiteX22" fmla="*/ 76469 w 132546"/>
                <a:gd name="connsiteY22" fmla="*/ 112230 h 163208"/>
                <a:gd name="connsiteX23" fmla="*/ 91763 w 132546"/>
                <a:gd name="connsiteY23" fmla="*/ 96936 h 163208"/>
                <a:gd name="connsiteX24" fmla="*/ 107056 w 132546"/>
                <a:gd name="connsiteY24" fmla="*/ 112230 h 163208"/>
                <a:gd name="connsiteX25" fmla="*/ 91763 w 132546"/>
                <a:gd name="connsiteY25" fmla="*/ 127523 h 163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32546" h="163208">
                  <a:moveTo>
                    <a:pt x="110166" y="61250"/>
                  </a:moveTo>
                  <a:lnTo>
                    <a:pt x="76469" y="61250"/>
                  </a:lnTo>
                  <a:lnTo>
                    <a:pt x="76469" y="38055"/>
                  </a:lnTo>
                  <a:cubicBezTo>
                    <a:pt x="86222" y="32424"/>
                    <a:pt x="89564" y="19952"/>
                    <a:pt x="83933" y="10199"/>
                  </a:cubicBezTo>
                  <a:cubicBezTo>
                    <a:pt x="78302" y="446"/>
                    <a:pt x="65831" y="-2896"/>
                    <a:pt x="56077" y="2735"/>
                  </a:cubicBezTo>
                  <a:cubicBezTo>
                    <a:pt x="46324" y="8366"/>
                    <a:pt x="42982" y="20838"/>
                    <a:pt x="48613" y="30591"/>
                  </a:cubicBezTo>
                  <a:cubicBezTo>
                    <a:pt x="50403" y="33691"/>
                    <a:pt x="52977" y="36265"/>
                    <a:pt x="56077" y="38055"/>
                  </a:cubicBezTo>
                  <a:lnTo>
                    <a:pt x="56077" y="61250"/>
                  </a:lnTo>
                  <a:lnTo>
                    <a:pt x="22380" y="61250"/>
                  </a:lnTo>
                  <a:cubicBezTo>
                    <a:pt x="10032" y="61278"/>
                    <a:pt x="28" y="71282"/>
                    <a:pt x="0" y="83630"/>
                  </a:cubicBezTo>
                  <a:lnTo>
                    <a:pt x="0" y="140829"/>
                  </a:lnTo>
                  <a:cubicBezTo>
                    <a:pt x="28" y="153177"/>
                    <a:pt x="10032" y="163181"/>
                    <a:pt x="22380" y="163209"/>
                  </a:cubicBezTo>
                  <a:lnTo>
                    <a:pt x="110166" y="163209"/>
                  </a:lnTo>
                  <a:cubicBezTo>
                    <a:pt x="122514" y="163181"/>
                    <a:pt x="132518" y="153177"/>
                    <a:pt x="132546" y="140829"/>
                  </a:cubicBezTo>
                  <a:lnTo>
                    <a:pt x="132546" y="83630"/>
                  </a:lnTo>
                  <a:cubicBezTo>
                    <a:pt x="132518" y="71282"/>
                    <a:pt x="122514" y="61278"/>
                    <a:pt x="110166" y="61250"/>
                  </a:cubicBezTo>
                  <a:close/>
                  <a:moveTo>
                    <a:pt x="40783" y="127523"/>
                  </a:moveTo>
                  <a:cubicBezTo>
                    <a:pt x="32337" y="127523"/>
                    <a:pt x="25490" y="120676"/>
                    <a:pt x="25490" y="112230"/>
                  </a:cubicBezTo>
                  <a:cubicBezTo>
                    <a:pt x="25490" y="103783"/>
                    <a:pt x="32337" y="96936"/>
                    <a:pt x="40783" y="96936"/>
                  </a:cubicBezTo>
                  <a:cubicBezTo>
                    <a:pt x="49230" y="96936"/>
                    <a:pt x="56077" y="103783"/>
                    <a:pt x="56077" y="112230"/>
                  </a:cubicBezTo>
                  <a:cubicBezTo>
                    <a:pt x="56077" y="120676"/>
                    <a:pt x="49230" y="127523"/>
                    <a:pt x="40783" y="127523"/>
                  </a:cubicBezTo>
                  <a:close/>
                  <a:moveTo>
                    <a:pt x="91763" y="127523"/>
                  </a:moveTo>
                  <a:cubicBezTo>
                    <a:pt x="83316" y="127523"/>
                    <a:pt x="76469" y="120676"/>
                    <a:pt x="76469" y="112230"/>
                  </a:cubicBezTo>
                  <a:cubicBezTo>
                    <a:pt x="76469" y="103783"/>
                    <a:pt x="83316" y="96936"/>
                    <a:pt x="91763" y="96936"/>
                  </a:cubicBezTo>
                  <a:cubicBezTo>
                    <a:pt x="100209" y="96936"/>
                    <a:pt x="107056" y="103783"/>
                    <a:pt x="107056" y="112230"/>
                  </a:cubicBezTo>
                  <a:cubicBezTo>
                    <a:pt x="107056" y="120676"/>
                    <a:pt x="100209" y="127523"/>
                    <a:pt x="91763" y="127523"/>
                  </a:cubicBezTo>
                  <a:close/>
                </a:path>
              </a:pathLst>
            </a:custGeom>
            <a:solidFill>
              <a:schemeClr val="accent2"/>
            </a:solidFill>
            <a:ln w="50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65" name="Freihandform: Form 164">
              <a:extLst>
                <a:ext uri="{FF2B5EF4-FFF2-40B4-BE49-F238E27FC236}">
                  <a16:creationId xmlns:a16="http://schemas.microsoft.com/office/drawing/2014/main" id="{E43B7DDD-CB69-E589-D9EC-821D31A8793C}"/>
                </a:ext>
              </a:extLst>
            </p:cNvPr>
            <p:cNvSpPr/>
            <p:nvPr/>
          </p:nvSpPr>
          <p:spPr>
            <a:xfrm>
              <a:off x="915409" y="5814980"/>
              <a:ext cx="15293" cy="15293"/>
            </a:xfrm>
            <a:custGeom>
              <a:avLst/>
              <a:gdLst>
                <a:gd name="connsiteX0" fmla="*/ 15294 w 15293"/>
                <a:gd name="connsiteY0" fmla="*/ 7647 h 15293"/>
                <a:gd name="connsiteX1" fmla="*/ 7647 w 15293"/>
                <a:gd name="connsiteY1" fmla="*/ 15294 h 15293"/>
                <a:gd name="connsiteX2" fmla="*/ 0 w 15293"/>
                <a:gd name="connsiteY2" fmla="*/ 7647 h 15293"/>
                <a:gd name="connsiteX3" fmla="*/ 7647 w 15293"/>
                <a:gd name="connsiteY3" fmla="*/ 0 h 15293"/>
                <a:gd name="connsiteX4" fmla="*/ 15294 w 15293"/>
                <a:gd name="connsiteY4" fmla="*/ 7647 h 15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93" h="15293">
                  <a:moveTo>
                    <a:pt x="15294" y="7647"/>
                  </a:moveTo>
                  <a:cubicBezTo>
                    <a:pt x="15294" y="11870"/>
                    <a:pt x="11870" y="15294"/>
                    <a:pt x="7647" y="15294"/>
                  </a:cubicBezTo>
                  <a:cubicBezTo>
                    <a:pt x="3424" y="15294"/>
                    <a:pt x="0" y="11870"/>
                    <a:pt x="0" y="7647"/>
                  </a:cubicBezTo>
                  <a:cubicBezTo>
                    <a:pt x="0" y="3424"/>
                    <a:pt x="3424" y="0"/>
                    <a:pt x="7647" y="0"/>
                  </a:cubicBezTo>
                  <a:cubicBezTo>
                    <a:pt x="11870" y="0"/>
                    <a:pt x="15294" y="3424"/>
                    <a:pt x="15294" y="7647"/>
                  </a:cubicBezTo>
                  <a:close/>
                </a:path>
              </a:pathLst>
            </a:custGeom>
            <a:solidFill>
              <a:schemeClr val="accent1"/>
            </a:solidFill>
            <a:ln w="50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66" name="Freihandform: Form 165">
              <a:extLst>
                <a:ext uri="{FF2B5EF4-FFF2-40B4-BE49-F238E27FC236}">
                  <a16:creationId xmlns:a16="http://schemas.microsoft.com/office/drawing/2014/main" id="{65B7BF76-0328-BC3C-0A80-7480C49899E5}"/>
                </a:ext>
              </a:extLst>
            </p:cNvPr>
            <p:cNvSpPr/>
            <p:nvPr/>
          </p:nvSpPr>
          <p:spPr>
            <a:xfrm>
              <a:off x="782112" y="5820944"/>
              <a:ext cx="320212" cy="212328"/>
            </a:xfrm>
            <a:custGeom>
              <a:avLst/>
              <a:gdLst>
                <a:gd name="connsiteX0" fmla="*/ 297297 w 320212"/>
                <a:gd name="connsiteY0" fmla="*/ 158800 h 212328"/>
                <a:gd name="connsiteX1" fmla="*/ 297297 w 320212"/>
                <a:gd name="connsiteY1" fmla="*/ 116335 h 212328"/>
                <a:gd name="connsiteX2" fmla="*/ 274407 w 320212"/>
                <a:gd name="connsiteY2" fmla="*/ 93445 h 212328"/>
                <a:gd name="connsiteX3" fmla="*/ 246318 w 320212"/>
                <a:gd name="connsiteY3" fmla="*/ 93445 h 212328"/>
                <a:gd name="connsiteX4" fmla="*/ 246318 w 320212"/>
                <a:gd name="connsiteY4" fmla="*/ 67955 h 212328"/>
                <a:gd name="connsiteX5" fmla="*/ 83184 w 320212"/>
                <a:gd name="connsiteY5" fmla="*/ 67955 h 212328"/>
                <a:gd name="connsiteX6" fmla="*/ 83184 w 320212"/>
                <a:gd name="connsiteY6" fmla="*/ 98543 h 212328"/>
                <a:gd name="connsiteX7" fmla="*/ 44898 w 320212"/>
                <a:gd name="connsiteY7" fmla="*/ 98543 h 212328"/>
                <a:gd name="connsiteX8" fmla="*/ 42401 w 320212"/>
                <a:gd name="connsiteY8" fmla="*/ 96045 h 212328"/>
                <a:gd name="connsiteX9" fmla="*/ 42401 w 320212"/>
                <a:gd name="connsiteY9" fmla="*/ 53783 h 212328"/>
                <a:gd name="connsiteX10" fmla="*/ 64761 w 320212"/>
                <a:gd name="connsiteY10" fmla="*/ 12682 h 212328"/>
                <a:gd name="connsiteX11" fmla="*/ 57694 w 320212"/>
                <a:gd name="connsiteY11" fmla="*/ 0 h 212328"/>
                <a:gd name="connsiteX12" fmla="*/ 42401 w 320212"/>
                <a:gd name="connsiteY12" fmla="*/ 13560 h 212328"/>
                <a:gd name="connsiteX13" fmla="*/ 45816 w 320212"/>
                <a:gd name="connsiteY13" fmla="*/ 22074 h 212328"/>
                <a:gd name="connsiteX14" fmla="*/ 33002 w 320212"/>
                <a:gd name="connsiteY14" fmla="*/ 34750 h 212328"/>
                <a:gd name="connsiteX15" fmla="*/ 20327 w 320212"/>
                <a:gd name="connsiteY15" fmla="*/ 21935 h 212328"/>
                <a:gd name="connsiteX16" fmla="*/ 23436 w 320212"/>
                <a:gd name="connsiteY16" fmla="*/ 13662 h 212328"/>
                <a:gd name="connsiteX17" fmla="*/ 8142 w 320212"/>
                <a:gd name="connsiteY17" fmla="*/ 255 h 212328"/>
                <a:gd name="connsiteX18" fmla="*/ 11382 w 320212"/>
                <a:gd name="connsiteY18" fmla="*/ 47005 h 212328"/>
                <a:gd name="connsiteX19" fmla="*/ 22009 w 320212"/>
                <a:gd name="connsiteY19" fmla="*/ 53222 h 212328"/>
                <a:gd name="connsiteX20" fmla="*/ 22009 w 320212"/>
                <a:gd name="connsiteY20" fmla="*/ 96045 h 212328"/>
                <a:gd name="connsiteX21" fmla="*/ 44898 w 320212"/>
                <a:gd name="connsiteY21" fmla="*/ 118935 h 212328"/>
                <a:gd name="connsiteX22" fmla="*/ 83184 w 320212"/>
                <a:gd name="connsiteY22" fmla="*/ 118935 h 212328"/>
                <a:gd name="connsiteX23" fmla="*/ 83184 w 320212"/>
                <a:gd name="connsiteY23" fmla="*/ 210697 h 212328"/>
                <a:gd name="connsiteX24" fmla="*/ 246318 w 320212"/>
                <a:gd name="connsiteY24" fmla="*/ 210697 h 212328"/>
                <a:gd name="connsiteX25" fmla="*/ 246318 w 320212"/>
                <a:gd name="connsiteY25" fmla="*/ 113837 h 212328"/>
                <a:gd name="connsiteX26" fmla="*/ 274407 w 320212"/>
                <a:gd name="connsiteY26" fmla="*/ 113837 h 212328"/>
                <a:gd name="connsiteX27" fmla="*/ 276905 w 320212"/>
                <a:gd name="connsiteY27" fmla="*/ 116335 h 212328"/>
                <a:gd name="connsiteX28" fmla="*/ 276905 w 320212"/>
                <a:gd name="connsiteY28" fmla="*/ 158800 h 212328"/>
                <a:gd name="connsiteX29" fmla="*/ 255576 w 320212"/>
                <a:gd name="connsiteY29" fmla="*/ 200527 h 212328"/>
                <a:gd name="connsiteX30" fmla="*/ 262325 w 320212"/>
                <a:gd name="connsiteY30" fmla="*/ 212329 h 212328"/>
                <a:gd name="connsiteX31" fmla="*/ 277619 w 320212"/>
                <a:gd name="connsiteY31" fmla="*/ 198768 h 212328"/>
                <a:gd name="connsiteX32" fmla="*/ 274356 w 320212"/>
                <a:gd name="connsiteY32" fmla="*/ 190306 h 212328"/>
                <a:gd name="connsiteX33" fmla="*/ 287112 w 320212"/>
                <a:gd name="connsiteY33" fmla="*/ 177572 h 212328"/>
                <a:gd name="connsiteX34" fmla="*/ 299846 w 320212"/>
                <a:gd name="connsiteY34" fmla="*/ 190327 h 212328"/>
                <a:gd name="connsiteX35" fmla="*/ 296685 w 320212"/>
                <a:gd name="connsiteY35" fmla="*/ 198717 h 212328"/>
                <a:gd name="connsiteX36" fmla="*/ 311979 w 320212"/>
                <a:gd name="connsiteY36" fmla="*/ 212125 h 212328"/>
                <a:gd name="connsiteX37" fmla="*/ 308967 w 320212"/>
                <a:gd name="connsiteY37" fmla="*/ 165432 h 212328"/>
                <a:gd name="connsiteX38" fmla="*/ 297297 w 320212"/>
                <a:gd name="connsiteY38" fmla="*/ 158800 h 212328"/>
                <a:gd name="connsiteX39" fmla="*/ 225926 w 320212"/>
                <a:gd name="connsiteY39" fmla="*/ 139326 h 212328"/>
                <a:gd name="connsiteX40" fmla="*/ 211754 w 320212"/>
                <a:gd name="connsiteY40" fmla="*/ 139326 h 212328"/>
                <a:gd name="connsiteX41" fmla="*/ 210377 w 320212"/>
                <a:gd name="connsiteY41" fmla="*/ 139887 h 212328"/>
                <a:gd name="connsiteX42" fmla="*/ 194778 w 320212"/>
                <a:gd name="connsiteY42" fmla="*/ 155844 h 212328"/>
                <a:gd name="connsiteX43" fmla="*/ 182899 w 320212"/>
                <a:gd name="connsiteY43" fmla="*/ 127703 h 212328"/>
                <a:gd name="connsiteX44" fmla="*/ 160723 w 320212"/>
                <a:gd name="connsiteY44" fmla="*/ 173584 h 212328"/>
                <a:gd name="connsiteX45" fmla="*/ 145175 w 320212"/>
                <a:gd name="connsiteY45" fmla="*/ 113837 h 212328"/>
                <a:gd name="connsiteX46" fmla="*/ 133195 w 320212"/>
                <a:gd name="connsiteY46" fmla="*/ 139326 h 212328"/>
                <a:gd name="connsiteX47" fmla="*/ 108674 w 320212"/>
                <a:gd name="connsiteY47" fmla="*/ 139326 h 212328"/>
                <a:gd name="connsiteX48" fmla="*/ 108674 w 320212"/>
                <a:gd name="connsiteY48" fmla="*/ 129130 h 212328"/>
                <a:gd name="connsiteX49" fmla="*/ 126720 w 320212"/>
                <a:gd name="connsiteY49" fmla="*/ 129130 h 212328"/>
                <a:gd name="connsiteX50" fmla="*/ 147928 w 320212"/>
                <a:gd name="connsiteY50" fmla="*/ 84014 h 212328"/>
                <a:gd name="connsiteX51" fmla="*/ 163629 w 320212"/>
                <a:gd name="connsiteY51" fmla="*/ 144067 h 212328"/>
                <a:gd name="connsiteX52" fmla="*/ 183562 w 320212"/>
                <a:gd name="connsiteY52" fmla="*/ 103284 h 212328"/>
                <a:gd name="connsiteX53" fmla="*/ 198244 w 320212"/>
                <a:gd name="connsiteY53" fmla="*/ 138052 h 212328"/>
                <a:gd name="connsiteX54" fmla="*/ 203342 w 320212"/>
                <a:gd name="connsiteY54" fmla="*/ 132954 h 212328"/>
                <a:gd name="connsiteX55" fmla="*/ 211754 w 320212"/>
                <a:gd name="connsiteY55" fmla="*/ 129130 h 212328"/>
                <a:gd name="connsiteX56" fmla="*/ 225926 w 320212"/>
                <a:gd name="connsiteY56" fmla="*/ 129130 h 212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320212" h="212328">
                  <a:moveTo>
                    <a:pt x="297297" y="158800"/>
                  </a:moveTo>
                  <a:lnTo>
                    <a:pt x="297297" y="116335"/>
                  </a:lnTo>
                  <a:cubicBezTo>
                    <a:pt x="297297" y="103693"/>
                    <a:pt x="287049" y="93445"/>
                    <a:pt x="274407" y="93445"/>
                  </a:cubicBezTo>
                  <a:lnTo>
                    <a:pt x="246318" y="93445"/>
                  </a:lnTo>
                  <a:lnTo>
                    <a:pt x="246318" y="67955"/>
                  </a:lnTo>
                  <a:lnTo>
                    <a:pt x="83184" y="67955"/>
                  </a:lnTo>
                  <a:lnTo>
                    <a:pt x="83184" y="98543"/>
                  </a:lnTo>
                  <a:lnTo>
                    <a:pt x="44898" y="98543"/>
                  </a:lnTo>
                  <a:cubicBezTo>
                    <a:pt x="43519" y="98543"/>
                    <a:pt x="42401" y="97424"/>
                    <a:pt x="42401" y="96045"/>
                  </a:cubicBezTo>
                  <a:lnTo>
                    <a:pt x="42401" y="53783"/>
                  </a:lnTo>
                  <a:cubicBezTo>
                    <a:pt x="59925" y="48608"/>
                    <a:pt x="69936" y="30206"/>
                    <a:pt x="64761" y="12682"/>
                  </a:cubicBezTo>
                  <a:cubicBezTo>
                    <a:pt x="63373" y="7983"/>
                    <a:pt x="60960" y="3652"/>
                    <a:pt x="57694" y="0"/>
                  </a:cubicBezTo>
                  <a:lnTo>
                    <a:pt x="42401" y="13560"/>
                  </a:lnTo>
                  <a:cubicBezTo>
                    <a:pt x="44540" y="15887"/>
                    <a:pt x="45754" y="18914"/>
                    <a:pt x="45816" y="22074"/>
                  </a:cubicBezTo>
                  <a:cubicBezTo>
                    <a:pt x="45778" y="29113"/>
                    <a:pt x="40041" y="34788"/>
                    <a:pt x="33002" y="34750"/>
                  </a:cubicBezTo>
                  <a:cubicBezTo>
                    <a:pt x="25963" y="34711"/>
                    <a:pt x="20289" y="28974"/>
                    <a:pt x="20327" y="21935"/>
                  </a:cubicBezTo>
                  <a:cubicBezTo>
                    <a:pt x="20343" y="18895"/>
                    <a:pt x="21446" y="15961"/>
                    <a:pt x="23436" y="13662"/>
                  </a:cubicBezTo>
                  <a:lnTo>
                    <a:pt x="8142" y="255"/>
                  </a:lnTo>
                  <a:cubicBezTo>
                    <a:pt x="-3873" y="14059"/>
                    <a:pt x="-2423" y="34990"/>
                    <a:pt x="11382" y="47005"/>
                  </a:cubicBezTo>
                  <a:cubicBezTo>
                    <a:pt x="14505" y="49723"/>
                    <a:pt x="18109" y="51832"/>
                    <a:pt x="22009" y="53222"/>
                  </a:cubicBezTo>
                  <a:lnTo>
                    <a:pt x="22009" y="96045"/>
                  </a:lnTo>
                  <a:cubicBezTo>
                    <a:pt x="22009" y="108687"/>
                    <a:pt x="32257" y="118935"/>
                    <a:pt x="44898" y="118935"/>
                  </a:cubicBezTo>
                  <a:lnTo>
                    <a:pt x="83184" y="118935"/>
                  </a:lnTo>
                  <a:lnTo>
                    <a:pt x="83184" y="210697"/>
                  </a:lnTo>
                  <a:lnTo>
                    <a:pt x="246318" y="210697"/>
                  </a:lnTo>
                  <a:lnTo>
                    <a:pt x="246318" y="113837"/>
                  </a:lnTo>
                  <a:lnTo>
                    <a:pt x="274407" y="113837"/>
                  </a:lnTo>
                  <a:cubicBezTo>
                    <a:pt x="275787" y="113837"/>
                    <a:pt x="276905" y="114955"/>
                    <a:pt x="276905" y="116335"/>
                  </a:cubicBezTo>
                  <a:lnTo>
                    <a:pt x="276905" y="158800"/>
                  </a:lnTo>
                  <a:cubicBezTo>
                    <a:pt x="259493" y="164433"/>
                    <a:pt x="249944" y="183115"/>
                    <a:pt x="255576" y="200527"/>
                  </a:cubicBezTo>
                  <a:cubicBezTo>
                    <a:pt x="256987" y="204885"/>
                    <a:pt x="259284" y="208903"/>
                    <a:pt x="262325" y="212329"/>
                  </a:cubicBezTo>
                  <a:lnTo>
                    <a:pt x="277619" y="198768"/>
                  </a:lnTo>
                  <a:cubicBezTo>
                    <a:pt x="275509" y="196456"/>
                    <a:pt x="274345" y="193436"/>
                    <a:pt x="274356" y="190306"/>
                  </a:cubicBezTo>
                  <a:cubicBezTo>
                    <a:pt x="274362" y="183267"/>
                    <a:pt x="280073" y="177565"/>
                    <a:pt x="287112" y="177572"/>
                  </a:cubicBezTo>
                  <a:cubicBezTo>
                    <a:pt x="294150" y="177578"/>
                    <a:pt x="299852" y="183288"/>
                    <a:pt x="299846" y="190327"/>
                  </a:cubicBezTo>
                  <a:cubicBezTo>
                    <a:pt x="299843" y="193414"/>
                    <a:pt x="298720" y="196396"/>
                    <a:pt x="296685" y="198717"/>
                  </a:cubicBezTo>
                  <a:lnTo>
                    <a:pt x="311979" y="212125"/>
                  </a:lnTo>
                  <a:cubicBezTo>
                    <a:pt x="324041" y="198399"/>
                    <a:pt x="322693" y="177494"/>
                    <a:pt x="308967" y="165432"/>
                  </a:cubicBezTo>
                  <a:cubicBezTo>
                    <a:pt x="305571" y="162447"/>
                    <a:pt x="301599" y="160190"/>
                    <a:pt x="297297" y="158800"/>
                  </a:cubicBezTo>
                  <a:close/>
                  <a:moveTo>
                    <a:pt x="225926" y="139326"/>
                  </a:moveTo>
                  <a:lnTo>
                    <a:pt x="211754" y="139326"/>
                  </a:lnTo>
                  <a:cubicBezTo>
                    <a:pt x="211261" y="139415"/>
                    <a:pt x="210792" y="139606"/>
                    <a:pt x="210377" y="139887"/>
                  </a:cubicBezTo>
                  <a:lnTo>
                    <a:pt x="194778" y="155844"/>
                  </a:lnTo>
                  <a:lnTo>
                    <a:pt x="182899" y="127703"/>
                  </a:lnTo>
                  <a:lnTo>
                    <a:pt x="160723" y="173584"/>
                  </a:lnTo>
                  <a:lnTo>
                    <a:pt x="145175" y="113837"/>
                  </a:lnTo>
                  <a:lnTo>
                    <a:pt x="133195" y="139326"/>
                  </a:lnTo>
                  <a:lnTo>
                    <a:pt x="108674" y="139326"/>
                  </a:lnTo>
                  <a:lnTo>
                    <a:pt x="108674" y="129130"/>
                  </a:lnTo>
                  <a:lnTo>
                    <a:pt x="126720" y="129130"/>
                  </a:lnTo>
                  <a:lnTo>
                    <a:pt x="147928" y="84014"/>
                  </a:lnTo>
                  <a:lnTo>
                    <a:pt x="163629" y="144067"/>
                  </a:lnTo>
                  <a:lnTo>
                    <a:pt x="183562" y="103284"/>
                  </a:lnTo>
                  <a:lnTo>
                    <a:pt x="198244" y="138052"/>
                  </a:lnTo>
                  <a:lnTo>
                    <a:pt x="203342" y="132954"/>
                  </a:lnTo>
                  <a:cubicBezTo>
                    <a:pt x="205581" y="130688"/>
                    <a:pt x="208575" y="129327"/>
                    <a:pt x="211754" y="129130"/>
                  </a:cubicBezTo>
                  <a:lnTo>
                    <a:pt x="225926" y="129130"/>
                  </a:lnTo>
                  <a:close/>
                </a:path>
              </a:pathLst>
            </a:custGeom>
            <a:solidFill>
              <a:schemeClr val="tx2"/>
            </a:solidFill>
            <a:ln w="50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grpSp>
        <p:nvGrpSpPr>
          <p:cNvPr id="167" name="Gruppieren 166">
            <a:extLst>
              <a:ext uri="{FF2B5EF4-FFF2-40B4-BE49-F238E27FC236}">
                <a16:creationId xmlns:a16="http://schemas.microsoft.com/office/drawing/2014/main" id="{FBCEB6E0-9D7E-AF2F-31EC-B0D44D4E1F97}"/>
              </a:ext>
            </a:extLst>
          </p:cNvPr>
          <p:cNvGrpSpPr>
            <a:grpSpLocks noChangeAspect="1"/>
          </p:cNvGrpSpPr>
          <p:nvPr/>
        </p:nvGrpSpPr>
        <p:grpSpPr>
          <a:xfrm>
            <a:off x="2300902" y="5883919"/>
            <a:ext cx="647101" cy="771491"/>
            <a:chOff x="9151907" y="2338737"/>
            <a:chExt cx="647101" cy="771491"/>
          </a:xfrm>
        </p:grpSpPr>
        <p:sp>
          <p:nvSpPr>
            <p:cNvPr id="168" name="Freihandform 64">
              <a:extLst>
                <a:ext uri="{FF2B5EF4-FFF2-40B4-BE49-F238E27FC236}">
                  <a16:creationId xmlns:a16="http://schemas.microsoft.com/office/drawing/2014/main" id="{967EFF96-5AF2-E08A-2765-BD824BDE4A9F}"/>
                </a:ext>
              </a:extLst>
            </p:cNvPr>
            <p:cNvSpPr/>
            <p:nvPr/>
          </p:nvSpPr>
          <p:spPr>
            <a:xfrm>
              <a:off x="9151907" y="2338737"/>
              <a:ext cx="647101" cy="771491"/>
            </a:xfrm>
            <a:custGeom>
              <a:avLst/>
              <a:gdLst>
                <a:gd name="connsiteX0" fmla="*/ 614164 w 647101"/>
                <a:gd name="connsiteY0" fmla="*/ 141380 h 771491"/>
                <a:gd name="connsiteX1" fmla="*/ 350588 w 647101"/>
                <a:gd name="connsiteY1" fmla="*/ 12382 h 771491"/>
                <a:gd name="connsiteX2" fmla="*/ 300223 w 647101"/>
                <a:gd name="connsiteY2" fmla="*/ 8673 h 771491"/>
                <a:gd name="connsiteX3" fmla="*/ 296514 w 647101"/>
                <a:gd name="connsiteY3" fmla="*/ 12382 h 771491"/>
                <a:gd name="connsiteX4" fmla="*/ 32938 w 647101"/>
                <a:gd name="connsiteY4" fmla="*/ 141380 h 771491"/>
                <a:gd name="connsiteX5" fmla="*/ 1 w 647101"/>
                <a:gd name="connsiteY5" fmla="*/ 177813 h 771491"/>
                <a:gd name="connsiteX6" fmla="*/ 1 w 647101"/>
                <a:gd name="connsiteY6" fmla="*/ 269758 h 771491"/>
                <a:gd name="connsiteX7" fmla="*/ 303649 w 647101"/>
                <a:gd name="connsiteY7" fmla="*/ 765648 h 771491"/>
                <a:gd name="connsiteX8" fmla="*/ 343453 w 647101"/>
                <a:gd name="connsiteY8" fmla="*/ 765648 h 771491"/>
                <a:gd name="connsiteX9" fmla="*/ 647101 w 647101"/>
                <a:gd name="connsiteY9" fmla="*/ 269758 h 771491"/>
                <a:gd name="connsiteX10" fmla="*/ 647101 w 647101"/>
                <a:gd name="connsiteY10" fmla="*/ 177813 h 771491"/>
                <a:gd name="connsiteX11" fmla="*/ 614164 w 647101"/>
                <a:gd name="connsiteY11" fmla="*/ 141380 h 771491"/>
                <a:gd name="connsiteX12" fmla="*/ 585188 w 647101"/>
                <a:gd name="connsiteY12" fmla="*/ 269758 h 771491"/>
                <a:gd name="connsiteX13" fmla="*/ 331681 w 647101"/>
                <a:gd name="connsiteY13" fmla="*/ 699116 h 771491"/>
                <a:gd name="connsiteX14" fmla="*/ 323546 w 647101"/>
                <a:gd name="connsiteY14" fmla="*/ 704745 h 771491"/>
                <a:gd name="connsiteX15" fmla="*/ 315421 w 647101"/>
                <a:gd name="connsiteY15" fmla="*/ 699116 h 771491"/>
                <a:gd name="connsiteX16" fmla="*/ 61904 w 647101"/>
                <a:gd name="connsiteY16" fmla="*/ 269758 h 771491"/>
                <a:gd name="connsiteX17" fmla="*/ 61904 w 647101"/>
                <a:gd name="connsiteY17" fmla="*/ 200692 h 771491"/>
                <a:gd name="connsiteX18" fmla="*/ 73944 w 647101"/>
                <a:gd name="connsiteY18" fmla="*/ 198787 h 771491"/>
                <a:gd name="connsiteX19" fmla="*/ 313869 w 647101"/>
                <a:gd name="connsiteY19" fmla="*/ 82582 h 771491"/>
                <a:gd name="connsiteX20" fmla="*/ 323546 w 647101"/>
                <a:gd name="connsiteY20" fmla="*/ 73657 h 771491"/>
                <a:gd name="connsiteX21" fmla="*/ 333233 w 647101"/>
                <a:gd name="connsiteY21" fmla="*/ 82582 h 771491"/>
                <a:gd name="connsiteX22" fmla="*/ 573149 w 647101"/>
                <a:gd name="connsiteY22" fmla="*/ 198787 h 771491"/>
                <a:gd name="connsiteX23" fmla="*/ 585188 w 647101"/>
                <a:gd name="connsiteY23" fmla="*/ 200692 h 771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47101" h="771491">
                  <a:moveTo>
                    <a:pt x="614164" y="141380"/>
                  </a:moveTo>
                  <a:cubicBezTo>
                    <a:pt x="513137" y="133320"/>
                    <a:pt x="418934" y="87216"/>
                    <a:pt x="350588" y="12382"/>
                  </a:cubicBezTo>
                  <a:cubicBezTo>
                    <a:pt x="337704" y="-2549"/>
                    <a:pt x="315156" y="-4210"/>
                    <a:pt x="300223" y="8673"/>
                  </a:cubicBezTo>
                  <a:cubicBezTo>
                    <a:pt x="298897" y="9817"/>
                    <a:pt x="297658" y="11057"/>
                    <a:pt x="296514" y="12382"/>
                  </a:cubicBezTo>
                  <a:cubicBezTo>
                    <a:pt x="228168" y="87216"/>
                    <a:pt x="133965" y="133320"/>
                    <a:pt x="32938" y="141380"/>
                  </a:cubicBezTo>
                  <a:cubicBezTo>
                    <a:pt x="14168" y="143134"/>
                    <a:pt x="-140" y="158960"/>
                    <a:pt x="1" y="177813"/>
                  </a:cubicBezTo>
                  <a:lnTo>
                    <a:pt x="1" y="269758"/>
                  </a:lnTo>
                  <a:cubicBezTo>
                    <a:pt x="1" y="469649"/>
                    <a:pt x="127131" y="652501"/>
                    <a:pt x="303649" y="765648"/>
                  </a:cubicBezTo>
                  <a:cubicBezTo>
                    <a:pt x="315773" y="773440"/>
                    <a:pt x="331329" y="773440"/>
                    <a:pt x="343453" y="765648"/>
                  </a:cubicBezTo>
                  <a:cubicBezTo>
                    <a:pt x="519971" y="652463"/>
                    <a:pt x="647101" y="469649"/>
                    <a:pt x="647101" y="269758"/>
                  </a:cubicBezTo>
                  <a:lnTo>
                    <a:pt x="647101" y="177813"/>
                  </a:lnTo>
                  <a:cubicBezTo>
                    <a:pt x="647242" y="158960"/>
                    <a:pt x="632934" y="143134"/>
                    <a:pt x="614164" y="141380"/>
                  </a:cubicBezTo>
                  <a:close/>
                  <a:moveTo>
                    <a:pt x="585188" y="269758"/>
                  </a:moveTo>
                  <a:cubicBezTo>
                    <a:pt x="585188" y="428825"/>
                    <a:pt x="490424" y="589302"/>
                    <a:pt x="331681" y="699116"/>
                  </a:cubicBezTo>
                  <a:lnTo>
                    <a:pt x="323546" y="704745"/>
                  </a:lnTo>
                  <a:lnTo>
                    <a:pt x="315421" y="699116"/>
                  </a:lnTo>
                  <a:cubicBezTo>
                    <a:pt x="156678" y="589293"/>
                    <a:pt x="61904" y="428787"/>
                    <a:pt x="61904" y="269758"/>
                  </a:cubicBezTo>
                  <a:lnTo>
                    <a:pt x="61904" y="200692"/>
                  </a:lnTo>
                  <a:lnTo>
                    <a:pt x="73944" y="198787"/>
                  </a:lnTo>
                  <a:cubicBezTo>
                    <a:pt x="163640" y="184595"/>
                    <a:pt x="247124" y="144161"/>
                    <a:pt x="313869" y="82582"/>
                  </a:cubicBezTo>
                  <a:lnTo>
                    <a:pt x="323546" y="73657"/>
                  </a:lnTo>
                  <a:lnTo>
                    <a:pt x="333233" y="82582"/>
                  </a:lnTo>
                  <a:cubicBezTo>
                    <a:pt x="399973" y="144162"/>
                    <a:pt x="483455" y="184597"/>
                    <a:pt x="573149" y="198787"/>
                  </a:cubicBezTo>
                  <a:lnTo>
                    <a:pt x="585188" y="200692"/>
                  </a:lnTo>
                  <a:close/>
                </a:path>
              </a:pathLst>
            </a:custGeom>
            <a:solidFill>
              <a:schemeClr val="tx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69" name="Freihandform 65">
              <a:extLst>
                <a:ext uri="{FF2B5EF4-FFF2-40B4-BE49-F238E27FC236}">
                  <a16:creationId xmlns:a16="http://schemas.microsoft.com/office/drawing/2014/main" id="{CCFFF566-A734-E724-F50E-B3F07291A47D}"/>
                </a:ext>
              </a:extLst>
            </p:cNvPr>
            <p:cNvSpPr/>
            <p:nvPr/>
          </p:nvSpPr>
          <p:spPr>
            <a:xfrm>
              <a:off x="9242386" y="2451027"/>
              <a:ext cx="466134" cy="557622"/>
            </a:xfrm>
            <a:custGeom>
              <a:avLst/>
              <a:gdLst>
                <a:gd name="connsiteX0" fmla="*/ 233067 w 466134"/>
                <a:gd name="connsiteY0" fmla="*/ 0 h 557622"/>
                <a:gd name="connsiteX1" fmla="*/ 0 w 466134"/>
                <a:gd name="connsiteY1" fmla="*/ 112624 h 557622"/>
                <a:gd name="connsiteX2" fmla="*/ 0 w 466134"/>
                <a:gd name="connsiteY2" fmla="*/ 157467 h 557622"/>
                <a:gd name="connsiteX3" fmla="*/ 233067 w 466134"/>
                <a:gd name="connsiteY3" fmla="*/ 557622 h 557622"/>
                <a:gd name="connsiteX4" fmla="*/ 466134 w 466134"/>
                <a:gd name="connsiteY4" fmla="*/ 157467 h 557622"/>
                <a:gd name="connsiteX5" fmla="*/ 466134 w 466134"/>
                <a:gd name="connsiteY5" fmla="*/ 112624 h 557622"/>
                <a:gd name="connsiteX6" fmla="*/ 233067 w 466134"/>
                <a:gd name="connsiteY6" fmla="*/ 0 h 557622"/>
                <a:gd name="connsiteX7" fmla="*/ 337566 w 466134"/>
                <a:gd name="connsiteY7" fmla="*/ 345862 h 557622"/>
                <a:gd name="connsiteX8" fmla="*/ 304838 w 466134"/>
                <a:gd name="connsiteY8" fmla="*/ 378590 h 557622"/>
                <a:gd name="connsiteX9" fmla="*/ 232448 w 466134"/>
                <a:gd name="connsiteY9" fmla="*/ 306200 h 557622"/>
                <a:gd name="connsiteX10" fmla="*/ 160058 w 466134"/>
                <a:gd name="connsiteY10" fmla="*/ 378590 h 557622"/>
                <a:gd name="connsiteX11" fmla="*/ 127387 w 466134"/>
                <a:gd name="connsiteY11" fmla="*/ 345862 h 557622"/>
                <a:gd name="connsiteX12" fmla="*/ 199777 w 466134"/>
                <a:gd name="connsiteY12" fmla="*/ 273472 h 557622"/>
                <a:gd name="connsiteX13" fmla="*/ 127387 w 466134"/>
                <a:gd name="connsiteY13" fmla="*/ 201082 h 557622"/>
                <a:gd name="connsiteX14" fmla="*/ 160115 w 466134"/>
                <a:gd name="connsiteY14" fmla="*/ 168354 h 557622"/>
                <a:gd name="connsiteX15" fmla="*/ 232505 w 466134"/>
                <a:gd name="connsiteY15" fmla="*/ 240744 h 557622"/>
                <a:gd name="connsiteX16" fmla="*/ 304895 w 466134"/>
                <a:gd name="connsiteY16" fmla="*/ 168354 h 557622"/>
                <a:gd name="connsiteX17" fmla="*/ 337566 w 466134"/>
                <a:gd name="connsiteY17" fmla="*/ 201082 h 557622"/>
                <a:gd name="connsiteX18" fmla="*/ 265176 w 466134"/>
                <a:gd name="connsiteY18" fmla="*/ 273472 h 557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66134" h="557622">
                  <a:moveTo>
                    <a:pt x="233067" y="0"/>
                  </a:moveTo>
                  <a:cubicBezTo>
                    <a:pt x="166933" y="57837"/>
                    <a:pt x="86411" y="96747"/>
                    <a:pt x="0" y="112624"/>
                  </a:cubicBezTo>
                  <a:lnTo>
                    <a:pt x="0" y="157467"/>
                  </a:lnTo>
                  <a:cubicBezTo>
                    <a:pt x="0" y="304410"/>
                    <a:pt x="86935" y="453352"/>
                    <a:pt x="233067" y="557622"/>
                  </a:cubicBezTo>
                  <a:cubicBezTo>
                    <a:pt x="379200" y="453361"/>
                    <a:pt x="466134" y="304419"/>
                    <a:pt x="466134" y="157467"/>
                  </a:cubicBezTo>
                  <a:lnTo>
                    <a:pt x="466134" y="112624"/>
                  </a:lnTo>
                  <a:cubicBezTo>
                    <a:pt x="379724" y="96747"/>
                    <a:pt x="299201" y="57837"/>
                    <a:pt x="233067" y="0"/>
                  </a:cubicBezTo>
                  <a:close/>
                  <a:moveTo>
                    <a:pt x="337566" y="345862"/>
                  </a:moveTo>
                  <a:lnTo>
                    <a:pt x="304838" y="378590"/>
                  </a:lnTo>
                  <a:lnTo>
                    <a:pt x="232448" y="306200"/>
                  </a:lnTo>
                  <a:lnTo>
                    <a:pt x="160058" y="378590"/>
                  </a:lnTo>
                  <a:lnTo>
                    <a:pt x="127387" y="345862"/>
                  </a:lnTo>
                  <a:lnTo>
                    <a:pt x="199777" y="273472"/>
                  </a:lnTo>
                  <a:lnTo>
                    <a:pt x="127387" y="201082"/>
                  </a:lnTo>
                  <a:lnTo>
                    <a:pt x="160115" y="168354"/>
                  </a:lnTo>
                  <a:lnTo>
                    <a:pt x="232505" y="240744"/>
                  </a:lnTo>
                  <a:lnTo>
                    <a:pt x="304895" y="168354"/>
                  </a:lnTo>
                  <a:lnTo>
                    <a:pt x="337566" y="201082"/>
                  </a:lnTo>
                  <a:lnTo>
                    <a:pt x="265176" y="273472"/>
                  </a:ln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grpSp>
        <p:nvGrpSpPr>
          <p:cNvPr id="172" name="Gruppieren 171">
            <a:extLst>
              <a:ext uri="{FF2B5EF4-FFF2-40B4-BE49-F238E27FC236}">
                <a16:creationId xmlns:a16="http://schemas.microsoft.com/office/drawing/2014/main" id="{4F20660C-1978-6DEE-19CE-67DA06AE1885}"/>
              </a:ext>
            </a:extLst>
          </p:cNvPr>
          <p:cNvGrpSpPr>
            <a:grpSpLocks noChangeAspect="1"/>
          </p:cNvGrpSpPr>
          <p:nvPr/>
        </p:nvGrpSpPr>
        <p:grpSpPr>
          <a:xfrm>
            <a:off x="3178522" y="4790586"/>
            <a:ext cx="647101" cy="771491"/>
            <a:chOff x="9151907" y="2338737"/>
            <a:chExt cx="647101" cy="771491"/>
          </a:xfrm>
        </p:grpSpPr>
        <p:sp>
          <p:nvSpPr>
            <p:cNvPr id="173" name="Freihandform 64">
              <a:extLst>
                <a:ext uri="{FF2B5EF4-FFF2-40B4-BE49-F238E27FC236}">
                  <a16:creationId xmlns:a16="http://schemas.microsoft.com/office/drawing/2014/main" id="{836B81D2-5D22-8CE0-90B6-CB0CFE5DB3AE}"/>
                </a:ext>
              </a:extLst>
            </p:cNvPr>
            <p:cNvSpPr/>
            <p:nvPr/>
          </p:nvSpPr>
          <p:spPr>
            <a:xfrm>
              <a:off x="9151907" y="2338737"/>
              <a:ext cx="647101" cy="771491"/>
            </a:xfrm>
            <a:custGeom>
              <a:avLst/>
              <a:gdLst>
                <a:gd name="connsiteX0" fmla="*/ 614164 w 647101"/>
                <a:gd name="connsiteY0" fmla="*/ 141380 h 771491"/>
                <a:gd name="connsiteX1" fmla="*/ 350588 w 647101"/>
                <a:gd name="connsiteY1" fmla="*/ 12382 h 771491"/>
                <a:gd name="connsiteX2" fmla="*/ 300223 w 647101"/>
                <a:gd name="connsiteY2" fmla="*/ 8673 h 771491"/>
                <a:gd name="connsiteX3" fmla="*/ 296514 w 647101"/>
                <a:gd name="connsiteY3" fmla="*/ 12382 h 771491"/>
                <a:gd name="connsiteX4" fmla="*/ 32938 w 647101"/>
                <a:gd name="connsiteY4" fmla="*/ 141380 h 771491"/>
                <a:gd name="connsiteX5" fmla="*/ 1 w 647101"/>
                <a:gd name="connsiteY5" fmla="*/ 177813 h 771491"/>
                <a:gd name="connsiteX6" fmla="*/ 1 w 647101"/>
                <a:gd name="connsiteY6" fmla="*/ 269758 h 771491"/>
                <a:gd name="connsiteX7" fmla="*/ 303649 w 647101"/>
                <a:gd name="connsiteY7" fmla="*/ 765648 h 771491"/>
                <a:gd name="connsiteX8" fmla="*/ 343453 w 647101"/>
                <a:gd name="connsiteY8" fmla="*/ 765648 h 771491"/>
                <a:gd name="connsiteX9" fmla="*/ 647101 w 647101"/>
                <a:gd name="connsiteY9" fmla="*/ 269758 h 771491"/>
                <a:gd name="connsiteX10" fmla="*/ 647101 w 647101"/>
                <a:gd name="connsiteY10" fmla="*/ 177813 h 771491"/>
                <a:gd name="connsiteX11" fmla="*/ 614164 w 647101"/>
                <a:gd name="connsiteY11" fmla="*/ 141380 h 771491"/>
                <a:gd name="connsiteX12" fmla="*/ 585188 w 647101"/>
                <a:gd name="connsiteY12" fmla="*/ 269758 h 771491"/>
                <a:gd name="connsiteX13" fmla="*/ 331681 w 647101"/>
                <a:gd name="connsiteY13" fmla="*/ 699116 h 771491"/>
                <a:gd name="connsiteX14" fmla="*/ 323546 w 647101"/>
                <a:gd name="connsiteY14" fmla="*/ 704745 h 771491"/>
                <a:gd name="connsiteX15" fmla="*/ 315421 w 647101"/>
                <a:gd name="connsiteY15" fmla="*/ 699116 h 771491"/>
                <a:gd name="connsiteX16" fmla="*/ 61904 w 647101"/>
                <a:gd name="connsiteY16" fmla="*/ 269758 h 771491"/>
                <a:gd name="connsiteX17" fmla="*/ 61904 w 647101"/>
                <a:gd name="connsiteY17" fmla="*/ 200692 h 771491"/>
                <a:gd name="connsiteX18" fmla="*/ 73944 w 647101"/>
                <a:gd name="connsiteY18" fmla="*/ 198787 h 771491"/>
                <a:gd name="connsiteX19" fmla="*/ 313869 w 647101"/>
                <a:gd name="connsiteY19" fmla="*/ 82582 h 771491"/>
                <a:gd name="connsiteX20" fmla="*/ 323546 w 647101"/>
                <a:gd name="connsiteY20" fmla="*/ 73657 h 771491"/>
                <a:gd name="connsiteX21" fmla="*/ 333233 w 647101"/>
                <a:gd name="connsiteY21" fmla="*/ 82582 h 771491"/>
                <a:gd name="connsiteX22" fmla="*/ 573149 w 647101"/>
                <a:gd name="connsiteY22" fmla="*/ 198787 h 771491"/>
                <a:gd name="connsiteX23" fmla="*/ 585188 w 647101"/>
                <a:gd name="connsiteY23" fmla="*/ 200692 h 771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47101" h="771491">
                  <a:moveTo>
                    <a:pt x="614164" y="141380"/>
                  </a:moveTo>
                  <a:cubicBezTo>
                    <a:pt x="513137" y="133320"/>
                    <a:pt x="418934" y="87216"/>
                    <a:pt x="350588" y="12382"/>
                  </a:cubicBezTo>
                  <a:cubicBezTo>
                    <a:pt x="337704" y="-2549"/>
                    <a:pt x="315156" y="-4210"/>
                    <a:pt x="300223" y="8673"/>
                  </a:cubicBezTo>
                  <a:cubicBezTo>
                    <a:pt x="298897" y="9817"/>
                    <a:pt x="297658" y="11057"/>
                    <a:pt x="296514" y="12382"/>
                  </a:cubicBezTo>
                  <a:cubicBezTo>
                    <a:pt x="228168" y="87216"/>
                    <a:pt x="133965" y="133320"/>
                    <a:pt x="32938" y="141380"/>
                  </a:cubicBezTo>
                  <a:cubicBezTo>
                    <a:pt x="14168" y="143134"/>
                    <a:pt x="-140" y="158960"/>
                    <a:pt x="1" y="177813"/>
                  </a:cubicBezTo>
                  <a:lnTo>
                    <a:pt x="1" y="269758"/>
                  </a:lnTo>
                  <a:cubicBezTo>
                    <a:pt x="1" y="469649"/>
                    <a:pt x="127131" y="652501"/>
                    <a:pt x="303649" y="765648"/>
                  </a:cubicBezTo>
                  <a:cubicBezTo>
                    <a:pt x="315773" y="773440"/>
                    <a:pt x="331329" y="773440"/>
                    <a:pt x="343453" y="765648"/>
                  </a:cubicBezTo>
                  <a:cubicBezTo>
                    <a:pt x="519971" y="652463"/>
                    <a:pt x="647101" y="469649"/>
                    <a:pt x="647101" y="269758"/>
                  </a:cubicBezTo>
                  <a:lnTo>
                    <a:pt x="647101" y="177813"/>
                  </a:lnTo>
                  <a:cubicBezTo>
                    <a:pt x="647242" y="158960"/>
                    <a:pt x="632934" y="143134"/>
                    <a:pt x="614164" y="141380"/>
                  </a:cubicBezTo>
                  <a:close/>
                  <a:moveTo>
                    <a:pt x="585188" y="269758"/>
                  </a:moveTo>
                  <a:cubicBezTo>
                    <a:pt x="585188" y="428825"/>
                    <a:pt x="490424" y="589302"/>
                    <a:pt x="331681" y="699116"/>
                  </a:cubicBezTo>
                  <a:lnTo>
                    <a:pt x="323546" y="704745"/>
                  </a:lnTo>
                  <a:lnTo>
                    <a:pt x="315421" y="699116"/>
                  </a:lnTo>
                  <a:cubicBezTo>
                    <a:pt x="156678" y="589293"/>
                    <a:pt x="61904" y="428787"/>
                    <a:pt x="61904" y="269758"/>
                  </a:cubicBezTo>
                  <a:lnTo>
                    <a:pt x="61904" y="200692"/>
                  </a:lnTo>
                  <a:lnTo>
                    <a:pt x="73944" y="198787"/>
                  </a:lnTo>
                  <a:cubicBezTo>
                    <a:pt x="163640" y="184595"/>
                    <a:pt x="247124" y="144161"/>
                    <a:pt x="313869" y="82582"/>
                  </a:cubicBezTo>
                  <a:lnTo>
                    <a:pt x="323546" y="73657"/>
                  </a:lnTo>
                  <a:lnTo>
                    <a:pt x="333233" y="82582"/>
                  </a:lnTo>
                  <a:cubicBezTo>
                    <a:pt x="399973" y="144162"/>
                    <a:pt x="483455" y="184597"/>
                    <a:pt x="573149" y="198787"/>
                  </a:cubicBezTo>
                  <a:lnTo>
                    <a:pt x="585188" y="200692"/>
                  </a:lnTo>
                  <a:close/>
                </a:path>
              </a:pathLst>
            </a:custGeom>
            <a:solidFill>
              <a:schemeClr val="tx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74" name="Freihandform 65">
              <a:extLst>
                <a:ext uri="{FF2B5EF4-FFF2-40B4-BE49-F238E27FC236}">
                  <a16:creationId xmlns:a16="http://schemas.microsoft.com/office/drawing/2014/main" id="{D53B0AC8-D922-28CA-8781-B2273222D99D}"/>
                </a:ext>
              </a:extLst>
            </p:cNvPr>
            <p:cNvSpPr/>
            <p:nvPr/>
          </p:nvSpPr>
          <p:spPr>
            <a:xfrm>
              <a:off x="9242386" y="2451027"/>
              <a:ext cx="466134" cy="557622"/>
            </a:xfrm>
            <a:custGeom>
              <a:avLst/>
              <a:gdLst>
                <a:gd name="connsiteX0" fmla="*/ 233067 w 466134"/>
                <a:gd name="connsiteY0" fmla="*/ 0 h 557622"/>
                <a:gd name="connsiteX1" fmla="*/ 0 w 466134"/>
                <a:gd name="connsiteY1" fmla="*/ 112624 h 557622"/>
                <a:gd name="connsiteX2" fmla="*/ 0 w 466134"/>
                <a:gd name="connsiteY2" fmla="*/ 157467 h 557622"/>
                <a:gd name="connsiteX3" fmla="*/ 233067 w 466134"/>
                <a:gd name="connsiteY3" fmla="*/ 557622 h 557622"/>
                <a:gd name="connsiteX4" fmla="*/ 466134 w 466134"/>
                <a:gd name="connsiteY4" fmla="*/ 157467 h 557622"/>
                <a:gd name="connsiteX5" fmla="*/ 466134 w 466134"/>
                <a:gd name="connsiteY5" fmla="*/ 112624 h 557622"/>
                <a:gd name="connsiteX6" fmla="*/ 233067 w 466134"/>
                <a:gd name="connsiteY6" fmla="*/ 0 h 557622"/>
                <a:gd name="connsiteX7" fmla="*/ 337566 w 466134"/>
                <a:gd name="connsiteY7" fmla="*/ 345862 h 557622"/>
                <a:gd name="connsiteX8" fmla="*/ 304838 w 466134"/>
                <a:gd name="connsiteY8" fmla="*/ 378590 h 557622"/>
                <a:gd name="connsiteX9" fmla="*/ 232448 w 466134"/>
                <a:gd name="connsiteY9" fmla="*/ 306200 h 557622"/>
                <a:gd name="connsiteX10" fmla="*/ 160058 w 466134"/>
                <a:gd name="connsiteY10" fmla="*/ 378590 h 557622"/>
                <a:gd name="connsiteX11" fmla="*/ 127387 w 466134"/>
                <a:gd name="connsiteY11" fmla="*/ 345862 h 557622"/>
                <a:gd name="connsiteX12" fmla="*/ 199777 w 466134"/>
                <a:gd name="connsiteY12" fmla="*/ 273472 h 557622"/>
                <a:gd name="connsiteX13" fmla="*/ 127387 w 466134"/>
                <a:gd name="connsiteY13" fmla="*/ 201082 h 557622"/>
                <a:gd name="connsiteX14" fmla="*/ 160115 w 466134"/>
                <a:gd name="connsiteY14" fmla="*/ 168354 h 557622"/>
                <a:gd name="connsiteX15" fmla="*/ 232505 w 466134"/>
                <a:gd name="connsiteY15" fmla="*/ 240744 h 557622"/>
                <a:gd name="connsiteX16" fmla="*/ 304895 w 466134"/>
                <a:gd name="connsiteY16" fmla="*/ 168354 h 557622"/>
                <a:gd name="connsiteX17" fmla="*/ 337566 w 466134"/>
                <a:gd name="connsiteY17" fmla="*/ 201082 h 557622"/>
                <a:gd name="connsiteX18" fmla="*/ 265176 w 466134"/>
                <a:gd name="connsiteY18" fmla="*/ 273472 h 557622"/>
                <a:gd name="connsiteX0" fmla="*/ 233067 w 466134"/>
                <a:gd name="connsiteY0" fmla="*/ 0 h 557622"/>
                <a:gd name="connsiteX1" fmla="*/ 0 w 466134"/>
                <a:gd name="connsiteY1" fmla="*/ 112624 h 557622"/>
                <a:gd name="connsiteX2" fmla="*/ 0 w 466134"/>
                <a:gd name="connsiteY2" fmla="*/ 157467 h 557622"/>
                <a:gd name="connsiteX3" fmla="*/ 233067 w 466134"/>
                <a:gd name="connsiteY3" fmla="*/ 557622 h 557622"/>
                <a:gd name="connsiteX4" fmla="*/ 466134 w 466134"/>
                <a:gd name="connsiteY4" fmla="*/ 157467 h 557622"/>
                <a:gd name="connsiteX5" fmla="*/ 466134 w 466134"/>
                <a:gd name="connsiteY5" fmla="*/ 112624 h 557622"/>
                <a:gd name="connsiteX6" fmla="*/ 233067 w 466134"/>
                <a:gd name="connsiteY6" fmla="*/ 0 h 557622"/>
                <a:gd name="connsiteX7" fmla="*/ 337566 w 466134"/>
                <a:gd name="connsiteY7" fmla="*/ 345862 h 557622"/>
                <a:gd name="connsiteX8" fmla="*/ 304838 w 466134"/>
                <a:gd name="connsiteY8" fmla="*/ 378590 h 557622"/>
                <a:gd name="connsiteX9" fmla="*/ 232448 w 466134"/>
                <a:gd name="connsiteY9" fmla="*/ 306200 h 557622"/>
                <a:gd name="connsiteX10" fmla="*/ 160058 w 466134"/>
                <a:gd name="connsiteY10" fmla="*/ 378590 h 557622"/>
                <a:gd name="connsiteX11" fmla="*/ 127387 w 466134"/>
                <a:gd name="connsiteY11" fmla="*/ 345862 h 557622"/>
                <a:gd name="connsiteX12" fmla="*/ 199777 w 466134"/>
                <a:gd name="connsiteY12" fmla="*/ 273472 h 557622"/>
                <a:gd name="connsiteX13" fmla="*/ 127387 w 466134"/>
                <a:gd name="connsiteY13" fmla="*/ 201082 h 557622"/>
                <a:gd name="connsiteX14" fmla="*/ 160115 w 466134"/>
                <a:gd name="connsiteY14" fmla="*/ 168354 h 557622"/>
                <a:gd name="connsiteX15" fmla="*/ 237267 w 466134"/>
                <a:gd name="connsiteY15" fmla="*/ 238362 h 557622"/>
                <a:gd name="connsiteX16" fmla="*/ 304895 w 466134"/>
                <a:gd name="connsiteY16" fmla="*/ 168354 h 557622"/>
                <a:gd name="connsiteX17" fmla="*/ 337566 w 466134"/>
                <a:gd name="connsiteY17" fmla="*/ 201082 h 557622"/>
                <a:gd name="connsiteX18" fmla="*/ 265176 w 466134"/>
                <a:gd name="connsiteY18" fmla="*/ 273472 h 557622"/>
                <a:gd name="connsiteX19" fmla="*/ 337566 w 466134"/>
                <a:gd name="connsiteY19" fmla="*/ 345862 h 557622"/>
                <a:gd name="connsiteX0" fmla="*/ 233067 w 466134"/>
                <a:gd name="connsiteY0" fmla="*/ 0 h 557622"/>
                <a:gd name="connsiteX1" fmla="*/ 0 w 466134"/>
                <a:gd name="connsiteY1" fmla="*/ 112624 h 557622"/>
                <a:gd name="connsiteX2" fmla="*/ 0 w 466134"/>
                <a:gd name="connsiteY2" fmla="*/ 157467 h 557622"/>
                <a:gd name="connsiteX3" fmla="*/ 233067 w 466134"/>
                <a:gd name="connsiteY3" fmla="*/ 557622 h 557622"/>
                <a:gd name="connsiteX4" fmla="*/ 466134 w 466134"/>
                <a:gd name="connsiteY4" fmla="*/ 157467 h 557622"/>
                <a:gd name="connsiteX5" fmla="*/ 466134 w 466134"/>
                <a:gd name="connsiteY5" fmla="*/ 112624 h 557622"/>
                <a:gd name="connsiteX6" fmla="*/ 233067 w 466134"/>
                <a:gd name="connsiteY6" fmla="*/ 0 h 557622"/>
                <a:gd name="connsiteX7" fmla="*/ 337566 w 466134"/>
                <a:gd name="connsiteY7" fmla="*/ 345862 h 557622"/>
                <a:gd name="connsiteX8" fmla="*/ 59569 w 466134"/>
                <a:gd name="connsiteY8" fmla="*/ 307153 h 557622"/>
                <a:gd name="connsiteX9" fmla="*/ 232448 w 466134"/>
                <a:gd name="connsiteY9" fmla="*/ 306200 h 557622"/>
                <a:gd name="connsiteX10" fmla="*/ 160058 w 466134"/>
                <a:gd name="connsiteY10" fmla="*/ 378590 h 557622"/>
                <a:gd name="connsiteX11" fmla="*/ 127387 w 466134"/>
                <a:gd name="connsiteY11" fmla="*/ 345862 h 557622"/>
                <a:gd name="connsiteX12" fmla="*/ 199777 w 466134"/>
                <a:gd name="connsiteY12" fmla="*/ 273472 h 557622"/>
                <a:gd name="connsiteX13" fmla="*/ 127387 w 466134"/>
                <a:gd name="connsiteY13" fmla="*/ 201082 h 557622"/>
                <a:gd name="connsiteX14" fmla="*/ 160115 w 466134"/>
                <a:gd name="connsiteY14" fmla="*/ 168354 h 557622"/>
                <a:gd name="connsiteX15" fmla="*/ 237267 w 466134"/>
                <a:gd name="connsiteY15" fmla="*/ 238362 h 557622"/>
                <a:gd name="connsiteX16" fmla="*/ 304895 w 466134"/>
                <a:gd name="connsiteY16" fmla="*/ 168354 h 557622"/>
                <a:gd name="connsiteX17" fmla="*/ 337566 w 466134"/>
                <a:gd name="connsiteY17" fmla="*/ 201082 h 557622"/>
                <a:gd name="connsiteX18" fmla="*/ 265176 w 466134"/>
                <a:gd name="connsiteY18" fmla="*/ 273472 h 557622"/>
                <a:gd name="connsiteX19" fmla="*/ 337566 w 466134"/>
                <a:gd name="connsiteY19" fmla="*/ 345862 h 557622"/>
                <a:gd name="connsiteX0" fmla="*/ 233067 w 466134"/>
                <a:gd name="connsiteY0" fmla="*/ 0 h 557622"/>
                <a:gd name="connsiteX1" fmla="*/ 0 w 466134"/>
                <a:gd name="connsiteY1" fmla="*/ 112624 h 557622"/>
                <a:gd name="connsiteX2" fmla="*/ 0 w 466134"/>
                <a:gd name="connsiteY2" fmla="*/ 157467 h 557622"/>
                <a:gd name="connsiteX3" fmla="*/ 233067 w 466134"/>
                <a:gd name="connsiteY3" fmla="*/ 557622 h 557622"/>
                <a:gd name="connsiteX4" fmla="*/ 466134 w 466134"/>
                <a:gd name="connsiteY4" fmla="*/ 157467 h 557622"/>
                <a:gd name="connsiteX5" fmla="*/ 466134 w 466134"/>
                <a:gd name="connsiteY5" fmla="*/ 112624 h 557622"/>
                <a:gd name="connsiteX6" fmla="*/ 233067 w 466134"/>
                <a:gd name="connsiteY6" fmla="*/ 0 h 557622"/>
                <a:gd name="connsiteX7" fmla="*/ 282797 w 466134"/>
                <a:gd name="connsiteY7" fmla="*/ 79162 h 557622"/>
                <a:gd name="connsiteX8" fmla="*/ 59569 w 466134"/>
                <a:gd name="connsiteY8" fmla="*/ 307153 h 557622"/>
                <a:gd name="connsiteX9" fmla="*/ 232448 w 466134"/>
                <a:gd name="connsiteY9" fmla="*/ 306200 h 557622"/>
                <a:gd name="connsiteX10" fmla="*/ 160058 w 466134"/>
                <a:gd name="connsiteY10" fmla="*/ 378590 h 557622"/>
                <a:gd name="connsiteX11" fmla="*/ 127387 w 466134"/>
                <a:gd name="connsiteY11" fmla="*/ 345862 h 557622"/>
                <a:gd name="connsiteX12" fmla="*/ 199777 w 466134"/>
                <a:gd name="connsiteY12" fmla="*/ 273472 h 557622"/>
                <a:gd name="connsiteX13" fmla="*/ 127387 w 466134"/>
                <a:gd name="connsiteY13" fmla="*/ 201082 h 557622"/>
                <a:gd name="connsiteX14" fmla="*/ 160115 w 466134"/>
                <a:gd name="connsiteY14" fmla="*/ 168354 h 557622"/>
                <a:gd name="connsiteX15" fmla="*/ 237267 w 466134"/>
                <a:gd name="connsiteY15" fmla="*/ 238362 h 557622"/>
                <a:gd name="connsiteX16" fmla="*/ 304895 w 466134"/>
                <a:gd name="connsiteY16" fmla="*/ 168354 h 557622"/>
                <a:gd name="connsiteX17" fmla="*/ 337566 w 466134"/>
                <a:gd name="connsiteY17" fmla="*/ 201082 h 557622"/>
                <a:gd name="connsiteX18" fmla="*/ 265176 w 466134"/>
                <a:gd name="connsiteY18" fmla="*/ 273472 h 557622"/>
                <a:gd name="connsiteX19" fmla="*/ 282797 w 466134"/>
                <a:gd name="connsiteY19" fmla="*/ 79162 h 557622"/>
                <a:gd name="connsiteX0" fmla="*/ 233067 w 466134"/>
                <a:gd name="connsiteY0" fmla="*/ 0 h 557622"/>
                <a:gd name="connsiteX1" fmla="*/ 0 w 466134"/>
                <a:gd name="connsiteY1" fmla="*/ 112624 h 557622"/>
                <a:gd name="connsiteX2" fmla="*/ 0 w 466134"/>
                <a:gd name="connsiteY2" fmla="*/ 157467 h 557622"/>
                <a:gd name="connsiteX3" fmla="*/ 233067 w 466134"/>
                <a:gd name="connsiteY3" fmla="*/ 557622 h 557622"/>
                <a:gd name="connsiteX4" fmla="*/ 466134 w 466134"/>
                <a:gd name="connsiteY4" fmla="*/ 157467 h 557622"/>
                <a:gd name="connsiteX5" fmla="*/ 466134 w 466134"/>
                <a:gd name="connsiteY5" fmla="*/ 112624 h 557622"/>
                <a:gd name="connsiteX6" fmla="*/ 233067 w 466134"/>
                <a:gd name="connsiteY6" fmla="*/ 0 h 557622"/>
                <a:gd name="connsiteX7" fmla="*/ 282797 w 466134"/>
                <a:gd name="connsiteY7" fmla="*/ 79162 h 557622"/>
                <a:gd name="connsiteX8" fmla="*/ 59569 w 466134"/>
                <a:gd name="connsiteY8" fmla="*/ 307153 h 557622"/>
                <a:gd name="connsiteX9" fmla="*/ 232448 w 466134"/>
                <a:gd name="connsiteY9" fmla="*/ 306200 h 557622"/>
                <a:gd name="connsiteX10" fmla="*/ 160058 w 466134"/>
                <a:gd name="connsiteY10" fmla="*/ 378590 h 557622"/>
                <a:gd name="connsiteX11" fmla="*/ 127387 w 466134"/>
                <a:gd name="connsiteY11" fmla="*/ 345862 h 557622"/>
                <a:gd name="connsiteX12" fmla="*/ 199777 w 466134"/>
                <a:gd name="connsiteY12" fmla="*/ 273472 h 557622"/>
                <a:gd name="connsiteX13" fmla="*/ 127387 w 466134"/>
                <a:gd name="connsiteY13" fmla="*/ 201082 h 557622"/>
                <a:gd name="connsiteX14" fmla="*/ 160115 w 466134"/>
                <a:gd name="connsiteY14" fmla="*/ 168354 h 557622"/>
                <a:gd name="connsiteX15" fmla="*/ 237267 w 466134"/>
                <a:gd name="connsiteY15" fmla="*/ 238362 h 557622"/>
                <a:gd name="connsiteX16" fmla="*/ 304895 w 466134"/>
                <a:gd name="connsiteY16" fmla="*/ 168354 h 557622"/>
                <a:gd name="connsiteX17" fmla="*/ 337566 w 466134"/>
                <a:gd name="connsiteY17" fmla="*/ 201082 h 557622"/>
                <a:gd name="connsiteX18" fmla="*/ 265176 w 466134"/>
                <a:gd name="connsiteY18" fmla="*/ 273472 h 557622"/>
                <a:gd name="connsiteX19" fmla="*/ 282797 w 466134"/>
                <a:gd name="connsiteY19" fmla="*/ 79162 h 557622"/>
                <a:gd name="connsiteX0" fmla="*/ 233067 w 466134"/>
                <a:gd name="connsiteY0" fmla="*/ 0 h 557622"/>
                <a:gd name="connsiteX1" fmla="*/ 0 w 466134"/>
                <a:gd name="connsiteY1" fmla="*/ 112624 h 557622"/>
                <a:gd name="connsiteX2" fmla="*/ 0 w 466134"/>
                <a:gd name="connsiteY2" fmla="*/ 157467 h 557622"/>
                <a:gd name="connsiteX3" fmla="*/ 233067 w 466134"/>
                <a:gd name="connsiteY3" fmla="*/ 557622 h 557622"/>
                <a:gd name="connsiteX4" fmla="*/ 466134 w 466134"/>
                <a:gd name="connsiteY4" fmla="*/ 157467 h 557622"/>
                <a:gd name="connsiteX5" fmla="*/ 466134 w 466134"/>
                <a:gd name="connsiteY5" fmla="*/ 112624 h 557622"/>
                <a:gd name="connsiteX6" fmla="*/ 233067 w 466134"/>
                <a:gd name="connsiteY6" fmla="*/ 0 h 557622"/>
                <a:gd name="connsiteX7" fmla="*/ 282797 w 466134"/>
                <a:gd name="connsiteY7" fmla="*/ 79162 h 557622"/>
                <a:gd name="connsiteX8" fmla="*/ 59569 w 466134"/>
                <a:gd name="connsiteY8" fmla="*/ 307153 h 557622"/>
                <a:gd name="connsiteX9" fmla="*/ 232448 w 466134"/>
                <a:gd name="connsiteY9" fmla="*/ 306200 h 557622"/>
                <a:gd name="connsiteX10" fmla="*/ 160058 w 466134"/>
                <a:gd name="connsiteY10" fmla="*/ 378590 h 557622"/>
                <a:gd name="connsiteX11" fmla="*/ 127387 w 466134"/>
                <a:gd name="connsiteY11" fmla="*/ 345862 h 557622"/>
                <a:gd name="connsiteX12" fmla="*/ 199777 w 466134"/>
                <a:gd name="connsiteY12" fmla="*/ 273472 h 557622"/>
                <a:gd name="connsiteX13" fmla="*/ 127387 w 466134"/>
                <a:gd name="connsiteY13" fmla="*/ 201082 h 557622"/>
                <a:gd name="connsiteX14" fmla="*/ 237267 w 466134"/>
                <a:gd name="connsiteY14" fmla="*/ 238362 h 557622"/>
                <a:gd name="connsiteX15" fmla="*/ 304895 w 466134"/>
                <a:gd name="connsiteY15" fmla="*/ 168354 h 557622"/>
                <a:gd name="connsiteX16" fmla="*/ 337566 w 466134"/>
                <a:gd name="connsiteY16" fmla="*/ 201082 h 557622"/>
                <a:gd name="connsiteX17" fmla="*/ 265176 w 466134"/>
                <a:gd name="connsiteY17" fmla="*/ 273472 h 557622"/>
                <a:gd name="connsiteX18" fmla="*/ 282797 w 466134"/>
                <a:gd name="connsiteY18" fmla="*/ 79162 h 557622"/>
                <a:gd name="connsiteX0" fmla="*/ 233067 w 466134"/>
                <a:gd name="connsiteY0" fmla="*/ 0 h 557622"/>
                <a:gd name="connsiteX1" fmla="*/ 0 w 466134"/>
                <a:gd name="connsiteY1" fmla="*/ 112624 h 557622"/>
                <a:gd name="connsiteX2" fmla="*/ 0 w 466134"/>
                <a:gd name="connsiteY2" fmla="*/ 157467 h 557622"/>
                <a:gd name="connsiteX3" fmla="*/ 233067 w 466134"/>
                <a:gd name="connsiteY3" fmla="*/ 557622 h 557622"/>
                <a:gd name="connsiteX4" fmla="*/ 466134 w 466134"/>
                <a:gd name="connsiteY4" fmla="*/ 157467 h 557622"/>
                <a:gd name="connsiteX5" fmla="*/ 466134 w 466134"/>
                <a:gd name="connsiteY5" fmla="*/ 112624 h 557622"/>
                <a:gd name="connsiteX6" fmla="*/ 233067 w 466134"/>
                <a:gd name="connsiteY6" fmla="*/ 0 h 557622"/>
                <a:gd name="connsiteX7" fmla="*/ 282797 w 466134"/>
                <a:gd name="connsiteY7" fmla="*/ 79162 h 557622"/>
                <a:gd name="connsiteX8" fmla="*/ 59569 w 466134"/>
                <a:gd name="connsiteY8" fmla="*/ 307153 h 557622"/>
                <a:gd name="connsiteX9" fmla="*/ 232448 w 466134"/>
                <a:gd name="connsiteY9" fmla="*/ 306200 h 557622"/>
                <a:gd name="connsiteX10" fmla="*/ 160058 w 466134"/>
                <a:gd name="connsiteY10" fmla="*/ 378590 h 557622"/>
                <a:gd name="connsiteX11" fmla="*/ 127387 w 466134"/>
                <a:gd name="connsiteY11" fmla="*/ 345862 h 557622"/>
                <a:gd name="connsiteX12" fmla="*/ 199777 w 466134"/>
                <a:gd name="connsiteY12" fmla="*/ 273472 h 557622"/>
                <a:gd name="connsiteX13" fmla="*/ 127387 w 466134"/>
                <a:gd name="connsiteY13" fmla="*/ 201082 h 557622"/>
                <a:gd name="connsiteX14" fmla="*/ 304895 w 466134"/>
                <a:gd name="connsiteY14" fmla="*/ 168354 h 557622"/>
                <a:gd name="connsiteX15" fmla="*/ 337566 w 466134"/>
                <a:gd name="connsiteY15" fmla="*/ 201082 h 557622"/>
                <a:gd name="connsiteX16" fmla="*/ 265176 w 466134"/>
                <a:gd name="connsiteY16" fmla="*/ 273472 h 557622"/>
                <a:gd name="connsiteX17" fmla="*/ 282797 w 466134"/>
                <a:gd name="connsiteY17" fmla="*/ 79162 h 557622"/>
                <a:gd name="connsiteX0" fmla="*/ 233067 w 466134"/>
                <a:gd name="connsiteY0" fmla="*/ 0 h 557622"/>
                <a:gd name="connsiteX1" fmla="*/ 0 w 466134"/>
                <a:gd name="connsiteY1" fmla="*/ 112624 h 557622"/>
                <a:gd name="connsiteX2" fmla="*/ 0 w 466134"/>
                <a:gd name="connsiteY2" fmla="*/ 157467 h 557622"/>
                <a:gd name="connsiteX3" fmla="*/ 233067 w 466134"/>
                <a:gd name="connsiteY3" fmla="*/ 557622 h 557622"/>
                <a:gd name="connsiteX4" fmla="*/ 466134 w 466134"/>
                <a:gd name="connsiteY4" fmla="*/ 157467 h 557622"/>
                <a:gd name="connsiteX5" fmla="*/ 466134 w 466134"/>
                <a:gd name="connsiteY5" fmla="*/ 112624 h 557622"/>
                <a:gd name="connsiteX6" fmla="*/ 233067 w 466134"/>
                <a:gd name="connsiteY6" fmla="*/ 0 h 557622"/>
                <a:gd name="connsiteX7" fmla="*/ 282797 w 466134"/>
                <a:gd name="connsiteY7" fmla="*/ 79162 h 557622"/>
                <a:gd name="connsiteX8" fmla="*/ 59569 w 466134"/>
                <a:gd name="connsiteY8" fmla="*/ 307153 h 557622"/>
                <a:gd name="connsiteX9" fmla="*/ 232448 w 466134"/>
                <a:gd name="connsiteY9" fmla="*/ 306200 h 557622"/>
                <a:gd name="connsiteX10" fmla="*/ 160058 w 466134"/>
                <a:gd name="connsiteY10" fmla="*/ 378590 h 557622"/>
                <a:gd name="connsiteX11" fmla="*/ 127387 w 466134"/>
                <a:gd name="connsiteY11" fmla="*/ 345862 h 557622"/>
                <a:gd name="connsiteX12" fmla="*/ 199777 w 466134"/>
                <a:gd name="connsiteY12" fmla="*/ 273472 h 557622"/>
                <a:gd name="connsiteX13" fmla="*/ 127387 w 466134"/>
                <a:gd name="connsiteY13" fmla="*/ 201082 h 557622"/>
                <a:gd name="connsiteX14" fmla="*/ 304895 w 466134"/>
                <a:gd name="connsiteY14" fmla="*/ 168354 h 557622"/>
                <a:gd name="connsiteX15" fmla="*/ 337566 w 466134"/>
                <a:gd name="connsiteY15" fmla="*/ 201082 h 557622"/>
                <a:gd name="connsiteX16" fmla="*/ 282797 w 466134"/>
                <a:gd name="connsiteY16" fmla="*/ 79162 h 557622"/>
                <a:gd name="connsiteX0" fmla="*/ 233067 w 466134"/>
                <a:gd name="connsiteY0" fmla="*/ 0 h 557622"/>
                <a:gd name="connsiteX1" fmla="*/ 0 w 466134"/>
                <a:gd name="connsiteY1" fmla="*/ 112624 h 557622"/>
                <a:gd name="connsiteX2" fmla="*/ 0 w 466134"/>
                <a:gd name="connsiteY2" fmla="*/ 157467 h 557622"/>
                <a:gd name="connsiteX3" fmla="*/ 233067 w 466134"/>
                <a:gd name="connsiteY3" fmla="*/ 557622 h 557622"/>
                <a:gd name="connsiteX4" fmla="*/ 466134 w 466134"/>
                <a:gd name="connsiteY4" fmla="*/ 157467 h 557622"/>
                <a:gd name="connsiteX5" fmla="*/ 466134 w 466134"/>
                <a:gd name="connsiteY5" fmla="*/ 112624 h 557622"/>
                <a:gd name="connsiteX6" fmla="*/ 233067 w 466134"/>
                <a:gd name="connsiteY6" fmla="*/ 0 h 557622"/>
                <a:gd name="connsiteX7" fmla="*/ 282797 w 466134"/>
                <a:gd name="connsiteY7" fmla="*/ 79162 h 557622"/>
                <a:gd name="connsiteX8" fmla="*/ 59569 w 466134"/>
                <a:gd name="connsiteY8" fmla="*/ 307153 h 557622"/>
                <a:gd name="connsiteX9" fmla="*/ 232448 w 466134"/>
                <a:gd name="connsiteY9" fmla="*/ 306200 h 557622"/>
                <a:gd name="connsiteX10" fmla="*/ 160058 w 466134"/>
                <a:gd name="connsiteY10" fmla="*/ 378590 h 557622"/>
                <a:gd name="connsiteX11" fmla="*/ 127387 w 466134"/>
                <a:gd name="connsiteY11" fmla="*/ 345862 h 557622"/>
                <a:gd name="connsiteX12" fmla="*/ 199777 w 466134"/>
                <a:gd name="connsiteY12" fmla="*/ 273472 h 557622"/>
                <a:gd name="connsiteX13" fmla="*/ 127387 w 466134"/>
                <a:gd name="connsiteY13" fmla="*/ 201082 h 557622"/>
                <a:gd name="connsiteX14" fmla="*/ 304895 w 466134"/>
                <a:gd name="connsiteY14" fmla="*/ 168354 h 557622"/>
                <a:gd name="connsiteX15" fmla="*/ 282797 w 466134"/>
                <a:gd name="connsiteY15" fmla="*/ 79162 h 557622"/>
                <a:gd name="connsiteX0" fmla="*/ 233067 w 466134"/>
                <a:gd name="connsiteY0" fmla="*/ 0 h 557622"/>
                <a:gd name="connsiteX1" fmla="*/ 0 w 466134"/>
                <a:gd name="connsiteY1" fmla="*/ 112624 h 557622"/>
                <a:gd name="connsiteX2" fmla="*/ 0 w 466134"/>
                <a:gd name="connsiteY2" fmla="*/ 157467 h 557622"/>
                <a:gd name="connsiteX3" fmla="*/ 233067 w 466134"/>
                <a:gd name="connsiteY3" fmla="*/ 557622 h 557622"/>
                <a:gd name="connsiteX4" fmla="*/ 466134 w 466134"/>
                <a:gd name="connsiteY4" fmla="*/ 157467 h 557622"/>
                <a:gd name="connsiteX5" fmla="*/ 466134 w 466134"/>
                <a:gd name="connsiteY5" fmla="*/ 112624 h 557622"/>
                <a:gd name="connsiteX6" fmla="*/ 233067 w 466134"/>
                <a:gd name="connsiteY6" fmla="*/ 0 h 557622"/>
                <a:gd name="connsiteX7" fmla="*/ 304895 w 466134"/>
                <a:gd name="connsiteY7" fmla="*/ 168354 h 557622"/>
                <a:gd name="connsiteX8" fmla="*/ 59569 w 466134"/>
                <a:gd name="connsiteY8" fmla="*/ 307153 h 557622"/>
                <a:gd name="connsiteX9" fmla="*/ 232448 w 466134"/>
                <a:gd name="connsiteY9" fmla="*/ 306200 h 557622"/>
                <a:gd name="connsiteX10" fmla="*/ 160058 w 466134"/>
                <a:gd name="connsiteY10" fmla="*/ 378590 h 557622"/>
                <a:gd name="connsiteX11" fmla="*/ 127387 w 466134"/>
                <a:gd name="connsiteY11" fmla="*/ 345862 h 557622"/>
                <a:gd name="connsiteX12" fmla="*/ 199777 w 466134"/>
                <a:gd name="connsiteY12" fmla="*/ 273472 h 557622"/>
                <a:gd name="connsiteX13" fmla="*/ 127387 w 466134"/>
                <a:gd name="connsiteY13" fmla="*/ 201082 h 557622"/>
                <a:gd name="connsiteX14" fmla="*/ 304895 w 466134"/>
                <a:gd name="connsiteY14" fmla="*/ 168354 h 557622"/>
                <a:gd name="connsiteX0" fmla="*/ 233067 w 466134"/>
                <a:gd name="connsiteY0" fmla="*/ 0 h 557622"/>
                <a:gd name="connsiteX1" fmla="*/ 0 w 466134"/>
                <a:gd name="connsiteY1" fmla="*/ 112624 h 557622"/>
                <a:gd name="connsiteX2" fmla="*/ 0 w 466134"/>
                <a:gd name="connsiteY2" fmla="*/ 157467 h 557622"/>
                <a:gd name="connsiteX3" fmla="*/ 233067 w 466134"/>
                <a:gd name="connsiteY3" fmla="*/ 557622 h 557622"/>
                <a:gd name="connsiteX4" fmla="*/ 466134 w 466134"/>
                <a:gd name="connsiteY4" fmla="*/ 157467 h 557622"/>
                <a:gd name="connsiteX5" fmla="*/ 466134 w 466134"/>
                <a:gd name="connsiteY5" fmla="*/ 112624 h 557622"/>
                <a:gd name="connsiteX6" fmla="*/ 233067 w 466134"/>
                <a:gd name="connsiteY6" fmla="*/ 0 h 557622"/>
                <a:gd name="connsiteX7" fmla="*/ 304895 w 466134"/>
                <a:gd name="connsiteY7" fmla="*/ 168354 h 557622"/>
                <a:gd name="connsiteX8" fmla="*/ 59569 w 466134"/>
                <a:gd name="connsiteY8" fmla="*/ 307153 h 557622"/>
                <a:gd name="connsiteX9" fmla="*/ 232448 w 466134"/>
                <a:gd name="connsiteY9" fmla="*/ 306200 h 557622"/>
                <a:gd name="connsiteX10" fmla="*/ 160058 w 466134"/>
                <a:gd name="connsiteY10" fmla="*/ 378590 h 557622"/>
                <a:gd name="connsiteX11" fmla="*/ 127387 w 466134"/>
                <a:gd name="connsiteY11" fmla="*/ 345862 h 557622"/>
                <a:gd name="connsiteX12" fmla="*/ 199777 w 466134"/>
                <a:gd name="connsiteY12" fmla="*/ 273472 h 557622"/>
                <a:gd name="connsiteX13" fmla="*/ 304895 w 466134"/>
                <a:gd name="connsiteY13" fmla="*/ 168354 h 557622"/>
                <a:gd name="connsiteX0" fmla="*/ 233067 w 466134"/>
                <a:gd name="connsiteY0" fmla="*/ 0 h 557622"/>
                <a:gd name="connsiteX1" fmla="*/ 0 w 466134"/>
                <a:gd name="connsiteY1" fmla="*/ 112624 h 557622"/>
                <a:gd name="connsiteX2" fmla="*/ 0 w 466134"/>
                <a:gd name="connsiteY2" fmla="*/ 157467 h 557622"/>
                <a:gd name="connsiteX3" fmla="*/ 233067 w 466134"/>
                <a:gd name="connsiteY3" fmla="*/ 557622 h 557622"/>
                <a:gd name="connsiteX4" fmla="*/ 466134 w 466134"/>
                <a:gd name="connsiteY4" fmla="*/ 157467 h 557622"/>
                <a:gd name="connsiteX5" fmla="*/ 466134 w 466134"/>
                <a:gd name="connsiteY5" fmla="*/ 112624 h 557622"/>
                <a:gd name="connsiteX6" fmla="*/ 233067 w 466134"/>
                <a:gd name="connsiteY6" fmla="*/ 0 h 557622"/>
                <a:gd name="connsiteX7" fmla="*/ 304895 w 466134"/>
                <a:gd name="connsiteY7" fmla="*/ 168354 h 557622"/>
                <a:gd name="connsiteX8" fmla="*/ 59569 w 466134"/>
                <a:gd name="connsiteY8" fmla="*/ 307153 h 557622"/>
                <a:gd name="connsiteX9" fmla="*/ 232448 w 466134"/>
                <a:gd name="connsiteY9" fmla="*/ 306200 h 557622"/>
                <a:gd name="connsiteX10" fmla="*/ 160058 w 466134"/>
                <a:gd name="connsiteY10" fmla="*/ 378590 h 557622"/>
                <a:gd name="connsiteX11" fmla="*/ 127387 w 466134"/>
                <a:gd name="connsiteY11" fmla="*/ 345862 h 557622"/>
                <a:gd name="connsiteX12" fmla="*/ 304895 w 466134"/>
                <a:gd name="connsiteY12" fmla="*/ 168354 h 557622"/>
                <a:gd name="connsiteX0" fmla="*/ 233067 w 466134"/>
                <a:gd name="connsiteY0" fmla="*/ 0 h 557622"/>
                <a:gd name="connsiteX1" fmla="*/ 0 w 466134"/>
                <a:gd name="connsiteY1" fmla="*/ 112624 h 557622"/>
                <a:gd name="connsiteX2" fmla="*/ 0 w 466134"/>
                <a:gd name="connsiteY2" fmla="*/ 157467 h 557622"/>
                <a:gd name="connsiteX3" fmla="*/ 233067 w 466134"/>
                <a:gd name="connsiteY3" fmla="*/ 557622 h 557622"/>
                <a:gd name="connsiteX4" fmla="*/ 466134 w 466134"/>
                <a:gd name="connsiteY4" fmla="*/ 157467 h 557622"/>
                <a:gd name="connsiteX5" fmla="*/ 466134 w 466134"/>
                <a:gd name="connsiteY5" fmla="*/ 112624 h 557622"/>
                <a:gd name="connsiteX6" fmla="*/ 233067 w 466134"/>
                <a:gd name="connsiteY6" fmla="*/ 0 h 557622"/>
                <a:gd name="connsiteX7" fmla="*/ 304895 w 466134"/>
                <a:gd name="connsiteY7" fmla="*/ 168354 h 557622"/>
                <a:gd name="connsiteX8" fmla="*/ 59569 w 466134"/>
                <a:gd name="connsiteY8" fmla="*/ 307153 h 557622"/>
                <a:gd name="connsiteX9" fmla="*/ 160058 w 466134"/>
                <a:gd name="connsiteY9" fmla="*/ 378590 h 557622"/>
                <a:gd name="connsiteX10" fmla="*/ 127387 w 466134"/>
                <a:gd name="connsiteY10" fmla="*/ 345862 h 557622"/>
                <a:gd name="connsiteX11" fmla="*/ 304895 w 466134"/>
                <a:gd name="connsiteY11" fmla="*/ 168354 h 557622"/>
                <a:gd name="connsiteX0" fmla="*/ 233067 w 466134"/>
                <a:gd name="connsiteY0" fmla="*/ 0 h 557622"/>
                <a:gd name="connsiteX1" fmla="*/ 0 w 466134"/>
                <a:gd name="connsiteY1" fmla="*/ 112624 h 557622"/>
                <a:gd name="connsiteX2" fmla="*/ 0 w 466134"/>
                <a:gd name="connsiteY2" fmla="*/ 157467 h 557622"/>
                <a:gd name="connsiteX3" fmla="*/ 233067 w 466134"/>
                <a:gd name="connsiteY3" fmla="*/ 557622 h 557622"/>
                <a:gd name="connsiteX4" fmla="*/ 466134 w 466134"/>
                <a:gd name="connsiteY4" fmla="*/ 157467 h 557622"/>
                <a:gd name="connsiteX5" fmla="*/ 466134 w 466134"/>
                <a:gd name="connsiteY5" fmla="*/ 112624 h 557622"/>
                <a:gd name="connsiteX6" fmla="*/ 233067 w 466134"/>
                <a:gd name="connsiteY6" fmla="*/ 0 h 557622"/>
                <a:gd name="connsiteX7" fmla="*/ 304895 w 466134"/>
                <a:gd name="connsiteY7" fmla="*/ 168354 h 557622"/>
                <a:gd name="connsiteX8" fmla="*/ 59569 w 466134"/>
                <a:gd name="connsiteY8" fmla="*/ 307153 h 557622"/>
                <a:gd name="connsiteX9" fmla="*/ 127387 w 466134"/>
                <a:gd name="connsiteY9" fmla="*/ 345862 h 557622"/>
                <a:gd name="connsiteX10" fmla="*/ 304895 w 466134"/>
                <a:gd name="connsiteY10" fmla="*/ 168354 h 557622"/>
                <a:gd name="connsiteX0" fmla="*/ 233067 w 466134"/>
                <a:gd name="connsiteY0" fmla="*/ 0 h 557622"/>
                <a:gd name="connsiteX1" fmla="*/ 0 w 466134"/>
                <a:gd name="connsiteY1" fmla="*/ 112624 h 557622"/>
                <a:gd name="connsiteX2" fmla="*/ 0 w 466134"/>
                <a:gd name="connsiteY2" fmla="*/ 157467 h 557622"/>
                <a:gd name="connsiteX3" fmla="*/ 233067 w 466134"/>
                <a:gd name="connsiteY3" fmla="*/ 557622 h 557622"/>
                <a:gd name="connsiteX4" fmla="*/ 466134 w 466134"/>
                <a:gd name="connsiteY4" fmla="*/ 157467 h 557622"/>
                <a:gd name="connsiteX5" fmla="*/ 466134 w 466134"/>
                <a:gd name="connsiteY5" fmla="*/ 112624 h 557622"/>
                <a:gd name="connsiteX6" fmla="*/ 233067 w 466134"/>
                <a:gd name="connsiteY6" fmla="*/ 0 h 557622"/>
                <a:gd name="connsiteX7" fmla="*/ 304895 w 466134"/>
                <a:gd name="connsiteY7" fmla="*/ 168354 h 557622"/>
                <a:gd name="connsiteX8" fmla="*/ 127387 w 466134"/>
                <a:gd name="connsiteY8" fmla="*/ 345862 h 557622"/>
                <a:gd name="connsiteX9" fmla="*/ 304895 w 466134"/>
                <a:gd name="connsiteY9" fmla="*/ 168354 h 557622"/>
                <a:gd name="connsiteX0" fmla="*/ 233067 w 466134"/>
                <a:gd name="connsiteY0" fmla="*/ 0 h 557622"/>
                <a:gd name="connsiteX1" fmla="*/ 0 w 466134"/>
                <a:gd name="connsiteY1" fmla="*/ 112624 h 557622"/>
                <a:gd name="connsiteX2" fmla="*/ 0 w 466134"/>
                <a:gd name="connsiteY2" fmla="*/ 157467 h 557622"/>
                <a:gd name="connsiteX3" fmla="*/ 233067 w 466134"/>
                <a:gd name="connsiteY3" fmla="*/ 557622 h 557622"/>
                <a:gd name="connsiteX4" fmla="*/ 466134 w 466134"/>
                <a:gd name="connsiteY4" fmla="*/ 157467 h 557622"/>
                <a:gd name="connsiteX5" fmla="*/ 466134 w 466134"/>
                <a:gd name="connsiteY5" fmla="*/ 112624 h 557622"/>
                <a:gd name="connsiteX6" fmla="*/ 233067 w 466134"/>
                <a:gd name="connsiteY6" fmla="*/ 0 h 557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6134" h="557622">
                  <a:moveTo>
                    <a:pt x="233067" y="0"/>
                  </a:moveTo>
                  <a:cubicBezTo>
                    <a:pt x="166933" y="57837"/>
                    <a:pt x="86411" y="96747"/>
                    <a:pt x="0" y="112624"/>
                  </a:cubicBezTo>
                  <a:lnTo>
                    <a:pt x="0" y="157467"/>
                  </a:lnTo>
                  <a:cubicBezTo>
                    <a:pt x="0" y="304410"/>
                    <a:pt x="86935" y="453352"/>
                    <a:pt x="233067" y="557622"/>
                  </a:cubicBezTo>
                  <a:cubicBezTo>
                    <a:pt x="379200" y="453361"/>
                    <a:pt x="466134" y="304419"/>
                    <a:pt x="466134" y="157467"/>
                  </a:cubicBezTo>
                  <a:lnTo>
                    <a:pt x="466134" y="112624"/>
                  </a:lnTo>
                  <a:cubicBezTo>
                    <a:pt x="379724" y="96747"/>
                    <a:pt x="299201" y="57837"/>
                    <a:pt x="233067" y="0"/>
                  </a:cubicBezTo>
                  <a:close/>
                </a:path>
              </a:pathLst>
            </a:custGeom>
            <a:blipFill dpi="0" rotWithShape="1">
              <a:blip r:embed="rId40">
                <a:extLst>
                  <a:ext uri="{28A0092B-C50C-407E-A947-70E740481C1C}">
                    <a14:useLocalDpi xmlns:a14="http://schemas.microsoft.com/office/drawing/2010/main" val="0"/>
                  </a:ext>
                </a:extLst>
              </a:blip>
              <a:srcRect/>
              <a:stretch>
                <a:fillRect/>
              </a:stretch>
            </a:bli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grpSp>
        <p:nvGrpSpPr>
          <p:cNvPr id="157" name="Gruppieren 156">
            <a:extLst>
              <a:ext uri="{FF2B5EF4-FFF2-40B4-BE49-F238E27FC236}">
                <a16:creationId xmlns:a16="http://schemas.microsoft.com/office/drawing/2014/main" id="{544BE33B-E738-429C-B3B0-EA6B5F1FEEE5}"/>
              </a:ext>
            </a:extLst>
          </p:cNvPr>
          <p:cNvGrpSpPr/>
          <p:nvPr/>
        </p:nvGrpSpPr>
        <p:grpSpPr>
          <a:xfrm>
            <a:off x="521521" y="4834862"/>
            <a:ext cx="805168" cy="506755"/>
            <a:chOff x="6407145" y="3562583"/>
            <a:chExt cx="1568451" cy="954628"/>
          </a:xfrm>
        </p:grpSpPr>
        <p:sp>
          <p:nvSpPr>
            <p:cNvPr id="158" name="Flussdiagramm: Verbinder 157">
              <a:extLst>
                <a:ext uri="{FF2B5EF4-FFF2-40B4-BE49-F238E27FC236}">
                  <a16:creationId xmlns:a16="http://schemas.microsoft.com/office/drawing/2014/main" id="{B6E21F5D-7ED4-4740-671C-35F7FF34C160}"/>
                </a:ext>
              </a:extLst>
            </p:cNvPr>
            <p:cNvSpPr/>
            <p:nvPr/>
          </p:nvSpPr>
          <p:spPr>
            <a:xfrm>
              <a:off x="6997263" y="3798647"/>
              <a:ext cx="128890" cy="128890"/>
            </a:xfrm>
            <a:prstGeom prst="flowChartConnector">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a:ea typeface="+mn-ea"/>
                <a:cs typeface="+mn-cs"/>
              </a:endParaRPr>
            </a:p>
          </p:txBody>
        </p:sp>
        <p:sp>
          <p:nvSpPr>
            <p:cNvPr id="159" name="Freihandform: Form 158">
              <a:extLst>
                <a:ext uri="{FF2B5EF4-FFF2-40B4-BE49-F238E27FC236}">
                  <a16:creationId xmlns:a16="http://schemas.microsoft.com/office/drawing/2014/main" id="{04F5248B-8763-42BB-090B-6BAEC3AA597B}"/>
                </a:ext>
              </a:extLst>
            </p:cNvPr>
            <p:cNvSpPr/>
            <p:nvPr/>
          </p:nvSpPr>
          <p:spPr>
            <a:xfrm>
              <a:off x="6407145" y="3562583"/>
              <a:ext cx="1568451" cy="954628"/>
            </a:xfrm>
            <a:custGeom>
              <a:avLst/>
              <a:gdLst>
                <a:gd name="connsiteX0" fmla="*/ 730714 w 876161"/>
                <a:gd name="connsiteY0" fmla="*/ 533271 h 533270"/>
                <a:gd name="connsiteX1" fmla="*/ 876119 w 876161"/>
                <a:gd name="connsiteY1" fmla="*/ 380816 h 533270"/>
                <a:gd name="connsiteX2" fmla="*/ 748812 w 876161"/>
                <a:gd name="connsiteY2" fmla="*/ 236948 h 533270"/>
                <a:gd name="connsiteX3" fmla="*/ 677565 w 876161"/>
                <a:gd name="connsiteY3" fmla="*/ 120743 h 533270"/>
                <a:gd name="connsiteX4" fmla="*/ 541643 w 876161"/>
                <a:gd name="connsiteY4" fmla="*/ 92168 h 533270"/>
                <a:gd name="connsiteX5" fmla="*/ 325044 w 876161"/>
                <a:gd name="connsiteY5" fmla="*/ 5586 h 533270"/>
                <a:gd name="connsiteX6" fmla="*/ 171311 w 876161"/>
                <a:gd name="connsiteY6" fmla="*/ 177036 h 533270"/>
                <a:gd name="connsiteX7" fmla="*/ 34532 w 876161"/>
                <a:gd name="connsiteY7" fmla="*/ 247997 h 533270"/>
                <a:gd name="connsiteX8" fmla="*/ 16244 w 876161"/>
                <a:gd name="connsiteY8" fmla="*/ 430496 h 533270"/>
                <a:gd name="connsiteX9" fmla="*/ 166167 w 876161"/>
                <a:gd name="connsiteY9" fmla="*/ 532223 h 533270"/>
                <a:gd name="connsiteX10" fmla="*/ 168739 w 876161"/>
                <a:gd name="connsiteY10" fmla="*/ 473073 h 533270"/>
                <a:gd name="connsiteX11" fmla="*/ 69012 w 876161"/>
                <a:gd name="connsiteY11" fmla="*/ 405350 h 533270"/>
                <a:gd name="connsiteX12" fmla="*/ 81109 w 876161"/>
                <a:gd name="connsiteY12" fmla="*/ 283716 h 533270"/>
                <a:gd name="connsiteX13" fmla="*/ 193123 w 876161"/>
                <a:gd name="connsiteY13" fmla="*/ 237996 h 533270"/>
                <a:gd name="connsiteX14" fmla="*/ 226937 w 876161"/>
                <a:gd name="connsiteY14" fmla="*/ 243615 h 533270"/>
                <a:gd name="connsiteX15" fmla="*/ 226937 w 876161"/>
                <a:gd name="connsiteY15" fmla="*/ 206277 h 533270"/>
                <a:gd name="connsiteX16" fmla="*/ 338475 w 876161"/>
                <a:gd name="connsiteY16" fmla="*/ 63402 h 533270"/>
                <a:gd name="connsiteX17" fmla="*/ 501924 w 876161"/>
                <a:gd name="connsiteY17" fmla="*/ 139602 h 533270"/>
                <a:gd name="connsiteX18" fmla="*/ 513449 w 876161"/>
                <a:gd name="connsiteY18" fmla="*/ 162558 h 533270"/>
                <a:gd name="connsiteX19" fmla="*/ 537357 w 876161"/>
                <a:gd name="connsiteY19" fmla="*/ 154080 h 533270"/>
                <a:gd name="connsiteX20" fmla="*/ 643751 w 876161"/>
                <a:gd name="connsiteY20" fmla="*/ 168939 h 533270"/>
                <a:gd name="connsiteX21" fmla="*/ 692805 w 876161"/>
                <a:gd name="connsiteY21" fmla="*/ 265428 h 533270"/>
                <a:gd name="connsiteX22" fmla="*/ 692805 w 876161"/>
                <a:gd name="connsiteY22" fmla="*/ 295146 h 533270"/>
                <a:gd name="connsiteX23" fmla="*/ 731667 w 876161"/>
                <a:gd name="connsiteY23" fmla="*/ 295146 h 533270"/>
                <a:gd name="connsiteX24" fmla="*/ 817688 w 876161"/>
                <a:gd name="connsiteY24" fmla="*/ 387878 h 533270"/>
                <a:gd name="connsiteX25" fmla="*/ 730714 w 876161"/>
                <a:gd name="connsiteY25" fmla="*/ 473930 h 533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876161" h="533270">
                  <a:moveTo>
                    <a:pt x="730714" y="533271"/>
                  </a:moveTo>
                  <a:cubicBezTo>
                    <a:pt x="812965" y="531324"/>
                    <a:pt x="878065" y="463068"/>
                    <a:pt x="876119" y="380816"/>
                  </a:cubicBezTo>
                  <a:cubicBezTo>
                    <a:pt x="874401" y="308249"/>
                    <a:pt x="820631" y="247483"/>
                    <a:pt x="748812" y="236948"/>
                  </a:cubicBezTo>
                  <a:cubicBezTo>
                    <a:pt x="741222" y="190368"/>
                    <a:pt x="715635" y="148635"/>
                    <a:pt x="677565" y="120743"/>
                  </a:cubicBezTo>
                  <a:cubicBezTo>
                    <a:pt x="638164" y="92820"/>
                    <a:pt x="588953" y="82474"/>
                    <a:pt x="541643" y="92168"/>
                  </a:cubicBezTo>
                  <a:cubicBezTo>
                    <a:pt x="495099" y="20307"/>
                    <a:pt x="408299" y="-14390"/>
                    <a:pt x="325044" y="5586"/>
                  </a:cubicBezTo>
                  <a:cubicBezTo>
                    <a:pt x="243901" y="26482"/>
                    <a:pt x="183269" y="94102"/>
                    <a:pt x="171311" y="177036"/>
                  </a:cubicBezTo>
                  <a:cubicBezTo>
                    <a:pt x="117255" y="178487"/>
                    <a:pt x="66847" y="204639"/>
                    <a:pt x="34532" y="247997"/>
                  </a:cubicBezTo>
                  <a:cubicBezTo>
                    <a:pt x="-3757" y="301184"/>
                    <a:pt x="-10730" y="370768"/>
                    <a:pt x="16244" y="430496"/>
                  </a:cubicBezTo>
                  <a:cubicBezTo>
                    <a:pt x="43740" y="489368"/>
                    <a:pt x="101301" y="528425"/>
                    <a:pt x="166167" y="532223"/>
                  </a:cubicBezTo>
                  <a:close/>
                  <a:moveTo>
                    <a:pt x="168739" y="473073"/>
                  </a:moveTo>
                  <a:cubicBezTo>
                    <a:pt x="125640" y="470358"/>
                    <a:pt x="87430" y="444411"/>
                    <a:pt x="69012" y="405350"/>
                  </a:cubicBezTo>
                  <a:cubicBezTo>
                    <a:pt x="51141" y="365536"/>
                    <a:pt x="55747" y="319230"/>
                    <a:pt x="81109" y="283716"/>
                  </a:cubicBezTo>
                  <a:cubicBezTo>
                    <a:pt x="107040" y="248831"/>
                    <a:pt x="150188" y="231220"/>
                    <a:pt x="193123" y="237996"/>
                  </a:cubicBezTo>
                  <a:lnTo>
                    <a:pt x="226937" y="243615"/>
                  </a:lnTo>
                  <a:lnTo>
                    <a:pt x="226937" y="206277"/>
                  </a:lnTo>
                  <a:cubicBezTo>
                    <a:pt x="227267" y="138818"/>
                    <a:pt x="273112" y="80093"/>
                    <a:pt x="338475" y="63402"/>
                  </a:cubicBezTo>
                  <a:cubicBezTo>
                    <a:pt x="404060" y="47589"/>
                    <a:pt x="471869" y="79201"/>
                    <a:pt x="501924" y="139602"/>
                  </a:cubicBezTo>
                  <a:lnTo>
                    <a:pt x="513449" y="162558"/>
                  </a:lnTo>
                  <a:lnTo>
                    <a:pt x="537357" y="154080"/>
                  </a:lnTo>
                  <a:cubicBezTo>
                    <a:pt x="573128" y="141442"/>
                    <a:pt x="612811" y="146984"/>
                    <a:pt x="643751" y="168939"/>
                  </a:cubicBezTo>
                  <a:cubicBezTo>
                    <a:pt x="674513" y="191474"/>
                    <a:pt x="692725" y="227295"/>
                    <a:pt x="692805" y="265428"/>
                  </a:cubicBezTo>
                  <a:lnTo>
                    <a:pt x="692805" y="295146"/>
                  </a:lnTo>
                  <a:lnTo>
                    <a:pt x="731667" y="295146"/>
                  </a:lnTo>
                  <a:cubicBezTo>
                    <a:pt x="781028" y="296999"/>
                    <a:pt x="819542" y="338517"/>
                    <a:pt x="817688" y="387878"/>
                  </a:cubicBezTo>
                  <a:cubicBezTo>
                    <a:pt x="815919" y="435006"/>
                    <a:pt x="777859" y="472663"/>
                    <a:pt x="730714" y="473930"/>
                  </a:cubicBezTo>
                  <a:close/>
                </a:path>
              </a:pathLst>
            </a:custGeom>
            <a:solidFill>
              <a:srgbClr val="565657"/>
            </a:solidFill>
            <a:ln w="3175" cap="flat">
              <a:solidFill>
                <a:schemeClr val="tx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70" name="Flussdiagramm: Verbinder 169">
              <a:extLst>
                <a:ext uri="{FF2B5EF4-FFF2-40B4-BE49-F238E27FC236}">
                  <a16:creationId xmlns:a16="http://schemas.microsoft.com/office/drawing/2014/main" id="{05D8E839-C9D2-3F68-52E9-0BD2CB53BE74}"/>
                </a:ext>
              </a:extLst>
            </p:cNvPr>
            <p:cNvSpPr/>
            <p:nvPr/>
          </p:nvSpPr>
          <p:spPr>
            <a:xfrm>
              <a:off x="7371923" y="3940507"/>
              <a:ext cx="128890" cy="128890"/>
            </a:xfrm>
            <a:prstGeom prst="flowChartConnector">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a:ea typeface="+mn-ea"/>
                <a:cs typeface="+mn-cs"/>
              </a:endParaRPr>
            </a:p>
          </p:txBody>
        </p:sp>
        <p:sp>
          <p:nvSpPr>
            <p:cNvPr id="171" name="Flussdiagramm: Verbinder 170">
              <a:extLst>
                <a:ext uri="{FF2B5EF4-FFF2-40B4-BE49-F238E27FC236}">
                  <a16:creationId xmlns:a16="http://schemas.microsoft.com/office/drawing/2014/main" id="{D16337AC-C589-6302-7440-F2BBA09466B1}"/>
                </a:ext>
              </a:extLst>
            </p:cNvPr>
            <p:cNvSpPr/>
            <p:nvPr/>
          </p:nvSpPr>
          <p:spPr>
            <a:xfrm>
              <a:off x="6651290" y="4039147"/>
              <a:ext cx="128890" cy="128890"/>
            </a:xfrm>
            <a:prstGeom prst="flowChartConnector">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a:ea typeface="+mn-ea"/>
                <a:cs typeface="+mn-cs"/>
              </a:endParaRPr>
            </a:p>
          </p:txBody>
        </p:sp>
        <p:sp>
          <p:nvSpPr>
            <p:cNvPr id="175" name="Flussdiagramm: Verbinder 174">
              <a:extLst>
                <a:ext uri="{FF2B5EF4-FFF2-40B4-BE49-F238E27FC236}">
                  <a16:creationId xmlns:a16="http://schemas.microsoft.com/office/drawing/2014/main" id="{82AC92E5-8224-0B74-7F5E-19FE9512EC5C}"/>
                </a:ext>
              </a:extLst>
            </p:cNvPr>
            <p:cNvSpPr/>
            <p:nvPr/>
          </p:nvSpPr>
          <p:spPr>
            <a:xfrm>
              <a:off x="6932818" y="4016455"/>
              <a:ext cx="128890" cy="128890"/>
            </a:xfrm>
            <a:prstGeom prst="flowChartConnector">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a:ea typeface="+mn-ea"/>
                <a:cs typeface="+mn-cs"/>
              </a:endParaRPr>
            </a:p>
          </p:txBody>
        </p:sp>
        <p:sp>
          <p:nvSpPr>
            <p:cNvPr id="176" name="Flussdiagramm: Verbinder 175">
              <a:extLst>
                <a:ext uri="{FF2B5EF4-FFF2-40B4-BE49-F238E27FC236}">
                  <a16:creationId xmlns:a16="http://schemas.microsoft.com/office/drawing/2014/main" id="{D69197D1-00DE-11CA-4106-46D922257979}"/>
                </a:ext>
              </a:extLst>
            </p:cNvPr>
            <p:cNvSpPr/>
            <p:nvPr/>
          </p:nvSpPr>
          <p:spPr>
            <a:xfrm>
              <a:off x="7226471" y="4118692"/>
              <a:ext cx="128890" cy="128890"/>
            </a:xfrm>
            <a:prstGeom prst="flowChartConnector">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a:ea typeface="+mn-ea"/>
                <a:cs typeface="+mn-cs"/>
              </a:endParaRPr>
            </a:p>
          </p:txBody>
        </p:sp>
        <p:sp>
          <p:nvSpPr>
            <p:cNvPr id="177" name="Flussdiagramm: Verbinder 176">
              <a:extLst>
                <a:ext uri="{FF2B5EF4-FFF2-40B4-BE49-F238E27FC236}">
                  <a16:creationId xmlns:a16="http://schemas.microsoft.com/office/drawing/2014/main" id="{030BA816-D033-3C95-27F5-0B245C15DF23}"/>
                </a:ext>
              </a:extLst>
            </p:cNvPr>
            <p:cNvSpPr/>
            <p:nvPr/>
          </p:nvSpPr>
          <p:spPr>
            <a:xfrm>
              <a:off x="7631470" y="4183137"/>
              <a:ext cx="128890" cy="128890"/>
            </a:xfrm>
            <a:prstGeom prst="flowChartConnector">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a:ea typeface="+mn-ea"/>
                <a:cs typeface="+mn-cs"/>
              </a:endParaRPr>
            </a:p>
          </p:txBody>
        </p:sp>
        <p:sp>
          <p:nvSpPr>
            <p:cNvPr id="178" name="Flussdiagramm: Verbinder 177">
              <a:extLst>
                <a:ext uri="{FF2B5EF4-FFF2-40B4-BE49-F238E27FC236}">
                  <a16:creationId xmlns:a16="http://schemas.microsoft.com/office/drawing/2014/main" id="{5BF6F407-E841-7CEF-3D49-EE0989BF9E63}"/>
                </a:ext>
              </a:extLst>
            </p:cNvPr>
            <p:cNvSpPr/>
            <p:nvPr/>
          </p:nvSpPr>
          <p:spPr>
            <a:xfrm>
              <a:off x="6803928" y="4202388"/>
              <a:ext cx="128890" cy="128890"/>
            </a:xfrm>
            <a:prstGeom prst="flowChartConnector">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a:ea typeface="+mn-ea"/>
                <a:cs typeface="+mn-cs"/>
              </a:endParaRPr>
            </a:p>
          </p:txBody>
        </p:sp>
        <p:sp>
          <p:nvSpPr>
            <p:cNvPr id="179" name="Flussdiagramm: Verbinder 178">
              <a:extLst>
                <a:ext uri="{FF2B5EF4-FFF2-40B4-BE49-F238E27FC236}">
                  <a16:creationId xmlns:a16="http://schemas.microsoft.com/office/drawing/2014/main" id="{453A0275-AF6E-2704-C5B3-88C57281F68C}"/>
                </a:ext>
              </a:extLst>
            </p:cNvPr>
            <p:cNvSpPr/>
            <p:nvPr/>
          </p:nvSpPr>
          <p:spPr>
            <a:xfrm>
              <a:off x="7378871" y="4271092"/>
              <a:ext cx="128890" cy="128890"/>
            </a:xfrm>
            <a:prstGeom prst="flowChartConnector">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a:ea typeface="+mn-ea"/>
                <a:cs typeface="+mn-cs"/>
              </a:endParaRPr>
            </a:p>
          </p:txBody>
        </p:sp>
        <p:sp>
          <p:nvSpPr>
            <p:cNvPr id="180" name="Flussdiagramm: Verbinder 179">
              <a:extLst>
                <a:ext uri="{FF2B5EF4-FFF2-40B4-BE49-F238E27FC236}">
                  <a16:creationId xmlns:a16="http://schemas.microsoft.com/office/drawing/2014/main" id="{B5BA3C64-D8ED-AF57-4547-4F3F84E8E4F6}"/>
                </a:ext>
              </a:extLst>
            </p:cNvPr>
            <p:cNvSpPr/>
            <p:nvPr/>
          </p:nvSpPr>
          <p:spPr>
            <a:xfrm>
              <a:off x="7071374" y="4225735"/>
              <a:ext cx="128890" cy="128890"/>
            </a:xfrm>
            <a:prstGeom prst="flowChartConnector">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a:ea typeface="+mn-ea"/>
                <a:cs typeface="+mn-cs"/>
              </a:endParaRPr>
            </a:p>
          </p:txBody>
        </p:sp>
        <p:sp>
          <p:nvSpPr>
            <p:cNvPr id="181" name="Flussdiagramm: Verbinder 180">
              <a:extLst>
                <a:ext uri="{FF2B5EF4-FFF2-40B4-BE49-F238E27FC236}">
                  <a16:creationId xmlns:a16="http://schemas.microsoft.com/office/drawing/2014/main" id="{D3B9865C-110C-B279-82B5-833CD325529C}"/>
                </a:ext>
              </a:extLst>
            </p:cNvPr>
            <p:cNvSpPr/>
            <p:nvPr/>
          </p:nvSpPr>
          <p:spPr>
            <a:xfrm>
              <a:off x="7161273" y="3934259"/>
              <a:ext cx="128890" cy="128890"/>
            </a:xfrm>
            <a:prstGeom prst="flowChartConnector">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251" name="Gruppieren 250">
            <a:extLst>
              <a:ext uri="{FF2B5EF4-FFF2-40B4-BE49-F238E27FC236}">
                <a16:creationId xmlns:a16="http://schemas.microsoft.com/office/drawing/2014/main" id="{D360B7FE-6A76-D3FC-B258-1788ECF3F9ED}"/>
              </a:ext>
            </a:extLst>
          </p:cNvPr>
          <p:cNvGrpSpPr/>
          <p:nvPr/>
        </p:nvGrpSpPr>
        <p:grpSpPr>
          <a:xfrm>
            <a:off x="11353800" y="2381576"/>
            <a:ext cx="790147" cy="780318"/>
            <a:chOff x="11353800" y="2381576"/>
            <a:chExt cx="790147" cy="780318"/>
          </a:xfrm>
        </p:grpSpPr>
        <p:grpSp>
          <p:nvGrpSpPr>
            <p:cNvPr id="194" name="Gruppieren 193">
              <a:extLst>
                <a:ext uri="{FF2B5EF4-FFF2-40B4-BE49-F238E27FC236}">
                  <a16:creationId xmlns:a16="http://schemas.microsoft.com/office/drawing/2014/main" id="{DF53A111-9FFA-B224-C838-77779914D5E6}"/>
                </a:ext>
              </a:extLst>
            </p:cNvPr>
            <p:cNvGrpSpPr/>
            <p:nvPr/>
          </p:nvGrpSpPr>
          <p:grpSpPr>
            <a:xfrm>
              <a:off x="11353800" y="2381576"/>
              <a:ext cx="790147" cy="780318"/>
              <a:chOff x="11370945" y="2391938"/>
              <a:chExt cx="790147" cy="780318"/>
            </a:xfrm>
          </p:grpSpPr>
          <p:sp>
            <p:nvSpPr>
              <p:cNvPr id="183" name="Freihandform: Form 182">
                <a:extLst>
                  <a:ext uri="{FF2B5EF4-FFF2-40B4-BE49-F238E27FC236}">
                    <a16:creationId xmlns:a16="http://schemas.microsoft.com/office/drawing/2014/main" id="{2EE31B36-5BE7-D41D-453E-F768551B5F9F}"/>
                  </a:ext>
                </a:extLst>
              </p:cNvPr>
              <p:cNvSpPr/>
              <p:nvPr/>
            </p:nvSpPr>
            <p:spPr>
              <a:xfrm flipH="1">
                <a:off x="11370945" y="2391969"/>
                <a:ext cx="374009" cy="780287"/>
              </a:xfrm>
              <a:custGeom>
                <a:avLst/>
                <a:gdLst>
                  <a:gd name="connsiteX0" fmla="*/ 374010 w 374009"/>
                  <a:gd name="connsiteY0" fmla="*/ 491515 h 780287"/>
                  <a:gd name="connsiteX1" fmla="*/ 335091 w 374009"/>
                  <a:gd name="connsiteY1" fmla="*/ 399615 h 780287"/>
                  <a:gd name="connsiteX2" fmla="*/ 293242 w 374009"/>
                  <a:gd name="connsiteY2" fmla="*/ 231502 h 780287"/>
                  <a:gd name="connsiteX3" fmla="*/ 284281 w 374009"/>
                  <a:gd name="connsiteY3" fmla="*/ 226610 h 780287"/>
                  <a:gd name="connsiteX4" fmla="*/ 216226 w 374009"/>
                  <a:gd name="connsiteY4" fmla="*/ 100575 h 780287"/>
                  <a:gd name="connsiteX5" fmla="*/ 213358 w 374009"/>
                  <a:gd name="connsiteY5" fmla="*/ 99765 h 780287"/>
                  <a:gd name="connsiteX6" fmla="*/ 99761 w 374009"/>
                  <a:gd name="connsiteY6" fmla="*/ 236 h 780287"/>
                  <a:gd name="connsiteX7" fmla="*/ 0 w 374009"/>
                  <a:gd name="connsiteY7" fmla="*/ 106870 h 780287"/>
                  <a:gd name="connsiteX8" fmla="*/ 0 w 374009"/>
                  <a:gd name="connsiteY8" fmla="*/ 699919 h 780287"/>
                  <a:gd name="connsiteX9" fmla="*/ 79860 w 374009"/>
                  <a:gd name="connsiteY9" fmla="*/ 780287 h 780287"/>
                  <a:gd name="connsiteX10" fmla="*/ 156635 w 374009"/>
                  <a:gd name="connsiteY10" fmla="*/ 723900 h 780287"/>
                  <a:gd name="connsiteX11" fmla="*/ 296467 w 374009"/>
                  <a:gd name="connsiteY11" fmla="*/ 634499 h 780287"/>
                  <a:gd name="connsiteX12" fmla="*/ 299208 w 374009"/>
                  <a:gd name="connsiteY12" fmla="*/ 609062 h 780287"/>
                  <a:gd name="connsiteX13" fmla="*/ 299208 w 374009"/>
                  <a:gd name="connsiteY13" fmla="*/ 608008 h 780287"/>
                  <a:gd name="connsiteX14" fmla="*/ 374010 w 374009"/>
                  <a:gd name="connsiteY14" fmla="*/ 491515 h 780287"/>
                  <a:gd name="connsiteX15" fmla="*/ 163919 w 374009"/>
                  <a:gd name="connsiteY15" fmla="*/ 495415 h 780287"/>
                  <a:gd name="connsiteX16" fmla="*/ 69352 w 374009"/>
                  <a:gd name="connsiteY16" fmla="*/ 364702 h 780287"/>
                  <a:gd name="connsiteX17" fmla="*/ 163919 w 374009"/>
                  <a:gd name="connsiteY17" fmla="*/ 353570 h 780287"/>
                  <a:gd name="connsiteX18" fmla="*/ 258486 w 374009"/>
                  <a:gd name="connsiteY18" fmla="*/ 364702 h 780287"/>
                  <a:gd name="connsiteX19" fmla="*/ 163919 w 374009"/>
                  <a:gd name="connsiteY19" fmla="*/ 495415 h 780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74009" h="780287">
                    <a:moveTo>
                      <a:pt x="374010" y="491515"/>
                    </a:moveTo>
                    <a:cubicBezTo>
                      <a:pt x="374034" y="456872"/>
                      <a:pt x="359987" y="423704"/>
                      <a:pt x="335091" y="399615"/>
                    </a:cubicBezTo>
                    <a:cubicBezTo>
                      <a:pt x="369957" y="341636"/>
                      <a:pt x="351221" y="266369"/>
                      <a:pt x="293242" y="231502"/>
                    </a:cubicBezTo>
                    <a:cubicBezTo>
                      <a:pt x="290324" y="229748"/>
                      <a:pt x="287335" y="228115"/>
                      <a:pt x="284281" y="226610"/>
                    </a:cubicBezTo>
                    <a:cubicBezTo>
                      <a:pt x="300291" y="173014"/>
                      <a:pt x="269822" y="116586"/>
                      <a:pt x="216226" y="100575"/>
                    </a:cubicBezTo>
                    <a:cubicBezTo>
                      <a:pt x="215274" y="100292"/>
                      <a:pt x="214318" y="100021"/>
                      <a:pt x="213358" y="99765"/>
                    </a:cubicBezTo>
                    <a:cubicBezTo>
                      <a:pt x="209474" y="40912"/>
                      <a:pt x="158615" y="-3650"/>
                      <a:pt x="99761" y="236"/>
                    </a:cubicBezTo>
                    <a:cubicBezTo>
                      <a:pt x="43606" y="3942"/>
                      <a:pt x="-38" y="50591"/>
                      <a:pt x="0" y="106870"/>
                    </a:cubicBezTo>
                    <a:lnTo>
                      <a:pt x="0" y="699919"/>
                    </a:lnTo>
                    <a:cubicBezTo>
                      <a:pt x="-140" y="744164"/>
                      <a:pt x="35615" y="780147"/>
                      <a:pt x="79860" y="780287"/>
                    </a:cubicBezTo>
                    <a:cubicBezTo>
                      <a:pt x="115061" y="780399"/>
                      <a:pt x="146210" y="757521"/>
                      <a:pt x="156635" y="723900"/>
                    </a:cubicBezTo>
                    <a:cubicBezTo>
                      <a:pt x="219936" y="737827"/>
                      <a:pt x="282541" y="697800"/>
                      <a:pt x="296467" y="634499"/>
                    </a:cubicBezTo>
                    <a:cubicBezTo>
                      <a:pt x="298304" y="626146"/>
                      <a:pt x="299224" y="617616"/>
                      <a:pt x="299208" y="609062"/>
                    </a:cubicBezTo>
                    <a:cubicBezTo>
                      <a:pt x="299208" y="608704"/>
                      <a:pt x="299208" y="608356"/>
                      <a:pt x="299208" y="608008"/>
                    </a:cubicBezTo>
                    <a:cubicBezTo>
                      <a:pt x="344777" y="587147"/>
                      <a:pt x="374002" y="541633"/>
                      <a:pt x="374010" y="491515"/>
                    </a:cubicBezTo>
                    <a:close/>
                    <a:moveTo>
                      <a:pt x="163919" y="495415"/>
                    </a:moveTo>
                    <a:cubicBezTo>
                      <a:pt x="163919" y="495415"/>
                      <a:pt x="69352" y="423101"/>
                      <a:pt x="69352" y="364702"/>
                    </a:cubicBezTo>
                    <a:cubicBezTo>
                      <a:pt x="69352" y="325762"/>
                      <a:pt x="128869" y="284039"/>
                      <a:pt x="163919" y="353570"/>
                    </a:cubicBezTo>
                    <a:cubicBezTo>
                      <a:pt x="198959" y="283997"/>
                      <a:pt x="258486" y="325762"/>
                      <a:pt x="258486" y="364702"/>
                    </a:cubicBezTo>
                    <a:cubicBezTo>
                      <a:pt x="258486" y="423101"/>
                      <a:pt x="163919" y="495415"/>
                      <a:pt x="163919" y="495415"/>
                    </a:cubicBezTo>
                    <a:close/>
                  </a:path>
                </a:pathLst>
              </a:custGeom>
              <a:solidFill>
                <a:schemeClr val="tx2"/>
              </a:solidFill>
              <a:ln w="105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86" name="Freihandform: Form 185">
                <a:extLst>
                  <a:ext uri="{FF2B5EF4-FFF2-40B4-BE49-F238E27FC236}">
                    <a16:creationId xmlns:a16="http://schemas.microsoft.com/office/drawing/2014/main" id="{17447668-EE9E-81F3-A813-E42633671E22}"/>
                  </a:ext>
                </a:extLst>
              </p:cNvPr>
              <p:cNvSpPr/>
              <p:nvPr/>
            </p:nvSpPr>
            <p:spPr>
              <a:xfrm flipH="1">
                <a:off x="11787120" y="2391938"/>
                <a:ext cx="373972" cy="780273"/>
              </a:xfrm>
              <a:custGeom>
                <a:avLst/>
                <a:gdLst>
                  <a:gd name="connsiteX0" fmla="*/ 267115 w 373972"/>
                  <a:gd name="connsiteY0" fmla="*/ 0 h 780273"/>
                  <a:gd name="connsiteX1" fmla="*/ 160646 w 373972"/>
                  <a:gd name="connsiteY1" fmla="*/ 99753 h 780273"/>
                  <a:gd name="connsiteX2" fmla="*/ 88861 w 373972"/>
                  <a:gd name="connsiteY2" fmla="*/ 223700 h 780273"/>
                  <a:gd name="connsiteX3" fmla="*/ 89692 w 373972"/>
                  <a:gd name="connsiteY3" fmla="*/ 226640 h 780273"/>
                  <a:gd name="connsiteX4" fmla="*/ 33952 w 373972"/>
                  <a:gd name="connsiteY4" fmla="*/ 390640 h 780273"/>
                  <a:gd name="connsiteX5" fmla="*/ 38893 w 373972"/>
                  <a:gd name="connsiteY5" fmla="*/ 399688 h 780273"/>
                  <a:gd name="connsiteX6" fmla="*/ 36118 w 373972"/>
                  <a:gd name="connsiteY6" fmla="*/ 580707 h 780273"/>
                  <a:gd name="connsiteX7" fmla="*/ 74829 w 373972"/>
                  <a:gd name="connsiteY7" fmla="*/ 608028 h 780273"/>
                  <a:gd name="connsiteX8" fmla="*/ 74829 w 373972"/>
                  <a:gd name="connsiteY8" fmla="*/ 609082 h 780273"/>
                  <a:gd name="connsiteX9" fmla="*/ 191998 w 373972"/>
                  <a:gd name="connsiteY9" fmla="*/ 726629 h 780273"/>
                  <a:gd name="connsiteX10" fmla="*/ 217349 w 373972"/>
                  <a:gd name="connsiteY10" fmla="*/ 723899 h 780273"/>
                  <a:gd name="connsiteX11" fmla="*/ 317620 w 373972"/>
                  <a:gd name="connsiteY11" fmla="*/ 776648 h 780273"/>
                  <a:gd name="connsiteX12" fmla="*/ 373973 w 373972"/>
                  <a:gd name="connsiteY12" fmla="*/ 699949 h 780273"/>
                  <a:gd name="connsiteX13" fmla="*/ 373973 w 373972"/>
                  <a:gd name="connsiteY13" fmla="*/ 106858 h 780273"/>
                  <a:gd name="connsiteX14" fmla="*/ 267136 w 373972"/>
                  <a:gd name="connsiteY14" fmla="*/ 0 h 780273"/>
                  <a:gd name="connsiteX15" fmla="*/ 267115 w 373972"/>
                  <a:gd name="connsiteY15" fmla="*/ 0 h 780273"/>
                  <a:gd name="connsiteX16" fmla="*/ 258355 w 373972"/>
                  <a:gd name="connsiteY16" fmla="*/ 508191 h 780273"/>
                  <a:gd name="connsiteX17" fmla="*/ 249278 w 373972"/>
                  <a:gd name="connsiteY17" fmla="*/ 525057 h 780273"/>
                  <a:gd name="connsiteX18" fmla="*/ 230452 w 373972"/>
                  <a:gd name="connsiteY18" fmla="*/ 524498 h 780273"/>
                  <a:gd name="connsiteX19" fmla="*/ 217802 w 373972"/>
                  <a:gd name="connsiteY19" fmla="*/ 534597 h 780273"/>
                  <a:gd name="connsiteX20" fmla="*/ 214639 w 373972"/>
                  <a:gd name="connsiteY20" fmla="*/ 553160 h 780273"/>
                  <a:gd name="connsiteX21" fmla="*/ 196382 w 373972"/>
                  <a:gd name="connsiteY21" fmla="*/ 558695 h 780273"/>
                  <a:gd name="connsiteX22" fmla="*/ 183479 w 373972"/>
                  <a:gd name="connsiteY22" fmla="*/ 545065 h 780273"/>
                  <a:gd name="connsiteX23" fmla="*/ 167446 w 373972"/>
                  <a:gd name="connsiteY23" fmla="*/ 543462 h 780273"/>
                  <a:gd name="connsiteX24" fmla="*/ 151939 w 373972"/>
                  <a:gd name="connsiteY24" fmla="*/ 554225 h 780273"/>
                  <a:gd name="connsiteX25" fmla="*/ 135157 w 373972"/>
                  <a:gd name="connsiteY25" fmla="*/ 545191 h 780273"/>
                  <a:gd name="connsiteX26" fmla="*/ 135589 w 373972"/>
                  <a:gd name="connsiteY26" fmla="*/ 526322 h 780273"/>
                  <a:gd name="connsiteX27" fmla="*/ 125512 w 373972"/>
                  <a:gd name="connsiteY27" fmla="*/ 513672 h 780273"/>
                  <a:gd name="connsiteX28" fmla="*/ 106917 w 373972"/>
                  <a:gd name="connsiteY28" fmla="*/ 510447 h 780273"/>
                  <a:gd name="connsiteX29" fmla="*/ 101425 w 373972"/>
                  <a:gd name="connsiteY29" fmla="*/ 492157 h 780273"/>
                  <a:gd name="connsiteX30" fmla="*/ 115202 w 373972"/>
                  <a:gd name="connsiteY30" fmla="*/ 479370 h 780273"/>
                  <a:gd name="connsiteX31" fmla="*/ 116668 w 373972"/>
                  <a:gd name="connsiteY31" fmla="*/ 463263 h 780273"/>
                  <a:gd name="connsiteX32" fmla="*/ 105863 w 373972"/>
                  <a:gd name="connsiteY32" fmla="*/ 447904 h 780273"/>
                  <a:gd name="connsiteX33" fmla="*/ 114939 w 373972"/>
                  <a:gd name="connsiteY33" fmla="*/ 431038 h 780273"/>
                  <a:gd name="connsiteX34" fmla="*/ 133840 w 373972"/>
                  <a:gd name="connsiteY34" fmla="*/ 431576 h 780273"/>
                  <a:gd name="connsiteX35" fmla="*/ 146331 w 373972"/>
                  <a:gd name="connsiteY35" fmla="*/ 421414 h 780273"/>
                  <a:gd name="connsiteX36" fmla="*/ 149494 w 373972"/>
                  <a:gd name="connsiteY36" fmla="*/ 402840 h 780273"/>
                  <a:gd name="connsiteX37" fmla="*/ 167783 w 373972"/>
                  <a:gd name="connsiteY37" fmla="*/ 397348 h 780273"/>
                  <a:gd name="connsiteX38" fmla="*/ 180707 w 373972"/>
                  <a:gd name="connsiteY38" fmla="*/ 411115 h 780273"/>
                  <a:gd name="connsiteX39" fmla="*/ 196845 w 373972"/>
                  <a:gd name="connsiteY39" fmla="*/ 412686 h 780273"/>
                  <a:gd name="connsiteX40" fmla="*/ 212246 w 373972"/>
                  <a:gd name="connsiteY40" fmla="*/ 401838 h 780273"/>
                  <a:gd name="connsiteX41" fmla="*/ 229113 w 373972"/>
                  <a:gd name="connsiteY41" fmla="*/ 410925 h 780273"/>
                  <a:gd name="connsiteX42" fmla="*/ 228554 w 373972"/>
                  <a:gd name="connsiteY42" fmla="*/ 429752 h 780273"/>
                  <a:gd name="connsiteX43" fmla="*/ 238758 w 373972"/>
                  <a:gd name="connsiteY43" fmla="*/ 442402 h 780273"/>
                  <a:gd name="connsiteX44" fmla="*/ 257322 w 373972"/>
                  <a:gd name="connsiteY44" fmla="*/ 445564 h 780273"/>
                  <a:gd name="connsiteX45" fmla="*/ 262814 w 373972"/>
                  <a:gd name="connsiteY45" fmla="*/ 463843 h 780273"/>
                  <a:gd name="connsiteX46" fmla="*/ 249110 w 373972"/>
                  <a:gd name="connsiteY46" fmla="*/ 476777 h 780273"/>
                  <a:gd name="connsiteX47" fmla="*/ 247507 w 373972"/>
                  <a:gd name="connsiteY47" fmla="*/ 492811 h 780273"/>
                  <a:gd name="connsiteX48" fmla="*/ 300742 w 373972"/>
                  <a:gd name="connsiteY48" fmla="*/ 342817 h 780273"/>
                  <a:gd name="connsiteX49" fmla="*/ 291665 w 373972"/>
                  <a:gd name="connsiteY49" fmla="*/ 359683 h 780273"/>
                  <a:gd name="connsiteX50" fmla="*/ 272839 w 373972"/>
                  <a:gd name="connsiteY50" fmla="*/ 359114 h 780273"/>
                  <a:gd name="connsiteX51" fmla="*/ 260347 w 373972"/>
                  <a:gd name="connsiteY51" fmla="*/ 369287 h 780273"/>
                  <a:gd name="connsiteX52" fmla="*/ 257111 w 373972"/>
                  <a:gd name="connsiteY52" fmla="*/ 387924 h 780273"/>
                  <a:gd name="connsiteX53" fmla="*/ 238832 w 373972"/>
                  <a:gd name="connsiteY53" fmla="*/ 393416 h 780273"/>
                  <a:gd name="connsiteX54" fmla="*/ 225898 w 373972"/>
                  <a:gd name="connsiteY54" fmla="*/ 379712 h 780273"/>
                  <a:gd name="connsiteX55" fmla="*/ 209864 w 373972"/>
                  <a:gd name="connsiteY55" fmla="*/ 378110 h 780273"/>
                  <a:gd name="connsiteX56" fmla="*/ 194463 w 373972"/>
                  <a:gd name="connsiteY56" fmla="*/ 388957 h 780273"/>
                  <a:gd name="connsiteX57" fmla="*/ 177597 w 373972"/>
                  <a:gd name="connsiteY57" fmla="*/ 379881 h 780273"/>
                  <a:gd name="connsiteX58" fmla="*/ 178303 w 373972"/>
                  <a:gd name="connsiteY58" fmla="*/ 360843 h 780273"/>
                  <a:gd name="connsiteX59" fmla="*/ 168131 w 373972"/>
                  <a:gd name="connsiteY59" fmla="*/ 348351 h 780273"/>
                  <a:gd name="connsiteX60" fmla="*/ 149557 w 373972"/>
                  <a:gd name="connsiteY60" fmla="*/ 345189 h 780273"/>
                  <a:gd name="connsiteX61" fmla="*/ 144075 w 373972"/>
                  <a:gd name="connsiteY61" fmla="*/ 326910 h 780273"/>
                  <a:gd name="connsiteX62" fmla="*/ 157779 w 373972"/>
                  <a:gd name="connsiteY62" fmla="*/ 313976 h 780273"/>
                  <a:gd name="connsiteX63" fmla="*/ 159339 w 373972"/>
                  <a:gd name="connsiteY63" fmla="*/ 297953 h 780273"/>
                  <a:gd name="connsiteX64" fmla="*/ 148323 w 373972"/>
                  <a:gd name="connsiteY64" fmla="*/ 282510 h 780273"/>
                  <a:gd name="connsiteX65" fmla="*/ 157547 w 373972"/>
                  <a:gd name="connsiteY65" fmla="*/ 265549 h 780273"/>
                  <a:gd name="connsiteX66" fmla="*/ 176374 w 373972"/>
                  <a:gd name="connsiteY66" fmla="*/ 266118 h 780273"/>
                  <a:gd name="connsiteX67" fmla="*/ 188971 w 373972"/>
                  <a:gd name="connsiteY67" fmla="*/ 256030 h 780273"/>
                  <a:gd name="connsiteX68" fmla="*/ 192197 w 373972"/>
                  <a:gd name="connsiteY68" fmla="*/ 237445 h 780273"/>
                  <a:gd name="connsiteX69" fmla="*/ 210518 w 373972"/>
                  <a:gd name="connsiteY69" fmla="*/ 231911 h 780273"/>
                  <a:gd name="connsiteX70" fmla="*/ 223420 w 373972"/>
                  <a:gd name="connsiteY70" fmla="*/ 245530 h 780273"/>
                  <a:gd name="connsiteX71" fmla="*/ 239443 w 373972"/>
                  <a:gd name="connsiteY71" fmla="*/ 247143 h 780273"/>
                  <a:gd name="connsiteX72" fmla="*/ 254855 w 373972"/>
                  <a:gd name="connsiteY72" fmla="*/ 236328 h 780273"/>
                  <a:gd name="connsiteX73" fmla="*/ 271721 w 373972"/>
                  <a:gd name="connsiteY73" fmla="*/ 245414 h 780273"/>
                  <a:gd name="connsiteX74" fmla="*/ 271141 w 373972"/>
                  <a:gd name="connsiteY74" fmla="*/ 264326 h 780273"/>
                  <a:gd name="connsiteX75" fmla="*/ 281314 w 373972"/>
                  <a:gd name="connsiteY75" fmla="*/ 276817 h 780273"/>
                  <a:gd name="connsiteX76" fmla="*/ 299888 w 373972"/>
                  <a:gd name="connsiteY76" fmla="*/ 279980 h 780273"/>
                  <a:gd name="connsiteX77" fmla="*/ 305380 w 373972"/>
                  <a:gd name="connsiteY77" fmla="*/ 298259 h 780273"/>
                  <a:gd name="connsiteX78" fmla="*/ 291676 w 373972"/>
                  <a:gd name="connsiteY78" fmla="*/ 311203 h 780273"/>
                  <a:gd name="connsiteX79" fmla="*/ 289926 w 373972"/>
                  <a:gd name="connsiteY79" fmla="*/ 327437 h 780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373972" h="780273">
                    <a:moveTo>
                      <a:pt x="267115" y="0"/>
                    </a:moveTo>
                    <a:cubicBezTo>
                      <a:pt x="210901" y="44"/>
                      <a:pt x="164347" y="43661"/>
                      <a:pt x="160646" y="99753"/>
                    </a:cubicBezTo>
                    <a:cubicBezTo>
                      <a:pt x="106596" y="114157"/>
                      <a:pt x="74457" y="169650"/>
                      <a:pt x="88861" y="223700"/>
                    </a:cubicBezTo>
                    <a:cubicBezTo>
                      <a:pt x="89123" y="224685"/>
                      <a:pt x="89400" y="225664"/>
                      <a:pt x="89692" y="226640"/>
                    </a:cubicBezTo>
                    <a:cubicBezTo>
                      <a:pt x="29013" y="256536"/>
                      <a:pt x="4057" y="329961"/>
                      <a:pt x="33952" y="390640"/>
                    </a:cubicBezTo>
                    <a:cubicBezTo>
                      <a:pt x="35471" y="393725"/>
                      <a:pt x="37120" y="396743"/>
                      <a:pt x="38893" y="399688"/>
                    </a:cubicBezTo>
                    <a:cubicBezTo>
                      <a:pt x="-11860" y="448909"/>
                      <a:pt x="-13103" y="529953"/>
                      <a:pt x="36118" y="580707"/>
                    </a:cubicBezTo>
                    <a:cubicBezTo>
                      <a:pt x="47209" y="592144"/>
                      <a:pt x="60337" y="601409"/>
                      <a:pt x="74829" y="608028"/>
                    </a:cubicBezTo>
                    <a:cubicBezTo>
                      <a:pt x="74829" y="608387"/>
                      <a:pt x="74829" y="608735"/>
                      <a:pt x="74829" y="609082"/>
                    </a:cubicBezTo>
                    <a:cubicBezTo>
                      <a:pt x="74724" y="673897"/>
                      <a:pt x="127183" y="726524"/>
                      <a:pt x="191998" y="726629"/>
                    </a:cubicBezTo>
                    <a:cubicBezTo>
                      <a:pt x="200521" y="726642"/>
                      <a:pt x="209022" y="725727"/>
                      <a:pt x="217349" y="723899"/>
                    </a:cubicBezTo>
                    <a:cubicBezTo>
                      <a:pt x="230472" y="766155"/>
                      <a:pt x="275365" y="789771"/>
                      <a:pt x="317620" y="776648"/>
                    </a:cubicBezTo>
                    <a:cubicBezTo>
                      <a:pt x="351200" y="766218"/>
                      <a:pt x="374055" y="735111"/>
                      <a:pt x="373973" y="699949"/>
                    </a:cubicBezTo>
                    <a:lnTo>
                      <a:pt x="373973" y="106858"/>
                    </a:lnTo>
                    <a:cubicBezTo>
                      <a:pt x="373979" y="47847"/>
                      <a:pt x="326146" y="6"/>
                      <a:pt x="267136" y="0"/>
                    </a:cubicBezTo>
                    <a:cubicBezTo>
                      <a:pt x="267128" y="0"/>
                      <a:pt x="267122" y="0"/>
                      <a:pt x="267115" y="0"/>
                    </a:cubicBezTo>
                    <a:close/>
                    <a:moveTo>
                      <a:pt x="258355" y="508191"/>
                    </a:moveTo>
                    <a:lnTo>
                      <a:pt x="249278" y="525057"/>
                    </a:lnTo>
                    <a:lnTo>
                      <a:pt x="230452" y="524498"/>
                    </a:lnTo>
                    <a:cubicBezTo>
                      <a:pt x="226661" y="528366"/>
                      <a:pt x="222413" y="531757"/>
                      <a:pt x="217802" y="534597"/>
                    </a:cubicBezTo>
                    <a:lnTo>
                      <a:pt x="214639" y="553160"/>
                    </a:lnTo>
                    <a:lnTo>
                      <a:pt x="196382" y="558695"/>
                    </a:lnTo>
                    <a:lnTo>
                      <a:pt x="183479" y="545065"/>
                    </a:lnTo>
                    <a:cubicBezTo>
                      <a:pt x="178089" y="545186"/>
                      <a:pt x="172705" y="544648"/>
                      <a:pt x="167446" y="543462"/>
                    </a:cubicBezTo>
                    <a:lnTo>
                      <a:pt x="151939" y="554225"/>
                    </a:lnTo>
                    <a:lnTo>
                      <a:pt x="135157" y="545191"/>
                    </a:lnTo>
                    <a:lnTo>
                      <a:pt x="135589" y="526322"/>
                    </a:lnTo>
                    <a:cubicBezTo>
                      <a:pt x="131729" y="522530"/>
                      <a:pt x="128345" y="518282"/>
                      <a:pt x="125512" y="513672"/>
                    </a:cubicBezTo>
                    <a:lnTo>
                      <a:pt x="106917" y="510447"/>
                    </a:lnTo>
                    <a:lnTo>
                      <a:pt x="101425" y="492157"/>
                    </a:lnTo>
                    <a:lnTo>
                      <a:pt x="115202" y="479370"/>
                    </a:lnTo>
                    <a:cubicBezTo>
                      <a:pt x="115036" y="473962"/>
                      <a:pt x="115528" y="468553"/>
                      <a:pt x="116668" y="463263"/>
                    </a:cubicBezTo>
                    <a:lnTo>
                      <a:pt x="105863" y="447904"/>
                    </a:lnTo>
                    <a:lnTo>
                      <a:pt x="114939" y="431038"/>
                    </a:lnTo>
                    <a:lnTo>
                      <a:pt x="133840" y="431576"/>
                    </a:lnTo>
                    <a:cubicBezTo>
                      <a:pt x="137579" y="427698"/>
                      <a:pt x="141773" y="424285"/>
                      <a:pt x="146331" y="421414"/>
                    </a:cubicBezTo>
                    <a:lnTo>
                      <a:pt x="149494" y="402840"/>
                    </a:lnTo>
                    <a:lnTo>
                      <a:pt x="167783" y="397348"/>
                    </a:lnTo>
                    <a:lnTo>
                      <a:pt x="180707" y="411115"/>
                    </a:lnTo>
                    <a:cubicBezTo>
                      <a:pt x="186130" y="410977"/>
                      <a:pt x="191551" y="411505"/>
                      <a:pt x="196845" y="412686"/>
                    </a:cubicBezTo>
                    <a:lnTo>
                      <a:pt x="212246" y="401838"/>
                    </a:lnTo>
                    <a:lnTo>
                      <a:pt x="229113" y="410925"/>
                    </a:lnTo>
                    <a:lnTo>
                      <a:pt x="228554" y="429752"/>
                    </a:lnTo>
                    <a:cubicBezTo>
                      <a:pt x="232458" y="433538"/>
                      <a:pt x="235885" y="437786"/>
                      <a:pt x="238758" y="442402"/>
                    </a:cubicBezTo>
                    <a:lnTo>
                      <a:pt x="257322" y="445564"/>
                    </a:lnTo>
                    <a:lnTo>
                      <a:pt x="262814" y="463843"/>
                    </a:lnTo>
                    <a:lnTo>
                      <a:pt x="249110" y="476777"/>
                    </a:lnTo>
                    <a:cubicBezTo>
                      <a:pt x="249226" y="482167"/>
                      <a:pt x="248688" y="487551"/>
                      <a:pt x="247507" y="492811"/>
                    </a:cubicBezTo>
                    <a:close/>
                    <a:moveTo>
                      <a:pt x="300742" y="342817"/>
                    </a:moveTo>
                    <a:lnTo>
                      <a:pt x="291665" y="359683"/>
                    </a:lnTo>
                    <a:lnTo>
                      <a:pt x="272839" y="359114"/>
                    </a:lnTo>
                    <a:cubicBezTo>
                      <a:pt x="269099" y="362995"/>
                      <a:pt x="264905" y="366411"/>
                      <a:pt x="260347" y="369287"/>
                    </a:cubicBezTo>
                    <a:lnTo>
                      <a:pt x="257111" y="387924"/>
                    </a:lnTo>
                    <a:lnTo>
                      <a:pt x="238832" y="393416"/>
                    </a:lnTo>
                    <a:lnTo>
                      <a:pt x="225898" y="379712"/>
                    </a:lnTo>
                    <a:cubicBezTo>
                      <a:pt x="220508" y="379833"/>
                      <a:pt x="215123" y="379296"/>
                      <a:pt x="209864" y="378110"/>
                    </a:cubicBezTo>
                    <a:lnTo>
                      <a:pt x="194463" y="388957"/>
                    </a:lnTo>
                    <a:lnTo>
                      <a:pt x="177597" y="379881"/>
                    </a:lnTo>
                    <a:lnTo>
                      <a:pt x="178303" y="360843"/>
                    </a:lnTo>
                    <a:cubicBezTo>
                      <a:pt x="174413" y="357111"/>
                      <a:pt x="170997" y="352916"/>
                      <a:pt x="168131" y="348351"/>
                    </a:cubicBezTo>
                    <a:lnTo>
                      <a:pt x="149557" y="345189"/>
                    </a:lnTo>
                    <a:lnTo>
                      <a:pt x="144075" y="326910"/>
                    </a:lnTo>
                    <a:lnTo>
                      <a:pt x="157779" y="313976"/>
                    </a:lnTo>
                    <a:cubicBezTo>
                      <a:pt x="157644" y="308591"/>
                      <a:pt x="158168" y="303210"/>
                      <a:pt x="159339" y="297953"/>
                    </a:cubicBezTo>
                    <a:lnTo>
                      <a:pt x="148323" y="282510"/>
                    </a:lnTo>
                    <a:lnTo>
                      <a:pt x="157547" y="265549"/>
                    </a:lnTo>
                    <a:lnTo>
                      <a:pt x="176374" y="266118"/>
                    </a:lnTo>
                    <a:cubicBezTo>
                      <a:pt x="180147" y="262255"/>
                      <a:pt x="184377" y="258867"/>
                      <a:pt x="188971" y="256030"/>
                    </a:cubicBezTo>
                    <a:lnTo>
                      <a:pt x="192197" y="237445"/>
                    </a:lnTo>
                    <a:lnTo>
                      <a:pt x="210518" y="231911"/>
                    </a:lnTo>
                    <a:lnTo>
                      <a:pt x="223420" y="245530"/>
                    </a:lnTo>
                    <a:cubicBezTo>
                      <a:pt x="228807" y="245418"/>
                      <a:pt x="234187" y="245959"/>
                      <a:pt x="239443" y="247143"/>
                    </a:cubicBezTo>
                    <a:lnTo>
                      <a:pt x="254855" y="236328"/>
                    </a:lnTo>
                    <a:lnTo>
                      <a:pt x="271721" y="245414"/>
                    </a:lnTo>
                    <a:lnTo>
                      <a:pt x="271141" y="264326"/>
                    </a:lnTo>
                    <a:cubicBezTo>
                      <a:pt x="275031" y="268057"/>
                      <a:pt x="278447" y="272253"/>
                      <a:pt x="281314" y="276817"/>
                    </a:cubicBezTo>
                    <a:lnTo>
                      <a:pt x="299888" y="279980"/>
                    </a:lnTo>
                    <a:lnTo>
                      <a:pt x="305380" y="298259"/>
                    </a:lnTo>
                    <a:lnTo>
                      <a:pt x="291676" y="311203"/>
                    </a:lnTo>
                    <a:cubicBezTo>
                      <a:pt x="291758" y="316666"/>
                      <a:pt x="291171" y="322118"/>
                      <a:pt x="289926" y="327437"/>
                    </a:cubicBezTo>
                    <a:close/>
                  </a:path>
                </a:pathLst>
              </a:custGeom>
              <a:solidFill>
                <a:schemeClr val="accent2"/>
              </a:solidFill>
              <a:ln w="105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87" name="Rechteck 186">
                <a:extLst>
                  <a:ext uri="{FF2B5EF4-FFF2-40B4-BE49-F238E27FC236}">
                    <a16:creationId xmlns:a16="http://schemas.microsoft.com/office/drawing/2014/main" id="{993B3B9C-7A27-DFF3-F409-1B02A1770C64}"/>
                  </a:ext>
                </a:extLst>
              </p:cNvPr>
              <p:cNvSpPr/>
              <p:nvPr/>
            </p:nvSpPr>
            <p:spPr>
              <a:xfrm>
                <a:off x="11492212" y="2696653"/>
                <a:ext cx="213360" cy="216144"/>
              </a:xfrm>
              <a:prstGeom prst="rect">
                <a:avLst/>
              </a:prstGeom>
              <a:solidFill>
                <a:srgbClr val="EA5A0C"/>
              </a:solidFill>
              <a:ln>
                <a:solidFill>
                  <a:srgbClr val="EA5A0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188" name="Gruppieren 187">
                <a:extLst>
                  <a:ext uri="{FF2B5EF4-FFF2-40B4-BE49-F238E27FC236}">
                    <a16:creationId xmlns:a16="http://schemas.microsoft.com/office/drawing/2014/main" id="{1B99E060-942B-CA41-1677-E90AD5C753BE}"/>
                  </a:ext>
                </a:extLst>
              </p:cNvPr>
              <p:cNvGrpSpPr/>
              <p:nvPr/>
            </p:nvGrpSpPr>
            <p:grpSpPr>
              <a:xfrm>
                <a:off x="11454930" y="2613145"/>
                <a:ext cx="244493" cy="312770"/>
                <a:chOff x="782112" y="5696917"/>
                <a:chExt cx="320212" cy="426486"/>
              </a:xfrm>
              <a:solidFill>
                <a:schemeClr val="bg1"/>
              </a:solidFill>
            </p:grpSpPr>
            <p:sp>
              <p:nvSpPr>
                <p:cNvPr id="189" name="Freihandform: Form 188">
                  <a:extLst>
                    <a:ext uri="{FF2B5EF4-FFF2-40B4-BE49-F238E27FC236}">
                      <a16:creationId xmlns:a16="http://schemas.microsoft.com/office/drawing/2014/main" id="{E5A61A66-31EF-1A68-DF5C-A4481C88F14E}"/>
                    </a:ext>
                  </a:extLst>
                </p:cNvPr>
                <p:cNvSpPr/>
                <p:nvPr/>
              </p:nvSpPr>
              <p:spPr>
                <a:xfrm>
                  <a:off x="824105" y="6046935"/>
                  <a:ext cx="244700" cy="76468"/>
                </a:xfrm>
                <a:custGeom>
                  <a:avLst/>
                  <a:gdLst>
                    <a:gd name="connsiteX0" fmla="*/ 206466 w 244700"/>
                    <a:gd name="connsiteY0" fmla="*/ 0 h 76468"/>
                    <a:gd name="connsiteX1" fmla="*/ 38234 w 244700"/>
                    <a:gd name="connsiteY1" fmla="*/ 0 h 76468"/>
                    <a:gd name="connsiteX2" fmla="*/ 0 w 244700"/>
                    <a:gd name="connsiteY2" fmla="*/ 38234 h 76468"/>
                    <a:gd name="connsiteX3" fmla="*/ 38234 w 244700"/>
                    <a:gd name="connsiteY3" fmla="*/ 76469 h 76468"/>
                    <a:gd name="connsiteX4" fmla="*/ 206466 w 244700"/>
                    <a:gd name="connsiteY4" fmla="*/ 76469 h 76468"/>
                    <a:gd name="connsiteX5" fmla="*/ 244700 w 244700"/>
                    <a:gd name="connsiteY5" fmla="*/ 38234 h 76468"/>
                    <a:gd name="connsiteX6" fmla="*/ 206466 w 244700"/>
                    <a:gd name="connsiteY6" fmla="*/ 0 h 76468"/>
                    <a:gd name="connsiteX7" fmla="*/ 48430 w 244700"/>
                    <a:gd name="connsiteY7" fmla="*/ 53528 h 76468"/>
                    <a:gd name="connsiteX8" fmla="*/ 33137 w 244700"/>
                    <a:gd name="connsiteY8" fmla="*/ 38234 h 76468"/>
                    <a:gd name="connsiteX9" fmla="*/ 48430 w 244700"/>
                    <a:gd name="connsiteY9" fmla="*/ 22941 h 76468"/>
                    <a:gd name="connsiteX10" fmla="*/ 63724 w 244700"/>
                    <a:gd name="connsiteY10" fmla="*/ 38234 h 76468"/>
                    <a:gd name="connsiteX11" fmla="*/ 48430 w 244700"/>
                    <a:gd name="connsiteY11" fmla="*/ 53528 h 76468"/>
                    <a:gd name="connsiteX12" fmla="*/ 122350 w 244700"/>
                    <a:gd name="connsiteY12" fmla="*/ 53528 h 76468"/>
                    <a:gd name="connsiteX13" fmla="*/ 107056 w 244700"/>
                    <a:gd name="connsiteY13" fmla="*/ 38234 h 76468"/>
                    <a:gd name="connsiteX14" fmla="*/ 122350 w 244700"/>
                    <a:gd name="connsiteY14" fmla="*/ 22941 h 76468"/>
                    <a:gd name="connsiteX15" fmla="*/ 137644 w 244700"/>
                    <a:gd name="connsiteY15" fmla="*/ 38234 h 76468"/>
                    <a:gd name="connsiteX16" fmla="*/ 122350 w 244700"/>
                    <a:gd name="connsiteY16" fmla="*/ 53528 h 76468"/>
                    <a:gd name="connsiteX17" fmla="*/ 196270 w 244700"/>
                    <a:gd name="connsiteY17" fmla="*/ 53528 h 76468"/>
                    <a:gd name="connsiteX18" fmla="*/ 180976 w 244700"/>
                    <a:gd name="connsiteY18" fmla="*/ 38234 h 76468"/>
                    <a:gd name="connsiteX19" fmla="*/ 196270 w 244700"/>
                    <a:gd name="connsiteY19" fmla="*/ 22941 h 76468"/>
                    <a:gd name="connsiteX20" fmla="*/ 211564 w 244700"/>
                    <a:gd name="connsiteY20" fmla="*/ 38234 h 76468"/>
                    <a:gd name="connsiteX21" fmla="*/ 196270 w 244700"/>
                    <a:gd name="connsiteY21" fmla="*/ 53528 h 76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44700" h="76468">
                      <a:moveTo>
                        <a:pt x="206466" y="0"/>
                      </a:moveTo>
                      <a:lnTo>
                        <a:pt x="38234" y="0"/>
                      </a:lnTo>
                      <a:cubicBezTo>
                        <a:pt x="17118" y="0"/>
                        <a:pt x="0" y="17118"/>
                        <a:pt x="0" y="38234"/>
                      </a:cubicBezTo>
                      <a:cubicBezTo>
                        <a:pt x="0" y="59351"/>
                        <a:pt x="17118" y="76469"/>
                        <a:pt x="38234" y="76469"/>
                      </a:cubicBezTo>
                      <a:lnTo>
                        <a:pt x="206466" y="76469"/>
                      </a:lnTo>
                      <a:cubicBezTo>
                        <a:pt x="227582" y="76469"/>
                        <a:pt x="244700" y="59351"/>
                        <a:pt x="244700" y="38234"/>
                      </a:cubicBezTo>
                      <a:cubicBezTo>
                        <a:pt x="244700" y="17118"/>
                        <a:pt x="227582" y="0"/>
                        <a:pt x="206466" y="0"/>
                      </a:cubicBezTo>
                      <a:close/>
                      <a:moveTo>
                        <a:pt x="48430" y="53528"/>
                      </a:moveTo>
                      <a:cubicBezTo>
                        <a:pt x="39984" y="53528"/>
                        <a:pt x="33137" y="46681"/>
                        <a:pt x="33137" y="38234"/>
                      </a:cubicBezTo>
                      <a:cubicBezTo>
                        <a:pt x="33137" y="29788"/>
                        <a:pt x="39984" y="22941"/>
                        <a:pt x="48430" y="22941"/>
                      </a:cubicBezTo>
                      <a:cubicBezTo>
                        <a:pt x="56877" y="22941"/>
                        <a:pt x="63724" y="29788"/>
                        <a:pt x="63724" y="38234"/>
                      </a:cubicBezTo>
                      <a:cubicBezTo>
                        <a:pt x="63724" y="46681"/>
                        <a:pt x="56877" y="53528"/>
                        <a:pt x="48430" y="53528"/>
                      </a:cubicBezTo>
                      <a:close/>
                      <a:moveTo>
                        <a:pt x="122350" y="53528"/>
                      </a:moveTo>
                      <a:cubicBezTo>
                        <a:pt x="113903" y="53528"/>
                        <a:pt x="107056" y="46681"/>
                        <a:pt x="107056" y="38234"/>
                      </a:cubicBezTo>
                      <a:cubicBezTo>
                        <a:pt x="107056" y="29788"/>
                        <a:pt x="113903" y="22941"/>
                        <a:pt x="122350" y="22941"/>
                      </a:cubicBezTo>
                      <a:cubicBezTo>
                        <a:pt x="130797" y="22941"/>
                        <a:pt x="137644" y="29788"/>
                        <a:pt x="137644" y="38234"/>
                      </a:cubicBezTo>
                      <a:cubicBezTo>
                        <a:pt x="137644" y="46681"/>
                        <a:pt x="130797" y="53528"/>
                        <a:pt x="122350" y="53528"/>
                      </a:cubicBezTo>
                      <a:close/>
                      <a:moveTo>
                        <a:pt x="196270" y="53528"/>
                      </a:moveTo>
                      <a:cubicBezTo>
                        <a:pt x="187823" y="53528"/>
                        <a:pt x="180976" y="46681"/>
                        <a:pt x="180976" y="38234"/>
                      </a:cubicBezTo>
                      <a:cubicBezTo>
                        <a:pt x="180976" y="29788"/>
                        <a:pt x="187823" y="22941"/>
                        <a:pt x="196270" y="22941"/>
                      </a:cubicBezTo>
                      <a:cubicBezTo>
                        <a:pt x="204717" y="22941"/>
                        <a:pt x="211564" y="29788"/>
                        <a:pt x="211564" y="38234"/>
                      </a:cubicBezTo>
                      <a:cubicBezTo>
                        <a:pt x="211564" y="46681"/>
                        <a:pt x="204717" y="53528"/>
                        <a:pt x="196270" y="53528"/>
                      </a:cubicBezTo>
                      <a:close/>
                    </a:path>
                  </a:pathLst>
                </a:custGeom>
                <a:solidFill>
                  <a:srgbClr val="FDC200"/>
                </a:solidFill>
                <a:ln w="3175" cap="flat">
                  <a:solidFill>
                    <a:srgbClr val="FDC200"/>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91" name="Freihandform: Form 190">
                  <a:extLst>
                    <a:ext uri="{FF2B5EF4-FFF2-40B4-BE49-F238E27FC236}">
                      <a16:creationId xmlns:a16="http://schemas.microsoft.com/office/drawing/2014/main" id="{E46CC4DE-6A5E-3CBB-B23C-4176B2A4F69B}"/>
                    </a:ext>
                  </a:extLst>
                </p:cNvPr>
                <p:cNvSpPr/>
                <p:nvPr/>
              </p:nvSpPr>
              <p:spPr>
                <a:xfrm>
                  <a:off x="881416" y="5696917"/>
                  <a:ext cx="132545" cy="163208"/>
                </a:xfrm>
                <a:custGeom>
                  <a:avLst/>
                  <a:gdLst>
                    <a:gd name="connsiteX0" fmla="*/ 110166 w 132546"/>
                    <a:gd name="connsiteY0" fmla="*/ 61250 h 163208"/>
                    <a:gd name="connsiteX1" fmla="*/ 76469 w 132546"/>
                    <a:gd name="connsiteY1" fmla="*/ 61250 h 163208"/>
                    <a:gd name="connsiteX2" fmla="*/ 76469 w 132546"/>
                    <a:gd name="connsiteY2" fmla="*/ 38055 h 163208"/>
                    <a:gd name="connsiteX3" fmla="*/ 83933 w 132546"/>
                    <a:gd name="connsiteY3" fmla="*/ 10199 h 163208"/>
                    <a:gd name="connsiteX4" fmla="*/ 56077 w 132546"/>
                    <a:gd name="connsiteY4" fmla="*/ 2735 h 163208"/>
                    <a:gd name="connsiteX5" fmla="*/ 48613 w 132546"/>
                    <a:gd name="connsiteY5" fmla="*/ 30591 h 163208"/>
                    <a:gd name="connsiteX6" fmla="*/ 56077 w 132546"/>
                    <a:gd name="connsiteY6" fmla="*/ 38055 h 163208"/>
                    <a:gd name="connsiteX7" fmla="*/ 56077 w 132546"/>
                    <a:gd name="connsiteY7" fmla="*/ 61250 h 163208"/>
                    <a:gd name="connsiteX8" fmla="*/ 22380 w 132546"/>
                    <a:gd name="connsiteY8" fmla="*/ 61250 h 163208"/>
                    <a:gd name="connsiteX9" fmla="*/ 0 w 132546"/>
                    <a:gd name="connsiteY9" fmla="*/ 83630 h 163208"/>
                    <a:gd name="connsiteX10" fmla="*/ 0 w 132546"/>
                    <a:gd name="connsiteY10" fmla="*/ 140829 h 163208"/>
                    <a:gd name="connsiteX11" fmla="*/ 22380 w 132546"/>
                    <a:gd name="connsiteY11" fmla="*/ 163209 h 163208"/>
                    <a:gd name="connsiteX12" fmla="*/ 110166 w 132546"/>
                    <a:gd name="connsiteY12" fmla="*/ 163209 h 163208"/>
                    <a:gd name="connsiteX13" fmla="*/ 132546 w 132546"/>
                    <a:gd name="connsiteY13" fmla="*/ 140829 h 163208"/>
                    <a:gd name="connsiteX14" fmla="*/ 132546 w 132546"/>
                    <a:gd name="connsiteY14" fmla="*/ 83630 h 163208"/>
                    <a:gd name="connsiteX15" fmla="*/ 110166 w 132546"/>
                    <a:gd name="connsiteY15" fmla="*/ 61250 h 163208"/>
                    <a:gd name="connsiteX16" fmla="*/ 40783 w 132546"/>
                    <a:gd name="connsiteY16" fmla="*/ 127523 h 163208"/>
                    <a:gd name="connsiteX17" fmla="*/ 25490 w 132546"/>
                    <a:gd name="connsiteY17" fmla="*/ 112230 h 163208"/>
                    <a:gd name="connsiteX18" fmla="*/ 40783 w 132546"/>
                    <a:gd name="connsiteY18" fmla="*/ 96936 h 163208"/>
                    <a:gd name="connsiteX19" fmla="*/ 56077 w 132546"/>
                    <a:gd name="connsiteY19" fmla="*/ 112230 h 163208"/>
                    <a:gd name="connsiteX20" fmla="*/ 40783 w 132546"/>
                    <a:gd name="connsiteY20" fmla="*/ 127523 h 163208"/>
                    <a:gd name="connsiteX21" fmla="*/ 91763 w 132546"/>
                    <a:gd name="connsiteY21" fmla="*/ 127523 h 163208"/>
                    <a:gd name="connsiteX22" fmla="*/ 76469 w 132546"/>
                    <a:gd name="connsiteY22" fmla="*/ 112230 h 163208"/>
                    <a:gd name="connsiteX23" fmla="*/ 91763 w 132546"/>
                    <a:gd name="connsiteY23" fmla="*/ 96936 h 163208"/>
                    <a:gd name="connsiteX24" fmla="*/ 107056 w 132546"/>
                    <a:gd name="connsiteY24" fmla="*/ 112230 h 163208"/>
                    <a:gd name="connsiteX25" fmla="*/ 91763 w 132546"/>
                    <a:gd name="connsiteY25" fmla="*/ 127523 h 163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32546" h="163208">
                      <a:moveTo>
                        <a:pt x="110166" y="61250"/>
                      </a:moveTo>
                      <a:lnTo>
                        <a:pt x="76469" y="61250"/>
                      </a:lnTo>
                      <a:lnTo>
                        <a:pt x="76469" y="38055"/>
                      </a:lnTo>
                      <a:cubicBezTo>
                        <a:pt x="86222" y="32424"/>
                        <a:pt x="89564" y="19952"/>
                        <a:pt x="83933" y="10199"/>
                      </a:cubicBezTo>
                      <a:cubicBezTo>
                        <a:pt x="78302" y="446"/>
                        <a:pt x="65831" y="-2896"/>
                        <a:pt x="56077" y="2735"/>
                      </a:cubicBezTo>
                      <a:cubicBezTo>
                        <a:pt x="46324" y="8366"/>
                        <a:pt x="42982" y="20838"/>
                        <a:pt x="48613" y="30591"/>
                      </a:cubicBezTo>
                      <a:cubicBezTo>
                        <a:pt x="50403" y="33691"/>
                        <a:pt x="52977" y="36265"/>
                        <a:pt x="56077" y="38055"/>
                      </a:cubicBezTo>
                      <a:lnTo>
                        <a:pt x="56077" y="61250"/>
                      </a:lnTo>
                      <a:lnTo>
                        <a:pt x="22380" y="61250"/>
                      </a:lnTo>
                      <a:cubicBezTo>
                        <a:pt x="10032" y="61278"/>
                        <a:pt x="28" y="71282"/>
                        <a:pt x="0" y="83630"/>
                      </a:cubicBezTo>
                      <a:lnTo>
                        <a:pt x="0" y="140829"/>
                      </a:lnTo>
                      <a:cubicBezTo>
                        <a:pt x="28" y="153177"/>
                        <a:pt x="10032" y="163181"/>
                        <a:pt x="22380" y="163209"/>
                      </a:cubicBezTo>
                      <a:lnTo>
                        <a:pt x="110166" y="163209"/>
                      </a:lnTo>
                      <a:cubicBezTo>
                        <a:pt x="122514" y="163181"/>
                        <a:pt x="132518" y="153177"/>
                        <a:pt x="132546" y="140829"/>
                      </a:cubicBezTo>
                      <a:lnTo>
                        <a:pt x="132546" y="83630"/>
                      </a:lnTo>
                      <a:cubicBezTo>
                        <a:pt x="132518" y="71282"/>
                        <a:pt x="122514" y="61278"/>
                        <a:pt x="110166" y="61250"/>
                      </a:cubicBezTo>
                      <a:close/>
                      <a:moveTo>
                        <a:pt x="40783" y="127523"/>
                      </a:moveTo>
                      <a:cubicBezTo>
                        <a:pt x="32337" y="127523"/>
                        <a:pt x="25490" y="120676"/>
                        <a:pt x="25490" y="112230"/>
                      </a:cubicBezTo>
                      <a:cubicBezTo>
                        <a:pt x="25490" y="103783"/>
                        <a:pt x="32337" y="96936"/>
                        <a:pt x="40783" y="96936"/>
                      </a:cubicBezTo>
                      <a:cubicBezTo>
                        <a:pt x="49230" y="96936"/>
                        <a:pt x="56077" y="103783"/>
                        <a:pt x="56077" y="112230"/>
                      </a:cubicBezTo>
                      <a:cubicBezTo>
                        <a:pt x="56077" y="120676"/>
                        <a:pt x="49230" y="127523"/>
                        <a:pt x="40783" y="127523"/>
                      </a:cubicBezTo>
                      <a:close/>
                      <a:moveTo>
                        <a:pt x="91763" y="127523"/>
                      </a:moveTo>
                      <a:cubicBezTo>
                        <a:pt x="83316" y="127523"/>
                        <a:pt x="76469" y="120676"/>
                        <a:pt x="76469" y="112230"/>
                      </a:cubicBezTo>
                      <a:cubicBezTo>
                        <a:pt x="76469" y="103783"/>
                        <a:pt x="83316" y="96936"/>
                        <a:pt x="91763" y="96936"/>
                      </a:cubicBezTo>
                      <a:cubicBezTo>
                        <a:pt x="100209" y="96936"/>
                        <a:pt x="107056" y="103783"/>
                        <a:pt x="107056" y="112230"/>
                      </a:cubicBezTo>
                      <a:cubicBezTo>
                        <a:pt x="107056" y="120676"/>
                        <a:pt x="100209" y="127523"/>
                        <a:pt x="91763" y="127523"/>
                      </a:cubicBezTo>
                      <a:close/>
                    </a:path>
                  </a:pathLst>
                </a:custGeom>
                <a:solidFill>
                  <a:srgbClr val="FDC200"/>
                </a:solidFill>
                <a:ln w="3175" cap="flat">
                  <a:solidFill>
                    <a:srgbClr val="FDC200"/>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93" name="Freihandform: Form 192">
                  <a:extLst>
                    <a:ext uri="{FF2B5EF4-FFF2-40B4-BE49-F238E27FC236}">
                      <a16:creationId xmlns:a16="http://schemas.microsoft.com/office/drawing/2014/main" id="{932730C4-A8B7-E4EC-E274-131FE36D9C4D}"/>
                    </a:ext>
                  </a:extLst>
                </p:cNvPr>
                <p:cNvSpPr/>
                <p:nvPr/>
              </p:nvSpPr>
              <p:spPr>
                <a:xfrm>
                  <a:off x="782112" y="5820944"/>
                  <a:ext cx="320212" cy="212328"/>
                </a:xfrm>
                <a:custGeom>
                  <a:avLst/>
                  <a:gdLst>
                    <a:gd name="connsiteX0" fmla="*/ 297297 w 320212"/>
                    <a:gd name="connsiteY0" fmla="*/ 158800 h 212328"/>
                    <a:gd name="connsiteX1" fmla="*/ 297297 w 320212"/>
                    <a:gd name="connsiteY1" fmla="*/ 116335 h 212328"/>
                    <a:gd name="connsiteX2" fmla="*/ 274407 w 320212"/>
                    <a:gd name="connsiteY2" fmla="*/ 93445 h 212328"/>
                    <a:gd name="connsiteX3" fmla="*/ 246318 w 320212"/>
                    <a:gd name="connsiteY3" fmla="*/ 93445 h 212328"/>
                    <a:gd name="connsiteX4" fmla="*/ 246318 w 320212"/>
                    <a:gd name="connsiteY4" fmla="*/ 67955 h 212328"/>
                    <a:gd name="connsiteX5" fmla="*/ 83184 w 320212"/>
                    <a:gd name="connsiteY5" fmla="*/ 67955 h 212328"/>
                    <a:gd name="connsiteX6" fmla="*/ 83184 w 320212"/>
                    <a:gd name="connsiteY6" fmla="*/ 98543 h 212328"/>
                    <a:gd name="connsiteX7" fmla="*/ 44898 w 320212"/>
                    <a:gd name="connsiteY7" fmla="*/ 98543 h 212328"/>
                    <a:gd name="connsiteX8" fmla="*/ 42401 w 320212"/>
                    <a:gd name="connsiteY8" fmla="*/ 96045 h 212328"/>
                    <a:gd name="connsiteX9" fmla="*/ 42401 w 320212"/>
                    <a:gd name="connsiteY9" fmla="*/ 53783 h 212328"/>
                    <a:gd name="connsiteX10" fmla="*/ 64761 w 320212"/>
                    <a:gd name="connsiteY10" fmla="*/ 12682 h 212328"/>
                    <a:gd name="connsiteX11" fmla="*/ 57694 w 320212"/>
                    <a:gd name="connsiteY11" fmla="*/ 0 h 212328"/>
                    <a:gd name="connsiteX12" fmla="*/ 42401 w 320212"/>
                    <a:gd name="connsiteY12" fmla="*/ 13560 h 212328"/>
                    <a:gd name="connsiteX13" fmla="*/ 45816 w 320212"/>
                    <a:gd name="connsiteY13" fmla="*/ 22074 h 212328"/>
                    <a:gd name="connsiteX14" fmla="*/ 33002 w 320212"/>
                    <a:gd name="connsiteY14" fmla="*/ 34750 h 212328"/>
                    <a:gd name="connsiteX15" fmla="*/ 20327 w 320212"/>
                    <a:gd name="connsiteY15" fmla="*/ 21935 h 212328"/>
                    <a:gd name="connsiteX16" fmla="*/ 23436 w 320212"/>
                    <a:gd name="connsiteY16" fmla="*/ 13662 h 212328"/>
                    <a:gd name="connsiteX17" fmla="*/ 8142 w 320212"/>
                    <a:gd name="connsiteY17" fmla="*/ 255 h 212328"/>
                    <a:gd name="connsiteX18" fmla="*/ 11382 w 320212"/>
                    <a:gd name="connsiteY18" fmla="*/ 47005 h 212328"/>
                    <a:gd name="connsiteX19" fmla="*/ 22009 w 320212"/>
                    <a:gd name="connsiteY19" fmla="*/ 53222 h 212328"/>
                    <a:gd name="connsiteX20" fmla="*/ 22009 w 320212"/>
                    <a:gd name="connsiteY20" fmla="*/ 96045 h 212328"/>
                    <a:gd name="connsiteX21" fmla="*/ 44898 w 320212"/>
                    <a:gd name="connsiteY21" fmla="*/ 118935 h 212328"/>
                    <a:gd name="connsiteX22" fmla="*/ 83184 w 320212"/>
                    <a:gd name="connsiteY22" fmla="*/ 118935 h 212328"/>
                    <a:gd name="connsiteX23" fmla="*/ 83184 w 320212"/>
                    <a:gd name="connsiteY23" fmla="*/ 210697 h 212328"/>
                    <a:gd name="connsiteX24" fmla="*/ 246318 w 320212"/>
                    <a:gd name="connsiteY24" fmla="*/ 210697 h 212328"/>
                    <a:gd name="connsiteX25" fmla="*/ 246318 w 320212"/>
                    <a:gd name="connsiteY25" fmla="*/ 113837 h 212328"/>
                    <a:gd name="connsiteX26" fmla="*/ 274407 w 320212"/>
                    <a:gd name="connsiteY26" fmla="*/ 113837 h 212328"/>
                    <a:gd name="connsiteX27" fmla="*/ 276905 w 320212"/>
                    <a:gd name="connsiteY27" fmla="*/ 116335 h 212328"/>
                    <a:gd name="connsiteX28" fmla="*/ 276905 w 320212"/>
                    <a:gd name="connsiteY28" fmla="*/ 158800 h 212328"/>
                    <a:gd name="connsiteX29" fmla="*/ 255576 w 320212"/>
                    <a:gd name="connsiteY29" fmla="*/ 200527 h 212328"/>
                    <a:gd name="connsiteX30" fmla="*/ 262325 w 320212"/>
                    <a:gd name="connsiteY30" fmla="*/ 212329 h 212328"/>
                    <a:gd name="connsiteX31" fmla="*/ 277619 w 320212"/>
                    <a:gd name="connsiteY31" fmla="*/ 198768 h 212328"/>
                    <a:gd name="connsiteX32" fmla="*/ 274356 w 320212"/>
                    <a:gd name="connsiteY32" fmla="*/ 190306 h 212328"/>
                    <a:gd name="connsiteX33" fmla="*/ 287112 w 320212"/>
                    <a:gd name="connsiteY33" fmla="*/ 177572 h 212328"/>
                    <a:gd name="connsiteX34" fmla="*/ 299846 w 320212"/>
                    <a:gd name="connsiteY34" fmla="*/ 190327 h 212328"/>
                    <a:gd name="connsiteX35" fmla="*/ 296685 w 320212"/>
                    <a:gd name="connsiteY35" fmla="*/ 198717 h 212328"/>
                    <a:gd name="connsiteX36" fmla="*/ 311979 w 320212"/>
                    <a:gd name="connsiteY36" fmla="*/ 212125 h 212328"/>
                    <a:gd name="connsiteX37" fmla="*/ 308967 w 320212"/>
                    <a:gd name="connsiteY37" fmla="*/ 165432 h 212328"/>
                    <a:gd name="connsiteX38" fmla="*/ 297297 w 320212"/>
                    <a:gd name="connsiteY38" fmla="*/ 158800 h 212328"/>
                    <a:gd name="connsiteX39" fmla="*/ 225926 w 320212"/>
                    <a:gd name="connsiteY39" fmla="*/ 139326 h 212328"/>
                    <a:gd name="connsiteX40" fmla="*/ 211754 w 320212"/>
                    <a:gd name="connsiteY40" fmla="*/ 139326 h 212328"/>
                    <a:gd name="connsiteX41" fmla="*/ 210377 w 320212"/>
                    <a:gd name="connsiteY41" fmla="*/ 139887 h 212328"/>
                    <a:gd name="connsiteX42" fmla="*/ 194778 w 320212"/>
                    <a:gd name="connsiteY42" fmla="*/ 155844 h 212328"/>
                    <a:gd name="connsiteX43" fmla="*/ 182899 w 320212"/>
                    <a:gd name="connsiteY43" fmla="*/ 127703 h 212328"/>
                    <a:gd name="connsiteX44" fmla="*/ 160723 w 320212"/>
                    <a:gd name="connsiteY44" fmla="*/ 173584 h 212328"/>
                    <a:gd name="connsiteX45" fmla="*/ 145175 w 320212"/>
                    <a:gd name="connsiteY45" fmla="*/ 113837 h 212328"/>
                    <a:gd name="connsiteX46" fmla="*/ 133195 w 320212"/>
                    <a:gd name="connsiteY46" fmla="*/ 139326 h 212328"/>
                    <a:gd name="connsiteX47" fmla="*/ 108674 w 320212"/>
                    <a:gd name="connsiteY47" fmla="*/ 139326 h 212328"/>
                    <a:gd name="connsiteX48" fmla="*/ 108674 w 320212"/>
                    <a:gd name="connsiteY48" fmla="*/ 129130 h 212328"/>
                    <a:gd name="connsiteX49" fmla="*/ 126720 w 320212"/>
                    <a:gd name="connsiteY49" fmla="*/ 129130 h 212328"/>
                    <a:gd name="connsiteX50" fmla="*/ 147928 w 320212"/>
                    <a:gd name="connsiteY50" fmla="*/ 84014 h 212328"/>
                    <a:gd name="connsiteX51" fmla="*/ 163629 w 320212"/>
                    <a:gd name="connsiteY51" fmla="*/ 144067 h 212328"/>
                    <a:gd name="connsiteX52" fmla="*/ 183562 w 320212"/>
                    <a:gd name="connsiteY52" fmla="*/ 103284 h 212328"/>
                    <a:gd name="connsiteX53" fmla="*/ 198244 w 320212"/>
                    <a:gd name="connsiteY53" fmla="*/ 138052 h 212328"/>
                    <a:gd name="connsiteX54" fmla="*/ 203342 w 320212"/>
                    <a:gd name="connsiteY54" fmla="*/ 132954 h 212328"/>
                    <a:gd name="connsiteX55" fmla="*/ 211754 w 320212"/>
                    <a:gd name="connsiteY55" fmla="*/ 129130 h 212328"/>
                    <a:gd name="connsiteX56" fmla="*/ 225926 w 320212"/>
                    <a:gd name="connsiteY56" fmla="*/ 129130 h 212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320212" h="212328">
                      <a:moveTo>
                        <a:pt x="297297" y="158800"/>
                      </a:moveTo>
                      <a:lnTo>
                        <a:pt x="297297" y="116335"/>
                      </a:lnTo>
                      <a:cubicBezTo>
                        <a:pt x="297297" y="103693"/>
                        <a:pt x="287049" y="93445"/>
                        <a:pt x="274407" y="93445"/>
                      </a:cubicBezTo>
                      <a:lnTo>
                        <a:pt x="246318" y="93445"/>
                      </a:lnTo>
                      <a:lnTo>
                        <a:pt x="246318" y="67955"/>
                      </a:lnTo>
                      <a:lnTo>
                        <a:pt x="83184" y="67955"/>
                      </a:lnTo>
                      <a:lnTo>
                        <a:pt x="83184" y="98543"/>
                      </a:lnTo>
                      <a:lnTo>
                        <a:pt x="44898" y="98543"/>
                      </a:lnTo>
                      <a:cubicBezTo>
                        <a:pt x="43519" y="98543"/>
                        <a:pt x="42401" y="97424"/>
                        <a:pt x="42401" y="96045"/>
                      </a:cubicBezTo>
                      <a:lnTo>
                        <a:pt x="42401" y="53783"/>
                      </a:lnTo>
                      <a:cubicBezTo>
                        <a:pt x="59925" y="48608"/>
                        <a:pt x="69936" y="30206"/>
                        <a:pt x="64761" y="12682"/>
                      </a:cubicBezTo>
                      <a:cubicBezTo>
                        <a:pt x="63373" y="7983"/>
                        <a:pt x="60960" y="3652"/>
                        <a:pt x="57694" y="0"/>
                      </a:cubicBezTo>
                      <a:lnTo>
                        <a:pt x="42401" y="13560"/>
                      </a:lnTo>
                      <a:cubicBezTo>
                        <a:pt x="44540" y="15887"/>
                        <a:pt x="45754" y="18914"/>
                        <a:pt x="45816" y="22074"/>
                      </a:cubicBezTo>
                      <a:cubicBezTo>
                        <a:pt x="45778" y="29113"/>
                        <a:pt x="40041" y="34788"/>
                        <a:pt x="33002" y="34750"/>
                      </a:cubicBezTo>
                      <a:cubicBezTo>
                        <a:pt x="25963" y="34711"/>
                        <a:pt x="20289" y="28974"/>
                        <a:pt x="20327" y="21935"/>
                      </a:cubicBezTo>
                      <a:cubicBezTo>
                        <a:pt x="20343" y="18895"/>
                        <a:pt x="21446" y="15961"/>
                        <a:pt x="23436" y="13662"/>
                      </a:cubicBezTo>
                      <a:lnTo>
                        <a:pt x="8142" y="255"/>
                      </a:lnTo>
                      <a:cubicBezTo>
                        <a:pt x="-3873" y="14059"/>
                        <a:pt x="-2423" y="34990"/>
                        <a:pt x="11382" y="47005"/>
                      </a:cubicBezTo>
                      <a:cubicBezTo>
                        <a:pt x="14505" y="49723"/>
                        <a:pt x="18109" y="51832"/>
                        <a:pt x="22009" y="53222"/>
                      </a:cubicBezTo>
                      <a:lnTo>
                        <a:pt x="22009" y="96045"/>
                      </a:lnTo>
                      <a:cubicBezTo>
                        <a:pt x="22009" y="108687"/>
                        <a:pt x="32257" y="118935"/>
                        <a:pt x="44898" y="118935"/>
                      </a:cubicBezTo>
                      <a:lnTo>
                        <a:pt x="83184" y="118935"/>
                      </a:lnTo>
                      <a:lnTo>
                        <a:pt x="83184" y="210697"/>
                      </a:lnTo>
                      <a:lnTo>
                        <a:pt x="246318" y="210697"/>
                      </a:lnTo>
                      <a:lnTo>
                        <a:pt x="246318" y="113837"/>
                      </a:lnTo>
                      <a:lnTo>
                        <a:pt x="274407" y="113837"/>
                      </a:lnTo>
                      <a:cubicBezTo>
                        <a:pt x="275787" y="113837"/>
                        <a:pt x="276905" y="114955"/>
                        <a:pt x="276905" y="116335"/>
                      </a:cubicBezTo>
                      <a:lnTo>
                        <a:pt x="276905" y="158800"/>
                      </a:lnTo>
                      <a:cubicBezTo>
                        <a:pt x="259493" y="164433"/>
                        <a:pt x="249944" y="183115"/>
                        <a:pt x="255576" y="200527"/>
                      </a:cubicBezTo>
                      <a:cubicBezTo>
                        <a:pt x="256987" y="204885"/>
                        <a:pt x="259284" y="208903"/>
                        <a:pt x="262325" y="212329"/>
                      </a:cubicBezTo>
                      <a:lnTo>
                        <a:pt x="277619" y="198768"/>
                      </a:lnTo>
                      <a:cubicBezTo>
                        <a:pt x="275509" y="196456"/>
                        <a:pt x="274345" y="193436"/>
                        <a:pt x="274356" y="190306"/>
                      </a:cubicBezTo>
                      <a:cubicBezTo>
                        <a:pt x="274362" y="183267"/>
                        <a:pt x="280073" y="177565"/>
                        <a:pt x="287112" y="177572"/>
                      </a:cubicBezTo>
                      <a:cubicBezTo>
                        <a:pt x="294150" y="177578"/>
                        <a:pt x="299852" y="183288"/>
                        <a:pt x="299846" y="190327"/>
                      </a:cubicBezTo>
                      <a:cubicBezTo>
                        <a:pt x="299843" y="193414"/>
                        <a:pt x="298720" y="196396"/>
                        <a:pt x="296685" y="198717"/>
                      </a:cubicBezTo>
                      <a:lnTo>
                        <a:pt x="311979" y="212125"/>
                      </a:lnTo>
                      <a:cubicBezTo>
                        <a:pt x="324041" y="198399"/>
                        <a:pt x="322693" y="177494"/>
                        <a:pt x="308967" y="165432"/>
                      </a:cubicBezTo>
                      <a:cubicBezTo>
                        <a:pt x="305571" y="162447"/>
                        <a:pt x="301599" y="160190"/>
                        <a:pt x="297297" y="158800"/>
                      </a:cubicBezTo>
                      <a:close/>
                      <a:moveTo>
                        <a:pt x="225926" y="139326"/>
                      </a:moveTo>
                      <a:lnTo>
                        <a:pt x="211754" y="139326"/>
                      </a:lnTo>
                      <a:cubicBezTo>
                        <a:pt x="211261" y="139415"/>
                        <a:pt x="210792" y="139606"/>
                        <a:pt x="210377" y="139887"/>
                      </a:cubicBezTo>
                      <a:lnTo>
                        <a:pt x="194778" y="155844"/>
                      </a:lnTo>
                      <a:lnTo>
                        <a:pt x="182899" y="127703"/>
                      </a:lnTo>
                      <a:lnTo>
                        <a:pt x="160723" y="173584"/>
                      </a:lnTo>
                      <a:lnTo>
                        <a:pt x="145175" y="113837"/>
                      </a:lnTo>
                      <a:lnTo>
                        <a:pt x="133195" y="139326"/>
                      </a:lnTo>
                      <a:lnTo>
                        <a:pt x="108674" y="139326"/>
                      </a:lnTo>
                      <a:lnTo>
                        <a:pt x="108674" y="129130"/>
                      </a:lnTo>
                      <a:lnTo>
                        <a:pt x="126720" y="129130"/>
                      </a:lnTo>
                      <a:lnTo>
                        <a:pt x="147928" y="84014"/>
                      </a:lnTo>
                      <a:lnTo>
                        <a:pt x="163629" y="144067"/>
                      </a:lnTo>
                      <a:lnTo>
                        <a:pt x="183562" y="103284"/>
                      </a:lnTo>
                      <a:lnTo>
                        <a:pt x="198244" y="138052"/>
                      </a:lnTo>
                      <a:lnTo>
                        <a:pt x="203342" y="132954"/>
                      </a:lnTo>
                      <a:cubicBezTo>
                        <a:pt x="205581" y="130688"/>
                        <a:pt x="208575" y="129327"/>
                        <a:pt x="211754" y="129130"/>
                      </a:cubicBezTo>
                      <a:lnTo>
                        <a:pt x="225926" y="129130"/>
                      </a:lnTo>
                      <a:close/>
                    </a:path>
                  </a:pathLst>
                </a:custGeom>
                <a:solidFill>
                  <a:srgbClr val="FDC200"/>
                </a:solidFill>
                <a:ln w="3175" cap="flat">
                  <a:solidFill>
                    <a:srgbClr val="FDC200"/>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grpSp>
        <p:sp>
          <p:nvSpPr>
            <p:cNvPr id="182" name="Rechteck 181">
              <a:extLst>
                <a:ext uri="{FF2B5EF4-FFF2-40B4-BE49-F238E27FC236}">
                  <a16:creationId xmlns:a16="http://schemas.microsoft.com/office/drawing/2014/main" id="{8E16D35A-BFFA-2CC2-3431-BAC04B56660E}"/>
                </a:ext>
              </a:extLst>
            </p:cNvPr>
            <p:cNvSpPr/>
            <p:nvPr/>
          </p:nvSpPr>
          <p:spPr>
            <a:xfrm>
              <a:off x="11847423" y="2626167"/>
              <a:ext cx="213360" cy="347537"/>
            </a:xfrm>
            <a:prstGeom prst="rect">
              <a:avLst/>
            </a:prstGeom>
            <a:solidFill>
              <a:srgbClr val="FDC200"/>
            </a:solidFill>
            <a:ln>
              <a:solidFill>
                <a:srgbClr val="FDC2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195" name="Grafik 93" descr="Zahnräder mit einfarbiger Füllung">
              <a:extLst>
                <a:ext uri="{FF2B5EF4-FFF2-40B4-BE49-F238E27FC236}">
                  <a16:creationId xmlns:a16="http://schemas.microsoft.com/office/drawing/2014/main" id="{63DD2873-9D51-BFD4-1AC4-D2C35B9EC2DD}"/>
                </a:ext>
              </a:extLst>
            </p:cNvPr>
            <p:cNvGrpSpPr>
              <a:grpSpLocks noChangeAspect="1"/>
            </p:cNvGrpSpPr>
            <p:nvPr/>
          </p:nvGrpSpPr>
          <p:grpSpPr>
            <a:xfrm>
              <a:off x="11810503" y="2605506"/>
              <a:ext cx="287191" cy="347537"/>
              <a:chOff x="5785484" y="3052762"/>
              <a:chExt cx="621030" cy="751522"/>
            </a:xfrm>
            <a:solidFill>
              <a:schemeClr val="accent2"/>
            </a:solidFill>
          </p:grpSpPr>
          <p:sp>
            <p:nvSpPr>
              <p:cNvPr id="196" name="Freihandform: Form 195">
                <a:extLst>
                  <a:ext uri="{FF2B5EF4-FFF2-40B4-BE49-F238E27FC236}">
                    <a16:creationId xmlns:a16="http://schemas.microsoft.com/office/drawing/2014/main" id="{135CA67C-CC11-3DD7-8898-4D59CCB68717}"/>
                  </a:ext>
                </a:extLst>
              </p:cNvPr>
              <p:cNvSpPr/>
              <p:nvPr/>
            </p:nvSpPr>
            <p:spPr>
              <a:xfrm>
                <a:off x="6000750" y="3052762"/>
                <a:ext cx="405764" cy="404812"/>
              </a:xfrm>
              <a:custGeom>
                <a:avLst/>
                <a:gdLst>
                  <a:gd name="connsiteX0" fmla="*/ 202883 w 405764"/>
                  <a:gd name="connsiteY0" fmla="*/ 274320 h 404812"/>
                  <a:gd name="connsiteX1" fmla="*/ 131445 w 405764"/>
                  <a:gd name="connsiteY1" fmla="*/ 202883 h 404812"/>
                  <a:gd name="connsiteX2" fmla="*/ 202883 w 405764"/>
                  <a:gd name="connsiteY2" fmla="*/ 131445 h 404812"/>
                  <a:gd name="connsiteX3" fmla="*/ 274320 w 405764"/>
                  <a:gd name="connsiteY3" fmla="*/ 202883 h 404812"/>
                  <a:gd name="connsiteX4" fmla="*/ 202883 w 405764"/>
                  <a:gd name="connsiteY4" fmla="*/ 274320 h 404812"/>
                  <a:gd name="connsiteX5" fmla="*/ 363855 w 405764"/>
                  <a:gd name="connsiteY5" fmla="*/ 158115 h 404812"/>
                  <a:gd name="connsiteX6" fmla="*/ 348615 w 405764"/>
                  <a:gd name="connsiteY6" fmla="*/ 120968 h 404812"/>
                  <a:gd name="connsiteX7" fmla="*/ 363855 w 405764"/>
                  <a:gd name="connsiteY7" fmla="*/ 76200 h 404812"/>
                  <a:gd name="connsiteX8" fmla="*/ 329565 w 405764"/>
                  <a:gd name="connsiteY8" fmla="*/ 41910 h 404812"/>
                  <a:gd name="connsiteX9" fmla="*/ 284798 w 405764"/>
                  <a:gd name="connsiteY9" fmla="*/ 57150 h 404812"/>
                  <a:gd name="connsiteX10" fmla="*/ 247650 w 405764"/>
                  <a:gd name="connsiteY10" fmla="*/ 41910 h 404812"/>
                  <a:gd name="connsiteX11" fmla="*/ 226695 w 405764"/>
                  <a:gd name="connsiteY11" fmla="*/ 0 h 404812"/>
                  <a:gd name="connsiteX12" fmla="*/ 179070 w 405764"/>
                  <a:gd name="connsiteY12" fmla="*/ 0 h 404812"/>
                  <a:gd name="connsiteX13" fmla="*/ 158115 w 405764"/>
                  <a:gd name="connsiteY13" fmla="*/ 41910 h 404812"/>
                  <a:gd name="connsiteX14" fmla="*/ 120968 w 405764"/>
                  <a:gd name="connsiteY14" fmla="*/ 57150 h 404812"/>
                  <a:gd name="connsiteX15" fmla="*/ 76200 w 405764"/>
                  <a:gd name="connsiteY15" fmla="*/ 41910 h 404812"/>
                  <a:gd name="connsiteX16" fmla="*/ 41910 w 405764"/>
                  <a:gd name="connsiteY16" fmla="*/ 76200 h 404812"/>
                  <a:gd name="connsiteX17" fmla="*/ 57150 w 405764"/>
                  <a:gd name="connsiteY17" fmla="*/ 120968 h 404812"/>
                  <a:gd name="connsiteX18" fmla="*/ 41910 w 405764"/>
                  <a:gd name="connsiteY18" fmla="*/ 158115 h 404812"/>
                  <a:gd name="connsiteX19" fmla="*/ 0 w 405764"/>
                  <a:gd name="connsiteY19" fmla="*/ 179070 h 404812"/>
                  <a:gd name="connsiteX20" fmla="*/ 0 w 405764"/>
                  <a:gd name="connsiteY20" fmla="*/ 226695 h 404812"/>
                  <a:gd name="connsiteX21" fmla="*/ 41910 w 405764"/>
                  <a:gd name="connsiteY21" fmla="*/ 247650 h 404812"/>
                  <a:gd name="connsiteX22" fmla="*/ 57150 w 405764"/>
                  <a:gd name="connsiteY22" fmla="*/ 284798 h 404812"/>
                  <a:gd name="connsiteX23" fmla="*/ 41910 w 405764"/>
                  <a:gd name="connsiteY23" fmla="*/ 329565 h 404812"/>
                  <a:gd name="connsiteX24" fmla="*/ 75248 w 405764"/>
                  <a:gd name="connsiteY24" fmla="*/ 362903 h 404812"/>
                  <a:gd name="connsiteX25" fmla="*/ 120015 w 405764"/>
                  <a:gd name="connsiteY25" fmla="*/ 347663 h 404812"/>
                  <a:gd name="connsiteX26" fmla="*/ 157163 w 405764"/>
                  <a:gd name="connsiteY26" fmla="*/ 362903 h 404812"/>
                  <a:gd name="connsiteX27" fmla="*/ 178118 w 405764"/>
                  <a:gd name="connsiteY27" fmla="*/ 404813 h 404812"/>
                  <a:gd name="connsiteX28" fmla="*/ 225743 w 405764"/>
                  <a:gd name="connsiteY28" fmla="*/ 404813 h 404812"/>
                  <a:gd name="connsiteX29" fmla="*/ 246698 w 405764"/>
                  <a:gd name="connsiteY29" fmla="*/ 362903 h 404812"/>
                  <a:gd name="connsiteX30" fmla="*/ 283845 w 405764"/>
                  <a:gd name="connsiteY30" fmla="*/ 347663 h 404812"/>
                  <a:gd name="connsiteX31" fmla="*/ 328613 w 405764"/>
                  <a:gd name="connsiteY31" fmla="*/ 362903 h 404812"/>
                  <a:gd name="connsiteX32" fmla="*/ 362903 w 405764"/>
                  <a:gd name="connsiteY32" fmla="*/ 329565 h 404812"/>
                  <a:gd name="connsiteX33" fmla="*/ 347663 w 405764"/>
                  <a:gd name="connsiteY33" fmla="*/ 284798 h 404812"/>
                  <a:gd name="connsiteX34" fmla="*/ 363855 w 405764"/>
                  <a:gd name="connsiteY34" fmla="*/ 247650 h 404812"/>
                  <a:gd name="connsiteX35" fmla="*/ 405765 w 405764"/>
                  <a:gd name="connsiteY35" fmla="*/ 226695 h 404812"/>
                  <a:gd name="connsiteX36" fmla="*/ 405765 w 405764"/>
                  <a:gd name="connsiteY36" fmla="*/ 179070 h 404812"/>
                  <a:gd name="connsiteX37" fmla="*/ 363855 w 405764"/>
                  <a:gd name="connsiteY37" fmla="*/ 158115 h 404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405764" h="404812">
                    <a:moveTo>
                      <a:pt x="202883" y="274320"/>
                    </a:moveTo>
                    <a:cubicBezTo>
                      <a:pt x="162877" y="274320"/>
                      <a:pt x="131445" y="241935"/>
                      <a:pt x="131445" y="202883"/>
                    </a:cubicBezTo>
                    <a:cubicBezTo>
                      <a:pt x="131445" y="163830"/>
                      <a:pt x="163830" y="131445"/>
                      <a:pt x="202883" y="131445"/>
                    </a:cubicBezTo>
                    <a:cubicBezTo>
                      <a:pt x="242888" y="131445"/>
                      <a:pt x="274320" y="163830"/>
                      <a:pt x="274320" y="202883"/>
                    </a:cubicBezTo>
                    <a:cubicBezTo>
                      <a:pt x="274320" y="241935"/>
                      <a:pt x="241935" y="274320"/>
                      <a:pt x="202883" y="274320"/>
                    </a:cubicBezTo>
                    <a:close/>
                    <a:moveTo>
                      <a:pt x="363855" y="158115"/>
                    </a:moveTo>
                    <a:cubicBezTo>
                      <a:pt x="360045" y="144780"/>
                      <a:pt x="355283" y="132398"/>
                      <a:pt x="348615" y="120968"/>
                    </a:cubicBezTo>
                    <a:lnTo>
                      <a:pt x="363855" y="76200"/>
                    </a:lnTo>
                    <a:lnTo>
                      <a:pt x="329565" y="41910"/>
                    </a:lnTo>
                    <a:lnTo>
                      <a:pt x="284798" y="57150"/>
                    </a:lnTo>
                    <a:cubicBezTo>
                      <a:pt x="273367" y="50483"/>
                      <a:pt x="260985" y="45720"/>
                      <a:pt x="247650" y="41910"/>
                    </a:cubicBezTo>
                    <a:lnTo>
                      <a:pt x="226695" y="0"/>
                    </a:lnTo>
                    <a:lnTo>
                      <a:pt x="179070" y="0"/>
                    </a:lnTo>
                    <a:lnTo>
                      <a:pt x="158115" y="41910"/>
                    </a:lnTo>
                    <a:cubicBezTo>
                      <a:pt x="144780" y="45720"/>
                      <a:pt x="132398" y="50483"/>
                      <a:pt x="120968" y="57150"/>
                    </a:cubicBezTo>
                    <a:lnTo>
                      <a:pt x="76200" y="41910"/>
                    </a:lnTo>
                    <a:lnTo>
                      <a:pt x="41910" y="76200"/>
                    </a:lnTo>
                    <a:lnTo>
                      <a:pt x="57150" y="120968"/>
                    </a:lnTo>
                    <a:cubicBezTo>
                      <a:pt x="50482" y="132398"/>
                      <a:pt x="45720" y="144780"/>
                      <a:pt x="41910" y="158115"/>
                    </a:cubicBezTo>
                    <a:lnTo>
                      <a:pt x="0" y="179070"/>
                    </a:lnTo>
                    <a:lnTo>
                      <a:pt x="0" y="226695"/>
                    </a:lnTo>
                    <a:lnTo>
                      <a:pt x="41910" y="247650"/>
                    </a:lnTo>
                    <a:cubicBezTo>
                      <a:pt x="45720" y="260985"/>
                      <a:pt x="50482" y="273368"/>
                      <a:pt x="57150" y="284798"/>
                    </a:cubicBezTo>
                    <a:lnTo>
                      <a:pt x="41910" y="329565"/>
                    </a:lnTo>
                    <a:lnTo>
                      <a:pt x="75248" y="362903"/>
                    </a:lnTo>
                    <a:lnTo>
                      <a:pt x="120015" y="347663"/>
                    </a:lnTo>
                    <a:cubicBezTo>
                      <a:pt x="131445" y="354330"/>
                      <a:pt x="143827" y="359093"/>
                      <a:pt x="157163" y="362903"/>
                    </a:cubicBezTo>
                    <a:lnTo>
                      <a:pt x="178118" y="404813"/>
                    </a:lnTo>
                    <a:lnTo>
                      <a:pt x="225743" y="404813"/>
                    </a:lnTo>
                    <a:lnTo>
                      <a:pt x="246698" y="362903"/>
                    </a:lnTo>
                    <a:cubicBezTo>
                      <a:pt x="260033" y="359093"/>
                      <a:pt x="272415" y="354330"/>
                      <a:pt x="283845" y="347663"/>
                    </a:cubicBezTo>
                    <a:lnTo>
                      <a:pt x="328613" y="362903"/>
                    </a:lnTo>
                    <a:lnTo>
                      <a:pt x="362903" y="329565"/>
                    </a:lnTo>
                    <a:lnTo>
                      <a:pt x="347663" y="284798"/>
                    </a:lnTo>
                    <a:cubicBezTo>
                      <a:pt x="354330" y="273368"/>
                      <a:pt x="360045" y="260033"/>
                      <a:pt x="363855" y="247650"/>
                    </a:cubicBezTo>
                    <a:lnTo>
                      <a:pt x="405765" y="226695"/>
                    </a:lnTo>
                    <a:lnTo>
                      <a:pt x="405765" y="179070"/>
                    </a:lnTo>
                    <a:lnTo>
                      <a:pt x="363855" y="158115"/>
                    </a:ln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97" name="Freihandform: Form 196">
                <a:extLst>
                  <a:ext uri="{FF2B5EF4-FFF2-40B4-BE49-F238E27FC236}">
                    <a16:creationId xmlns:a16="http://schemas.microsoft.com/office/drawing/2014/main" id="{D4EFBA6F-34B0-31E7-0BC8-98FF6F3F6A4D}"/>
                  </a:ext>
                </a:extLst>
              </p:cNvPr>
              <p:cNvSpPr/>
              <p:nvPr/>
            </p:nvSpPr>
            <p:spPr>
              <a:xfrm>
                <a:off x="5785484" y="3399472"/>
                <a:ext cx="405765" cy="404812"/>
              </a:xfrm>
              <a:custGeom>
                <a:avLst/>
                <a:gdLst>
                  <a:gd name="connsiteX0" fmla="*/ 202883 w 405765"/>
                  <a:gd name="connsiteY0" fmla="*/ 274320 h 404812"/>
                  <a:gd name="connsiteX1" fmla="*/ 131445 w 405765"/>
                  <a:gd name="connsiteY1" fmla="*/ 202882 h 404812"/>
                  <a:gd name="connsiteX2" fmla="*/ 202883 w 405765"/>
                  <a:gd name="connsiteY2" fmla="*/ 131445 h 404812"/>
                  <a:gd name="connsiteX3" fmla="*/ 274320 w 405765"/>
                  <a:gd name="connsiteY3" fmla="*/ 202882 h 404812"/>
                  <a:gd name="connsiteX4" fmla="*/ 202883 w 405765"/>
                  <a:gd name="connsiteY4" fmla="*/ 274320 h 404812"/>
                  <a:gd name="connsiteX5" fmla="*/ 202883 w 405765"/>
                  <a:gd name="connsiteY5" fmla="*/ 274320 h 404812"/>
                  <a:gd name="connsiteX6" fmla="*/ 348615 w 405765"/>
                  <a:gd name="connsiteY6" fmla="*/ 120967 h 404812"/>
                  <a:gd name="connsiteX7" fmla="*/ 363855 w 405765"/>
                  <a:gd name="connsiteY7" fmla="*/ 76200 h 404812"/>
                  <a:gd name="connsiteX8" fmla="*/ 329565 w 405765"/>
                  <a:gd name="connsiteY8" fmla="*/ 41910 h 404812"/>
                  <a:gd name="connsiteX9" fmla="*/ 284798 w 405765"/>
                  <a:gd name="connsiteY9" fmla="*/ 57150 h 404812"/>
                  <a:gd name="connsiteX10" fmla="*/ 247650 w 405765"/>
                  <a:gd name="connsiteY10" fmla="*/ 41910 h 404812"/>
                  <a:gd name="connsiteX11" fmla="*/ 226695 w 405765"/>
                  <a:gd name="connsiteY11" fmla="*/ 0 h 404812"/>
                  <a:gd name="connsiteX12" fmla="*/ 179070 w 405765"/>
                  <a:gd name="connsiteY12" fmla="*/ 0 h 404812"/>
                  <a:gd name="connsiteX13" fmla="*/ 158115 w 405765"/>
                  <a:gd name="connsiteY13" fmla="*/ 41910 h 404812"/>
                  <a:gd name="connsiteX14" fmla="*/ 120968 w 405765"/>
                  <a:gd name="connsiteY14" fmla="*/ 57150 h 404812"/>
                  <a:gd name="connsiteX15" fmla="*/ 76200 w 405765"/>
                  <a:gd name="connsiteY15" fmla="*/ 41910 h 404812"/>
                  <a:gd name="connsiteX16" fmla="*/ 42863 w 405765"/>
                  <a:gd name="connsiteY16" fmla="*/ 75247 h 404812"/>
                  <a:gd name="connsiteX17" fmla="*/ 57150 w 405765"/>
                  <a:gd name="connsiteY17" fmla="*/ 120015 h 404812"/>
                  <a:gd name="connsiteX18" fmla="*/ 41910 w 405765"/>
                  <a:gd name="connsiteY18" fmla="*/ 157163 h 404812"/>
                  <a:gd name="connsiteX19" fmla="*/ 0 w 405765"/>
                  <a:gd name="connsiteY19" fmla="*/ 178117 h 404812"/>
                  <a:gd name="connsiteX20" fmla="*/ 0 w 405765"/>
                  <a:gd name="connsiteY20" fmla="*/ 225742 h 404812"/>
                  <a:gd name="connsiteX21" fmla="*/ 41910 w 405765"/>
                  <a:gd name="connsiteY21" fmla="*/ 246698 h 404812"/>
                  <a:gd name="connsiteX22" fmla="*/ 57150 w 405765"/>
                  <a:gd name="connsiteY22" fmla="*/ 283845 h 404812"/>
                  <a:gd name="connsiteX23" fmla="*/ 42863 w 405765"/>
                  <a:gd name="connsiteY23" fmla="*/ 328613 h 404812"/>
                  <a:gd name="connsiteX24" fmla="*/ 76200 w 405765"/>
                  <a:gd name="connsiteY24" fmla="*/ 361950 h 404812"/>
                  <a:gd name="connsiteX25" fmla="*/ 120968 w 405765"/>
                  <a:gd name="connsiteY25" fmla="*/ 347663 h 404812"/>
                  <a:gd name="connsiteX26" fmla="*/ 158115 w 405765"/>
                  <a:gd name="connsiteY26" fmla="*/ 362903 h 404812"/>
                  <a:gd name="connsiteX27" fmla="*/ 179070 w 405765"/>
                  <a:gd name="connsiteY27" fmla="*/ 404813 h 404812"/>
                  <a:gd name="connsiteX28" fmla="*/ 226695 w 405765"/>
                  <a:gd name="connsiteY28" fmla="*/ 404813 h 404812"/>
                  <a:gd name="connsiteX29" fmla="*/ 247650 w 405765"/>
                  <a:gd name="connsiteY29" fmla="*/ 362903 h 404812"/>
                  <a:gd name="connsiteX30" fmla="*/ 284798 w 405765"/>
                  <a:gd name="connsiteY30" fmla="*/ 347663 h 404812"/>
                  <a:gd name="connsiteX31" fmla="*/ 329565 w 405765"/>
                  <a:gd name="connsiteY31" fmla="*/ 362903 h 404812"/>
                  <a:gd name="connsiteX32" fmla="*/ 362903 w 405765"/>
                  <a:gd name="connsiteY32" fmla="*/ 328613 h 404812"/>
                  <a:gd name="connsiteX33" fmla="*/ 348615 w 405765"/>
                  <a:gd name="connsiteY33" fmla="*/ 284798 h 404812"/>
                  <a:gd name="connsiteX34" fmla="*/ 363855 w 405765"/>
                  <a:gd name="connsiteY34" fmla="*/ 247650 h 404812"/>
                  <a:gd name="connsiteX35" fmla="*/ 405765 w 405765"/>
                  <a:gd name="connsiteY35" fmla="*/ 226695 h 404812"/>
                  <a:gd name="connsiteX36" fmla="*/ 405765 w 405765"/>
                  <a:gd name="connsiteY36" fmla="*/ 179070 h 404812"/>
                  <a:gd name="connsiteX37" fmla="*/ 363855 w 405765"/>
                  <a:gd name="connsiteY37" fmla="*/ 158115 h 404812"/>
                  <a:gd name="connsiteX38" fmla="*/ 348615 w 405765"/>
                  <a:gd name="connsiteY38" fmla="*/ 120967 h 404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405765" h="404812">
                    <a:moveTo>
                      <a:pt x="202883" y="274320"/>
                    </a:moveTo>
                    <a:cubicBezTo>
                      <a:pt x="162878" y="274320"/>
                      <a:pt x="131445" y="241935"/>
                      <a:pt x="131445" y="202882"/>
                    </a:cubicBezTo>
                    <a:cubicBezTo>
                      <a:pt x="131445" y="162877"/>
                      <a:pt x="163830" y="131445"/>
                      <a:pt x="202883" y="131445"/>
                    </a:cubicBezTo>
                    <a:cubicBezTo>
                      <a:pt x="242888" y="131445"/>
                      <a:pt x="274320" y="163830"/>
                      <a:pt x="274320" y="202882"/>
                    </a:cubicBezTo>
                    <a:cubicBezTo>
                      <a:pt x="274320" y="241935"/>
                      <a:pt x="242888" y="274320"/>
                      <a:pt x="202883" y="274320"/>
                    </a:cubicBezTo>
                    <a:lnTo>
                      <a:pt x="202883" y="274320"/>
                    </a:lnTo>
                    <a:close/>
                    <a:moveTo>
                      <a:pt x="348615" y="120967"/>
                    </a:moveTo>
                    <a:lnTo>
                      <a:pt x="363855" y="76200"/>
                    </a:lnTo>
                    <a:lnTo>
                      <a:pt x="329565" y="41910"/>
                    </a:lnTo>
                    <a:lnTo>
                      <a:pt x="284798" y="57150"/>
                    </a:lnTo>
                    <a:cubicBezTo>
                      <a:pt x="273368" y="50482"/>
                      <a:pt x="260033" y="45720"/>
                      <a:pt x="247650" y="41910"/>
                    </a:cubicBezTo>
                    <a:lnTo>
                      <a:pt x="226695" y="0"/>
                    </a:lnTo>
                    <a:lnTo>
                      <a:pt x="179070" y="0"/>
                    </a:lnTo>
                    <a:lnTo>
                      <a:pt x="158115" y="41910"/>
                    </a:lnTo>
                    <a:cubicBezTo>
                      <a:pt x="144780" y="45720"/>
                      <a:pt x="132398" y="50482"/>
                      <a:pt x="120968" y="57150"/>
                    </a:cubicBezTo>
                    <a:lnTo>
                      <a:pt x="76200" y="41910"/>
                    </a:lnTo>
                    <a:lnTo>
                      <a:pt x="42863" y="75247"/>
                    </a:lnTo>
                    <a:lnTo>
                      <a:pt x="57150" y="120015"/>
                    </a:lnTo>
                    <a:cubicBezTo>
                      <a:pt x="50483" y="131445"/>
                      <a:pt x="45720" y="144780"/>
                      <a:pt x="41910" y="157163"/>
                    </a:cubicBezTo>
                    <a:lnTo>
                      <a:pt x="0" y="178117"/>
                    </a:lnTo>
                    <a:lnTo>
                      <a:pt x="0" y="225742"/>
                    </a:lnTo>
                    <a:lnTo>
                      <a:pt x="41910" y="246698"/>
                    </a:lnTo>
                    <a:cubicBezTo>
                      <a:pt x="45720" y="260032"/>
                      <a:pt x="50483" y="272415"/>
                      <a:pt x="57150" y="283845"/>
                    </a:cubicBezTo>
                    <a:lnTo>
                      <a:pt x="42863" y="328613"/>
                    </a:lnTo>
                    <a:lnTo>
                      <a:pt x="76200" y="361950"/>
                    </a:lnTo>
                    <a:lnTo>
                      <a:pt x="120968" y="347663"/>
                    </a:lnTo>
                    <a:cubicBezTo>
                      <a:pt x="132398" y="354330"/>
                      <a:pt x="144780" y="359092"/>
                      <a:pt x="158115" y="362903"/>
                    </a:cubicBezTo>
                    <a:lnTo>
                      <a:pt x="179070" y="404813"/>
                    </a:lnTo>
                    <a:lnTo>
                      <a:pt x="226695" y="404813"/>
                    </a:lnTo>
                    <a:lnTo>
                      <a:pt x="247650" y="362903"/>
                    </a:lnTo>
                    <a:cubicBezTo>
                      <a:pt x="260985" y="359092"/>
                      <a:pt x="273368" y="354330"/>
                      <a:pt x="284798" y="347663"/>
                    </a:cubicBezTo>
                    <a:lnTo>
                      <a:pt x="329565" y="362903"/>
                    </a:lnTo>
                    <a:lnTo>
                      <a:pt x="362903" y="328613"/>
                    </a:lnTo>
                    <a:lnTo>
                      <a:pt x="348615" y="284798"/>
                    </a:lnTo>
                    <a:cubicBezTo>
                      <a:pt x="355283" y="273367"/>
                      <a:pt x="360045" y="260985"/>
                      <a:pt x="363855" y="247650"/>
                    </a:cubicBezTo>
                    <a:lnTo>
                      <a:pt x="405765" y="226695"/>
                    </a:lnTo>
                    <a:lnTo>
                      <a:pt x="405765" y="179070"/>
                    </a:lnTo>
                    <a:lnTo>
                      <a:pt x="363855" y="158115"/>
                    </a:lnTo>
                    <a:cubicBezTo>
                      <a:pt x="360045" y="144780"/>
                      <a:pt x="355283" y="132397"/>
                      <a:pt x="348615" y="120967"/>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grpSp>
      <p:grpSp>
        <p:nvGrpSpPr>
          <p:cNvPr id="213" name="Gruppieren 212">
            <a:extLst>
              <a:ext uri="{FF2B5EF4-FFF2-40B4-BE49-F238E27FC236}">
                <a16:creationId xmlns:a16="http://schemas.microsoft.com/office/drawing/2014/main" id="{220B357B-1B9F-A9FC-BA14-7701111ACEA5}"/>
              </a:ext>
            </a:extLst>
          </p:cNvPr>
          <p:cNvGrpSpPr/>
          <p:nvPr/>
        </p:nvGrpSpPr>
        <p:grpSpPr>
          <a:xfrm>
            <a:off x="1611967" y="6376241"/>
            <a:ext cx="593917" cy="325341"/>
            <a:chOff x="8295078" y="2120595"/>
            <a:chExt cx="928841" cy="546382"/>
          </a:xfrm>
        </p:grpSpPr>
        <p:sp>
          <p:nvSpPr>
            <p:cNvPr id="214" name="Rechteck: abgerundete Ecken 213">
              <a:extLst>
                <a:ext uri="{FF2B5EF4-FFF2-40B4-BE49-F238E27FC236}">
                  <a16:creationId xmlns:a16="http://schemas.microsoft.com/office/drawing/2014/main" id="{4D62A32E-99E0-DD30-ACE5-27767E646AD1}"/>
                </a:ext>
              </a:extLst>
            </p:cNvPr>
            <p:cNvSpPr/>
            <p:nvPr/>
          </p:nvSpPr>
          <p:spPr>
            <a:xfrm>
              <a:off x="8295078" y="2120595"/>
              <a:ext cx="928841" cy="546382"/>
            </a:xfrm>
            <a:prstGeom prst="round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215" name="Gerader Verbinder 214">
              <a:extLst>
                <a:ext uri="{FF2B5EF4-FFF2-40B4-BE49-F238E27FC236}">
                  <a16:creationId xmlns:a16="http://schemas.microsoft.com/office/drawing/2014/main" id="{96AC178E-BAFE-45CD-27F5-EFDA5EDB4FDF}"/>
                </a:ext>
              </a:extLst>
            </p:cNvPr>
            <p:cNvCxnSpPr>
              <a:cxnSpLocks/>
            </p:cNvCxnSpPr>
            <p:nvPr/>
          </p:nvCxnSpPr>
          <p:spPr>
            <a:xfrm>
              <a:off x="8806875" y="2272114"/>
              <a:ext cx="271473"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16" name="Gerader Verbinder 215">
              <a:extLst>
                <a:ext uri="{FF2B5EF4-FFF2-40B4-BE49-F238E27FC236}">
                  <a16:creationId xmlns:a16="http://schemas.microsoft.com/office/drawing/2014/main" id="{EC785D74-296A-75EC-B770-2F40A7BE9736}"/>
                </a:ext>
              </a:extLst>
            </p:cNvPr>
            <p:cNvCxnSpPr>
              <a:cxnSpLocks/>
            </p:cNvCxnSpPr>
            <p:nvPr/>
          </p:nvCxnSpPr>
          <p:spPr>
            <a:xfrm>
              <a:off x="8806875" y="2389833"/>
              <a:ext cx="271473" cy="0"/>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17" name="Gerader Verbinder 216">
              <a:extLst>
                <a:ext uri="{FF2B5EF4-FFF2-40B4-BE49-F238E27FC236}">
                  <a16:creationId xmlns:a16="http://schemas.microsoft.com/office/drawing/2014/main" id="{4AACE73A-8CB8-9BBB-A3C1-2AD0ED047463}"/>
                </a:ext>
              </a:extLst>
            </p:cNvPr>
            <p:cNvCxnSpPr>
              <a:cxnSpLocks/>
            </p:cNvCxnSpPr>
            <p:nvPr/>
          </p:nvCxnSpPr>
          <p:spPr>
            <a:xfrm>
              <a:off x="8806877" y="2507554"/>
              <a:ext cx="271473"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18" name="Flussdiagramm: Verbinder 217">
              <a:extLst>
                <a:ext uri="{FF2B5EF4-FFF2-40B4-BE49-F238E27FC236}">
                  <a16:creationId xmlns:a16="http://schemas.microsoft.com/office/drawing/2014/main" id="{A50D4263-E6A2-069F-64B0-0002B9846E73}"/>
                </a:ext>
              </a:extLst>
            </p:cNvPr>
            <p:cNvSpPr/>
            <p:nvPr/>
          </p:nvSpPr>
          <p:spPr>
            <a:xfrm>
              <a:off x="8372092" y="2233469"/>
              <a:ext cx="328289" cy="319250"/>
            </a:xfrm>
            <a:prstGeom prst="flowChartConnector">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a:ea typeface="+mn-ea"/>
                <a:cs typeface="+mn-cs"/>
              </a:endParaRPr>
            </a:p>
          </p:txBody>
        </p:sp>
        <p:pic>
          <p:nvPicPr>
            <p:cNvPr id="221" name="Grafik 220" descr="Benutzer mit einfarbiger Füllung">
              <a:extLst>
                <a:ext uri="{FF2B5EF4-FFF2-40B4-BE49-F238E27FC236}">
                  <a16:creationId xmlns:a16="http://schemas.microsoft.com/office/drawing/2014/main" id="{3DF92734-C46C-0428-C77C-6D94473E1072}"/>
                </a:ext>
              </a:extLst>
            </p:cNvPr>
            <p:cNvPicPr>
              <a:picLocks noChangeAspect="1"/>
            </p:cNvPicPr>
            <p:nvPr/>
          </p:nvPicPr>
          <p:blipFill>
            <a:blip r:embed="rId64">
              <a:extLst>
                <a:ext uri="{96DAC541-7B7A-43D3-8B79-37D633B846F1}">
                  <asvg:svgBlip xmlns:asvg="http://schemas.microsoft.com/office/drawing/2016/SVG/main" r:embed="rId65"/>
                </a:ext>
              </a:extLst>
            </a:blip>
            <a:stretch>
              <a:fillRect/>
            </a:stretch>
          </p:blipFill>
          <p:spPr>
            <a:xfrm>
              <a:off x="8411152" y="2266537"/>
              <a:ext cx="250171" cy="245448"/>
            </a:xfrm>
            <a:prstGeom prst="rect">
              <a:avLst/>
            </a:prstGeom>
          </p:spPr>
        </p:pic>
      </p:grpSp>
      <p:pic>
        <p:nvPicPr>
          <p:cNvPr id="185" name="Grafik 184" descr="Ziel mit einfarbiger Füllung">
            <a:extLst>
              <a:ext uri="{FF2B5EF4-FFF2-40B4-BE49-F238E27FC236}">
                <a16:creationId xmlns:a16="http://schemas.microsoft.com/office/drawing/2014/main" id="{CBAC9CEA-656A-9EBE-4C07-6442E96F5784}"/>
              </a:ext>
            </a:extLst>
          </p:cNvPr>
          <p:cNvPicPr>
            <a:picLocks noChangeAspect="1"/>
          </p:cNvPicPr>
          <p:nvPr/>
        </p:nvPicPr>
        <p:blipFill>
          <a:blip r:embed="rId66">
            <a:extLst>
              <a:ext uri="{96DAC541-7B7A-43D3-8B79-37D633B846F1}">
                <asvg:svgBlip xmlns:asvg="http://schemas.microsoft.com/office/drawing/2016/SVG/main" r:embed="rId67"/>
              </a:ext>
            </a:extLst>
          </a:blip>
          <a:stretch>
            <a:fillRect/>
          </a:stretch>
        </p:blipFill>
        <p:spPr>
          <a:xfrm>
            <a:off x="6373587" y="3232723"/>
            <a:ext cx="554784" cy="554784"/>
          </a:xfrm>
          <a:prstGeom prst="rect">
            <a:avLst/>
          </a:prstGeom>
        </p:spPr>
      </p:pic>
      <p:grpSp>
        <p:nvGrpSpPr>
          <p:cNvPr id="184" name="Gruppieren 183">
            <a:extLst>
              <a:ext uri="{FF2B5EF4-FFF2-40B4-BE49-F238E27FC236}">
                <a16:creationId xmlns:a16="http://schemas.microsoft.com/office/drawing/2014/main" id="{D3D6F843-ED26-9CAB-8B13-1CD0D0A8AF99}"/>
              </a:ext>
            </a:extLst>
          </p:cNvPr>
          <p:cNvGrpSpPr/>
          <p:nvPr/>
        </p:nvGrpSpPr>
        <p:grpSpPr>
          <a:xfrm>
            <a:off x="5945550" y="6051984"/>
            <a:ext cx="685800" cy="704850"/>
            <a:chOff x="5753100" y="2401937"/>
            <a:chExt cx="685800" cy="704850"/>
          </a:xfrm>
        </p:grpSpPr>
        <p:sp>
          <p:nvSpPr>
            <p:cNvPr id="190" name="Freihandform: Form 189">
              <a:extLst>
                <a:ext uri="{FF2B5EF4-FFF2-40B4-BE49-F238E27FC236}">
                  <a16:creationId xmlns:a16="http://schemas.microsoft.com/office/drawing/2014/main" id="{04FF68BD-1976-630B-B925-27692DCEB2EF}"/>
                </a:ext>
              </a:extLst>
            </p:cNvPr>
            <p:cNvSpPr/>
            <p:nvPr/>
          </p:nvSpPr>
          <p:spPr>
            <a:xfrm>
              <a:off x="6067425" y="2935337"/>
              <a:ext cx="57150" cy="76200"/>
            </a:xfrm>
            <a:custGeom>
              <a:avLst/>
              <a:gdLst>
                <a:gd name="connsiteX0" fmla="*/ 0 w 57150"/>
                <a:gd name="connsiteY0" fmla="*/ 0 h 76200"/>
                <a:gd name="connsiteX1" fmla="*/ 57150 w 57150"/>
                <a:gd name="connsiteY1" fmla="*/ 0 h 76200"/>
                <a:gd name="connsiteX2" fmla="*/ 57150 w 57150"/>
                <a:gd name="connsiteY2" fmla="*/ 76200 h 76200"/>
                <a:gd name="connsiteX3" fmla="*/ 0 w 57150"/>
                <a:gd name="connsiteY3" fmla="*/ 76200 h 76200"/>
              </a:gdLst>
              <a:ahLst/>
              <a:cxnLst>
                <a:cxn ang="0">
                  <a:pos x="connsiteX0" y="connsiteY0"/>
                </a:cxn>
                <a:cxn ang="0">
                  <a:pos x="connsiteX1" y="connsiteY1"/>
                </a:cxn>
                <a:cxn ang="0">
                  <a:pos x="connsiteX2" y="connsiteY2"/>
                </a:cxn>
                <a:cxn ang="0">
                  <a:pos x="connsiteX3" y="connsiteY3"/>
                </a:cxn>
              </a:cxnLst>
              <a:rect l="l" t="t" r="r" b="b"/>
              <a:pathLst>
                <a:path w="57150" h="76200">
                  <a:moveTo>
                    <a:pt x="0" y="0"/>
                  </a:moveTo>
                  <a:lnTo>
                    <a:pt x="57150" y="0"/>
                  </a:lnTo>
                  <a:lnTo>
                    <a:pt x="57150" y="76200"/>
                  </a:lnTo>
                  <a:lnTo>
                    <a:pt x="0" y="76200"/>
                  </a:lnTo>
                  <a:close/>
                </a:path>
              </a:pathLst>
            </a:custGeom>
            <a:solidFill>
              <a:srgbClr val="FDC300"/>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92" name="Freihandform: Form 191">
              <a:extLst>
                <a:ext uri="{FF2B5EF4-FFF2-40B4-BE49-F238E27FC236}">
                  <a16:creationId xmlns:a16="http://schemas.microsoft.com/office/drawing/2014/main" id="{137B7BCA-B02E-C72C-DCA8-E9534B80D17E}"/>
                </a:ext>
              </a:extLst>
            </p:cNvPr>
            <p:cNvSpPr/>
            <p:nvPr/>
          </p:nvSpPr>
          <p:spPr>
            <a:xfrm>
              <a:off x="6067425" y="3049637"/>
              <a:ext cx="57150" cy="57150"/>
            </a:xfrm>
            <a:custGeom>
              <a:avLst/>
              <a:gdLst>
                <a:gd name="connsiteX0" fmla="*/ 0 w 57150"/>
                <a:gd name="connsiteY0" fmla="*/ 0 h 57150"/>
                <a:gd name="connsiteX1" fmla="*/ 57150 w 57150"/>
                <a:gd name="connsiteY1" fmla="*/ 0 h 57150"/>
                <a:gd name="connsiteX2" fmla="*/ 57150 w 57150"/>
                <a:gd name="connsiteY2" fmla="*/ 57150 h 57150"/>
                <a:gd name="connsiteX3" fmla="*/ 0 w 57150"/>
                <a:gd name="connsiteY3" fmla="*/ 57150 h 57150"/>
              </a:gdLst>
              <a:ahLst/>
              <a:cxnLst>
                <a:cxn ang="0">
                  <a:pos x="connsiteX0" y="connsiteY0"/>
                </a:cxn>
                <a:cxn ang="0">
                  <a:pos x="connsiteX1" y="connsiteY1"/>
                </a:cxn>
                <a:cxn ang="0">
                  <a:pos x="connsiteX2" y="connsiteY2"/>
                </a:cxn>
                <a:cxn ang="0">
                  <a:pos x="connsiteX3" y="connsiteY3"/>
                </a:cxn>
              </a:cxnLst>
              <a:rect l="l" t="t" r="r" b="b"/>
              <a:pathLst>
                <a:path w="57150" h="57150">
                  <a:moveTo>
                    <a:pt x="0" y="0"/>
                  </a:moveTo>
                  <a:lnTo>
                    <a:pt x="57150" y="0"/>
                  </a:lnTo>
                  <a:lnTo>
                    <a:pt x="57150" y="57150"/>
                  </a:lnTo>
                  <a:lnTo>
                    <a:pt x="0" y="57150"/>
                  </a:lnTo>
                  <a:close/>
                </a:path>
              </a:pathLst>
            </a:custGeom>
            <a:solidFill>
              <a:srgbClr val="56565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199" name="Freihandform: Form 198">
              <a:extLst>
                <a:ext uri="{FF2B5EF4-FFF2-40B4-BE49-F238E27FC236}">
                  <a16:creationId xmlns:a16="http://schemas.microsoft.com/office/drawing/2014/main" id="{F9620110-B6D3-0FC0-8DF5-5797D48EA4B3}"/>
                </a:ext>
              </a:extLst>
            </p:cNvPr>
            <p:cNvSpPr/>
            <p:nvPr/>
          </p:nvSpPr>
          <p:spPr>
            <a:xfrm>
              <a:off x="6162675" y="3049637"/>
              <a:ext cx="276225" cy="57150"/>
            </a:xfrm>
            <a:custGeom>
              <a:avLst/>
              <a:gdLst>
                <a:gd name="connsiteX0" fmla="*/ 0 w 276225"/>
                <a:gd name="connsiteY0" fmla="*/ 0 h 57150"/>
                <a:gd name="connsiteX1" fmla="*/ 276225 w 276225"/>
                <a:gd name="connsiteY1" fmla="*/ 0 h 57150"/>
                <a:gd name="connsiteX2" fmla="*/ 276225 w 276225"/>
                <a:gd name="connsiteY2" fmla="*/ 57150 h 57150"/>
                <a:gd name="connsiteX3" fmla="*/ 0 w 276225"/>
                <a:gd name="connsiteY3" fmla="*/ 57150 h 57150"/>
              </a:gdLst>
              <a:ahLst/>
              <a:cxnLst>
                <a:cxn ang="0">
                  <a:pos x="connsiteX0" y="connsiteY0"/>
                </a:cxn>
                <a:cxn ang="0">
                  <a:pos x="connsiteX1" y="connsiteY1"/>
                </a:cxn>
                <a:cxn ang="0">
                  <a:pos x="connsiteX2" y="connsiteY2"/>
                </a:cxn>
                <a:cxn ang="0">
                  <a:pos x="connsiteX3" y="connsiteY3"/>
                </a:cxn>
              </a:cxnLst>
              <a:rect l="l" t="t" r="r" b="b"/>
              <a:pathLst>
                <a:path w="276225" h="57150">
                  <a:moveTo>
                    <a:pt x="0" y="0"/>
                  </a:moveTo>
                  <a:lnTo>
                    <a:pt x="276225" y="0"/>
                  </a:lnTo>
                  <a:lnTo>
                    <a:pt x="276225" y="57150"/>
                  </a:lnTo>
                  <a:lnTo>
                    <a:pt x="0" y="57150"/>
                  </a:lnTo>
                  <a:close/>
                </a:path>
              </a:pathLst>
            </a:custGeom>
            <a:solidFill>
              <a:srgbClr val="56565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204" name="Freihandform: Form 203">
              <a:extLst>
                <a:ext uri="{FF2B5EF4-FFF2-40B4-BE49-F238E27FC236}">
                  <a16:creationId xmlns:a16="http://schemas.microsoft.com/office/drawing/2014/main" id="{FD75EDBB-2665-3C94-6B67-F200F9535BB5}"/>
                </a:ext>
              </a:extLst>
            </p:cNvPr>
            <p:cNvSpPr/>
            <p:nvPr/>
          </p:nvSpPr>
          <p:spPr>
            <a:xfrm>
              <a:off x="5753100" y="3049637"/>
              <a:ext cx="276225" cy="57150"/>
            </a:xfrm>
            <a:custGeom>
              <a:avLst/>
              <a:gdLst>
                <a:gd name="connsiteX0" fmla="*/ 0 w 276225"/>
                <a:gd name="connsiteY0" fmla="*/ 0 h 57150"/>
                <a:gd name="connsiteX1" fmla="*/ 276225 w 276225"/>
                <a:gd name="connsiteY1" fmla="*/ 0 h 57150"/>
                <a:gd name="connsiteX2" fmla="*/ 276225 w 276225"/>
                <a:gd name="connsiteY2" fmla="*/ 57150 h 57150"/>
                <a:gd name="connsiteX3" fmla="*/ 0 w 276225"/>
                <a:gd name="connsiteY3" fmla="*/ 57150 h 57150"/>
              </a:gdLst>
              <a:ahLst/>
              <a:cxnLst>
                <a:cxn ang="0">
                  <a:pos x="connsiteX0" y="connsiteY0"/>
                </a:cxn>
                <a:cxn ang="0">
                  <a:pos x="connsiteX1" y="connsiteY1"/>
                </a:cxn>
                <a:cxn ang="0">
                  <a:pos x="connsiteX2" y="connsiteY2"/>
                </a:cxn>
                <a:cxn ang="0">
                  <a:pos x="connsiteX3" y="connsiteY3"/>
                </a:cxn>
              </a:cxnLst>
              <a:rect l="l" t="t" r="r" b="b"/>
              <a:pathLst>
                <a:path w="276225" h="57150">
                  <a:moveTo>
                    <a:pt x="0" y="0"/>
                  </a:moveTo>
                  <a:lnTo>
                    <a:pt x="276225" y="0"/>
                  </a:lnTo>
                  <a:lnTo>
                    <a:pt x="276225" y="57150"/>
                  </a:lnTo>
                  <a:lnTo>
                    <a:pt x="0" y="57150"/>
                  </a:lnTo>
                  <a:close/>
                </a:path>
              </a:pathLst>
            </a:custGeom>
            <a:solidFill>
              <a:srgbClr val="56565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205" name="Freihandform: Form 204">
              <a:extLst>
                <a:ext uri="{FF2B5EF4-FFF2-40B4-BE49-F238E27FC236}">
                  <a16:creationId xmlns:a16="http://schemas.microsoft.com/office/drawing/2014/main" id="{79B5D80A-1D3B-7712-D3D2-5A87FB4B6F3B}"/>
                </a:ext>
              </a:extLst>
            </p:cNvPr>
            <p:cNvSpPr/>
            <p:nvPr/>
          </p:nvSpPr>
          <p:spPr>
            <a:xfrm>
              <a:off x="5791200" y="2782937"/>
              <a:ext cx="609600" cy="152400"/>
            </a:xfrm>
            <a:custGeom>
              <a:avLst/>
              <a:gdLst>
                <a:gd name="connsiteX0" fmla="*/ 575501 w 609600"/>
                <a:gd name="connsiteY0" fmla="*/ 0 h 152400"/>
                <a:gd name="connsiteX1" fmla="*/ 34100 w 609600"/>
                <a:gd name="connsiteY1" fmla="*/ 0 h 152400"/>
                <a:gd name="connsiteX2" fmla="*/ 0 w 609600"/>
                <a:gd name="connsiteY2" fmla="*/ 34100 h 152400"/>
                <a:gd name="connsiteX3" fmla="*/ 0 w 609600"/>
                <a:gd name="connsiteY3" fmla="*/ 118300 h 152400"/>
                <a:gd name="connsiteX4" fmla="*/ 34100 w 609600"/>
                <a:gd name="connsiteY4" fmla="*/ 152400 h 152400"/>
                <a:gd name="connsiteX5" fmla="*/ 575501 w 609600"/>
                <a:gd name="connsiteY5" fmla="*/ 152400 h 152400"/>
                <a:gd name="connsiteX6" fmla="*/ 609600 w 609600"/>
                <a:gd name="connsiteY6" fmla="*/ 118300 h 152400"/>
                <a:gd name="connsiteX7" fmla="*/ 609600 w 609600"/>
                <a:gd name="connsiteY7" fmla="*/ 34100 h 152400"/>
                <a:gd name="connsiteX8" fmla="*/ 575501 w 609600"/>
                <a:gd name="connsiteY8" fmla="*/ 0 h 152400"/>
                <a:gd name="connsiteX9" fmla="*/ 95250 w 609600"/>
                <a:gd name="connsiteY9" fmla="*/ 95250 h 152400"/>
                <a:gd name="connsiteX10" fmla="*/ 76200 w 609600"/>
                <a:gd name="connsiteY10" fmla="*/ 76200 h 152400"/>
                <a:gd name="connsiteX11" fmla="*/ 95250 w 609600"/>
                <a:gd name="connsiteY11" fmla="*/ 57150 h 152400"/>
                <a:gd name="connsiteX12" fmla="*/ 114300 w 609600"/>
                <a:gd name="connsiteY12" fmla="*/ 76200 h 152400"/>
                <a:gd name="connsiteX13" fmla="*/ 95250 w 609600"/>
                <a:gd name="connsiteY13" fmla="*/ 95250 h 152400"/>
                <a:gd name="connsiteX14" fmla="*/ 190500 w 609600"/>
                <a:gd name="connsiteY14" fmla="*/ 95250 h 152400"/>
                <a:gd name="connsiteX15" fmla="*/ 171450 w 609600"/>
                <a:gd name="connsiteY15" fmla="*/ 76200 h 152400"/>
                <a:gd name="connsiteX16" fmla="*/ 190500 w 609600"/>
                <a:gd name="connsiteY16" fmla="*/ 57150 h 152400"/>
                <a:gd name="connsiteX17" fmla="*/ 209550 w 609600"/>
                <a:gd name="connsiteY17" fmla="*/ 76200 h 152400"/>
                <a:gd name="connsiteX18" fmla="*/ 190500 w 609600"/>
                <a:gd name="connsiteY18" fmla="*/ 95250 h 152400"/>
                <a:gd name="connsiteX19" fmla="*/ 285750 w 609600"/>
                <a:gd name="connsiteY19" fmla="*/ 95250 h 152400"/>
                <a:gd name="connsiteX20" fmla="*/ 266700 w 609600"/>
                <a:gd name="connsiteY20" fmla="*/ 76200 h 152400"/>
                <a:gd name="connsiteX21" fmla="*/ 285750 w 609600"/>
                <a:gd name="connsiteY21" fmla="*/ 57150 h 152400"/>
                <a:gd name="connsiteX22" fmla="*/ 304800 w 609600"/>
                <a:gd name="connsiteY22" fmla="*/ 76200 h 152400"/>
                <a:gd name="connsiteX23" fmla="*/ 285750 w 609600"/>
                <a:gd name="connsiteY23" fmla="*/ 9525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09600" h="152400">
                  <a:moveTo>
                    <a:pt x="575501" y="0"/>
                  </a:moveTo>
                  <a:lnTo>
                    <a:pt x="34100" y="0"/>
                  </a:lnTo>
                  <a:cubicBezTo>
                    <a:pt x="15267" y="0"/>
                    <a:pt x="0" y="15267"/>
                    <a:pt x="0" y="34100"/>
                  </a:cubicBezTo>
                  <a:lnTo>
                    <a:pt x="0" y="118300"/>
                  </a:lnTo>
                  <a:cubicBezTo>
                    <a:pt x="0" y="137133"/>
                    <a:pt x="15267" y="152400"/>
                    <a:pt x="34100" y="152400"/>
                  </a:cubicBezTo>
                  <a:lnTo>
                    <a:pt x="575501" y="152400"/>
                  </a:lnTo>
                  <a:cubicBezTo>
                    <a:pt x="594333" y="152400"/>
                    <a:pt x="609600" y="137133"/>
                    <a:pt x="609600" y="118300"/>
                  </a:cubicBezTo>
                  <a:lnTo>
                    <a:pt x="609600" y="34100"/>
                  </a:lnTo>
                  <a:cubicBezTo>
                    <a:pt x="609600" y="15267"/>
                    <a:pt x="594333" y="0"/>
                    <a:pt x="575501" y="0"/>
                  </a:cubicBezTo>
                  <a:close/>
                  <a:moveTo>
                    <a:pt x="95250" y="95250"/>
                  </a:moveTo>
                  <a:cubicBezTo>
                    <a:pt x="84729" y="95250"/>
                    <a:pt x="76200" y="86721"/>
                    <a:pt x="76200" y="76200"/>
                  </a:cubicBezTo>
                  <a:cubicBezTo>
                    <a:pt x="76200" y="65679"/>
                    <a:pt x="84729" y="57150"/>
                    <a:pt x="95250" y="57150"/>
                  </a:cubicBezTo>
                  <a:cubicBezTo>
                    <a:pt x="105771" y="57150"/>
                    <a:pt x="114300" y="65679"/>
                    <a:pt x="114300" y="76200"/>
                  </a:cubicBezTo>
                  <a:cubicBezTo>
                    <a:pt x="114300" y="86721"/>
                    <a:pt x="105771" y="95250"/>
                    <a:pt x="95250" y="95250"/>
                  </a:cubicBezTo>
                  <a:close/>
                  <a:moveTo>
                    <a:pt x="190500" y="95250"/>
                  </a:moveTo>
                  <a:cubicBezTo>
                    <a:pt x="179979" y="95250"/>
                    <a:pt x="171450" y="86721"/>
                    <a:pt x="171450" y="76200"/>
                  </a:cubicBezTo>
                  <a:cubicBezTo>
                    <a:pt x="171450" y="65679"/>
                    <a:pt x="179979" y="57150"/>
                    <a:pt x="190500" y="57150"/>
                  </a:cubicBezTo>
                  <a:cubicBezTo>
                    <a:pt x="201021" y="57150"/>
                    <a:pt x="209550" y="65679"/>
                    <a:pt x="209550" y="76200"/>
                  </a:cubicBezTo>
                  <a:cubicBezTo>
                    <a:pt x="209550" y="86721"/>
                    <a:pt x="201021" y="95250"/>
                    <a:pt x="190500" y="95250"/>
                  </a:cubicBezTo>
                  <a:close/>
                  <a:moveTo>
                    <a:pt x="285750" y="95250"/>
                  </a:moveTo>
                  <a:cubicBezTo>
                    <a:pt x="275229" y="95250"/>
                    <a:pt x="266700" y="86721"/>
                    <a:pt x="266700" y="76200"/>
                  </a:cubicBezTo>
                  <a:cubicBezTo>
                    <a:pt x="266700" y="65679"/>
                    <a:pt x="275229" y="57150"/>
                    <a:pt x="285750" y="57150"/>
                  </a:cubicBezTo>
                  <a:cubicBezTo>
                    <a:pt x="296271" y="57150"/>
                    <a:pt x="304800" y="65679"/>
                    <a:pt x="304800" y="76200"/>
                  </a:cubicBezTo>
                  <a:cubicBezTo>
                    <a:pt x="304800" y="86721"/>
                    <a:pt x="296271" y="95250"/>
                    <a:pt x="285750" y="95250"/>
                  </a:cubicBezTo>
                  <a:close/>
                </a:path>
              </a:pathLst>
            </a:custGeom>
            <a:solidFill>
              <a:srgbClr val="FFC000"/>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206" name="Freihandform: Form 205">
              <a:extLst>
                <a:ext uri="{FF2B5EF4-FFF2-40B4-BE49-F238E27FC236}">
                  <a16:creationId xmlns:a16="http://schemas.microsoft.com/office/drawing/2014/main" id="{BFE5710B-A59F-0DDC-BB9A-69BFC08A3575}"/>
                </a:ext>
              </a:extLst>
            </p:cNvPr>
            <p:cNvSpPr/>
            <p:nvPr/>
          </p:nvSpPr>
          <p:spPr>
            <a:xfrm>
              <a:off x="5791200" y="2592437"/>
              <a:ext cx="609600" cy="152400"/>
            </a:xfrm>
            <a:custGeom>
              <a:avLst/>
              <a:gdLst>
                <a:gd name="connsiteX0" fmla="*/ 575501 w 609600"/>
                <a:gd name="connsiteY0" fmla="*/ 0 h 152400"/>
                <a:gd name="connsiteX1" fmla="*/ 34100 w 609600"/>
                <a:gd name="connsiteY1" fmla="*/ 0 h 152400"/>
                <a:gd name="connsiteX2" fmla="*/ 0 w 609600"/>
                <a:gd name="connsiteY2" fmla="*/ 34100 h 152400"/>
                <a:gd name="connsiteX3" fmla="*/ 0 w 609600"/>
                <a:gd name="connsiteY3" fmla="*/ 118300 h 152400"/>
                <a:gd name="connsiteX4" fmla="*/ 34100 w 609600"/>
                <a:gd name="connsiteY4" fmla="*/ 152400 h 152400"/>
                <a:gd name="connsiteX5" fmla="*/ 575501 w 609600"/>
                <a:gd name="connsiteY5" fmla="*/ 152400 h 152400"/>
                <a:gd name="connsiteX6" fmla="*/ 609600 w 609600"/>
                <a:gd name="connsiteY6" fmla="*/ 118300 h 152400"/>
                <a:gd name="connsiteX7" fmla="*/ 609600 w 609600"/>
                <a:gd name="connsiteY7" fmla="*/ 34100 h 152400"/>
                <a:gd name="connsiteX8" fmla="*/ 575501 w 609600"/>
                <a:gd name="connsiteY8" fmla="*/ 0 h 152400"/>
                <a:gd name="connsiteX9" fmla="*/ 95250 w 609600"/>
                <a:gd name="connsiteY9" fmla="*/ 95250 h 152400"/>
                <a:gd name="connsiteX10" fmla="*/ 76200 w 609600"/>
                <a:gd name="connsiteY10" fmla="*/ 76200 h 152400"/>
                <a:gd name="connsiteX11" fmla="*/ 95250 w 609600"/>
                <a:gd name="connsiteY11" fmla="*/ 57150 h 152400"/>
                <a:gd name="connsiteX12" fmla="*/ 114300 w 609600"/>
                <a:gd name="connsiteY12" fmla="*/ 76200 h 152400"/>
                <a:gd name="connsiteX13" fmla="*/ 95250 w 609600"/>
                <a:gd name="connsiteY13" fmla="*/ 95250 h 152400"/>
                <a:gd name="connsiteX14" fmla="*/ 190500 w 609600"/>
                <a:gd name="connsiteY14" fmla="*/ 95250 h 152400"/>
                <a:gd name="connsiteX15" fmla="*/ 171450 w 609600"/>
                <a:gd name="connsiteY15" fmla="*/ 76200 h 152400"/>
                <a:gd name="connsiteX16" fmla="*/ 190500 w 609600"/>
                <a:gd name="connsiteY16" fmla="*/ 57150 h 152400"/>
                <a:gd name="connsiteX17" fmla="*/ 209550 w 609600"/>
                <a:gd name="connsiteY17" fmla="*/ 76200 h 152400"/>
                <a:gd name="connsiteX18" fmla="*/ 190500 w 609600"/>
                <a:gd name="connsiteY18" fmla="*/ 95250 h 152400"/>
                <a:gd name="connsiteX19" fmla="*/ 285750 w 609600"/>
                <a:gd name="connsiteY19" fmla="*/ 95250 h 152400"/>
                <a:gd name="connsiteX20" fmla="*/ 266700 w 609600"/>
                <a:gd name="connsiteY20" fmla="*/ 76200 h 152400"/>
                <a:gd name="connsiteX21" fmla="*/ 285750 w 609600"/>
                <a:gd name="connsiteY21" fmla="*/ 57150 h 152400"/>
                <a:gd name="connsiteX22" fmla="*/ 304800 w 609600"/>
                <a:gd name="connsiteY22" fmla="*/ 76200 h 152400"/>
                <a:gd name="connsiteX23" fmla="*/ 285750 w 609600"/>
                <a:gd name="connsiteY23" fmla="*/ 9525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09600" h="152400">
                  <a:moveTo>
                    <a:pt x="575501" y="0"/>
                  </a:moveTo>
                  <a:lnTo>
                    <a:pt x="34100" y="0"/>
                  </a:lnTo>
                  <a:cubicBezTo>
                    <a:pt x="15267" y="0"/>
                    <a:pt x="0" y="15267"/>
                    <a:pt x="0" y="34100"/>
                  </a:cubicBezTo>
                  <a:lnTo>
                    <a:pt x="0" y="118300"/>
                  </a:lnTo>
                  <a:cubicBezTo>
                    <a:pt x="0" y="137133"/>
                    <a:pt x="15267" y="152400"/>
                    <a:pt x="34100" y="152400"/>
                  </a:cubicBezTo>
                  <a:lnTo>
                    <a:pt x="575501" y="152400"/>
                  </a:lnTo>
                  <a:cubicBezTo>
                    <a:pt x="594333" y="152400"/>
                    <a:pt x="609600" y="137133"/>
                    <a:pt x="609600" y="118300"/>
                  </a:cubicBezTo>
                  <a:lnTo>
                    <a:pt x="609600" y="34100"/>
                  </a:lnTo>
                  <a:cubicBezTo>
                    <a:pt x="609600" y="15267"/>
                    <a:pt x="594333" y="0"/>
                    <a:pt x="575501" y="0"/>
                  </a:cubicBezTo>
                  <a:close/>
                  <a:moveTo>
                    <a:pt x="95250" y="95250"/>
                  </a:moveTo>
                  <a:cubicBezTo>
                    <a:pt x="84729" y="95250"/>
                    <a:pt x="76200" y="86721"/>
                    <a:pt x="76200" y="76200"/>
                  </a:cubicBezTo>
                  <a:cubicBezTo>
                    <a:pt x="76200" y="65679"/>
                    <a:pt x="84729" y="57150"/>
                    <a:pt x="95250" y="57150"/>
                  </a:cubicBezTo>
                  <a:cubicBezTo>
                    <a:pt x="105771" y="57150"/>
                    <a:pt x="114300" y="65679"/>
                    <a:pt x="114300" y="76200"/>
                  </a:cubicBezTo>
                  <a:cubicBezTo>
                    <a:pt x="114300" y="86721"/>
                    <a:pt x="105771" y="95250"/>
                    <a:pt x="95250" y="95250"/>
                  </a:cubicBezTo>
                  <a:close/>
                  <a:moveTo>
                    <a:pt x="190500" y="95250"/>
                  </a:moveTo>
                  <a:cubicBezTo>
                    <a:pt x="179979" y="95250"/>
                    <a:pt x="171450" y="86721"/>
                    <a:pt x="171450" y="76200"/>
                  </a:cubicBezTo>
                  <a:cubicBezTo>
                    <a:pt x="171450" y="65679"/>
                    <a:pt x="179979" y="57150"/>
                    <a:pt x="190500" y="57150"/>
                  </a:cubicBezTo>
                  <a:cubicBezTo>
                    <a:pt x="201021" y="57150"/>
                    <a:pt x="209550" y="65679"/>
                    <a:pt x="209550" y="76200"/>
                  </a:cubicBezTo>
                  <a:cubicBezTo>
                    <a:pt x="209550" y="86721"/>
                    <a:pt x="201021" y="95250"/>
                    <a:pt x="190500" y="95250"/>
                  </a:cubicBezTo>
                  <a:close/>
                  <a:moveTo>
                    <a:pt x="285750" y="95250"/>
                  </a:moveTo>
                  <a:cubicBezTo>
                    <a:pt x="275229" y="95250"/>
                    <a:pt x="266700" y="86721"/>
                    <a:pt x="266700" y="76200"/>
                  </a:cubicBezTo>
                  <a:cubicBezTo>
                    <a:pt x="266700" y="65679"/>
                    <a:pt x="275229" y="57150"/>
                    <a:pt x="285750" y="57150"/>
                  </a:cubicBezTo>
                  <a:cubicBezTo>
                    <a:pt x="296271" y="57150"/>
                    <a:pt x="304800" y="65679"/>
                    <a:pt x="304800" y="76200"/>
                  </a:cubicBezTo>
                  <a:cubicBezTo>
                    <a:pt x="304800" y="86721"/>
                    <a:pt x="296271" y="95250"/>
                    <a:pt x="285750" y="95250"/>
                  </a:cubicBezTo>
                  <a:close/>
                </a:path>
              </a:pathLst>
            </a:custGeom>
            <a:solidFill>
              <a:srgbClr val="EA5B0B"/>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212" name="Freihandform: Form 211">
              <a:extLst>
                <a:ext uri="{FF2B5EF4-FFF2-40B4-BE49-F238E27FC236}">
                  <a16:creationId xmlns:a16="http://schemas.microsoft.com/office/drawing/2014/main" id="{59EEDC85-B65A-FFEE-ACE5-F7072C049220}"/>
                </a:ext>
              </a:extLst>
            </p:cNvPr>
            <p:cNvSpPr/>
            <p:nvPr/>
          </p:nvSpPr>
          <p:spPr>
            <a:xfrm>
              <a:off x="5791200" y="2401937"/>
              <a:ext cx="609600" cy="152400"/>
            </a:xfrm>
            <a:custGeom>
              <a:avLst/>
              <a:gdLst>
                <a:gd name="connsiteX0" fmla="*/ 575501 w 609600"/>
                <a:gd name="connsiteY0" fmla="*/ 0 h 152400"/>
                <a:gd name="connsiteX1" fmla="*/ 34100 w 609600"/>
                <a:gd name="connsiteY1" fmla="*/ 0 h 152400"/>
                <a:gd name="connsiteX2" fmla="*/ 0 w 609600"/>
                <a:gd name="connsiteY2" fmla="*/ 34100 h 152400"/>
                <a:gd name="connsiteX3" fmla="*/ 0 w 609600"/>
                <a:gd name="connsiteY3" fmla="*/ 118301 h 152400"/>
                <a:gd name="connsiteX4" fmla="*/ 34100 w 609600"/>
                <a:gd name="connsiteY4" fmla="*/ 152400 h 152400"/>
                <a:gd name="connsiteX5" fmla="*/ 575501 w 609600"/>
                <a:gd name="connsiteY5" fmla="*/ 152400 h 152400"/>
                <a:gd name="connsiteX6" fmla="*/ 609600 w 609600"/>
                <a:gd name="connsiteY6" fmla="*/ 118301 h 152400"/>
                <a:gd name="connsiteX7" fmla="*/ 609600 w 609600"/>
                <a:gd name="connsiteY7" fmla="*/ 34100 h 152400"/>
                <a:gd name="connsiteX8" fmla="*/ 575501 w 609600"/>
                <a:gd name="connsiteY8" fmla="*/ 0 h 152400"/>
                <a:gd name="connsiteX9" fmla="*/ 95250 w 609600"/>
                <a:gd name="connsiteY9" fmla="*/ 95250 h 152400"/>
                <a:gd name="connsiteX10" fmla="*/ 76200 w 609600"/>
                <a:gd name="connsiteY10" fmla="*/ 76200 h 152400"/>
                <a:gd name="connsiteX11" fmla="*/ 95250 w 609600"/>
                <a:gd name="connsiteY11" fmla="*/ 57150 h 152400"/>
                <a:gd name="connsiteX12" fmla="*/ 114300 w 609600"/>
                <a:gd name="connsiteY12" fmla="*/ 76200 h 152400"/>
                <a:gd name="connsiteX13" fmla="*/ 95250 w 609600"/>
                <a:gd name="connsiteY13" fmla="*/ 95250 h 152400"/>
                <a:gd name="connsiteX14" fmla="*/ 190500 w 609600"/>
                <a:gd name="connsiteY14" fmla="*/ 95250 h 152400"/>
                <a:gd name="connsiteX15" fmla="*/ 171450 w 609600"/>
                <a:gd name="connsiteY15" fmla="*/ 76200 h 152400"/>
                <a:gd name="connsiteX16" fmla="*/ 190500 w 609600"/>
                <a:gd name="connsiteY16" fmla="*/ 57150 h 152400"/>
                <a:gd name="connsiteX17" fmla="*/ 209550 w 609600"/>
                <a:gd name="connsiteY17" fmla="*/ 76200 h 152400"/>
                <a:gd name="connsiteX18" fmla="*/ 190500 w 609600"/>
                <a:gd name="connsiteY18" fmla="*/ 95250 h 152400"/>
                <a:gd name="connsiteX19" fmla="*/ 285750 w 609600"/>
                <a:gd name="connsiteY19" fmla="*/ 95250 h 152400"/>
                <a:gd name="connsiteX20" fmla="*/ 266700 w 609600"/>
                <a:gd name="connsiteY20" fmla="*/ 76200 h 152400"/>
                <a:gd name="connsiteX21" fmla="*/ 285750 w 609600"/>
                <a:gd name="connsiteY21" fmla="*/ 57150 h 152400"/>
                <a:gd name="connsiteX22" fmla="*/ 304800 w 609600"/>
                <a:gd name="connsiteY22" fmla="*/ 76200 h 152400"/>
                <a:gd name="connsiteX23" fmla="*/ 285750 w 609600"/>
                <a:gd name="connsiteY23" fmla="*/ 9525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09600" h="152400">
                  <a:moveTo>
                    <a:pt x="575501" y="0"/>
                  </a:moveTo>
                  <a:lnTo>
                    <a:pt x="34100" y="0"/>
                  </a:lnTo>
                  <a:cubicBezTo>
                    <a:pt x="15267" y="0"/>
                    <a:pt x="0" y="15267"/>
                    <a:pt x="0" y="34100"/>
                  </a:cubicBezTo>
                  <a:lnTo>
                    <a:pt x="0" y="118301"/>
                  </a:lnTo>
                  <a:cubicBezTo>
                    <a:pt x="0" y="137133"/>
                    <a:pt x="15267" y="152400"/>
                    <a:pt x="34100" y="152400"/>
                  </a:cubicBezTo>
                  <a:lnTo>
                    <a:pt x="575501" y="152400"/>
                  </a:lnTo>
                  <a:cubicBezTo>
                    <a:pt x="594333" y="152400"/>
                    <a:pt x="609600" y="137133"/>
                    <a:pt x="609600" y="118301"/>
                  </a:cubicBezTo>
                  <a:lnTo>
                    <a:pt x="609600" y="34100"/>
                  </a:lnTo>
                  <a:cubicBezTo>
                    <a:pt x="609600" y="15267"/>
                    <a:pt x="594333" y="0"/>
                    <a:pt x="575501" y="0"/>
                  </a:cubicBezTo>
                  <a:close/>
                  <a:moveTo>
                    <a:pt x="95250" y="95250"/>
                  </a:moveTo>
                  <a:cubicBezTo>
                    <a:pt x="84729" y="95250"/>
                    <a:pt x="76200" y="86721"/>
                    <a:pt x="76200" y="76200"/>
                  </a:cubicBezTo>
                  <a:cubicBezTo>
                    <a:pt x="76200" y="65679"/>
                    <a:pt x="84729" y="57150"/>
                    <a:pt x="95250" y="57150"/>
                  </a:cubicBezTo>
                  <a:cubicBezTo>
                    <a:pt x="105771" y="57150"/>
                    <a:pt x="114300" y="65679"/>
                    <a:pt x="114300" y="76200"/>
                  </a:cubicBezTo>
                  <a:cubicBezTo>
                    <a:pt x="114300" y="86721"/>
                    <a:pt x="105771" y="95250"/>
                    <a:pt x="95250" y="95250"/>
                  </a:cubicBezTo>
                  <a:close/>
                  <a:moveTo>
                    <a:pt x="190500" y="95250"/>
                  </a:moveTo>
                  <a:cubicBezTo>
                    <a:pt x="179979" y="95250"/>
                    <a:pt x="171450" y="86721"/>
                    <a:pt x="171450" y="76200"/>
                  </a:cubicBezTo>
                  <a:cubicBezTo>
                    <a:pt x="171450" y="65679"/>
                    <a:pt x="179979" y="57150"/>
                    <a:pt x="190500" y="57150"/>
                  </a:cubicBezTo>
                  <a:cubicBezTo>
                    <a:pt x="201021" y="57150"/>
                    <a:pt x="209550" y="65679"/>
                    <a:pt x="209550" y="76200"/>
                  </a:cubicBezTo>
                  <a:cubicBezTo>
                    <a:pt x="209550" y="86721"/>
                    <a:pt x="201021" y="95250"/>
                    <a:pt x="190500" y="95250"/>
                  </a:cubicBezTo>
                  <a:close/>
                  <a:moveTo>
                    <a:pt x="285750" y="95250"/>
                  </a:moveTo>
                  <a:cubicBezTo>
                    <a:pt x="275229" y="95250"/>
                    <a:pt x="266700" y="86721"/>
                    <a:pt x="266700" y="76200"/>
                  </a:cubicBezTo>
                  <a:cubicBezTo>
                    <a:pt x="266700" y="65679"/>
                    <a:pt x="275229" y="57150"/>
                    <a:pt x="285750" y="57150"/>
                  </a:cubicBezTo>
                  <a:cubicBezTo>
                    <a:pt x="296271" y="57150"/>
                    <a:pt x="304800" y="65679"/>
                    <a:pt x="304800" y="76200"/>
                  </a:cubicBezTo>
                  <a:cubicBezTo>
                    <a:pt x="304800" y="86721"/>
                    <a:pt x="296271" y="95250"/>
                    <a:pt x="285750" y="95250"/>
                  </a:cubicBezTo>
                  <a:close/>
                </a:path>
              </a:pathLst>
            </a:custGeom>
            <a:solidFill>
              <a:srgbClr val="FDC300"/>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grpSp>
      <p:pic>
        <p:nvPicPr>
          <p:cNvPr id="222" name="Picture 221">
            <a:extLst>
              <a:ext uri="{FF2B5EF4-FFF2-40B4-BE49-F238E27FC236}">
                <a16:creationId xmlns:a16="http://schemas.microsoft.com/office/drawing/2014/main" id="{FDB38549-9D14-DCE8-5441-FE04D7CF661B}"/>
              </a:ext>
            </a:extLst>
          </p:cNvPr>
          <p:cNvPicPr>
            <a:picLocks noChangeAspect="1"/>
          </p:cNvPicPr>
          <p:nvPr/>
        </p:nvPicPr>
        <p:blipFill>
          <a:blip r:embed="rId68"/>
          <a:stretch>
            <a:fillRect/>
          </a:stretch>
        </p:blipFill>
        <p:spPr>
          <a:xfrm>
            <a:off x="5808910" y="2545079"/>
            <a:ext cx="428625" cy="428625"/>
          </a:xfrm>
          <a:prstGeom prst="rect">
            <a:avLst/>
          </a:prstGeom>
        </p:spPr>
      </p:pic>
      <p:grpSp>
        <p:nvGrpSpPr>
          <p:cNvPr id="223" name="Gruppieren 222">
            <a:extLst>
              <a:ext uri="{FF2B5EF4-FFF2-40B4-BE49-F238E27FC236}">
                <a16:creationId xmlns:a16="http://schemas.microsoft.com/office/drawing/2014/main" id="{666453DE-C404-C263-F4AE-E99F99E1CE87}"/>
              </a:ext>
            </a:extLst>
          </p:cNvPr>
          <p:cNvGrpSpPr/>
          <p:nvPr/>
        </p:nvGrpSpPr>
        <p:grpSpPr>
          <a:xfrm>
            <a:off x="1113414" y="3530131"/>
            <a:ext cx="653733" cy="397891"/>
            <a:chOff x="4401104" y="1764234"/>
            <a:chExt cx="653733" cy="397891"/>
          </a:xfrm>
        </p:grpSpPr>
        <p:sp>
          <p:nvSpPr>
            <p:cNvPr id="224" name="Freihandform: Form 223">
              <a:extLst>
                <a:ext uri="{FF2B5EF4-FFF2-40B4-BE49-F238E27FC236}">
                  <a16:creationId xmlns:a16="http://schemas.microsoft.com/office/drawing/2014/main" id="{2ED71C8E-CF11-F5F5-538C-9550D5E3ACB3}"/>
                </a:ext>
              </a:extLst>
            </p:cNvPr>
            <p:cNvSpPr/>
            <p:nvPr/>
          </p:nvSpPr>
          <p:spPr>
            <a:xfrm>
              <a:off x="4401104" y="1764234"/>
              <a:ext cx="653733" cy="397891"/>
            </a:xfrm>
            <a:custGeom>
              <a:avLst/>
              <a:gdLst>
                <a:gd name="connsiteX0" fmla="*/ 545211 w 653733"/>
                <a:gd name="connsiteY0" fmla="*/ 397891 h 397891"/>
                <a:gd name="connsiteX1" fmla="*/ 653702 w 653733"/>
                <a:gd name="connsiteY1" fmla="*/ 284140 h 397891"/>
                <a:gd name="connsiteX2" fmla="*/ 558714 w 653733"/>
                <a:gd name="connsiteY2" fmla="*/ 176795 h 397891"/>
                <a:gd name="connsiteX3" fmla="*/ 505554 w 653733"/>
                <a:gd name="connsiteY3" fmla="*/ 90090 h 397891"/>
                <a:gd name="connsiteX4" fmla="*/ 404138 w 653733"/>
                <a:gd name="connsiteY4" fmla="*/ 68770 h 397891"/>
                <a:gd name="connsiteX5" fmla="*/ 242527 w 653733"/>
                <a:gd name="connsiteY5" fmla="*/ 4168 h 397891"/>
                <a:gd name="connsiteX6" fmla="*/ 127821 w 653733"/>
                <a:gd name="connsiteY6" fmla="*/ 132092 h 397891"/>
                <a:gd name="connsiteX7" fmla="*/ 25765 w 653733"/>
                <a:gd name="connsiteY7" fmla="*/ 185039 h 397891"/>
                <a:gd name="connsiteX8" fmla="*/ 12120 w 653733"/>
                <a:gd name="connsiteY8" fmla="*/ 321208 h 397891"/>
                <a:gd name="connsiteX9" fmla="*/ 123983 w 653733"/>
                <a:gd name="connsiteY9" fmla="*/ 397110 h 397891"/>
                <a:gd name="connsiteX10" fmla="*/ 125902 w 653733"/>
                <a:gd name="connsiteY10" fmla="*/ 352976 h 397891"/>
                <a:gd name="connsiteX11" fmla="*/ 51493 w 653733"/>
                <a:gd name="connsiteY11" fmla="*/ 302445 h 397891"/>
                <a:gd name="connsiteX12" fmla="*/ 60518 w 653733"/>
                <a:gd name="connsiteY12" fmla="*/ 211690 h 397891"/>
                <a:gd name="connsiteX13" fmla="*/ 144096 w 653733"/>
                <a:gd name="connsiteY13" fmla="*/ 177577 h 397891"/>
                <a:gd name="connsiteX14" fmla="*/ 169325 w 653733"/>
                <a:gd name="connsiteY14" fmla="*/ 181770 h 397891"/>
                <a:gd name="connsiteX15" fmla="*/ 169325 w 653733"/>
                <a:gd name="connsiteY15" fmla="*/ 153911 h 397891"/>
                <a:gd name="connsiteX16" fmla="*/ 252548 w 653733"/>
                <a:gd name="connsiteY16" fmla="*/ 47307 h 397891"/>
                <a:gd name="connsiteX17" fmla="*/ 374502 w 653733"/>
                <a:gd name="connsiteY17" fmla="*/ 104162 h 397891"/>
                <a:gd name="connsiteX18" fmla="*/ 383102 w 653733"/>
                <a:gd name="connsiteY18" fmla="*/ 121290 h 397891"/>
                <a:gd name="connsiteX19" fmla="*/ 400940 w 653733"/>
                <a:gd name="connsiteY19" fmla="*/ 114965 h 397891"/>
                <a:gd name="connsiteX20" fmla="*/ 480325 w 653733"/>
                <a:gd name="connsiteY20" fmla="*/ 126051 h 397891"/>
                <a:gd name="connsiteX21" fmla="*/ 516925 w 653733"/>
                <a:gd name="connsiteY21" fmla="*/ 198045 h 397891"/>
                <a:gd name="connsiteX22" fmla="*/ 516925 w 653733"/>
                <a:gd name="connsiteY22" fmla="*/ 220218 h 397891"/>
                <a:gd name="connsiteX23" fmla="*/ 545922 w 653733"/>
                <a:gd name="connsiteY23" fmla="*/ 220218 h 397891"/>
                <a:gd name="connsiteX24" fmla="*/ 610105 w 653733"/>
                <a:gd name="connsiteY24" fmla="*/ 289409 h 397891"/>
                <a:gd name="connsiteX25" fmla="*/ 545211 w 653733"/>
                <a:gd name="connsiteY25" fmla="*/ 353615 h 397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53733" h="397891">
                  <a:moveTo>
                    <a:pt x="545211" y="397891"/>
                  </a:moveTo>
                  <a:cubicBezTo>
                    <a:pt x="606581" y="396439"/>
                    <a:pt x="655154" y="345510"/>
                    <a:pt x="653702" y="284140"/>
                  </a:cubicBezTo>
                  <a:cubicBezTo>
                    <a:pt x="652420" y="229995"/>
                    <a:pt x="612301" y="184656"/>
                    <a:pt x="558714" y="176795"/>
                  </a:cubicBezTo>
                  <a:cubicBezTo>
                    <a:pt x="553051" y="142040"/>
                    <a:pt x="533960" y="110902"/>
                    <a:pt x="505554" y="90090"/>
                  </a:cubicBezTo>
                  <a:cubicBezTo>
                    <a:pt x="476156" y="69256"/>
                    <a:pt x="439438" y="61537"/>
                    <a:pt x="404138" y="68770"/>
                  </a:cubicBezTo>
                  <a:cubicBezTo>
                    <a:pt x="369410" y="15152"/>
                    <a:pt x="304646" y="-10737"/>
                    <a:pt x="242527" y="4168"/>
                  </a:cubicBezTo>
                  <a:cubicBezTo>
                    <a:pt x="181983" y="19759"/>
                    <a:pt x="136743" y="70213"/>
                    <a:pt x="127821" y="132092"/>
                  </a:cubicBezTo>
                  <a:cubicBezTo>
                    <a:pt x="87488" y="133175"/>
                    <a:pt x="49877" y="152688"/>
                    <a:pt x="25765" y="185039"/>
                  </a:cubicBezTo>
                  <a:cubicBezTo>
                    <a:pt x="-2803" y="224723"/>
                    <a:pt x="-8006" y="276643"/>
                    <a:pt x="12120" y="321208"/>
                  </a:cubicBezTo>
                  <a:cubicBezTo>
                    <a:pt x="32636" y="365134"/>
                    <a:pt x="75584" y="394276"/>
                    <a:pt x="123983" y="397110"/>
                  </a:cubicBezTo>
                  <a:close/>
                  <a:moveTo>
                    <a:pt x="125902" y="352976"/>
                  </a:moveTo>
                  <a:cubicBezTo>
                    <a:pt x="93744" y="350950"/>
                    <a:pt x="65234" y="331590"/>
                    <a:pt x="51493" y="302445"/>
                  </a:cubicBezTo>
                  <a:cubicBezTo>
                    <a:pt x="38158" y="272739"/>
                    <a:pt x="41594" y="238188"/>
                    <a:pt x="60518" y="211690"/>
                  </a:cubicBezTo>
                  <a:cubicBezTo>
                    <a:pt x="79866" y="185661"/>
                    <a:pt x="112061" y="172521"/>
                    <a:pt x="144096" y="177577"/>
                  </a:cubicBezTo>
                  <a:lnTo>
                    <a:pt x="169325" y="181770"/>
                  </a:lnTo>
                  <a:lnTo>
                    <a:pt x="169325" y="153911"/>
                  </a:lnTo>
                  <a:cubicBezTo>
                    <a:pt x="169572" y="103577"/>
                    <a:pt x="203778" y="59760"/>
                    <a:pt x="252548" y="47307"/>
                  </a:cubicBezTo>
                  <a:cubicBezTo>
                    <a:pt x="301483" y="35508"/>
                    <a:pt x="352078" y="59095"/>
                    <a:pt x="374502" y="104162"/>
                  </a:cubicBezTo>
                  <a:lnTo>
                    <a:pt x="383102" y="121290"/>
                  </a:lnTo>
                  <a:lnTo>
                    <a:pt x="400940" y="114965"/>
                  </a:lnTo>
                  <a:cubicBezTo>
                    <a:pt x="427630" y="105534"/>
                    <a:pt x="457239" y="109670"/>
                    <a:pt x="480325" y="126051"/>
                  </a:cubicBezTo>
                  <a:cubicBezTo>
                    <a:pt x="503277" y="142865"/>
                    <a:pt x="516866" y="169593"/>
                    <a:pt x="516925" y="198045"/>
                  </a:cubicBezTo>
                  <a:lnTo>
                    <a:pt x="516925" y="220218"/>
                  </a:lnTo>
                  <a:lnTo>
                    <a:pt x="545922" y="220218"/>
                  </a:lnTo>
                  <a:cubicBezTo>
                    <a:pt x="582752" y="221601"/>
                    <a:pt x="611488" y="252579"/>
                    <a:pt x="610105" y="289409"/>
                  </a:cubicBezTo>
                  <a:cubicBezTo>
                    <a:pt x="608785" y="324573"/>
                    <a:pt x="580387" y="352670"/>
                    <a:pt x="545211" y="353615"/>
                  </a:cubicBezTo>
                  <a:close/>
                </a:path>
              </a:pathLst>
            </a:custGeom>
            <a:solidFill>
              <a:schemeClr val="accent1"/>
            </a:soli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pic>
          <p:nvPicPr>
            <p:cNvPr id="225" name="Grafik 224" descr="Schlüssel mit einfarbiger Füllung">
              <a:extLst>
                <a:ext uri="{FF2B5EF4-FFF2-40B4-BE49-F238E27FC236}">
                  <a16:creationId xmlns:a16="http://schemas.microsoft.com/office/drawing/2014/main" id="{820388F0-D71D-B7B2-0298-7883BC05C293}"/>
                </a:ext>
              </a:extLst>
            </p:cNvPr>
            <p:cNvPicPr>
              <a:picLocks noChangeAspect="1"/>
            </p:cNvPicPr>
            <p:nvPr/>
          </p:nvPicPr>
          <p:blipFill>
            <a:blip r:embed="rId69">
              <a:extLst>
                <a:ext uri="{96DAC541-7B7A-43D3-8B79-37D633B846F1}">
                  <asvg:svgBlip xmlns:asvg="http://schemas.microsoft.com/office/drawing/2016/SVG/main" r:embed="rId70"/>
                </a:ext>
              </a:extLst>
            </a:blip>
            <a:stretch>
              <a:fillRect/>
            </a:stretch>
          </p:blipFill>
          <p:spPr>
            <a:xfrm>
              <a:off x="4730443" y="1900617"/>
              <a:ext cx="150878" cy="150878"/>
            </a:xfrm>
            <a:prstGeom prst="rect">
              <a:avLst/>
            </a:prstGeom>
          </p:spPr>
        </p:pic>
        <p:pic>
          <p:nvPicPr>
            <p:cNvPr id="226" name="Grafik 225" descr="Schlüssel mit einfarbiger Füllung">
              <a:extLst>
                <a:ext uri="{FF2B5EF4-FFF2-40B4-BE49-F238E27FC236}">
                  <a16:creationId xmlns:a16="http://schemas.microsoft.com/office/drawing/2014/main" id="{7951C507-6FFA-CD7A-6F8D-370402B497D1}"/>
                </a:ext>
              </a:extLst>
            </p:cNvPr>
            <p:cNvPicPr>
              <a:picLocks noChangeAspect="1"/>
            </p:cNvPicPr>
            <p:nvPr/>
          </p:nvPicPr>
          <p:blipFill>
            <a:blip r:embed="rId71">
              <a:extLst>
                <a:ext uri="{96DAC541-7B7A-43D3-8B79-37D633B846F1}">
                  <asvg:svgBlip xmlns:asvg="http://schemas.microsoft.com/office/drawing/2016/SVG/main" r:embed="rId72"/>
                </a:ext>
              </a:extLst>
            </a:blip>
            <a:stretch>
              <a:fillRect/>
            </a:stretch>
          </p:blipFill>
          <p:spPr>
            <a:xfrm>
              <a:off x="4513233" y="1920007"/>
              <a:ext cx="150878" cy="150878"/>
            </a:xfrm>
            <a:prstGeom prst="rect">
              <a:avLst/>
            </a:prstGeom>
          </p:spPr>
        </p:pic>
        <p:pic>
          <p:nvPicPr>
            <p:cNvPr id="227" name="Grafik 226" descr="Schlüssel mit einfarbiger Füllung">
              <a:extLst>
                <a:ext uri="{FF2B5EF4-FFF2-40B4-BE49-F238E27FC236}">
                  <a16:creationId xmlns:a16="http://schemas.microsoft.com/office/drawing/2014/main" id="{5A6C4CA1-A62D-AFC9-19E7-09417D22C475}"/>
                </a:ext>
              </a:extLst>
            </p:cNvPr>
            <p:cNvPicPr>
              <a:picLocks noChangeAspect="1"/>
            </p:cNvPicPr>
            <p:nvPr/>
          </p:nvPicPr>
          <p:blipFill>
            <a:blip r:embed="rId71">
              <a:extLst>
                <a:ext uri="{96DAC541-7B7A-43D3-8B79-37D633B846F1}">
                  <asvg:svgBlip xmlns:asvg="http://schemas.microsoft.com/office/drawing/2016/SVG/main" r:embed="rId72"/>
                </a:ext>
              </a:extLst>
            </a:blip>
            <a:stretch>
              <a:fillRect/>
            </a:stretch>
          </p:blipFill>
          <p:spPr>
            <a:xfrm>
              <a:off x="4628883" y="1826972"/>
              <a:ext cx="150878" cy="150878"/>
            </a:xfrm>
            <a:prstGeom prst="rect">
              <a:avLst/>
            </a:prstGeom>
          </p:spPr>
        </p:pic>
        <p:pic>
          <p:nvPicPr>
            <p:cNvPr id="233" name="Grafik 232" descr="Schlüssel mit einfarbiger Füllung">
              <a:extLst>
                <a:ext uri="{FF2B5EF4-FFF2-40B4-BE49-F238E27FC236}">
                  <a16:creationId xmlns:a16="http://schemas.microsoft.com/office/drawing/2014/main" id="{C9EAB9E2-5FE5-54A7-4749-C33104E6527D}"/>
                </a:ext>
              </a:extLst>
            </p:cNvPr>
            <p:cNvPicPr>
              <a:picLocks noChangeAspect="1"/>
            </p:cNvPicPr>
            <p:nvPr/>
          </p:nvPicPr>
          <p:blipFill>
            <a:blip r:embed="rId69">
              <a:extLst>
                <a:ext uri="{96DAC541-7B7A-43D3-8B79-37D633B846F1}">
                  <asvg:svgBlip xmlns:asvg="http://schemas.microsoft.com/office/drawing/2016/SVG/main" r:embed="rId70"/>
                </a:ext>
              </a:extLst>
            </a:blip>
            <a:stretch>
              <a:fillRect/>
            </a:stretch>
          </p:blipFill>
          <p:spPr>
            <a:xfrm>
              <a:off x="4830541" y="1980691"/>
              <a:ext cx="150878" cy="150878"/>
            </a:xfrm>
            <a:prstGeom prst="rect">
              <a:avLst/>
            </a:prstGeom>
          </p:spPr>
        </p:pic>
        <p:pic>
          <p:nvPicPr>
            <p:cNvPr id="235" name="Grafik 234" descr="Schlüssel mit einfarbiger Füllung">
              <a:extLst>
                <a:ext uri="{FF2B5EF4-FFF2-40B4-BE49-F238E27FC236}">
                  <a16:creationId xmlns:a16="http://schemas.microsoft.com/office/drawing/2014/main" id="{23DD5872-9C57-930F-1ACC-A9CA58B20E61}"/>
                </a:ext>
              </a:extLst>
            </p:cNvPr>
            <p:cNvPicPr>
              <a:picLocks noChangeAspect="1"/>
            </p:cNvPicPr>
            <p:nvPr/>
          </p:nvPicPr>
          <p:blipFill>
            <a:blip r:embed="rId69">
              <a:extLst>
                <a:ext uri="{96DAC541-7B7A-43D3-8B79-37D633B846F1}">
                  <asvg:svgBlip xmlns:asvg="http://schemas.microsoft.com/office/drawing/2016/SVG/main" r:embed="rId70"/>
                </a:ext>
              </a:extLst>
            </a:blip>
            <a:stretch>
              <a:fillRect/>
            </a:stretch>
          </p:blipFill>
          <p:spPr>
            <a:xfrm>
              <a:off x="4610690" y="1988797"/>
              <a:ext cx="150878" cy="150878"/>
            </a:xfrm>
            <a:prstGeom prst="rect">
              <a:avLst/>
            </a:prstGeom>
          </p:spPr>
        </p:pic>
      </p:grpSp>
      <p:grpSp>
        <p:nvGrpSpPr>
          <p:cNvPr id="252" name="Gruppieren 251">
            <a:extLst>
              <a:ext uri="{FF2B5EF4-FFF2-40B4-BE49-F238E27FC236}">
                <a16:creationId xmlns:a16="http://schemas.microsoft.com/office/drawing/2014/main" id="{A9F0AA4F-2BF9-5FB4-4292-B89A27739296}"/>
              </a:ext>
            </a:extLst>
          </p:cNvPr>
          <p:cNvGrpSpPr/>
          <p:nvPr/>
        </p:nvGrpSpPr>
        <p:grpSpPr>
          <a:xfrm>
            <a:off x="701401" y="6323584"/>
            <a:ext cx="653733" cy="397891"/>
            <a:chOff x="701401" y="6323584"/>
            <a:chExt cx="653733" cy="397891"/>
          </a:xfrm>
        </p:grpSpPr>
        <p:sp>
          <p:nvSpPr>
            <p:cNvPr id="236" name="Freihandform: Form 235">
              <a:extLst>
                <a:ext uri="{FF2B5EF4-FFF2-40B4-BE49-F238E27FC236}">
                  <a16:creationId xmlns:a16="http://schemas.microsoft.com/office/drawing/2014/main" id="{41C0E130-C1E8-CE38-A4B4-4F0A84E93096}"/>
                </a:ext>
              </a:extLst>
            </p:cNvPr>
            <p:cNvSpPr/>
            <p:nvPr/>
          </p:nvSpPr>
          <p:spPr>
            <a:xfrm>
              <a:off x="701401" y="6323584"/>
              <a:ext cx="653733" cy="397891"/>
            </a:xfrm>
            <a:custGeom>
              <a:avLst/>
              <a:gdLst>
                <a:gd name="connsiteX0" fmla="*/ 545211 w 653733"/>
                <a:gd name="connsiteY0" fmla="*/ 397891 h 397891"/>
                <a:gd name="connsiteX1" fmla="*/ 653702 w 653733"/>
                <a:gd name="connsiteY1" fmla="*/ 284140 h 397891"/>
                <a:gd name="connsiteX2" fmla="*/ 558714 w 653733"/>
                <a:gd name="connsiteY2" fmla="*/ 176795 h 397891"/>
                <a:gd name="connsiteX3" fmla="*/ 505554 w 653733"/>
                <a:gd name="connsiteY3" fmla="*/ 90090 h 397891"/>
                <a:gd name="connsiteX4" fmla="*/ 404138 w 653733"/>
                <a:gd name="connsiteY4" fmla="*/ 68770 h 397891"/>
                <a:gd name="connsiteX5" fmla="*/ 242527 w 653733"/>
                <a:gd name="connsiteY5" fmla="*/ 4168 h 397891"/>
                <a:gd name="connsiteX6" fmla="*/ 127821 w 653733"/>
                <a:gd name="connsiteY6" fmla="*/ 132092 h 397891"/>
                <a:gd name="connsiteX7" fmla="*/ 25765 w 653733"/>
                <a:gd name="connsiteY7" fmla="*/ 185039 h 397891"/>
                <a:gd name="connsiteX8" fmla="*/ 12120 w 653733"/>
                <a:gd name="connsiteY8" fmla="*/ 321208 h 397891"/>
                <a:gd name="connsiteX9" fmla="*/ 123983 w 653733"/>
                <a:gd name="connsiteY9" fmla="*/ 397110 h 397891"/>
                <a:gd name="connsiteX10" fmla="*/ 125902 w 653733"/>
                <a:gd name="connsiteY10" fmla="*/ 352976 h 397891"/>
                <a:gd name="connsiteX11" fmla="*/ 51493 w 653733"/>
                <a:gd name="connsiteY11" fmla="*/ 302445 h 397891"/>
                <a:gd name="connsiteX12" fmla="*/ 60518 w 653733"/>
                <a:gd name="connsiteY12" fmla="*/ 211690 h 397891"/>
                <a:gd name="connsiteX13" fmla="*/ 144096 w 653733"/>
                <a:gd name="connsiteY13" fmla="*/ 177577 h 397891"/>
                <a:gd name="connsiteX14" fmla="*/ 169325 w 653733"/>
                <a:gd name="connsiteY14" fmla="*/ 181770 h 397891"/>
                <a:gd name="connsiteX15" fmla="*/ 169325 w 653733"/>
                <a:gd name="connsiteY15" fmla="*/ 153911 h 397891"/>
                <a:gd name="connsiteX16" fmla="*/ 252548 w 653733"/>
                <a:gd name="connsiteY16" fmla="*/ 47307 h 397891"/>
                <a:gd name="connsiteX17" fmla="*/ 374502 w 653733"/>
                <a:gd name="connsiteY17" fmla="*/ 104162 h 397891"/>
                <a:gd name="connsiteX18" fmla="*/ 383102 w 653733"/>
                <a:gd name="connsiteY18" fmla="*/ 121290 h 397891"/>
                <a:gd name="connsiteX19" fmla="*/ 400940 w 653733"/>
                <a:gd name="connsiteY19" fmla="*/ 114965 h 397891"/>
                <a:gd name="connsiteX20" fmla="*/ 480325 w 653733"/>
                <a:gd name="connsiteY20" fmla="*/ 126051 h 397891"/>
                <a:gd name="connsiteX21" fmla="*/ 516925 w 653733"/>
                <a:gd name="connsiteY21" fmla="*/ 198045 h 397891"/>
                <a:gd name="connsiteX22" fmla="*/ 516925 w 653733"/>
                <a:gd name="connsiteY22" fmla="*/ 220218 h 397891"/>
                <a:gd name="connsiteX23" fmla="*/ 545922 w 653733"/>
                <a:gd name="connsiteY23" fmla="*/ 220218 h 397891"/>
                <a:gd name="connsiteX24" fmla="*/ 610105 w 653733"/>
                <a:gd name="connsiteY24" fmla="*/ 289409 h 397891"/>
                <a:gd name="connsiteX25" fmla="*/ 545211 w 653733"/>
                <a:gd name="connsiteY25" fmla="*/ 353615 h 397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53733" h="397891">
                  <a:moveTo>
                    <a:pt x="545211" y="397891"/>
                  </a:moveTo>
                  <a:cubicBezTo>
                    <a:pt x="606581" y="396439"/>
                    <a:pt x="655154" y="345510"/>
                    <a:pt x="653702" y="284140"/>
                  </a:cubicBezTo>
                  <a:cubicBezTo>
                    <a:pt x="652420" y="229995"/>
                    <a:pt x="612301" y="184656"/>
                    <a:pt x="558714" y="176795"/>
                  </a:cubicBezTo>
                  <a:cubicBezTo>
                    <a:pt x="553051" y="142040"/>
                    <a:pt x="533960" y="110902"/>
                    <a:pt x="505554" y="90090"/>
                  </a:cubicBezTo>
                  <a:cubicBezTo>
                    <a:pt x="476156" y="69256"/>
                    <a:pt x="439438" y="61537"/>
                    <a:pt x="404138" y="68770"/>
                  </a:cubicBezTo>
                  <a:cubicBezTo>
                    <a:pt x="369410" y="15152"/>
                    <a:pt x="304646" y="-10737"/>
                    <a:pt x="242527" y="4168"/>
                  </a:cubicBezTo>
                  <a:cubicBezTo>
                    <a:pt x="181983" y="19759"/>
                    <a:pt x="136743" y="70213"/>
                    <a:pt x="127821" y="132092"/>
                  </a:cubicBezTo>
                  <a:cubicBezTo>
                    <a:pt x="87488" y="133175"/>
                    <a:pt x="49877" y="152688"/>
                    <a:pt x="25765" y="185039"/>
                  </a:cubicBezTo>
                  <a:cubicBezTo>
                    <a:pt x="-2803" y="224723"/>
                    <a:pt x="-8006" y="276643"/>
                    <a:pt x="12120" y="321208"/>
                  </a:cubicBezTo>
                  <a:cubicBezTo>
                    <a:pt x="32636" y="365134"/>
                    <a:pt x="75584" y="394276"/>
                    <a:pt x="123983" y="397110"/>
                  </a:cubicBezTo>
                  <a:close/>
                  <a:moveTo>
                    <a:pt x="125902" y="352976"/>
                  </a:moveTo>
                  <a:cubicBezTo>
                    <a:pt x="93744" y="350950"/>
                    <a:pt x="65234" y="331590"/>
                    <a:pt x="51493" y="302445"/>
                  </a:cubicBezTo>
                  <a:cubicBezTo>
                    <a:pt x="38158" y="272739"/>
                    <a:pt x="41594" y="238188"/>
                    <a:pt x="60518" y="211690"/>
                  </a:cubicBezTo>
                  <a:cubicBezTo>
                    <a:pt x="79866" y="185661"/>
                    <a:pt x="112061" y="172521"/>
                    <a:pt x="144096" y="177577"/>
                  </a:cubicBezTo>
                  <a:lnTo>
                    <a:pt x="169325" y="181770"/>
                  </a:lnTo>
                  <a:lnTo>
                    <a:pt x="169325" y="153911"/>
                  </a:lnTo>
                  <a:cubicBezTo>
                    <a:pt x="169572" y="103577"/>
                    <a:pt x="203778" y="59760"/>
                    <a:pt x="252548" y="47307"/>
                  </a:cubicBezTo>
                  <a:cubicBezTo>
                    <a:pt x="301483" y="35508"/>
                    <a:pt x="352078" y="59095"/>
                    <a:pt x="374502" y="104162"/>
                  </a:cubicBezTo>
                  <a:lnTo>
                    <a:pt x="383102" y="121290"/>
                  </a:lnTo>
                  <a:lnTo>
                    <a:pt x="400940" y="114965"/>
                  </a:lnTo>
                  <a:cubicBezTo>
                    <a:pt x="427630" y="105534"/>
                    <a:pt x="457239" y="109670"/>
                    <a:pt x="480325" y="126051"/>
                  </a:cubicBezTo>
                  <a:cubicBezTo>
                    <a:pt x="503277" y="142865"/>
                    <a:pt x="516866" y="169593"/>
                    <a:pt x="516925" y="198045"/>
                  </a:cubicBezTo>
                  <a:lnTo>
                    <a:pt x="516925" y="220218"/>
                  </a:lnTo>
                  <a:lnTo>
                    <a:pt x="545922" y="220218"/>
                  </a:lnTo>
                  <a:cubicBezTo>
                    <a:pt x="582752" y="221601"/>
                    <a:pt x="611488" y="252579"/>
                    <a:pt x="610105" y="289409"/>
                  </a:cubicBezTo>
                  <a:cubicBezTo>
                    <a:pt x="608785" y="324573"/>
                    <a:pt x="580387" y="352670"/>
                    <a:pt x="545211" y="353615"/>
                  </a:cubicBezTo>
                  <a:close/>
                </a:path>
              </a:pathLst>
            </a:custGeom>
            <a:solidFill>
              <a:schemeClr val="accent1"/>
            </a:soli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237" name="Freihandform: Form 236">
              <a:extLst>
                <a:ext uri="{FF2B5EF4-FFF2-40B4-BE49-F238E27FC236}">
                  <a16:creationId xmlns:a16="http://schemas.microsoft.com/office/drawing/2014/main" id="{B373E31D-D015-994F-7C6D-CA8DE825D585}"/>
                </a:ext>
              </a:extLst>
            </p:cNvPr>
            <p:cNvSpPr/>
            <p:nvPr/>
          </p:nvSpPr>
          <p:spPr>
            <a:xfrm>
              <a:off x="1066338" y="6511242"/>
              <a:ext cx="54679" cy="54679"/>
            </a:xfrm>
            <a:custGeom>
              <a:avLst/>
              <a:gdLst>
                <a:gd name="connsiteX0" fmla="*/ 148209 w 148209"/>
                <a:gd name="connsiteY0" fmla="*/ 74104 h 148209"/>
                <a:gd name="connsiteX1" fmla="*/ 74105 w 148209"/>
                <a:gd name="connsiteY1" fmla="*/ 148209 h 148209"/>
                <a:gd name="connsiteX2" fmla="*/ 0 w 148209"/>
                <a:gd name="connsiteY2" fmla="*/ 74104 h 148209"/>
                <a:gd name="connsiteX3" fmla="*/ 74105 w 148209"/>
                <a:gd name="connsiteY3" fmla="*/ 0 h 148209"/>
                <a:gd name="connsiteX4" fmla="*/ 148209 w 148209"/>
                <a:gd name="connsiteY4" fmla="*/ 74104 h 1482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209" h="148209">
                  <a:moveTo>
                    <a:pt x="148209" y="74104"/>
                  </a:moveTo>
                  <a:cubicBezTo>
                    <a:pt x="148209" y="115031"/>
                    <a:pt x="115031" y="148209"/>
                    <a:pt x="74105" y="148209"/>
                  </a:cubicBezTo>
                  <a:cubicBezTo>
                    <a:pt x="33178" y="148209"/>
                    <a:pt x="0" y="115031"/>
                    <a:pt x="0" y="74104"/>
                  </a:cubicBezTo>
                  <a:cubicBezTo>
                    <a:pt x="0" y="33178"/>
                    <a:pt x="33178" y="0"/>
                    <a:pt x="74105" y="0"/>
                  </a:cubicBezTo>
                  <a:cubicBezTo>
                    <a:pt x="115031" y="0"/>
                    <a:pt x="148209" y="33178"/>
                    <a:pt x="148209" y="74104"/>
                  </a:cubicBez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238" name="Freihandform: Form 237">
              <a:extLst>
                <a:ext uri="{FF2B5EF4-FFF2-40B4-BE49-F238E27FC236}">
                  <a16:creationId xmlns:a16="http://schemas.microsoft.com/office/drawing/2014/main" id="{A92956D0-8624-5248-640B-98A3667CA50C}"/>
                </a:ext>
              </a:extLst>
            </p:cNvPr>
            <p:cNvSpPr/>
            <p:nvPr/>
          </p:nvSpPr>
          <p:spPr>
            <a:xfrm>
              <a:off x="920539" y="6511242"/>
              <a:ext cx="54679" cy="54679"/>
            </a:xfrm>
            <a:custGeom>
              <a:avLst/>
              <a:gdLst>
                <a:gd name="connsiteX0" fmla="*/ 148209 w 148209"/>
                <a:gd name="connsiteY0" fmla="*/ 74104 h 148209"/>
                <a:gd name="connsiteX1" fmla="*/ 74105 w 148209"/>
                <a:gd name="connsiteY1" fmla="*/ 148209 h 148209"/>
                <a:gd name="connsiteX2" fmla="*/ 0 w 148209"/>
                <a:gd name="connsiteY2" fmla="*/ 74104 h 148209"/>
                <a:gd name="connsiteX3" fmla="*/ 74105 w 148209"/>
                <a:gd name="connsiteY3" fmla="*/ 0 h 148209"/>
                <a:gd name="connsiteX4" fmla="*/ 148209 w 148209"/>
                <a:gd name="connsiteY4" fmla="*/ 74104 h 1482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209" h="148209">
                  <a:moveTo>
                    <a:pt x="148209" y="74104"/>
                  </a:moveTo>
                  <a:cubicBezTo>
                    <a:pt x="148209" y="115031"/>
                    <a:pt x="115031" y="148209"/>
                    <a:pt x="74105" y="148209"/>
                  </a:cubicBezTo>
                  <a:cubicBezTo>
                    <a:pt x="33178" y="148209"/>
                    <a:pt x="0" y="115031"/>
                    <a:pt x="0" y="74104"/>
                  </a:cubicBezTo>
                  <a:cubicBezTo>
                    <a:pt x="0" y="33178"/>
                    <a:pt x="33178" y="0"/>
                    <a:pt x="74105" y="0"/>
                  </a:cubicBezTo>
                  <a:cubicBezTo>
                    <a:pt x="115031" y="0"/>
                    <a:pt x="148209" y="33178"/>
                    <a:pt x="148209" y="74104"/>
                  </a:cubicBez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239" name="Freihandform: Form 238">
              <a:extLst>
                <a:ext uri="{FF2B5EF4-FFF2-40B4-BE49-F238E27FC236}">
                  <a16:creationId xmlns:a16="http://schemas.microsoft.com/office/drawing/2014/main" id="{29B191BD-2EBC-5085-B116-CC7D48D70B89}"/>
                </a:ext>
              </a:extLst>
            </p:cNvPr>
            <p:cNvSpPr/>
            <p:nvPr/>
          </p:nvSpPr>
          <p:spPr>
            <a:xfrm>
              <a:off x="1049365" y="6573336"/>
              <a:ext cx="98997" cy="54750"/>
            </a:xfrm>
            <a:custGeom>
              <a:avLst/>
              <a:gdLst>
                <a:gd name="connsiteX0" fmla="*/ 253556 w 268332"/>
                <a:gd name="connsiteY0" fmla="*/ 44101 h 148400"/>
                <a:gd name="connsiteX1" fmla="*/ 181070 w 268332"/>
                <a:gd name="connsiteY1" fmla="*/ 9526 h 148400"/>
                <a:gd name="connsiteX2" fmla="*/ 120110 w 268332"/>
                <a:gd name="connsiteY2" fmla="*/ 1 h 148400"/>
                <a:gd name="connsiteX3" fmla="*/ 59246 w 268332"/>
                <a:gd name="connsiteY3" fmla="*/ 9526 h 148400"/>
                <a:gd name="connsiteX4" fmla="*/ 3429 w 268332"/>
                <a:gd name="connsiteY4" fmla="*/ 33529 h 148400"/>
                <a:gd name="connsiteX5" fmla="*/ 0 w 268332"/>
                <a:gd name="connsiteY5" fmla="*/ 37434 h 148400"/>
                <a:gd name="connsiteX6" fmla="*/ 76200 w 268332"/>
                <a:gd name="connsiteY6" fmla="*/ 75534 h 148400"/>
                <a:gd name="connsiteX7" fmla="*/ 104013 w 268332"/>
                <a:gd name="connsiteY7" fmla="*/ 131446 h 148400"/>
                <a:gd name="connsiteX8" fmla="*/ 104013 w 268332"/>
                <a:gd name="connsiteY8" fmla="*/ 148400 h 148400"/>
                <a:gd name="connsiteX9" fmla="*/ 268319 w 268332"/>
                <a:gd name="connsiteY9" fmla="*/ 148400 h 148400"/>
                <a:gd name="connsiteX10" fmla="*/ 268319 w 268332"/>
                <a:gd name="connsiteY10" fmla="*/ 73819 h 148400"/>
                <a:gd name="connsiteX11" fmla="*/ 253556 w 268332"/>
                <a:gd name="connsiteY11" fmla="*/ 44101 h 148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8332" h="148400">
                  <a:moveTo>
                    <a:pt x="253556" y="44101"/>
                  </a:moveTo>
                  <a:cubicBezTo>
                    <a:pt x="232176" y="27474"/>
                    <a:pt x="207446" y="15679"/>
                    <a:pt x="181070" y="9526"/>
                  </a:cubicBezTo>
                  <a:cubicBezTo>
                    <a:pt x="161246" y="3734"/>
                    <a:pt x="140756" y="532"/>
                    <a:pt x="120110" y="1"/>
                  </a:cubicBezTo>
                  <a:cubicBezTo>
                    <a:pt x="99448" y="-46"/>
                    <a:pt x="78906" y="3169"/>
                    <a:pt x="59246" y="9526"/>
                  </a:cubicBezTo>
                  <a:cubicBezTo>
                    <a:pt x="39570" y="14764"/>
                    <a:pt x="20765" y="22851"/>
                    <a:pt x="3429" y="33529"/>
                  </a:cubicBezTo>
                  <a:lnTo>
                    <a:pt x="0" y="37434"/>
                  </a:lnTo>
                  <a:cubicBezTo>
                    <a:pt x="27693" y="44909"/>
                    <a:pt x="53604" y="57865"/>
                    <a:pt x="76200" y="75534"/>
                  </a:cubicBezTo>
                  <a:cubicBezTo>
                    <a:pt x="93960" y="88582"/>
                    <a:pt x="104321" y="109409"/>
                    <a:pt x="104013" y="131446"/>
                  </a:cubicBezTo>
                  <a:lnTo>
                    <a:pt x="104013" y="148400"/>
                  </a:lnTo>
                  <a:lnTo>
                    <a:pt x="268319" y="148400"/>
                  </a:lnTo>
                  <a:lnTo>
                    <a:pt x="268319" y="73819"/>
                  </a:lnTo>
                  <a:cubicBezTo>
                    <a:pt x="268644" y="62075"/>
                    <a:pt x="263111" y="50937"/>
                    <a:pt x="253556" y="44101"/>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246" name="Freihandform: Form 245">
              <a:extLst>
                <a:ext uri="{FF2B5EF4-FFF2-40B4-BE49-F238E27FC236}">
                  <a16:creationId xmlns:a16="http://schemas.microsoft.com/office/drawing/2014/main" id="{0389A0E1-BF1A-3D59-9479-97D19D87AE92}"/>
                </a:ext>
              </a:extLst>
            </p:cNvPr>
            <p:cNvSpPr/>
            <p:nvPr/>
          </p:nvSpPr>
          <p:spPr>
            <a:xfrm>
              <a:off x="893164" y="6573336"/>
              <a:ext cx="99132" cy="54750"/>
            </a:xfrm>
            <a:custGeom>
              <a:avLst/>
              <a:gdLst>
                <a:gd name="connsiteX0" fmla="*/ 164687 w 268700"/>
                <a:gd name="connsiteY0" fmla="*/ 131446 h 148400"/>
                <a:gd name="connsiteX1" fmla="*/ 191453 w 268700"/>
                <a:gd name="connsiteY1" fmla="*/ 76486 h 148400"/>
                <a:gd name="connsiteX2" fmla="*/ 192500 w 268700"/>
                <a:gd name="connsiteY2" fmla="*/ 75534 h 148400"/>
                <a:gd name="connsiteX3" fmla="*/ 193739 w 268700"/>
                <a:gd name="connsiteY3" fmla="*/ 74677 h 148400"/>
                <a:gd name="connsiteX4" fmla="*/ 268700 w 268700"/>
                <a:gd name="connsiteY4" fmla="*/ 37529 h 148400"/>
                <a:gd name="connsiteX5" fmla="*/ 263271 w 268700"/>
                <a:gd name="connsiteY5" fmla="*/ 31338 h 148400"/>
                <a:gd name="connsiteX6" fmla="*/ 209169 w 268700"/>
                <a:gd name="connsiteY6" fmla="*/ 9526 h 148400"/>
                <a:gd name="connsiteX7" fmla="*/ 148304 w 268700"/>
                <a:gd name="connsiteY7" fmla="*/ 1 h 148400"/>
                <a:gd name="connsiteX8" fmla="*/ 87344 w 268700"/>
                <a:gd name="connsiteY8" fmla="*/ 9526 h 148400"/>
                <a:gd name="connsiteX9" fmla="*/ 14859 w 268700"/>
                <a:gd name="connsiteY9" fmla="*/ 44101 h 148400"/>
                <a:gd name="connsiteX10" fmla="*/ 0 w 268700"/>
                <a:gd name="connsiteY10" fmla="*/ 73819 h 148400"/>
                <a:gd name="connsiteX11" fmla="*/ 0 w 268700"/>
                <a:gd name="connsiteY11" fmla="*/ 148400 h 148400"/>
                <a:gd name="connsiteX12" fmla="*/ 164687 w 268700"/>
                <a:gd name="connsiteY12" fmla="*/ 148400 h 148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8700" h="148400">
                  <a:moveTo>
                    <a:pt x="164687" y="131446"/>
                  </a:moveTo>
                  <a:cubicBezTo>
                    <a:pt x="164702" y="109990"/>
                    <a:pt x="174570" y="89728"/>
                    <a:pt x="191453" y="76486"/>
                  </a:cubicBezTo>
                  <a:lnTo>
                    <a:pt x="192500" y="75534"/>
                  </a:lnTo>
                  <a:lnTo>
                    <a:pt x="193739" y="74677"/>
                  </a:lnTo>
                  <a:cubicBezTo>
                    <a:pt x="216602" y="58406"/>
                    <a:pt x="241905" y="45867"/>
                    <a:pt x="268700" y="37529"/>
                  </a:cubicBezTo>
                  <a:cubicBezTo>
                    <a:pt x="266795" y="35529"/>
                    <a:pt x="264986" y="33433"/>
                    <a:pt x="263271" y="31338"/>
                  </a:cubicBezTo>
                  <a:cubicBezTo>
                    <a:pt x="246372" y="21520"/>
                    <a:pt x="228152" y="14175"/>
                    <a:pt x="209169" y="9526"/>
                  </a:cubicBezTo>
                  <a:cubicBezTo>
                    <a:pt x="189376" y="3742"/>
                    <a:pt x="168918" y="541"/>
                    <a:pt x="148304" y="1"/>
                  </a:cubicBezTo>
                  <a:cubicBezTo>
                    <a:pt x="127609" y="-53"/>
                    <a:pt x="107036" y="3162"/>
                    <a:pt x="87344" y="9526"/>
                  </a:cubicBezTo>
                  <a:cubicBezTo>
                    <a:pt x="61338" y="16700"/>
                    <a:pt x="36801" y="28404"/>
                    <a:pt x="14859" y="44101"/>
                  </a:cubicBezTo>
                  <a:cubicBezTo>
                    <a:pt x="5620" y="51212"/>
                    <a:pt x="146" y="62162"/>
                    <a:pt x="0" y="73819"/>
                  </a:cubicBezTo>
                  <a:lnTo>
                    <a:pt x="0" y="148400"/>
                  </a:lnTo>
                  <a:lnTo>
                    <a:pt x="164687" y="148400"/>
                  </a:ln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248" name="Freihandform: Form 247">
              <a:extLst>
                <a:ext uri="{FF2B5EF4-FFF2-40B4-BE49-F238E27FC236}">
                  <a16:creationId xmlns:a16="http://schemas.microsoft.com/office/drawing/2014/main" id="{AA16F797-4EC8-6C35-B658-6A3AC3E997C9}"/>
                </a:ext>
              </a:extLst>
            </p:cNvPr>
            <p:cNvSpPr/>
            <p:nvPr/>
          </p:nvSpPr>
          <p:spPr>
            <a:xfrm>
              <a:off x="966082" y="6594631"/>
              <a:ext cx="109398" cy="54539"/>
            </a:xfrm>
            <a:custGeom>
              <a:avLst/>
              <a:gdLst>
                <a:gd name="connsiteX0" fmla="*/ 0 w 296525"/>
                <a:gd name="connsiteY0" fmla="*/ 147830 h 147829"/>
                <a:gd name="connsiteX1" fmla="*/ 0 w 296525"/>
                <a:gd name="connsiteY1" fmla="*/ 73725 h 147829"/>
                <a:gd name="connsiteX2" fmla="*/ 14859 w 296525"/>
                <a:gd name="connsiteY2" fmla="*/ 44103 h 147829"/>
                <a:gd name="connsiteX3" fmla="*/ 87344 w 296525"/>
                <a:gd name="connsiteY3" fmla="*/ 9527 h 147829"/>
                <a:gd name="connsiteX4" fmla="*/ 148209 w 296525"/>
                <a:gd name="connsiteY4" fmla="*/ 2 h 147829"/>
                <a:gd name="connsiteX5" fmla="*/ 209169 w 296525"/>
                <a:gd name="connsiteY5" fmla="*/ 9527 h 147829"/>
                <a:gd name="connsiteX6" fmla="*/ 281654 w 296525"/>
                <a:gd name="connsiteY6" fmla="*/ 44103 h 147829"/>
                <a:gd name="connsiteX7" fmla="*/ 296513 w 296525"/>
                <a:gd name="connsiteY7" fmla="*/ 73725 h 147829"/>
                <a:gd name="connsiteX8" fmla="*/ 296513 w 296525"/>
                <a:gd name="connsiteY8" fmla="*/ 147830 h 147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6525" h="147829">
                  <a:moveTo>
                    <a:pt x="0" y="147830"/>
                  </a:moveTo>
                  <a:lnTo>
                    <a:pt x="0" y="73725"/>
                  </a:lnTo>
                  <a:cubicBezTo>
                    <a:pt x="45" y="62070"/>
                    <a:pt x="5544" y="51107"/>
                    <a:pt x="14859" y="44103"/>
                  </a:cubicBezTo>
                  <a:cubicBezTo>
                    <a:pt x="36757" y="28332"/>
                    <a:pt x="61308" y="16621"/>
                    <a:pt x="87344" y="9527"/>
                  </a:cubicBezTo>
                  <a:cubicBezTo>
                    <a:pt x="106995" y="3128"/>
                    <a:pt x="127543" y="-88"/>
                    <a:pt x="148209" y="2"/>
                  </a:cubicBezTo>
                  <a:cubicBezTo>
                    <a:pt x="168859" y="487"/>
                    <a:pt x="189355" y="3690"/>
                    <a:pt x="209169" y="9527"/>
                  </a:cubicBezTo>
                  <a:cubicBezTo>
                    <a:pt x="235573" y="15599"/>
                    <a:pt x="260319" y="27402"/>
                    <a:pt x="281654" y="44103"/>
                  </a:cubicBezTo>
                  <a:cubicBezTo>
                    <a:pt x="291244" y="50876"/>
                    <a:pt x="296819" y="61990"/>
                    <a:pt x="296513" y="73725"/>
                  </a:cubicBezTo>
                  <a:lnTo>
                    <a:pt x="296513" y="147830"/>
                  </a:ln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sp>
          <p:nvSpPr>
            <p:cNvPr id="249" name="Freihandform: Form 248">
              <a:extLst>
                <a:ext uri="{FF2B5EF4-FFF2-40B4-BE49-F238E27FC236}">
                  <a16:creationId xmlns:a16="http://schemas.microsoft.com/office/drawing/2014/main" id="{037A31B0-CE3D-16FD-F428-BFD93C645F2C}"/>
                </a:ext>
              </a:extLst>
            </p:cNvPr>
            <p:cNvSpPr/>
            <p:nvPr/>
          </p:nvSpPr>
          <p:spPr>
            <a:xfrm>
              <a:off x="993421" y="6532503"/>
              <a:ext cx="54679" cy="54679"/>
            </a:xfrm>
            <a:custGeom>
              <a:avLst/>
              <a:gdLst>
                <a:gd name="connsiteX0" fmla="*/ 148209 w 148209"/>
                <a:gd name="connsiteY0" fmla="*/ 74105 h 148209"/>
                <a:gd name="connsiteX1" fmla="*/ 74105 w 148209"/>
                <a:gd name="connsiteY1" fmla="*/ 148209 h 148209"/>
                <a:gd name="connsiteX2" fmla="*/ 0 w 148209"/>
                <a:gd name="connsiteY2" fmla="*/ 74105 h 148209"/>
                <a:gd name="connsiteX3" fmla="*/ 74105 w 148209"/>
                <a:gd name="connsiteY3" fmla="*/ 0 h 148209"/>
                <a:gd name="connsiteX4" fmla="*/ 148209 w 148209"/>
                <a:gd name="connsiteY4" fmla="*/ 74105 h 1482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209" h="148209">
                  <a:moveTo>
                    <a:pt x="148209" y="74105"/>
                  </a:moveTo>
                  <a:cubicBezTo>
                    <a:pt x="148209" y="115031"/>
                    <a:pt x="115031" y="148209"/>
                    <a:pt x="74105" y="148209"/>
                  </a:cubicBezTo>
                  <a:cubicBezTo>
                    <a:pt x="33178" y="148209"/>
                    <a:pt x="0" y="115031"/>
                    <a:pt x="0" y="74105"/>
                  </a:cubicBezTo>
                  <a:cubicBezTo>
                    <a:pt x="0" y="33178"/>
                    <a:pt x="33178" y="0"/>
                    <a:pt x="74105" y="0"/>
                  </a:cubicBezTo>
                  <a:cubicBezTo>
                    <a:pt x="115031" y="0"/>
                    <a:pt x="148209" y="33178"/>
                    <a:pt x="148209" y="74105"/>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pic>
          <p:nvPicPr>
            <p:cNvPr id="250" name="Grafik 249" descr="Schlüssel mit einfarbiger Füllung">
              <a:extLst>
                <a:ext uri="{FF2B5EF4-FFF2-40B4-BE49-F238E27FC236}">
                  <a16:creationId xmlns:a16="http://schemas.microsoft.com/office/drawing/2014/main" id="{A1B70FF7-78C0-2EA2-36EF-C0C492131D17}"/>
                </a:ext>
              </a:extLst>
            </p:cNvPr>
            <p:cNvPicPr>
              <a:picLocks noChangeAspect="1"/>
            </p:cNvPicPr>
            <p:nvPr/>
          </p:nvPicPr>
          <p:blipFill>
            <a:blip r:embed="rId30">
              <a:extLst>
                <a:ext uri="{96DAC541-7B7A-43D3-8B79-37D633B846F1}">
                  <asvg:svgBlip xmlns:asvg="http://schemas.microsoft.com/office/drawing/2016/SVG/main" r:embed="rId31"/>
                </a:ext>
              </a:extLst>
            </a:blip>
            <a:stretch>
              <a:fillRect/>
            </a:stretch>
          </p:blipFill>
          <p:spPr>
            <a:xfrm>
              <a:off x="952828" y="6414017"/>
              <a:ext cx="150878" cy="150878"/>
            </a:xfrm>
            <a:prstGeom prst="rect">
              <a:avLst/>
            </a:prstGeom>
          </p:spPr>
        </p:pic>
      </p:grpSp>
      <p:grpSp>
        <p:nvGrpSpPr>
          <p:cNvPr id="253" name="Gruppieren 252">
            <a:extLst>
              <a:ext uri="{FF2B5EF4-FFF2-40B4-BE49-F238E27FC236}">
                <a16:creationId xmlns:a16="http://schemas.microsoft.com/office/drawing/2014/main" id="{D137A7B1-F45C-DF8A-EE2A-94B2F2605150}"/>
              </a:ext>
            </a:extLst>
          </p:cNvPr>
          <p:cNvGrpSpPr/>
          <p:nvPr/>
        </p:nvGrpSpPr>
        <p:grpSpPr>
          <a:xfrm>
            <a:off x="1845418" y="3088194"/>
            <a:ext cx="653733" cy="397891"/>
            <a:chOff x="1548902" y="1764235"/>
            <a:chExt cx="653733" cy="397891"/>
          </a:xfrm>
        </p:grpSpPr>
        <p:grpSp>
          <p:nvGrpSpPr>
            <p:cNvPr id="254" name="Gruppieren 253">
              <a:extLst>
                <a:ext uri="{FF2B5EF4-FFF2-40B4-BE49-F238E27FC236}">
                  <a16:creationId xmlns:a16="http://schemas.microsoft.com/office/drawing/2014/main" id="{7DDB4C6A-D554-6717-9FF6-4744FE315A76}"/>
                </a:ext>
              </a:extLst>
            </p:cNvPr>
            <p:cNvGrpSpPr/>
            <p:nvPr/>
          </p:nvGrpSpPr>
          <p:grpSpPr>
            <a:xfrm>
              <a:off x="1548902" y="1764235"/>
              <a:ext cx="653733" cy="397891"/>
              <a:chOff x="3062533" y="6117698"/>
              <a:chExt cx="653733" cy="397891"/>
            </a:xfrm>
          </p:grpSpPr>
          <p:sp>
            <p:nvSpPr>
              <p:cNvPr id="256" name="Freihandform: Form 255">
                <a:extLst>
                  <a:ext uri="{FF2B5EF4-FFF2-40B4-BE49-F238E27FC236}">
                    <a16:creationId xmlns:a16="http://schemas.microsoft.com/office/drawing/2014/main" id="{4A0F08CC-425A-25ED-2227-B3311377EAF2}"/>
                  </a:ext>
                </a:extLst>
              </p:cNvPr>
              <p:cNvSpPr/>
              <p:nvPr/>
            </p:nvSpPr>
            <p:spPr>
              <a:xfrm>
                <a:off x="3062533" y="6117698"/>
                <a:ext cx="653733" cy="397891"/>
              </a:xfrm>
              <a:custGeom>
                <a:avLst/>
                <a:gdLst>
                  <a:gd name="connsiteX0" fmla="*/ 545211 w 653733"/>
                  <a:gd name="connsiteY0" fmla="*/ 397891 h 397891"/>
                  <a:gd name="connsiteX1" fmla="*/ 653702 w 653733"/>
                  <a:gd name="connsiteY1" fmla="*/ 284140 h 397891"/>
                  <a:gd name="connsiteX2" fmla="*/ 558714 w 653733"/>
                  <a:gd name="connsiteY2" fmla="*/ 176795 h 397891"/>
                  <a:gd name="connsiteX3" fmla="*/ 505554 w 653733"/>
                  <a:gd name="connsiteY3" fmla="*/ 90090 h 397891"/>
                  <a:gd name="connsiteX4" fmla="*/ 404138 w 653733"/>
                  <a:gd name="connsiteY4" fmla="*/ 68770 h 397891"/>
                  <a:gd name="connsiteX5" fmla="*/ 242527 w 653733"/>
                  <a:gd name="connsiteY5" fmla="*/ 4168 h 397891"/>
                  <a:gd name="connsiteX6" fmla="*/ 127821 w 653733"/>
                  <a:gd name="connsiteY6" fmla="*/ 132092 h 397891"/>
                  <a:gd name="connsiteX7" fmla="*/ 25765 w 653733"/>
                  <a:gd name="connsiteY7" fmla="*/ 185039 h 397891"/>
                  <a:gd name="connsiteX8" fmla="*/ 12120 w 653733"/>
                  <a:gd name="connsiteY8" fmla="*/ 321208 h 397891"/>
                  <a:gd name="connsiteX9" fmla="*/ 123983 w 653733"/>
                  <a:gd name="connsiteY9" fmla="*/ 397110 h 397891"/>
                  <a:gd name="connsiteX10" fmla="*/ 125902 w 653733"/>
                  <a:gd name="connsiteY10" fmla="*/ 352976 h 397891"/>
                  <a:gd name="connsiteX11" fmla="*/ 51493 w 653733"/>
                  <a:gd name="connsiteY11" fmla="*/ 302445 h 397891"/>
                  <a:gd name="connsiteX12" fmla="*/ 60518 w 653733"/>
                  <a:gd name="connsiteY12" fmla="*/ 211690 h 397891"/>
                  <a:gd name="connsiteX13" fmla="*/ 144096 w 653733"/>
                  <a:gd name="connsiteY13" fmla="*/ 177577 h 397891"/>
                  <a:gd name="connsiteX14" fmla="*/ 169325 w 653733"/>
                  <a:gd name="connsiteY14" fmla="*/ 181770 h 397891"/>
                  <a:gd name="connsiteX15" fmla="*/ 169325 w 653733"/>
                  <a:gd name="connsiteY15" fmla="*/ 153911 h 397891"/>
                  <a:gd name="connsiteX16" fmla="*/ 252548 w 653733"/>
                  <a:gd name="connsiteY16" fmla="*/ 47307 h 397891"/>
                  <a:gd name="connsiteX17" fmla="*/ 374502 w 653733"/>
                  <a:gd name="connsiteY17" fmla="*/ 104162 h 397891"/>
                  <a:gd name="connsiteX18" fmla="*/ 383102 w 653733"/>
                  <a:gd name="connsiteY18" fmla="*/ 121290 h 397891"/>
                  <a:gd name="connsiteX19" fmla="*/ 400940 w 653733"/>
                  <a:gd name="connsiteY19" fmla="*/ 114965 h 397891"/>
                  <a:gd name="connsiteX20" fmla="*/ 480325 w 653733"/>
                  <a:gd name="connsiteY20" fmla="*/ 126051 h 397891"/>
                  <a:gd name="connsiteX21" fmla="*/ 516925 w 653733"/>
                  <a:gd name="connsiteY21" fmla="*/ 198045 h 397891"/>
                  <a:gd name="connsiteX22" fmla="*/ 516925 w 653733"/>
                  <a:gd name="connsiteY22" fmla="*/ 220218 h 397891"/>
                  <a:gd name="connsiteX23" fmla="*/ 545922 w 653733"/>
                  <a:gd name="connsiteY23" fmla="*/ 220218 h 397891"/>
                  <a:gd name="connsiteX24" fmla="*/ 610105 w 653733"/>
                  <a:gd name="connsiteY24" fmla="*/ 289409 h 397891"/>
                  <a:gd name="connsiteX25" fmla="*/ 545211 w 653733"/>
                  <a:gd name="connsiteY25" fmla="*/ 353615 h 397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53733" h="397891">
                    <a:moveTo>
                      <a:pt x="545211" y="397891"/>
                    </a:moveTo>
                    <a:cubicBezTo>
                      <a:pt x="606581" y="396439"/>
                      <a:pt x="655154" y="345510"/>
                      <a:pt x="653702" y="284140"/>
                    </a:cubicBezTo>
                    <a:cubicBezTo>
                      <a:pt x="652420" y="229995"/>
                      <a:pt x="612301" y="184656"/>
                      <a:pt x="558714" y="176795"/>
                    </a:cubicBezTo>
                    <a:cubicBezTo>
                      <a:pt x="553051" y="142040"/>
                      <a:pt x="533960" y="110902"/>
                      <a:pt x="505554" y="90090"/>
                    </a:cubicBezTo>
                    <a:cubicBezTo>
                      <a:pt x="476156" y="69256"/>
                      <a:pt x="439438" y="61537"/>
                      <a:pt x="404138" y="68770"/>
                    </a:cubicBezTo>
                    <a:cubicBezTo>
                      <a:pt x="369410" y="15152"/>
                      <a:pt x="304646" y="-10737"/>
                      <a:pt x="242527" y="4168"/>
                    </a:cubicBezTo>
                    <a:cubicBezTo>
                      <a:pt x="181983" y="19759"/>
                      <a:pt x="136743" y="70213"/>
                      <a:pt x="127821" y="132092"/>
                    </a:cubicBezTo>
                    <a:cubicBezTo>
                      <a:pt x="87488" y="133175"/>
                      <a:pt x="49877" y="152688"/>
                      <a:pt x="25765" y="185039"/>
                    </a:cubicBezTo>
                    <a:cubicBezTo>
                      <a:pt x="-2803" y="224723"/>
                      <a:pt x="-8006" y="276643"/>
                      <a:pt x="12120" y="321208"/>
                    </a:cubicBezTo>
                    <a:cubicBezTo>
                      <a:pt x="32636" y="365134"/>
                      <a:pt x="75584" y="394276"/>
                      <a:pt x="123983" y="397110"/>
                    </a:cubicBezTo>
                    <a:close/>
                    <a:moveTo>
                      <a:pt x="125902" y="352976"/>
                    </a:moveTo>
                    <a:cubicBezTo>
                      <a:pt x="93744" y="350950"/>
                      <a:pt x="65234" y="331590"/>
                      <a:pt x="51493" y="302445"/>
                    </a:cubicBezTo>
                    <a:cubicBezTo>
                      <a:pt x="38158" y="272739"/>
                      <a:pt x="41594" y="238188"/>
                      <a:pt x="60518" y="211690"/>
                    </a:cubicBezTo>
                    <a:cubicBezTo>
                      <a:pt x="79866" y="185661"/>
                      <a:pt x="112061" y="172521"/>
                      <a:pt x="144096" y="177577"/>
                    </a:cubicBezTo>
                    <a:lnTo>
                      <a:pt x="169325" y="181770"/>
                    </a:lnTo>
                    <a:lnTo>
                      <a:pt x="169325" y="153911"/>
                    </a:lnTo>
                    <a:cubicBezTo>
                      <a:pt x="169572" y="103577"/>
                      <a:pt x="203778" y="59760"/>
                      <a:pt x="252548" y="47307"/>
                    </a:cubicBezTo>
                    <a:cubicBezTo>
                      <a:pt x="301483" y="35508"/>
                      <a:pt x="352078" y="59095"/>
                      <a:pt x="374502" y="104162"/>
                    </a:cubicBezTo>
                    <a:lnTo>
                      <a:pt x="383102" y="121290"/>
                    </a:lnTo>
                    <a:lnTo>
                      <a:pt x="400940" y="114965"/>
                    </a:lnTo>
                    <a:cubicBezTo>
                      <a:pt x="427630" y="105534"/>
                      <a:pt x="457239" y="109670"/>
                      <a:pt x="480325" y="126051"/>
                    </a:cubicBezTo>
                    <a:cubicBezTo>
                      <a:pt x="503277" y="142865"/>
                      <a:pt x="516866" y="169593"/>
                      <a:pt x="516925" y="198045"/>
                    </a:cubicBezTo>
                    <a:lnTo>
                      <a:pt x="516925" y="220218"/>
                    </a:lnTo>
                    <a:lnTo>
                      <a:pt x="545922" y="220218"/>
                    </a:lnTo>
                    <a:cubicBezTo>
                      <a:pt x="582752" y="221601"/>
                      <a:pt x="611488" y="252579"/>
                      <a:pt x="610105" y="289409"/>
                    </a:cubicBezTo>
                    <a:cubicBezTo>
                      <a:pt x="608785" y="324573"/>
                      <a:pt x="580387" y="352670"/>
                      <a:pt x="545211" y="353615"/>
                    </a:cubicBezTo>
                    <a:close/>
                  </a:path>
                </a:pathLst>
              </a:custGeom>
              <a:solidFill>
                <a:schemeClr val="accent1"/>
              </a:soli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565657"/>
                  </a:solidFill>
                  <a:effectLst/>
                  <a:uLnTx/>
                  <a:uFillTx/>
                  <a:latin typeface="Calibri"/>
                  <a:ea typeface="+mn-ea"/>
                  <a:cs typeface="+mn-cs"/>
                </a:endParaRPr>
              </a:p>
            </p:txBody>
          </p:sp>
          <p:pic>
            <p:nvPicPr>
              <p:cNvPr id="263" name="Grafik 262" descr="Schlüssel mit einfarbiger Füllung">
                <a:extLst>
                  <a:ext uri="{FF2B5EF4-FFF2-40B4-BE49-F238E27FC236}">
                    <a16:creationId xmlns:a16="http://schemas.microsoft.com/office/drawing/2014/main" id="{635403E1-7559-0297-92C5-5EFFF3CFEFF3}"/>
                  </a:ext>
                </a:extLst>
              </p:cNvPr>
              <p:cNvPicPr>
                <a:picLocks noChangeAspect="1"/>
              </p:cNvPicPr>
              <p:nvPr/>
            </p:nvPicPr>
            <p:blipFill>
              <a:blip r:embed="rId69">
                <a:extLst>
                  <a:ext uri="{96DAC541-7B7A-43D3-8B79-37D633B846F1}">
                    <asvg:svgBlip xmlns:asvg="http://schemas.microsoft.com/office/drawing/2016/SVG/main" r:embed="rId70"/>
                  </a:ext>
                </a:extLst>
              </a:blip>
              <a:stretch>
                <a:fillRect/>
              </a:stretch>
            </p:blipFill>
            <p:spPr>
              <a:xfrm>
                <a:off x="3323426" y="6283784"/>
                <a:ext cx="131946" cy="131946"/>
              </a:xfrm>
              <a:prstGeom prst="rect">
                <a:avLst/>
              </a:prstGeom>
            </p:spPr>
          </p:pic>
        </p:grpSp>
        <p:pic>
          <p:nvPicPr>
            <p:cNvPr id="255" name="Grafik 254" descr="Pfeil Kreis mit einfarbiger Füllung">
              <a:extLst>
                <a:ext uri="{FF2B5EF4-FFF2-40B4-BE49-F238E27FC236}">
                  <a16:creationId xmlns:a16="http://schemas.microsoft.com/office/drawing/2014/main" id="{8D56A8FA-B77E-60A7-BE77-5A54E51AF3B6}"/>
                </a:ext>
              </a:extLst>
            </p:cNvPr>
            <p:cNvPicPr>
              <a:picLocks noChangeAspect="1"/>
            </p:cNvPicPr>
            <p:nvPr/>
          </p:nvPicPr>
          <p:blipFill>
            <a:blip r:embed="rId73">
              <a:extLst>
                <a:ext uri="{96DAC541-7B7A-43D3-8B79-37D633B846F1}">
                  <asvg:svgBlip xmlns:asvg="http://schemas.microsoft.com/office/drawing/2016/SVG/main" r:embed="rId74"/>
                </a:ext>
              </a:extLst>
            </a:blip>
            <a:stretch>
              <a:fillRect/>
            </a:stretch>
          </p:blipFill>
          <p:spPr>
            <a:xfrm>
              <a:off x="1709636" y="1840058"/>
              <a:ext cx="309927" cy="309927"/>
            </a:xfrm>
            <a:prstGeom prst="rect">
              <a:avLst/>
            </a:prstGeom>
          </p:spPr>
        </p:pic>
      </p:grpSp>
      <p:pic>
        <p:nvPicPr>
          <p:cNvPr id="264" name="Grafik 263" descr="Zylinderhut mit einfarbiger Füllung">
            <a:extLst>
              <a:ext uri="{FF2B5EF4-FFF2-40B4-BE49-F238E27FC236}">
                <a16:creationId xmlns:a16="http://schemas.microsoft.com/office/drawing/2014/main" id="{CC4ECF41-FD14-1BC6-7E4E-EB0398B14267}"/>
              </a:ext>
            </a:extLst>
          </p:cNvPr>
          <p:cNvPicPr>
            <a:picLocks noChangeAspect="1"/>
          </p:cNvPicPr>
          <p:nvPr/>
        </p:nvPicPr>
        <p:blipFill>
          <a:blip r:embed="rId75">
            <a:extLst>
              <a:ext uri="{96DAC541-7B7A-43D3-8B79-37D633B846F1}">
                <asvg:svgBlip xmlns:asvg="http://schemas.microsoft.com/office/drawing/2016/SVG/main" r:embed="rId76"/>
              </a:ext>
            </a:extLst>
          </a:blip>
          <a:stretch>
            <a:fillRect/>
          </a:stretch>
        </p:blipFill>
        <p:spPr>
          <a:xfrm>
            <a:off x="8786092" y="813918"/>
            <a:ext cx="654617" cy="654617"/>
          </a:xfrm>
          <a:prstGeom prst="rect">
            <a:avLst/>
          </a:prstGeom>
        </p:spPr>
      </p:pic>
    </p:spTree>
    <p:extLst>
      <p:ext uri="{BB962C8B-B14F-4D97-AF65-F5344CB8AC3E}">
        <p14:creationId xmlns:p14="http://schemas.microsoft.com/office/powerpoint/2010/main" val="512352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96"/>
                                        </p:tgtEl>
                                        <p:attrNameLst>
                                          <p:attrName>style.visibility</p:attrName>
                                        </p:attrNameLst>
                                      </p:cBhvr>
                                      <p:to>
                                        <p:strVal val="visible"/>
                                      </p:to>
                                    </p:set>
                                    <p:animEffect transition="in" filter="fade">
                                      <p:cBhvr>
                                        <p:cTn id="10" dur="500"/>
                                        <p:tgtEl>
                                          <p:spTgt spid="96"/>
                                        </p:tgtEl>
                                      </p:cBhvr>
                                    </p:animEffect>
                                  </p:childTnLst>
                                </p:cTn>
                              </p:par>
                              <p:par>
                                <p:cTn id="11" presetID="10" presetClass="entr" presetSubtype="0" fill="hold" nodeType="withEffect">
                                  <p:stCondLst>
                                    <p:cond delay="0"/>
                                  </p:stCondLst>
                                  <p:childTnLst>
                                    <p:set>
                                      <p:cBhvr>
                                        <p:cTn id="12" dur="1" fill="hold">
                                          <p:stCondLst>
                                            <p:cond delay="0"/>
                                          </p:stCondLst>
                                        </p:cTn>
                                        <p:tgtEl>
                                          <p:spTgt spid="86"/>
                                        </p:tgtEl>
                                        <p:attrNameLst>
                                          <p:attrName>style.visibility</p:attrName>
                                        </p:attrNameLst>
                                      </p:cBhvr>
                                      <p:to>
                                        <p:strVal val="visible"/>
                                      </p:to>
                                    </p:set>
                                    <p:animEffect transition="in" filter="fade">
                                      <p:cBhvr>
                                        <p:cTn id="13" dur="500"/>
                                        <p:tgtEl>
                                          <p:spTgt spid="86"/>
                                        </p:tgtEl>
                                      </p:cBhvr>
                                    </p:animEffect>
                                  </p:childTnLst>
                                </p:cTn>
                              </p:par>
                              <p:par>
                                <p:cTn id="14" presetID="10" presetClass="entr" presetSubtype="0" fill="hold" nodeType="withEffect">
                                  <p:stCondLst>
                                    <p:cond delay="0"/>
                                  </p:stCondLst>
                                  <p:childTnLst>
                                    <p:set>
                                      <p:cBhvr>
                                        <p:cTn id="15" dur="1" fill="hold">
                                          <p:stCondLst>
                                            <p:cond delay="0"/>
                                          </p:stCondLst>
                                        </p:cTn>
                                        <p:tgtEl>
                                          <p:spTgt spid="442"/>
                                        </p:tgtEl>
                                        <p:attrNameLst>
                                          <p:attrName>style.visibility</p:attrName>
                                        </p:attrNameLst>
                                      </p:cBhvr>
                                      <p:to>
                                        <p:strVal val="visible"/>
                                      </p:to>
                                    </p:set>
                                    <p:animEffect transition="in" filter="fade">
                                      <p:cBhvr>
                                        <p:cTn id="16" dur="500"/>
                                        <p:tgtEl>
                                          <p:spTgt spid="44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518"/>
                                        </p:tgtEl>
                                        <p:attrNameLst>
                                          <p:attrName>style.visibility</p:attrName>
                                        </p:attrNameLst>
                                      </p:cBhvr>
                                      <p:to>
                                        <p:strVal val="visible"/>
                                      </p:to>
                                    </p:set>
                                    <p:animEffect transition="in" filter="fade">
                                      <p:cBhvr>
                                        <p:cTn id="21" dur="500"/>
                                        <p:tgtEl>
                                          <p:spTgt spid="5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liennummernplatzhalter 6">
            <a:extLst>
              <a:ext uri="{FF2B5EF4-FFF2-40B4-BE49-F238E27FC236}">
                <a16:creationId xmlns:a16="http://schemas.microsoft.com/office/drawing/2014/main" id="{5A46A7EE-42AD-4A84-B693-995BB647F6EE}"/>
              </a:ext>
            </a:extLst>
          </p:cNvPr>
          <p:cNvSpPr>
            <a:spLocks noGrp="1"/>
          </p:cNvSpPr>
          <p:nvPr>
            <p:ph type="sldNum" sz="quarter" idx="12"/>
          </p:nvPr>
        </p:nvSpPr>
        <p:spPr/>
        <p:txBody>
          <a:bodyPr/>
          <a:lstStyle/>
          <a:p>
            <a:pPr lvl="0"/>
            <a:fld id="{B4256C18-6D8C-4341-B569-3B1E941D5C64}" type="slidenum">
              <a:rPr lang="de-DE" noProof="0" smtClean="0"/>
              <a:pPr lvl="0"/>
              <a:t>4</a:t>
            </a:fld>
            <a:endParaRPr lang="de-DE" noProof="0"/>
          </a:p>
        </p:txBody>
      </p:sp>
      <p:sp>
        <p:nvSpPr>
          <p:cNvPr id="2" name="Titel 1">
            <a:extLst>
              <a:ext uri="{FF2B5EF4-FFF2-40B4-BE49-F238E27FC236}">
                <a16:creationId xmlns:a16="http://schemas.microsoft.com/office/drawing/2014/main" id="{45B9FB4A-12FF-472F-8C40-0ADD13AB88C2}"/>
              </a:ext>
            </a:extLst>
          </p:cNvPr>
          <p:cNvSpPr>
            <a:spLocks noGrp="1"/>
          </p:cNvSpPr>
          <p:nvPr>
            <p:ph type="title"/>
          </p:nvPr>
        </p:nvSpPr>
        <p:spPr/>
        <p:txBody>
          <a:bodyPr/>
          <a:lstStyle/>
          <a:p>
            <a:r>
              <a:rPr lang="de-DE"/>
              <a:t>Management Summary: Unterstützung bei den </a:t>
            </a:r>
            <a:r>
              <a:rPr lang="de-DE" noProof="0"/>
              <a:t>Vorbereitungsprojekten für das SAP H4S4 Upgrade</a:t>
            </a:r>
            <a:endParaRPr lang="de-DE"/>
          </a:p>
        </p:txBody>
      </p:sp>
      <p:sp>
        <p:nvSpPr>
          <p:cNvPr id="4" name="Textplatzhalter 3">
            <a:extLst>
              <a:ext uri="{FF2B5EF4-FFF2-40B4-BE49-F238E27FC236}">
                <a16:creationId xmlns:a16="http://schemas.microsoft.com/office/drawing/2014/main" id="{B87906EA-1820-489D-B89F-D98159038368}"/>
              </a:ext>
            </a:extLst>
          </p:cNvPr>
          <p:cNvSpPr txBox="1">
            <a:spLocks/>
          </p:cNvSpPr>
          <p:nvPr/>
        </p:nvSpPr>
        <p:spPr>
          <a:xfrm>
            <a:off x="4352958" y="930455"/>
            <a:ext cx="7753804" cy="563571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600"/>
              </a:spcBef>
              <a:spcAft>
                <a:spcPts val="0"/>
              </a:spcAft>
              <a:buClr>
                <a:srgbClr val="EA5901"/>
              </a:buClr>
              <a:buSzTx/>
              <a:buFont typeface="Arial" panose="020B0604020202020204" pitchFamily="34" charset="0"/>
              <a:buNone/>
              <a:tabLst/>
              <a:defRPr/>
            </a:pPr>
            <a:r>
              <a:rPr kumimoji="0" lang="de-DE" sz="1600" b="1" i="0" u="none" strike="noStrike" kern="1200" cap="none" spc="0" normalizeH="0" baseline="0" noProof="0">
                <a:ln>
                  <a:noFill/>
                </a:ln>
                <a:solidFill>
                  <a:srgbClr val="E7E6E6">
                    <a:lumMod val="25000"/>
                  </a:srgbClr>
                </a:solidFill>
                <a:effectLst/>
                <a:uLnTx/>
                <a:uFillTx/>
                <a:latin typeface="Calibri" panose="020F0502020204030204"/>
                <a:ea typeface="+mn-ea"/>
                <a:cs typeface="+mn-cs"/>
              </a:rPr>
              <a:t>Zielsetzung</a:t>
            </a:r>
          </a:p>
          <a:p>
            <a:pPr marL="180975" marR="0" lvl="0" indent="-180975" algn="l" defTabSz="1219170" rtl="0" eaLnBrk="1" fontAlgn="auto" latinLnBrk="0" hangingPunct="1">
              <a:lnSpc>
                <a:spcPct val="100000"/>
              </a:lnSpc>
              <a:spcBef>
                <a:spcPts val="600"/>
              </a:spcBef>
              <a:spcAft>
                <a:spcPts val="0"/>
              </a:spcAft>
              <a:buClr>
                <a:srgbClr val="EA5901"/>
              </a:buClr>
              <a:buSzTx/>
              <a:buFont typeface="Wingdings" panose="05000000000000000000" pitchFamily="2" charset="2"/>
              <a:buChar char="§"/>
              <a:tabLst/>
              <a:defRPr/>
            </a:pPr>
            <a:r>
              <a:rPr kumimoji="0" lang="de-DE" sz="1100" b="0" i="0" u="none" strike="noStrike" kern="1200" cap="none" spc="0" normalizeH="0" baseline="0" noProof="0">
                <a:ln>
                  <a:noFill/>
                </a:ln>
                <a:solidFill>
                  <a:srgbClr val="E7E6E6">
                    <a:lumMod val="25000"/>
                  </a:srgbClr>
                </a:solidFill>
                <a:effectLst/>
                <a:uLnTx/>
                <a:uFillTx/>
                <a:latin typeface="Calibri" panose="020F0502020204030204" pitchFamily="34" charset="0"/>
                <a:ea typeface="+mn-ea"/>
                <a:cs typeface="+mn-cs"/>
              </a:rPr>
              <a:t>Das bestehende SAP HCM System mit den anstehenden Vorprojekten technisch und fachlich für das H4S4 Upgrade vorzubereiten.</a:t>
            </a:r>
          </a:p>
          <a:p>
            <a:pPr marL="0" marR="0" lvl="0" indent="0" algn="l" defTabSz="1219170" rtl="0" eaLnBrk="1" fontAlgn="auto" latinLnBrk="0" hangingPunct="1">
              <a:lnSpc>
                <a:spcPct val="100000"/>
              </a:lnSpc>
              <a:spcBef>
                <a:spcPts val="600"/>
              </a:spcBef>
              <a:spcAft>
                <a:spcPts val="0"/>
              </a:spcAft>
              <a:buClr>
                <a:srgbClr val="EA5901"/>
              </a:buClr>
              <a:buSzTx/>
              <a:buFont typeface="Arial" panose="020B0604020202020204" pitchFamily="34" charset="0"/>
              <a:buNone/>
              <a:tabLst/>
              <a:defRPr/>
            </a:pPr>
            <a:endParaRPr kumimoji="0" lang="de-DE" sz="200" b="1" i="0" u="none" strike="noStrike" kern="1200" cap="none" spc="0" normalizeH="0" baseline="0" noProof="0">
              <a:ln>
                <a:noFill/>
              </a:ln>
              <a:solidFill>
                <a:srgbClr val="E7E6E6">
                  <a:lumMod val="25000"/>
                </a:srgbClr>
              </a:solidFill>
              <a:effectLst/>
              <a:uLnTx/>
              <a:uFillTx/>
              <a:latin typeface="Calibri" panose="020F0502020204030204"/>
              <a:ea typeface="+mn-ea"/>
              <a:cs typeface="+mn-cs"/>
            </a:endParaRPr>
          </a:p>
          <a:p>
            <a:pPr marL="0" marR="0" lvl="0" indent="0" algn="l" defTabSz="1219170" rtl="0" eaLnBrk="1" fontAlgn="auto" latinLnBrk="0" hangingPunct="1">
              <a:lnSpc>
                <a:spcPct val="100000"/>
              </a:lnSpc>
              <a:spcBef>
                <a:spcPts val="600"/>
              </a:spcBef>
              <a:spcAft>
                <a:spcPts val="0"/>
              </a:spcAft>
              <a:buClr>
                <a:srgbClr val="EA5901"/>
              </a:buClr>
              <a:buSzTx/>
              <a:buFont typeface="Arial" panose="020B0604020202020204" pitchFamily="34" charset="0"/>
              <a:buNone/>
              <a:tabLst/>
              <a:defRPr/>
            </a:pPr>
            <a:r>
              <a:rPr kumimoji="0" lang="de-DE" sz="1600" b="1" i="0" u="none" strike="noStrike" kern="1200" cap="none" spc="0" normalizeH="0" baseline="0" noProof="0" err="1">
                <a:ln>
                  <a:noFill/>
                </a:ln>
                <a:solidFill>
                  <a:srgbClr val="E7E6E6">
                    <a:lumMod val="25000"/>
                  </a:srgbClr>
                </a:solidFill>
                <a:effectLst/>
                <a:uLnTx/>
                <a:uFillTx/>
                <a:latin typeface="Calibri" panose="020F0502020204030204"/>
                <a:ea typeface="+mn-ea"/>
                <a:cs typeface="+mn-cs"/>
              </a:rPr>
              <a:t>Scope</a:t>
            </a:r>
            <a:r>
              <a:rPr kumimoji="0" lang="de-DE" sz="1600" b="1" i="0" u="none" strike="noStrike" kern="1200" cap="none" spc="0" normalizeH="0" baseline="0" noProof="0">
                <a:ln>
                  <a:noFill/>
                </a:ln>
                <a:solidFill>
                  <a:srgbClr val="E7E6E6">
                    <a:lumMod val="25000"/>
                  </a:srgbClr>
                </a:solidFill>
                <a:effectLst/>
                <a:uLnTx/>
                <a:uFillTx/>
                <a:latin typeface="Calibri" panose="020F0502020204030204"/>
                <a:ea typeface="+mn-ea"/>
                <a:cs typeface="+mn-cs"/>
              </a:rPr>
              <a:t> der Unterstützungsleistung</a:t>
            </a:r>
          </a:p>
          <a:p>
            <a:pPr marL="0" marR="0" lvl="0" indent="0" algn="l" defTabSz="1219170" rtl="0" eaLnBrk="1" fontAlgn="auto" latinLnBrk="0" hangingPunct="1">
              <a:lnSpc>
                <a:spcPct val="100000"/>
              </a:lnSpc>
              <a:spcBef>
                <a:spcPts val="600"/>
              </a:spcBef>
              <a:spcAft>
                <a:spcPts val="0"/>
              </a:spcAft>
              <a:buClr>
                <a:srgbClr val="EA5901"/>
              </a:buClr>
              <a:buSzTx/>
              <a:buFont typeface="Arial" panose="020B0604020202020204" pitchFamily="34" charset="0"/>
              <a:buNone/>
              <a:tabLst/>
              <a:defRPr/>
            </a:pPr>
            <a:r>
              <a:rPr kumimoji="0" lang="de-DE" sz="1100" b="1" i="0" u="none" strike="noStrike" kern="1200" cap="none" spc="0" normalizeH="0" baseline="0" noProof="0">
                <a:ln>
                  <a:noFill/>
                </a:ln>
                <a:solidFill>
                  <a:srgbClr val="E7E6E6">
                    <a:lumMod val="25000"/>
                  </a:srgbClr>
                </a:solidFill>
                <a:effectLst/>
                <a:uLnTx/>
                <a:uFillTx/>
                <a:latin typeface="Calibri" panose="020F0502020204030204"/>
                <a:ea typeface="+mn-ea"/>
                <a:cs typeface="+mn-cs"/>
              </a:rPr>
              <a:t>In </a:t>
            </a:r>
            <a:r>
              <a:rPr kumimoji="0" lang="de-DE" sz="1100" b="1" i="0" u="none" strike="noStrike" kern="1200" cap="none" spc="0" normalizeH="0" baseline="0" noProof="0" err="1">
                <a:ln>
                  <a:noFill/>
                </a:ln>
                <a:solidFill>
                  <a:srgbClr val="E7E6E6">
                    <a:lumMod val="25000"/>
                  </a:srgbClr>
                </a:solidFill>
                <a:effectLst/>
                <a:uLnTx/>
                <a:uFillTx/>
                <a:latin typeface="Calibri" panose="020F0502020204030204"/>
                <a:ea typeface="+mn-ea"/>
                <a:cs typeface="+mn-cs"/>
              </a:rPr>
              <a:t>Scope</a:t>
            </a:r>
            <a:r>
              <a:rPr kumimoji="0" lang="de-DE" sz="1100" b="1" i="0" u="none" strike="noStrike" kern="1200" cap="none" spc="0" normalizeH="0" baseline="0" noProof="0">
                <a:ln>
                  <a:noFill/>
                </a:ln>
                <a:solidFill>
                  <a:srgbClr val="E7E6E6">
                    <a:lumMod val="25000"/>
                  </a:srgbClr>
                </a:solidFill>
                <a:effectLst/>
                <a:uLnTx/>
                <a:uFillTx/>
                <a:latin typeface="Calibri" panose="020F0502020204030204"/>
                <a:ea typeface="+mn-ea"/>
                <a:cs typeface="+mn-cs"/>
              </a:rPr>
              <a:t>:</a:t>
            </a:r>
          </a:p>
          <a:p>
            <a:pPr marL="180975" marR="0" lvl="0" indent="-180975" algn="l" defTabSz="1219170" rtl="0" eaLnBrk="1" fontAlgn="auto" latinLnBrk="0" hangingPunct="1">
              <a:lnSpc>
                <a:spcPct val="100000"/>
              </a:lnSpc>
              <a:spcBef>
                <a:spcPts val="600"/>
              </a:spcBef>
              <a:spcAft>
                <a:spcPts val="0"/>
              </a:spcAft>
              <a:buClr>
                <a:srgbClr val="EA5901"/>
              </a:buClr>
              <a:buSzTx/>
              <a:buFont typeface="Wingdings" panose="05000000000000000000" pitchFamily="2" charset="2"/>
              <a:buChar char="§"/>
              <a:tabLst/>
              <a:defRPr/>
            </a:pPr>
            <a:r>
              <a:rPr lang="de-DE" sz="1100">
                <a:solidFill>
                  <a:srgbClr val="E7E6E6">
                    <a:lumMod val="25000"/>
                  </a:srgbClr>
                </a:solidFill>
                <a:latin typeface="Calibri" panose="020F0502020204030204" pitchFamily="34" charset="0"/>
              </a:rPr>
              <a:t>Durchführung eines umfangreichen H4S4 </a:t>
            </a:r>
            <a:r>
              <a:rPr lang="de-DE" sz="1100" err="1">
                <a:solidFill>
                  <a:srgbClr val="E7E6E6">
                    <a:lumMod val="25000"/>
                  </a:srgbClr>
                </a:solidFill>
                <a:latin typeface="Calibri" panose="020F0502020204030204" pitchFamily="34" charset="0"/>
              </a:rPr>
              <a:t>Readiness</a:t>
            </a:r>
            <a:r>
              <a:rPr lang="de-DE" sz="1100">
                <a:solidFill>
                  <a:srgbClr val="E7E6E6">
                    <a:lumMod val="25000"/>
                  </a:srgbClr>
                </a:solidFill>
                <a:latin typeface="Calibri" panose="020F0502020204030204" pitchFamily="34" charset="0"/>
              </a:rPr>
              <a:t> Check und Bewertung der notwendigen Maßnahmen</a:t>
            </a:r>
          </a:p>
          <a:p>
            <a:pPr marL="180975" marR="0" lvl="0" indent="-180975" algn="l" defTabSz="1219170" rtl="0" eaLnBrk="1" fontAlgn="auto" latinLnBrk="0" hangingPunct="1">
              <a:lnSpc>
                <a:spcPct val="100000"/>
              </a:lnSpc>
              <a:spcBef>
                <a:spcPts val="600"/>
              </a:spcBef>
              <a:spcAft>
                <a:spcPts val="0"/>
              </a:spcAft>
              <a:buClr>
                <a:srgbClr val="EA5901"/>
              </a:buClr>
              <a:buSzTx/>
              <a:buFont typeface="Wingdings" panose="05000000000000000000" pitchFamily="2" charset="2"/>
              <a:buChar char="§"/>
              <a:tabLst/>
              <a:defRPr/>
            </a:pPr>
            <a:r>
              <a:rPr lang="de-DE" sz="1100">
                <a:solidFill>
                  <a:srgbClr val="E7E6E6">
                    <a:lumMod val="25000"/>
                  </a:srgbClr>
                </a:solidFill>
                <a:latin typeface="Calibri" panose="020F0502020204030204" pitchFamily="34" charset="0"/>
              </a:rPr>
              <a:t>Unterstützungsleistung bei der Anpassung des kundenindividuellen Programmcodes auf die Hana DB</a:t>
            </a:r>
          </a:p>
          <a:p>
            <a:pPr marL="180975" marR="0" lvl="0" indent="-180975" algn="l" defTabSz="1219170" rtl="0" eaLnBrk="1" fontAlgn="auto" latinLnBrk="0" hangingPunct="1">
              <a:lnSpc>
                <a:spcPct val="100000"/>
              </a:lnSpc>
              <a:spcBef>
                <a:spcPts val="600"/>
              </a:spcBef>
              <a:spcAft>
                <a:spcPts val="0"/>
              </a:spcAft>
              <a:buClr>
                <a:srgbClr val="EA5901"/>
              </a:buClr>
              <a:buSzTx/>
              <a:buFont typeface="Wingdings" panose="05000000000000000000" pitchFamily="2" charset="2"/>
              <a:buChar char="§"/>
              <a:tabLst/>
              <a:defRPr/>
            </a:pPr>
            <a:r>
              <a:rPr kumimoji="0" lang="de-DE" sz="1100" b="0" i="0" u="none" strike="noStrike" kern="1200" cap="none" spc="0" normalizeH="0" baseline="0" noProof="0">
                <a:ln>
                  <a:noFill/>
                </a:ln>
                <a:solidFill>
                  <a:srgbClr val="E7E6E6">
                    <a:lumMod val="25000"/>
                  </a:srgbClr>
                </a:solidFill>
                <a:effectLst/>
                <a:uLnTx/>
                <a:uFillTx/>
                <a:latin typeface="Calibri" panose="020F0502020204030204" pitchFamily="34" charset="0"/>
                <a:ea typeface="+mn-ea"/>
                <a:cs typeface="+mn-cs"/>
              </a:rPr>
              <a:t>Unterstützungsleistung in der Unic</a:t>
            </a:r>
            <a:r>
              <a:rPr lang="de-DE" sz="1100" err="1">
                <a:solidFill>
                  <a:srgbClr val="E7E6E6">
                    <a:lumMod val="25000"/>
                  </a:srgbClr>
                </a:solidFill>
                <a:latin typeface="Calibri" panose="020F0502020204030204" pitchFamily="34" charset="0"/>
              </a:rPr>
              <a:t>ode</a:t>
            </a:r>
            <a:r>
              <a:rPr lang="de-DE" sz="1100">
                <a:solidFill>
                  <a:srgbClr val="E7E6E6">
                    <a:lumMod val="25000"/>
                  </a:srgbClr>
                </a:solidFill>
                <a:latin typeface="Calibri" panose="020F0502020204030204" pitchFamily="34" charset="0"/>
              </a:rPr>
              <a:t> Anpassung einzelner Programme und dem Unicode Update</a:t>
            </a:r>
          </a:p>
          <a:p>
            <a:pPr marL="180975" marR="0" lvl="0" indent="-180975" algn="l" defTabSz="1219170" rtl="0" eaLnBrk="1" fontAlgn="auto" latinLnBrk="0" hangingPunct="1">
              <a:lnSpc>
                <a:spcPct val="100000"/>
              </a:lnSpc>
              <a:spcBef>
                <a:spcPts val="600"/>
              </a:spcBef>
              <a:spcAft>
                <a:spcPts val="0"/>
              </a:spcAft>
              <a:buClr>
                <a:srgbClr val="EA5901"/>
              </a:buClr>
              <a:buSzTx/>
              <a:buFont typeface="Wingdings" panose="05000000000000000000" pitchFamily="2" charset="2"/>
              <a:buChar char="§"/>
              <a:tabLst/>
              <a:defRPr/>
            </a:pPr>
            <a:r>
              <a:rPr kumimoji="0" lang="de-DE" sz="1100" b="0" i="0" u="none" strike="noStrike" kern="1200" cap="none" spc="0" normalizeH="0" baseline="0" noProof="0">
                <a:ln>
                  <a:noFill/>
                </a:ln>
                <a:solidFill>
                  <a:srgbClr val="E7E6E6">
                    <a:lumMod val="25000"/>
                  </a:srgbClr>
                </a:solidFill>
                <a:effectLst/>
                <a:uLnTx/>
                <a:uFillTx/>
                <a:latin typeface="Calibri" panose="020F0502020204030204" pitchFamily="34" charset="0"/>
                <a:ea typeface="+mn-ea"/>
                <a:cs typeface="+mn-cs"/>
              </a:rPr>
              <a:t>Unterstützungsleistung bei der Einrichtung der Archivierung mit DocuWare</a:t>
            </a:r>
          </a:p>
          <a:p>
            <a:pPr marL="180975" marR="0" lvl="0" indent="-180975" algn="l" defTabSz="1219170" rtl="0" eaLnBrk="1" fontAlgn="auto" latinLnBrk="0" hangingPunct="1">
              <a:lnSpc>
                <a:spcPct val="100000"/>
              </a:lnSpc>
              <a:spcBef>
                <a:spcPts val="600"/>
              </a:spcBef>
              <a:spcAft>
                <a:spcPts val="0"/>
              </a:spcAft>
              <a:buClr>
                <a:srgbClr val="EA5901"/>
              </a:buClr>
              <a:buSzTx/>
              <a:buFont typeface="Wingdings" panose="05000000000000000000" pitchFamily="2" charset="2"/>
              <a:buChar char="§"/>
              <a:tabLst/>
              <a:defRPr/>
            </a:pPr>
            <a:r>
              <a:rPr lang="de-DE" sz="1100">
                <a:solidFill>
                  <a:srgbClr val="E7E6E6">
                    <a:lumMod val="25000"/>
                  </a:srgbClr>
                </a:solidFill>
                <a:latin typeface="Calibri" panose="020F0502020204030204" pitchFamily="34" charset="0"/>
              </a:rPr>
              <a:t>Unterstützungsleistung beim EhP8 Upgrade des SAP HCM Systems</a:t>
            </a:r>
          </a:p>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de-DE" sz="1100" b="1" i="0" u="none" strike="noStrike" kern="1200" cap="none" spc="0" normalizeH="0" baseline="0" noProof="0">
                <a:ln>
                  <a:noFill/>
                </a:ln>
                <a:solidFill>
                  <a:srgbClr val="E7E6E6">
                    <a:lumMod val="25000"/>
                  </a:srgbClr>
                </a:solidFill>
                <a:effectLst/>
                <a:uLnTx/>
                <a:uFillTx/>
                <a:latin typeface="Calibri" panose="020F0502020204030204"/>
                <a:ea typeface="+mn-ea"/>
                <a:cs typeface="+mn-cs"/>
              </a:rPr>
              <a:t>Out of </a:t>
            </a:r>
            <a:r>
              <a:rPr kumimoji="0" lang="de-DE" sz="1100" b="1" i="0" u="none" strike="noStrike" kern="1200" cap="none" spc="0" normalizeH="0" baseline="0" noProof="0" err="1">
                <a:ln>
                  <a:noFill/>
                </a:ln>
                <a:solidFill>
                  <a:srgbClr val="E7E6E6">
                    <a:lumMod val="25000"/>
                  </a:srgbClr>
                </a:solidFill>
                <a:effectLst/>
                <a:uLnTx/>
                <a:uFillTx/>
                <a:latin typeface="Calibri" panose="020F0502020204030204"/>
                <a:ea typeface="+mn-ea"/>
                <a:cs typeface="+mn-cs"/>
              </a:rPr>
              <a:t>Scope</a:t>
            </a:r>
            <a:r>
              <a:rPr kumimoji="0" lang="de-DE" sz="1100" b="1" i="0" u="none" strike="noStrike" kern="1200" cap="none" spc="0" normalizeH="0" baseline="0" noProof="0">
                <a:ln>
                  <a:noFill/>
                </a:ln>
                <a:solidFill>
                  <a:srgbClr val="E7E6E6">
                    <a:lumMod val="25000"/>
                  </a:srgbClr>
                </a:solidFill>
                <a:effectLst/>
                <a:uLnTx/>
                <a:uFillTx/>
                <a:latin typeface="Calibri" panose="020F0502020204030204"/>
                <a:ea typeface="+mn-ea"/>
                <a:cs typeface="+mn-cs"/>
              </a:rPr>
              <a:t>:</a:t>
            </a:r>
          </a:p>
          <a:p>
            <a:pPr marL="180975" marR="0" lvl="0" indent="-180975" algn="l" defTabSz="1219170" rtl="0" eaLnBrk="1" fontAlgn="auto" latinLnBrk="0" hangingPunct="1">
              <a:lnSpc>
                <a:spcPct val="100000"/>
              </a:lnSpc>
              <a:spcBef>
                <a:spcPts val="600"/>
              </a:spcBef>
              <a:spcAft>
                <a:spcPts val="0"/>
              </a:spcAft>
              <a:buClr>
                <a:srgbClr val="EA5901"/>
              </a:buClr>
              <a:buSzTx/>
              <a:buFont typeface="Wingdings" panose="05000000000000000000" pitchFamily="2" charset="2"/>
              <a:buChar char="§"/>
              <a:tabLst/>
              <a:defRPr/>
            </a:pPr>
            <a:r>
              <a:rPr kumimoji="0" lang="de-DE" sz="1100" b="0" i="0" u="none" strike="noStrike" kern="1200" cap="none" spc="0" normalizeH="0" baseline="0" noProof="0">
                <a:ln>
                  <a:noFill/>
                </a:ln>
                <a:solidFill>
                  <a:srgbClr val="E7E6E6">
                    <a:lumMod val="25000"/>
                  </a:srgbClr>
                </a:solidFill>
                <a:effectLst/>
                <a:uLnTx/>
                <a:uFillTx/>
                <a:latin typeface="Calibri" panose="020F0502020204030204" pitchFamily="34" charset="0"/>
                <a:ea typeface="+mn-ea"/>
                <a:cs typeface="+mn-cs"/>
              </a:rPr>
              <a:t>Sandbox aufsetzen, H4S4 Upgrade durchführen und </a:t>
            </a:r>
            <a:r>
              <a:rPr kumimoji="0" lang="de-DE" sz="1100" b="0" i="0" u="none" strike="noStrike" kern="1200" cap="none" spc="0" normalizeH="0" baseline="0" noProof="0" err="1">
                <a:ln>
                  <a:noFill/>
                </a:ln>
                <a:solidFill>
                  <a:srgbClr val="E7E6E6">
                    <a:lumMod val="25000"/>
                  </a:srgbClr>
                </a:solidFill>
                <a:effectLst/>
                <a:uLnTx/>
                <a:uFillTx/>
                <a:latin typeface="Calibri" panose="020F0502020204030204" pitchFamily="34" charset="0"/>
                <a:ea typeface="+mn-ea"/>
                <a:cs typeface="+mn-cs"/>
              </a:rPr>
              <a:t>Testing</a:t>
            </a:r>
            <a:r>
              <a:rPr kumimoji="0" lang="de-DE" sz="1100" b="0" i="0" u="none" strike="noStrike" kern="1200" cap="none" spc="0" normalizeH="0" baseline="0" noProof="0">
                <a:ln>
                  <a:noFill/>
                </a:ln>
                <a:solidFill>
                  <a:srgbClr val="E7E6E6">
                    <a:lumMod val="25000"/>
                  </a:srgbClr>
                </a:solidFill>
                <a:effectLst/>
                <a:uLnTx/>
                <a:uFillTx/>
                <a:latin typeface="Calibri" panose="020F0502020204030204" pitchFamily="34" charset="0"/>
                <a:ea typeface="+mn-ea"/>
                <a:cs typeface="+mn-cs"/>
              </a:rPr>
              <a:t> können nach den </a:t>
            </a:r>
            <a:r>
              <a:rPr kumimoji="0" lang="de-DE" sz="1100" b="0" i="0" u="none" strike="noStrike" kern="1200" cap="none" spc="0" normalizeH="0" baseline="0" noProof="0" err="1">
                <a:ln>
                  <a:noFill/>
                </a:ln>
                <a:solidFill>
                  <a:srgbClr val="E7E6E6">
                    <a:lumMod val="25000"/>
                  </a:srgbClr>
                </a:solidFill>
                <a:effectLst/>
                <a:uLnTx/>
                <a:uFillTx/>
                <a:latin typeface="Calibri" panose="020F0502020204030204" pitchFamily="34" charset="0"/>
                <a:ea typeface="+mn-ea"/>
                <a:cs typeface="+mn-cs"/>
              </a:rPr>
              <a:t>Readiness</a:t>
            </a:r>
            <a:r>
              <a:rPr kumimoji="0" lang="de-DE" sz="1100" b="0" i="0" u="none" strike="noStrike" kern="1200" cap="none" spc="0" normalizeH="0" baseline="0" noProof="0">
                <a:ln>
                  <a:noFill/>
                </a:ln>
                <a:solidFill>
                  <a:srgbClr val="E7E6E6">
                    <a:lumMod val="25000"/>
                  </a:srgbClr>
                </a:solidFill>
                <a:effectLst/>
                <a:uLnTx/>
                <a:uFillTx/>
                <a:latin typeface="Calibri" panose="020F0502020204030204" pitchFamily="34" charset="0"/>
                <a:ea typeface="+mn-ea"/>
                <a:cs typeface="+mn-cs"/>
              </a:rPr>
              <a:t> Check nach und nach angeboten werden.</a:t>
            </a:r>
          </a:p>
          <a:p>
            <a:pPr marL="180975" marR="0" lvl="0" indent="-180975" algn="l" defTabSz="1219170" rtl="0" eaLnBrk="1" fontAlgn="auto" latinLnBrk="0" hangingPunct="1">
              <a:lnSpc>
                <a:spcPct val="100000"/>
              </a:lnSpc>
              <a:spcBef>
                <a:spcPts val="600"/>
              </a:spcBef>
              <a:spcAft>
                <a:spcPts val="0"/>
              </a:spcAft>
              <a:buClr>
                <a:srgbClr val="EA5901"/>
              </a:buClr>
              <a:buSzTx/>
              <a:buFont typeface="Wingdings" panose="05000000000000000000" pitchFamily="2" charset="2"/>
              <a:buChar char="§"/>
              <a:tabLst/>
              <a:defRPr/>
            </a:pPr>
            <a:r>
              <a:rPr kumimoji="0" lang="de-DE" sz="1100" b="0" i="0" u="none" strike="noStrike" kern="1200" cap="none" spc="0" normalizeH="0" baseline="0" noProof="0">
                <a:ln>
                  <a:noFill/>
                </a:ln>
                <a:solidFill>
                  <a:srgbClr val="E7E6E6">
                    <a:lumMod val="25000"/>
                  </a:srgbClr>
                </a:solidFill>
                <a:effectLst/>
                <a:uLnTx/>
                <a:uFillTx/>
                <a:latin typeface="Calibri" panose="020F0502020204030204" pitchFamily="34" charset="0"/>
                <a:ea typeface="+mn-ea"/>
                <a:cs typeface="+mn-cs"/>
              </a:rPr>
              <a:t>Einführung SAP ILM kann separat angeboten werden</a:t>
            </a:r>
          </a:p>
          <a:p>
            <a:pPr marL="0" marR="0" lvl="0" indent="0" algn="l" defTabSz="914400" rtl="0" eaLnBrk="1" fontAlgn="auto" latinLnBrk="0" hangingPunct="1">
              <a:lnSpc>
                <a:spcPct val="90000"/>
              </a:lnSpc>
              <a:spcBef>
                <a:spcPts val="600"/>
              </a:spcBef>
              <a:spcAft>
                <a:spcPts val="0"/>
              </a:spcAft>
              <a:buClrTx/>
              <a:buSzTx/>
              <a:buFont typeface="Arial" panose="020B0604020202020204" pitchFamily="34" charset="0"/>
              <a:buNone/>
              <a:tabLst/>
              <a:defRPr/>
            </a:pPr>
            <a:endParaRPr kumimoji="0" lang="de-DE" sz="300" b="0" i="0" u="none" strike="noStrike" kern="1200" cap="none" spc="0" normalizeH="0" baseline="0" noProof="0">
              <a:ln>
                <a:noFill/>
              </a:ln>
              <a:solidFill>
                <a:srgbClr val="E7E6E6">
                  <a:lumMod val="25000"/>
                </a:srgbClr>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600"/>
              </a:spcBef>
              <a:spcAft>
                <a:spcPts val="0"/>
              </a:spcAft>
              <a:buClrTx/>
              <a:buSzTx/>
              <a:buFont typeface="Arial" panose="020B0604020202020204" pitchFamily="34" charset="0"/>
              <a:buNone/>
              <a:tabLst/>
              <a:defRPr/>
            </a:pPr>
            <a:r>
              <a:rPr kumimoji="0" lang="de-DE" sz="1600" b="1" i="0" u="none" strike="noStrike" kern="1200" cap="none" spc="0" normalizeH="0" baseline="0" noProof="0">
                <a:ln>
                  <a:noFill/>
                </a:ln>
                <a:solidFill>
                  <a:srgbClr val="E7E6E6">
                    <a:lumMod val="25000"/>
                  </a:srgbClr>
                </a:solidFill>
                <a:effectLst/>
                <a:uLnTx/>
                <a:uFillTx/>
                <a:latin typeface="Calibri" panose="020F0502020204030204"/>
                <a:ea typeface="+mn-ea"/>
                <a:cs typeface="+mn-cs"/>
              </a:rPr>
              <a:t>Zeitrahmen und Budget</a:t>
            </a:r>
          </a:p>
          <a:p>
            <a:pPr marL="180975" marR="0" lvl="0" indent="-180975" algn="l" defTabSz="1219170" rtl="0" eaLnBrk="1" fontAlgn="auto" latinLnBrk="0" hangingPunct="1">
              <a:lnSpc>
                <a:spcPct val="100000"/>
              </a:lnSpc>
              <a:spcBef>
                <a:spcPts val="600"/>
              </a:spcBef>
              <a:spcAft>
                <a:spcPts val="0"/>
              </a:spcAft>
              <a:buClr>
                <a:srgbClr val="EA5901"/>
              </a:buClr>
              <a:buSzTx/>
              <a:buFont typeface="Wingdings" panose="05000000000000000000" pitchFamily="2" charset="2"/>
              <a:buChar char="§"/>
              <a:tabLst/>
              <a:defRPr/>
            </a:pPr>
            <a:r>
              <a:rPr kumimoji="0" lang="de-DE" sz="1100" b="0" i="0" u="none" strike="noStrike" kern="1200" cap="none" spc="0" normalizeH="0" baseline="0" noProof="0">
                <a:ln>
                  <a:noFill/>
                </a:ln>
                <a:solidFill>
                  <a:srgbClr val="E7E6E6">
                    <a:lumMod val="25000"/>
                  </a:srgbClr>
                </a:solidFill>
                <a:effectLst/>
                <a:uLnTx/>
                <a:uFillTx/>
                <a:latin typeface="Calibri" panose="020F0502020204030204" pitchFamily="34" charset="0"/>
                <a:ea typeface="+mn-ea"/>
                <a:cs typeface="+mn-cs"/>
              </a:rPr>
              <a:t>Projektstart: Terminierung steht noch aus. Die Projektvorlaufzeit kann 4-12 Wochen betragen.</a:t>
            </a:r>
          </a:p>
          <a:p>
            <a:pPr marL="180975" marR="0" lvl="0" indent="-180975" algn="l" defTabSz="1219170" rtl="0" eaLnBrk="1" fontAlgn="auto" latinLnBrk="0" hangingPunct="1">
              <a:lnSpc>
                <a:spcPct val="100000"/>
              </a:lnSpc>
              <a:spcBef>
                <a:spcPts val="600"/>
              </a:spcBef>
              <a:spcAft>
                <a:spcPts val="0"/>
              </a:spcAft>
              <a:buClr>
                <a:srgbClr val="EA5901"/>
              </a:buClr>
              <a:buSzTx/>
              <a:buFont typeface="Wingdings" panose="05000000000000000000" pitchFamily="2" charset="2"/>
              <a:buChar char="§"/>
              <a:tabLst/>
              <a:defRPr/>
            </a:pPr>
            <a:r>
              <a:rPr kumimoji="0" lang="de-DE" sz="1100" b="0" i="0" u="none" strike="noStrike" kern="1200" cap="none" spc="0" normalizeH="0" baseline="0" noProof="0">
                <a:ln>
                  <a:noFill/>
                </a:ln>
                <a:solidFill>
                  <a:srgbClr val="E7E6E6">
                    <a:lumMod val="25000"/>
                  </a:srgbClr>
                </a:solidFill>
                <a:effectLst/>
                <a:uLnTx/>
                <a:uFillTx/>
                <a:latin typeface="Calibri" panose="020F0502020204030204" pitchFamily="34" charset="0"/>
                <a:ea typeface="+mn-ea"/>
                <a:cs typeface="+mn-cs"/>
              </a:rPr>
              <a:t>Geschätzter Umfang</a:t>
            </a:r>
            <a:r>
              <a:rPr lang="de-DE" sz="1100">
                <a:solidFill>
                  <a:srgbClr val="E7E6E6">
                    <a:lumMod val="25000"/>
                  </a:srgbClr>
                </a:solidFill>
                <a:latin typeface="Calibri" panose="020F0502020204030204" pitchFamily="34" charset="0"/>
              </a:rPr>
              <a:t> aller Pakete oben bei 219.400€</a:t>
            </a:r>
          </a:p>
          <a:p>
            <a:pPr marL="180975" marR="0" lvl="0" indent="-180975" algn="l" defTabSz="1219170" rtl="0" eaLnBrk="1" fontAlgn="auto" latinLnBrk="0" hangingPunct="1">
              <a:lnSpc>
                <a:spcPct val="100000"/>
              </a:lnSpc>
              <a:spcBef>
                <a:spcPts val="600"/>
              </a:spcBef>
              <a:spcAft>
                <a:spcPts val="0"/>
              </a:spcAft>
              <a:buClr>
                <a:srgbClr val="EA5901"/>
              </a:buClr>
              <a:buSzTx/>
              <a:buFont typeface="Wingdings" panose="05000000000000000000" pitchFamily="2" charset="2"/>
              <a:buChar char="§"/>
              <a:tabLst/>
              <a:defRPr/>
            </a:pPr>
            <a:endParaRPr kumimoji="0" lang="de-DE" sz="300" b="0" i="0" u="none" strike="noStrike" kern="1200" cap="none" spc="0" normalizeH="0" baseline="0" noProof="0">
              <a:ln>
                <a:noFill/>
              </a:ln>
              <a:solidFill>
                <a:srgbClr val="E7E6E6">
                  <a:lumMod val="25000"/>
                </a:srgbClr>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600"/>
              </a:spcBef>
              <a:spcAft>
                <a:spcPts val="0"/>
              </a:spcAft>
              <a:buClrTx/>
              <a:buSzTx/>
              <a:buFont typeface="Arial" panose="020B0604020202020204" pitchFamily="34" charset="0"/>
              <a:buNone/>
              <a:tabLst/>
              <a:defRPr/>
            </a:pPr>
            <a:r>
              <a:rPr kumimoji="0" lang="de-DE" sz="1600" b="1" i="0" u="none" strike="noStrike" kern="1200" cap="none" spc="0" normalizeH="0" baseline="0" noProof="0">
                <a:ln>
                  <a:noFill/>
                </a:ln>
                <a:solidFill>
                  <a:srgbClr val="E7E6E6">
                    <a:lumMod val="25000"/>
                  </a:srgbClr>
                </a:solidFill>
                <a:effectLst/>
                <a:uLnTx/>
                <a:uFillTx/>
                <a:latin typeface="Calibri" panose="020F0502020204030204"/>
                <a:ea typeface="+mn-ea"/>
                <a:cs typeface="+mn-cs"/>
              </a:rPr>
              <a:t>Erwarteter Nutzen</a:t>
            </a:r>
          </a:p>
          <a:p>
            <a:pPr marL="180975" marR="0" lvl="0" indent="-180975" algn="l" defTabSz="1219170" rtl="0" eaLnBrk="1" fontAlgn="auto" latinLnBrk="0" hangingPunct="1">
              <a:lnSpc>
                <a:spcPct val="100000"/>
              </a:lnSpc>
              <a:spcBef>
                <a:spcPts val="600"/>
              </a:spcBef>
              <a:spcAft>
                <a:spcPts val="0"/>
              </a:spcAft>
              <a:buClr>
                <a:srgbClr val="EA5901"/>
              </a:buClr>
              <a:buSzTx/>
              <a:buFont typeface="Wingdings" panose="05000000000000000000" pitchFamily="2" charset="2"/>
              <a:buChar char="§"/>
              <a:tabLst/>
              <a:defRPr/>
            </a:pPr>
            <a:r>
              <a:rPr kumimoji="0" lang="de-DE" sz="1100" b="1" i="0" u="none" strike="noStrike" kern="1200" cap="none" spc="0" normalizeH="0" baseline="0" noProof="0">
                <a:ln>
                  <a:noFill/>
                </a:ln>
                <a:solidFill>
                  <a:schemeClr val="tx2"/>
                </a:solidFill>
                <a:effectLst/>
                <a:uLnTx/>
                <a:uFillTx/>
                <a:latin typeface="Calibri" panose="020F0502020204030204" pitchFamily="34" charset="0"/>
                <a:ea typeface="+mn-ea"/>
                <a:cs typeface="+mn-cs"/>
              </a:rPr>
              <a:t>Nutzung</a:t>
            </a:r>
            <a:r>
              <a:rPr kumimoji="0" lang="de-DE" sz="1100" b="1" i="0" u="none" strike="noStrike" kern="1200" cap="none" spc="0" normalizeH="0" baseline="0" noProof="0">
                <a:ln>
                  <a:noFill/>
                </a:ln>
                <a:solidFill>
                  <a:srgbClr val="ED7D31"/>
                </a:solidFill>
                <a:effectLst/>
                <a:uLnTx/>
                <a:uFillTx/>
                <a:latin typeface="Calibri" panose="020F0502020204030204" pitchFamily="34" charset="0"/>
                <a:ea typeface="+mn-ea"/>
                <a:cs typeface="+mn-cs"/>
              </a:rPr>
              <a:t> </a:t>
            </a:r>
            <a:r>
              <a:rPr kumimoji="0" lang="de-DE" sz="1100" i="0" u="none" strike="noStrike" kern="1200" cap="none" spc="0" normalizeH="0" baseline="0" noProof="0">
                <a:ln>
                  <a:noFill/>
                </a:ln>
                <a:effectLst/>
                <a:uLnTx/>
                <a:uFillTx/>
                <a:latin typeface="Calibri" panose="020F0502020204030204" pitchFamily="34" charset="0"/>
                <a:ea typeface="+mn-ea"/>
                <a:cs typeface="+mn-cs"/>
              </a:rPr>
              <a:t>der bereits für 2024 anlaufenden </a:t>
            </a:r>
            <a:r>
              <a:rPr kumimoji="0" lang="de-DE" sz="1100" b="1" i="0" u="none" strike="noStrike" kern="1200" cap="none" spc="0" normalizeH="0" baseline="0" noProof="0">
                <a:ln>
                  <a:noFill/>
                </a:ln>
                <a:solidFill>
                  <a:schemeClr val="tx2"/>
                </a:solidFill>
                <a:effectLst/>
                <a:uLnTx/>
                <a:uFillTx/>
                <a:latin typeface="Calibri" panose="020F0502020204030204" pitchFamily="34" charset="0"/>
                <a:ea typeface="+mn-ea"/>
                <a:cs typeface="+mn-cs"/>
              </a:rPr>
              <a:t>Lizenzgebühren für H4S4</a:t>
            </a:r>
          </a:p>
          <a:p>
            <a:pPr marL="180975" indent="-180975" defTabSz="1219170">
              <a:lnSpc>
                <a:spcPct val="100000"/>
              </a:lnSpc>
              <a:spcBef>
                <a:spcPts val="600"/>
              </a:spcBef>
              <a:buClr>
                <a:srgbClr val="EA5901"/>
              </a:buClr>
              <a:buFont typeface="Wingdings" panose="05000000000000000000" pitchFamily="2" charset="2"/>
              <a:buChar char="§"/>
            </a:pPr>
            <a:r>
              <a:rPr lang="de-DE" sz="1100"/>
              <a:t>Die technisch notwendigen Vorprojekte - die in der Vergangenheit hätten stattfinden müssen - </a:t>
            </a:r>
            <a:r>
              <a:rPr lang="de-DE" sz="1100" b="1">
                <a:solidFill>
                  <a:schemeClr val="tx2"/>
                </a:solidFill>
              </a:rPr>
              <a:t>hieven das SAP HCM System auf eine neue technologische Ausgangslage und machen es performant und stabil für die Zukunft</a:t>
            </a:r>
            <a:r>
              <a:rPr lang="de-DE" sz="1100">
                <a:solidFill>
                  <a:schemeClr val="tx2"/>
                </a:solidFill>
              </a:rPr>
              <a:t>. </a:t>
            </a:r>
          </a:p>
          <a:p>
            <a:pPr marL="180975" indent="-180975" defTabSz="1219170">
              <a:lnSpc>
                <a:spcPct val="100000"/>
              </a:lnSpc>
              <a:spcBef>
                <a:spcPts val="600"/>
              </a:spcBef>
              <a:buClr>
                <a:srgbClr val="EA5901"/>
              </a:buClr>
              <a:buFont typeface="Wingdings" panose="05000000000000000000" pitchFamily="2" charset="2"/>
              <a:buChar char="§"/>
            </a:pPr>
            <a:r>
              <a:rPr lang="de-DE" sz="1100"/>
              <a:t>Die Umstellung auf </a:t>
            </a:r>
            <a:r>
              <a:rPr lang="de-DE" sz="1100" b="1">
                <a:solidFill>
                  <a:schemeClr val="tx2"/>
                </a:solidFill>
              </a:rPr>
              <a:t>H4S4 bietet eine langfristige strategische Investitionssicherheit hinsichtlich Entgeltabrechnung bis 2040</a:t>
            </a:r>
            <a:r>
              <a:rPr lang="de-DE" sz="1100" b="1">
                <a:solidFill>
                  <a:schemeClr val="accent2"/>
                </a:solidFill>
              </a:rPr>
              <a:t> </a:t>
            </a:r>
            <a:r>
              <a:rPr lang="de-DE" sz="1100"/>
              <a:t>und ebnet die Basis für die Modernisierung der Personalprozesse</a:t>
            </a:r>
          </a:p>
          <a:p>
            <a:pPr marL="0" marR="0" lvl="0" indent="0" algn="l" defTabSz="1219170" rtl="0" eaLnBrk="1" fontAlgn="auto" latinLnBrk="0" hangingPunct="1">
              <a:lnSpc>
                <a:spcPct val="100000"/>
              </a:lnSpc>
              <a:spcBef>
                <a:spcPts val="600"/>
              </a:spcBef>
              <a:spcAft>
                <a:spcPts val="0"/>
              </a:spcAft>
              <a:buClr>
                <a:srgbClr val="EA5901"/>
              </a:buClr>
              <a:buSzTx/>
              <a:buFont typeface="Arial" panose="020B0604020202020204" pitchFamily="34" charset="0"/>
              <a:buNone/>
              <a:tabLst/>
              <a:defRPr/>
            </a:pPr>
            <a:endParaRPr kumimoji="0" lang="de-DE" sz="1100" b="0" i="0" u="none" strike="noStrike" kern="1200" cap="none" spc="0" normalizeH="0" baseline="0" noProof="0">
              <a:ln>
                <a:noFill/>
              </a:ln>
              <a:solidFill>
                <a:srgbClr val="E7E6E6">
                  <a:lumMod val="25000"/>
                </a:srgbClr>
              </a:solidFill>
              <a:effectLst/>
              <a:uLnTx/>
              <a:uFillTx/>
              <a:latin typeface="Calibri" panose="020F0502020204030204" pitchFamily="34" charset="0"/>
              <a:ea typeface="+mn-ea"/>
              <a:cs typeface="+mn-cs"/>
            </a:endParaRPr>
          </a:p>
        </p:txBody>
      </p:sp>
      <p:sp>
        <p:nvSpPr>
          <p:cNvPr id="5" name="Textplatzhalter 3">
            <a:extLst>
              <a:ext uri="{FF2B5EF4-FFF2-40B4-BE49-F238E27FC236}">
                <a16:creationId xmlns:a16="http://schemas.microsoft.com/office/drawing/2014/main" id="{80CD648C-CE2A-4699-9DC8-DE58BAFE8F9B}"/>
              </a:ext>
            </a:extLst>
          </p:cNvPr>
          <p:cNvSpPr txBox="1">
            <a:spLocks/>
          </p:cNvSpPr>
          <p:nvPr/>
        </p:nvSpPr>
        <p:spPr>
          <a:xfrm>
            <a:off x="353865" y="929155"/>
            <a:ext cx="3221846" cy="5393824"/>
          </a:xfrm>
          <a:prstGeom prst="rect">
            <a:avLst/>
          </a:prstGeom>
        </p:spPr>
        <p:txBody>
          <a:bodyPr vert="horz" lIns="91440" tIns="45720" rIns="91440" bIns="45720" rtlCol="0">
            <a:noAutofit/>
          </a:bodyPr>
          <a:lstStyle>
            <a:lvl1pPr marL="457189" indent="-457189" algn="l" defTabSz="1219170" rtl="0" eaLnBrk="1" latinLnBrk="0" hangingPunct="1">
              <a:spcBef>
                <a:spcPct val="20000"/>
              </a:spcBef>
              <a:buClr>
                <a:srgbClr val="EA5901"/>
              </a:buClr>
              <a:buFont typeface="Wingdings" panose="05000000000000000000" pitchFamily="2" charset="2"/>
              <a:buChar char="§"/>
              <a:defRPr sz="3200" kern="1200" baseline="0">
                <a:solidFill>
                  <a:schemeClr val="tx1"/>
                </a:solidFill>
                <a:latin typeface="Calibri" panose="020F0502020204030204" pitchFamily="34" charset="0"/>
                <a:ea typeface="+mn-ea"/>
                <a:cs typeface="+mn-cs"/>
              </a:defRPr>
            </a:lvl1pPr>
            <a:lvl2pPr marL="990575" indent="-380990" algn="l" defTabSz="1219170" rtl="0" eaLnBrk="1" latinLnBrk="0" hangingPunct="1">
              <a:spcBef>
                <a:spcPct val="20000"/>
              </a:spcBef>
              <a:buClr>
                <a:srgbClr val="EA5901"/>
              </a:buClr>
              <a:buFont typeface="Wingdings" panose="05000000000000000000" pitchFamily="2" charset="2"/>
              <a:buChar char="§"/>
              <a:defRPr sz="2933" kern="1200" baseline="0">
                <a:solidFill>
                  <a:schemeClr val="tx1"/>
                </a:solidFill>
                <a:latin typeface="Calibri" panose="020F0502020204030204" pitchFamily="34" charset="0"/>
                <a:ea typeface="+mn-ea"/>
                <a:cs typeface="+mn-cs"/>
              </a:defRPr>
            </a:lvl2pPr>
            <a:lvl3pPr marL="1523962" indent="-304792" algn="l" defTabSz="1219170" rtl="0" eaLnBrk="1" latinLnBrk="0" hangingPunct="1">
              <a:spcBef>
                <a:spcPct val="20000"/>
              </a:spcBef>
              <a:buClr>
                <a:srgbClr val="EA5901"/>
              </a:buClr>
              <a:buFont typeface="Wingdings" panose="05000000000000000000" pitchFamily="2" charset="2"/>
              <a:buChar char="§"/>
              <a:defRPr sz="2667" kern="1200" baseline="0">
                <a:solidFill>
                  <a:schemeClr val="tx1"/>
                </a:solidFill>
                <a:latin typeface="Calibri" panose="020F0502020204030204" pitchFamily="34" charset="0"/>
                <a:ea typeface="+mn-ea"/>
                <a:cs typeface="+mn-cs"/>
              </a:defRPr>
            </a:lvl3pPr>
            <a:lvl4pPr marL="2133547" indent="-304792" algn="l" defTabSz="1219170" rtl="0" eaLnBrk="1" latinLnBrk="0" hangingPunct="1">
              <a:spcBef>
                <a:spcPct val="20000"/>
              </a:spcBef>
              <a:buClr>
                <a:srgbClr val="EA5901"/>
              </a:buClr>
              <a:buFont typeface="Wingdings" panose="05000000000000000000" pitchFamily="2" charset="2"/>
              <a:buChar char="§"/>
              <a:defRPr sz="2400" kern="1200" baseline="0">
                <a:solidFill>
                  <a:schemeClr val="tx1"/>
                </a:solidFill>
                <a:latin typeface="Calibri" panose="020F0502020204030204" pitchFamily="34" charset="0"/>
                <a:ea typeface="+mn-ea"/>
                <a:cs typeface="+mn-cs"/>
              </a:defRPr>
            </a:lvl4pPr>
            <a:lvl5pPr marL="2743131" indent="-304792" algn="l" defTabSz="1219170" rtl="0" eaLnBrk="1" latinLnBrk="0" hangingPunct="1">
              <a:spcBef>
                <a:spcPct val="20000"/>
              </a:spcBef>
              <a:buClr>
                <a:srgbClr val="EA5901"/>
              </a:buClr>
              <a:buFont typeface="Wingdings" panose="05000000000000000000" pitchFamily="2" charset="2"/>
              <a:buChar char="§"/>
              <a:defRPr sz="2400" kern="1200" baseline="0">
                <a:solidFill>
                  <a:schemeClr val="tx1"/>
                </a:solidFill>
                <a:latin typeface="Calibri" panose="020F0502020204030204" pitchFamily="34" charset="0"/>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533386" marR="0" lvl="1" indent="0" algn="l" defTabSz="1219170" rtl="0" eaLnBrk="1" fontAlgn="auto" latinLnBrk="0" hangingPunct="1">
              <a:lnSpc>
                <a:spcPct val="100000"/>
              </a:lnSpc>
              <a:spcBef>
                <a:spcPts val="600"/>
              </a:spcBef>
              <a:spcAft>
                <a:spcPts val="0"/>
              </a:spcAft>
              <a:buClr>
                <a:srgbClr val="EA5901"/>
              </a:buClr>
              <a:buSzTx/>
              <a:buFont typeface="Wingdings" panose="05000000000000000000" pitchFamily="2" charset="2"/>
              <a:buNone/>
              <a:tabLst/>
              <a:defRPr/>
            </a:pPr>
            <a:r>
              <a:rPr kumimoji="0" lang="de-DE" sz="1600" b="1" i="0" u="none" strike="noStrike" kern="1200" cap="none" spc="0" normalizeH="0" baseline="0" noProof="0">
                <a:ln>
                  <a:noFill/>
                </a:ln>
                <a:solidFill>
                  <a:srgbClr val="E7E6E6">
                    <a:lumMod val="25000"/>
                  </a:srgbClr>
                </a:solidFill>
                <a:effectLst/>
                <a:uLnTx/>
                <a:uFillTx/>
                <a:latin typeface="Calibri" panose="020F0502020204030204"/>
                <a:ea typeface="+mn-ea"/>
                <a:cs typeface="+mn-cs"/>
              </a:rPr>
              <a:t>Ausgangssituation &amp; Problemstellung</a:t>
            </a:r>
          </a:p>
          <a:p>
            <a:pPr marL="533386" marR="0" lvl="1" indent="0" algn="l" defTabSz="1219170" rtl="0" eaLnBrk="1" fontAlgn="auto" latinLnBrk="0" hangingPunct="1">
              <a:lnSpc>
                <a:spcPct val="100000"/>
              </a:lnSpc>
              <a:spcBef>
                <a:spcPts val="600"/>
              </a:spcBef>
              <a:spcAft>
                <a:spcPts val="0"/>
              </a:spcAft>
              <a:buClr>
                <a:srgbClr val="EA5901"/>
              </a:buClr>
              <a:buSzTx/>
              <a:buFont typeface="Wingdings" panose="05000000000000000000" pitchFamily="2" charset="2"/>
              <a:buNone/>
              <a:tabLst/>
              <a:defRPr/>
            </a:pPr>
            <a:endParaRPr kumimoji="0" lang="de-DE" sz="1000" b="1" i="0" u="none" strike="noStrike" kern="1200" cap="none" spc="0" normalizeH="0" baseline="0" noProof="0">
              <a:ln>
                <a:noFill/>
              </a:ln>
              <a:solidFill>
                <a:srgbClr val="E7E6E6">
                  <a:lumMod val="25000"/>
                </a:srgbClr>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ED7D31"/>
              </a:buClr>
              <a:buSzTx/>
              <a:buFont typeface="Wingdings" panose="05000000000000000000" pitchFamily="2" charset="2"/>
              <a:buChar char="v"/>
              <a:tabLst/>
              <a:defRPr/>
            </a:pPr>
            <a:r>
              <a:rPr kumimoji="0" lang="de-DE" sz="1300" b="0" i="0" u="none" strike="noStrike" kern="1200" cap="none" spc="0" normalizeH="0" baseline="0" noProof="0">
                <a:ln>
                  <a:noFill/>
                </a:ln>
                <a:solidFill>
                  <a:prstClr val="black"/>
                </a:solidFill>
                <a:effectLst/>
                <a:uLnTx/>
                <a:uFillTx/>
                <a:latin typeface="Calibri" panose="020F0502020204030204"/>
                <a:ea typeface="+mn-ea"/>
                <a:cs typeface="+mn-cs"/>
              </a:rPr>
              <a:t>&lt;Ausgangssituation des Kunden&gt;</a:t>
            </a:r>
          </a:p>
          <a:p>
            <a:pPr marL="285750" marR="0" lvl="0" indent="-285750" algn="l" defTabSz="914400" rtl="0" eaLnBrk="1" fontAlgn="auto" latinLnBrk="0" hangingPunct="1">
              <a:lnSpc>
                <a:spcPct val="100000"/>
              </a:lnSpc>
              <a:spcBef>
                <a:spcPts val="0"/>
              </a:spcBef>
              <a:spcAft>
                <a:spcPts val="0"/>
              </a:spcAft>
              <a:buClr>
                <a:srgbClr val="ED7D31"/>
              </a:buClr>
              <a:buSzTx/>
              <a:buFont typeface="Wingdings" panose="05000000000000000000" pitchFamily="2" charset="2"/>
              <a:buChar char="v"/>
              <a:tabLst/>
              <a:defRPr/>
            </a:pPr>
            <a:r>
              <a:rPr kumimoji="0" lang="de-DE" sz="1300" b="0" i="0" u="none" strike="noStrike" kern="1200" cap="none" spc="0" normalizeH="0" baseline="0" noProof="0">
                <a:ln>
                  <a:noFill/>
                </a:ln>
                <a:solidFill>
                  <a:prstClr val="black"/>
                </a:solidFill>
                <a:effectLst/>
                <a:uLnTx/>
                <a:uFillTx/>
                <a:latin typeface="Calibri" panose="020F0502020204030204"/>
                <a:ea typeface="+mn-ea"/>
                <a:cs typeface="+mn-cs"/>
              </a:rPr>
              <a:t>Für das Upgrade auf H4S4 müssen mehrere Vorprojekte durchgeführt werden</a:t>
            </a:r>
          </a:p>
          <a:p>
            <a:pPr marL="742950" marR="0" lvl="1" indent="-285750" algn="l" defTabSz="914400" rtl="0" eaLnBrk="1" fontAlgn="auto" latinLnBrk="0" hangingPunct="1">
              <a:lnSpc>
                <a:spcPct val="100000"/>
              </a:lnSpc>
              <a:spcBef>
                <a:spcPts val="0"/>
              </a:spcBef>
              <a:spcAft>
                <a:spcPts val="0"/>
              </a:spcAft>
              <a:buClr>
                <a:srgbClr val="ED7D31"/>
              </a:buClr>
              <a:buSzTx/>
              <a:buFont typeface="Calibri" panose="020F0502020204030204" pitchFamily="34" charset="0"/>
              <a:buChar char="›"/>
              <a:tabLst/>
              <a:defRPr/>
            </a:pPr>
            <a:r>
              <a:rPr kumimoji="0" lang="de-DE" sz="1300" b="0" i="0" u="none" strike="noStrike" kern="1200" cap="none" spc="0" normalizeH="0" baseline="0" noProof="0">
                <a:ln>
                  <a:noFill/>
                </a:ln>
                <a:solidFill>
                  <a:prstClr val="black"/>
                </a:solidFill>
                <a:effectLst/>
                <a:uLnTx/>
                <a:uFillTx/>
                <a:latin typeface="Calibri" panose="020F0502020204030204"/>
                <a:ea typeface="+mn-ea"/>
                <a:cs typeface="+mn-cs"/>
              </a:rPr>
              <a:t>Unicode Konvertierung</a:t>
            </a:r>
          </a:p>
          <a:p>
            <a:pPr marL="742950" marR="0" lvl="1" indent="-285750" algn="l" defTabSz="914400" rtl="0" eaLnBrk="1" fontAlgn="auto" latinLnBrk="0" hangingPunct="1">
              <a:lnSpc>
                <a:spcPct val="100000"/>
              </a:lnSpc>
              <a:spcBef>
                <a:spcPts val="0"/>
              </a:spcBef>
              <a:spcAft>
                <a:spcPts val="0"/>
              </a:spcAft>
              <a:buClr>
                <a:srgbClr val="ED7D31"/>
              </a:buClr>
              <a:buSzTx/>
              <a:buFont typeface="Calibri" panose="020F0502020204030204" pitchFamily="34" charset="0"/>
              <a:buChar char="›"/>
              <a:tabLst/>
              <a:defRPr/>
            </a:pPr>
            <a:r>
              <a:rPr kumimoji="0" lang="de-DE" sz="1300" b="0" i="0" u="none" strike="noStrike" kern="1200" cap="none" spc="0" normalizeH="0" baseline="0" noProof="0">
                <a:ln>
                  <a:noFill/>
                </a:ln>
                <a:solidFill>
                  <a:prstClr val="black"/>
                </a:solidFill>
                <a:effectLst/>
                <a:uLnTx/>
                <a:uFillTx/>
                <a:latin typeface="Calibri" panose="020F0502020204030204"/>
                <a:ea typeface="+mn-ea"/>
                <a:cs typeface="+mn-cs"/>
              </a:rPr>
              <a:t>EHP 8 Upgrade</a:t>
            </a:r>
          </a:p>
          <a:p>
            <a:pPr marL="742950" marR="0" lvl="1" indent="-285750" algn="l" defTabSz="914400" rtl="0" eaLnBrk="1" fontAlgn="auto" latinLnBrk="0" hangingPunct="1">
              <a:lnSpc>
                <a:spcPct val="100000"/>
              </a:lnSpc>
              <a:spcBef>
                <a:spcPts val="0"/>
              </a:spcBef>
              <a:spcAft>
                <a:spcPts val="0"/>
              </a:spcAft>
              <a:buClr>
                <a:srgbClr val="ED7D31"/>
              </a:buClr>
              <a:buSzTx/>
              <a:buFont typeface="Calibri" panose="020F0502020204030204" pitchFamily="34" charset="0"/>
              <a:buChar char="›"/>
              <a:tabLst/>
              <a:defRPr/>
            </a:pPr>
            <a:r>
              <a:rPr kumimoji="0" lang="de-DE" sz="1300" b="0" i="0" u="none" strike="noStrike" kern="1200" cap="none" spc="0" normalizeH="0" baseline="0" noProof="0" err="1">
                <a:ln>
                  <a:noFill/>
                </a:ln>
                <a:solidFill>
                  <a:prstClr val="black"/>
                </a:solidFill>
                <a:effectLst/>
                <a:uLnTx/>
                <a:uFillTx/>
                <a:latin typeface="Calibri" panose="020F0502020204030204"/>
                <a:ea typeface="+mn-ea"/>
                <a:cs typeface="+mn-cs"/>
              </a:rPr>
              <a:t>AddOn</a:t>
            </a:r>
            <a:r>
              <a:rPr kumimoji="0" lang="de-DE" sz="1300" b="0" i="0" u="none" strike="noStrike" kern="1200" cap="none" spc="0" normalizeH="0" baseline="0" noProof="0">
                <a:ln>
                  <a:noFill/>
                </a:ln>
                <a:solidFill>
                  <a:prstClr val="black"/>
                </a:solidFill>
                <a:effectLst/>
                <a:uLnTx/>
                <a:uFillTx/>
                <a:latin typeface="Calibri" panose="020F0502020204030204"/>
                <a:ea typeface="+mn-ea"/>
                <a:cs typeface="+mn-cs"/>
              </a:rPr>
              <a:t> und Schnittstellen Prüfung</a:t>
            </a:r>
          </a:p>
          <a:p>
            <a:pPr marL="742950" marR="0" lvl="1" indent="-285750" algn="l" defTabSz="914400" rtl="0" eaLnBrk="1" fontAlgn="auto" latinLnBrk="0" hangingPunct="1">
              <a:lnSpc>
                <a:spcPct val="100000"/>
              </a:lnSpc>
              <a:spcBef>
                <a:spcPts val="0"/>
              </a:spcBef>
              <a:spcAft>
                <a:spcPts val="0"/>
              </a:spcAft>
              <a:buClr>
                <a:srgbClr val="ED7D31"/>
              </a:buClr>
              <a:buSzTx/>
              <a:buFont typeface="Calibri" panose="020F0502020204030204" pitchFamily="34" charset="0"/>
              <a:buChar char="›"/>
              <a:tabLst/>
              <a:defRPr/>
            </a:pPr>
            <a:r>
              <a:rPr kumimoji="0" lang="de-DE" sz="1300" b="0" i="0" u="none" strike="noStrike" kern="1200" cap="none" spc="0" normalizeH="0" baseline="0" noProof="0">
                <a:ln>
                  <a:noFill/>
                </a:ln>
                <a:solidFill>
                  <a:prstClr val="black"/>
                </a:solidFill>
                <a:effectLst/>
                <a:uLnTx/>
                <a:uFillTx/>
                <a:latin typeface="Calibri" panose="020F0502020204030204"/>
                <a:ea typeface="+mn-ea"/>
                <a:cs typeface="+mn-cs"/>
              </a:rPr>
              <a:t>Archivierung von veralteten Daten</a:t>
            </a:r>
          </a:p>
          <a:p>
            <a:pPr marL="742950" marR="0" lvl="1" indent="-285750" algn="l" defTabSz="914400" rtl="0" eaLnBrk="1" fontAlgn="auto" latinLnBrk="0" hangingPunct="1">
              <a:lnSpc>
                <a:spcPct val="100000"/>
              </a:lnSpc>
              <a:spcBef>
                <a:spcPts val="0"/>
              </a:spcBef>
              <a:spcAft>
                <a:spcPts val="0"/>
              </a:spcAft>
              <a:buClr>
                <a:srgbClr val="ED7D31"/>
              </a:buClr>
              <a:buSzTx/>
              <a:buFont typeface="Calibri" panose="020F0502020204030204" pitchFamily="34" charset="0"/>
              <a:buChar char="›"/>
              <a:tabLst/>
              <a:defRPr/>
            </a:pPr>
            <a:r>
              <a:rPr lang="de-DE" sz="1300">
                <a:solidFill>
                  <a:prstClr val="black"/>
                </a:solidFill>
                <a:latin typeface="Calibri" panose="020F0502020204030204"/>
              </a:rPr>
              <a:t>Infrastruktur auf Linux &amp; </a:t>
            </a:r>
            <a:r>
              <a:rPr lang="de-DE" sz="1300" err="1">
                <a:solidFill>
                  <a:prstClr val="black"/>
                </a:solidFill>
                <a:latin typeface="Calibri" panose="020F0502020204030204"/>
              </a:rPr>
              <a:t>HanaDB</a:t>
            </a:r>
            <a:endParaRPr kumimoji="0" lang="de-DE" sz="1300" b="0" i="0" u="none" strike="noStrike" kern="1200" cap="none" spc="0" normalizeH="0" baseline="0" noProof="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ED7D31"/>
              </a:buClr>
              <a:buSzTx/>
              <a:buFont typeface="Wingdings" panose="05000000000000000000" pitchFamily="2" charset="2"/>
              <a:buChar char="v"/>
              <a:tabLst/>
              <a:defRPr/>
            </a:pPr>
            <a:r>
              <a:rPr kumimoji="0" lang="de-DE" sz="1300" b="0" i="0" u="none" strike="noStrike" kern="1200" cap="none" spc="0" normalizeH="0" baseline="0" noProof="0">
                <a:ln>
                  <a:noFill/>
                </a:ln>
                <a:solidFill>
                  <a:prstClr val="black"/>
                </a:solidFill>
                <a:effectLst/>
                <a:uLnTx/>
                <a:uFillTx/>
                <a:latin typeface="Calibri" panose="020F0502020204030204"/>
                <a:ea typeface="+mn-ea"/>
                <a:cs typeface="+mn-cs"/>
              </a:rPr>
              <a:t>Die Umstellung soll aufgrund bereits bezogener Lizenzen bis zum Ende Q1/2024 erfolgt sein. </a:t>
            </a:r>
          </a:p>
          <a:p>
            <a:pPr marL="285750" marR="0" lvl="0" indent="-285750" algn="l" defTabSz="914400" rtl="0" eaLnBrk="1" fontAlgn="auto" latinLnBrk="0" hangingPunct="1">
              <a:lnSpc>
                <a:spcPct val="100000"/>
              </a:lnSpc>
              <a:spcBef>
                <a:spcPts val="0"/>
              </a:spcBef>
              <a:spcAft>
                <a:spcPts val="0"/>
              </a:spcAft>
              <a:buClr>
                <a:srgbClr val="ED7D31"/>
              </a:buClr>
              <a:buSzTx/>
              <a:buFont typeface="Wingdings" panose="05000000000000000000" pitchFamily="2" charset="2"/>
              <a:buChar char="v"/>
              <a:tabLst/>
              <a:defRPr/>
            </a:pPr>
            <a:r>
              <a:rPr lang="de-DE" sz="1300">
                <a:solidFill>
                  <a:prstClr val="black"/>
                </a:solidFill>
                <a:latin typeface="Calibri" panose="020F0502020204030204"/>
              </a:rPr>
              <a:t>Zusammen mit mindsquare wurde für das Upgrade eine </a:t>
            </a:r>
            <a:r>
              <a:rPr kumimoji="0" lang="de-DE" sz="1300" b="0" i="0" u="none" strike="noStrike" kern="1200" cap="none" spc="0" normalizeH="0" baseline="0" noProof="0">
                <a:ln>
                  <a:noFill/>
                </a:ln>
                <a:solidFill>
                  <a:prstClr val="black"/>
                </a:solidFill>
                <a:effectLst/>
                <a:uLnTx/>
                <a:uFillTx/>
                <a:latin typeface="Calibri" panose="020F0502020204030204"/>
                <a:ea typeface="+mn-ea"/>
                <a:cs typeface="+mn-cs"/>
              </a:rPr>
              <a:t>Roadmap entwickelt</a:t>
            </a:r>
            <a:endParaRPr kumimoji="0" lang="de-DE" sz="1300" b="0" i="0" u="none" strike="noStrike" kern="1200" cap="none" spc="0" normalizeH="0" baseline="0" noProof="0">
              <a:ln>
                <a:noFill/>
              </a:ln>
              <a:solidFill>
                <a:srgbClr val="E7E6E6">
                  <a:lumMod val="25000"/>
                </a:srgbClr>
              </a:solidFill>
              <a:effectLst/>
              <a:uLnTx/>
              <a:uFillTx/>
              <a:latin typeface="Calibri" panose="020F0502020204030204" pitchFamily="34" charset="0"/>
              <a:ea typeface="+mn-ea"/>
              <a:cs typeface="+mn-cs"/>
            </a:endParaRPr>
          </a:p>
        </p:txBody>
      </p:sp>
      <p:cxnSp>
        <p:nvCxnSpPr>
          <p:cNvPr id="14" name="Gerader Verbinder 18">
            <a:extLst>
              <a:ext uri="{FF2B5EF4-FFF2-40B4-BE49-F238E27FC236}">
                <a16:creationId xmlns:a16="http://schemas.microsoft.com/office/drawing/2014/main" id="{8485C7EF-6693-AAA2-840A-AE876F2D9666}"/>
              </a:ext>
            </a:extLst>
          </p:cNvPr>
          <p:cNvCxnSpPr>
            <a:cxnSpLocks/>
          </p:cNvCxnSpPr>
          <p:nvPr/>
        </p:nvCxnSpPr>
        <p:spPr>
          <a:xfrm flipV="1">
            <a:off x="3738630" y="1040129"/>
            <a:ext cx="0" cy="552604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5" name="Gruppieren 14">
            <a:extLst>
              <a:ext uri="{FF2B5EF4-FFF2-40B4-BE49-F238E27FC236}">
                <a16:creationId xmlns:a16="http://schemas.microsoft.com/office/drawing/2014/main" id="{68648E4A-19F2-6C74-44D7-7E6A2B2CCA4E}"/>
              </a:ext>
            </a:extLst>
          </p:cNvPr>
          <p:cNvGrpSpPr/>
          <p:nvPr/>
        </p:nvGrpSpPr>
        <p:grpSpPr>
          <a:xfrm>
            <a:off x="3498141" y="3240787"/>
            <a:ext cx="475200" cy="851089"/>
            <a:chOff x="4341682" y="6006911"/>
            <a:chExt cx="475200" cy="851089"/>
          </a:xfrm>
          <a:solidFill>
            <a:schemeClr val="bg2">
              <a:lumMod val="90000"/>
            </a:schemeClr>
          </a:solidFill>
        </p:grpSpPr>
        <p:sp>
          <p:nvSpPr>
            <p:cNvPr id="16" name="Rechteck 15">
              <a:extLst>
                <a:ext uri="{FF2B5EF4-FFF2-40B4-BE49-F238E27FC236}">
                  <a16:creationId xmlns:a16="http://schemas.microsoft.com/office/drawing/2014/main" id="{1F138E61-7274-AE40-843C-02EC26634137}"/>
                </a:ext>
              </a:extLst>
            </p:cNvPr>
            <p:cNvSpPr/>
            <p:nvPr/>
          </p:nvSpPr>
          <p:spPr>
            <a:xfrm>
              <a:off x="4456190" y="6006911"/>
              <a:ext cx="246185" cy="8510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7" name="Gruppieren 16">
              <a:extLst>
                <a:ext uri="{FF2B5EF4-FFF2-40B4-BE49-F238E27FC236}">
                  <a16:creationId xmlns:a16="http://schemas.microsoft.com/office/drawing/2014/main" id="{54FED489-F312-6DDF-2B53-6AB0F46E028C}"/>
                </a:ext>
              </a:extLst>
            </p:cNvPr>
            <p:cNvGrpSpPr/>
            <p:nvPr/>
          </p:nvGrpSpPr>
          <p:grpSpPr>
            <a:xfrm>
              <a:off x="4341682" y="6194111"/>
              <a:ext cx="475200" cy="476688"/>
              <a:chOff x="5499621" y="3542862"/>
              <a:chExt cx="496072" cy="485192"/>
            </a:xfrm>
            <a:grpFill/>
          </p:grpSpPr>
          <p:sp>
            <p:nvSpPr>
              <p:cNvPr id="18" name="Ellipse 28">
                <a:extLst>
                  <a:ext uri="{FF2B5EF4-FFF2-40B4-BE49-F238E27FC236}">
                    <a16:creationId xmlns:a16="http://schemas.microsoft.com/office/drawing/2014/main" id="{546E2846-51A7-3FF0-ED04-4C8816628CEC}"/>
                  </a:ext>
                </a:extLst>
              </p:cNvPr>
              <p:cNvSpPr/>
              <p:nvPr/>
            </p:nvSpPr>
            <p:spPr>
              <a:xfrm>
                <a:off x="5499621" y="3542862"/>
                <a:ext cx="496072" cy="48519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Pfeil: Chevron 29">
                <a:extLst>
                  <a:ext uri="{FF2B5EF4-FFF2-40B4-BE49-F238E27FC236}">
                    <a16:creationId xmlns:a16="http://schemas.microsoft.com/office/drawing/2014/main" id="{025F247C-5DDB-87EF-B87F-0F68DA29F3D1}"/>
                  </a:ext>
                </a:extLst>
              </p:cNvPr>
              <p:cNvSpPr/>
              <p:nvPr/>
            </p:nvSpPr>
            <p:spPr>
              <a:xfrm>
                <a:off x="5668346" y="3664939"/>
                <a:ext cx="158621" cy="241037"/>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pic>
        <p:nvPicPr>
          <p:cNvPr id="23" name="Grafik 22" descr="Schere mit einfarbiger Füllung">
            <a:extLst>
              <a:ext uri="{FF2B5EF4-FFF2-40B4-BE49-F238E27FC236}">
                <a16:creationId xmlns:a16="http://schemas.microsoft.com/office/drawing/2014/main" id="{98058708-30E2-5706-49C3-6434458009F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flipH="1" flipV="1">
            <a:off x="3808938" y="1671257"/>
            <a:ext cx="593917" cy="593917"/>
          </a:xfrm>
          <a:prstGeom prst="rect">
            <a:avLst/>
          </a:prstGeom>
        </p:spPr>
      </p:pic>
      <p:sp>
        <p:nvSpPr>
          <p:cNvPr id="53" name="Grafik 28" descr="Sparschwein mit einfarbiger Füllung">
            <a:extLst>
              <a:ext uri="{FF2B5EF4-FFF2-40B4-BE49-F238E27FC236}">
                <a16:creationId xmlns:a16="http://schemas.microsoft.com/office/drawing/2014/main" id="{8DD4105A-CB16-0A59-4EDB-A6CF2AE2B4A7}"/>
              </a:ext>
            </a:extLst>
          </p:cNvPr>
          <p:cNvSpPr/>
          <p:nvPr/>
        </p:nvSpPr>
        <p:spPr>
          <a:xfrm>
            <a:off x="3845738" y="4285120"/>
            <a:ext cx="479875" cy="325341"/>
          </a:xfrm>
          <a:custGeom>
            <a:avLst/>
            <a:gdLst>
              <a:gd name="connsiteX0" fmla="*/ 723900 w 809715"/>
              <a:gd name="connsiteY0" fmla="*/ 305813 h 602993"/>
              <a:gd name="connsiteX1" fmla="*/ 712470 w 809715"/>
              <a:gd name="connsiteY1" fmla="*/ 300098 h 602993"/>
              <a:gd name="connsiteX2" fmla="*/ 704850 w 809715"/>
              <a:gd name="connsiteY2" fmla="*/ 278191 h 602993"/>
              <a:gd name="connsiteX3" fmla="*/ 721043 w 809715"/>
              <a:gd name="connsiteY3" fmla="*/ 250568 h 602993"/>
              <a:gd name="connsiteX4" fmla="*/ 721995 w 809715"/>
              <a:gd name="connsiteY4" fmla="*/ 249616 h 602993"/>
              <a:gd name="connsiteX5" fmla="*/ 742950 w 809715"/>
              <a:gd name="connsiteY5" fmla="*/ 277238 h 602993"/>
              <a:gd name="connsiteX6" fmla="*/ 723900 w 809715"/>
              <a:gd name="connsiteY6" fmla="*/ 305813 h 602993"/>
              <a:gd name="connsiteX7" fmla="*/ 464820 w 809715"/>
              <a:gd name="connsiteY7" fmla="*/ 118171 h 602993"/>
              <a:gd name="connsiteX8" fmla="*/ 447675 w 809715"/>
              <a:gd name="connsiteY8" fmla="*/ 129601 h 602993"/>
              <a:gd name="connsiteX9" fmla="*/ 440055 w 809715"/>
              <a:gd name="connsiteY9" fmla="*/ 127696 h 602993"/>
              <a:gd name="connsiteX10" fmla="*/ 344805 w 809715"/>
              <a:gd name="connsiteY10" fmla="*/ 105788 h 602993"/>
              <a:gd name="connsiteX11" fmla="*/ 290513 w 809715"/>
              <a:gd name="connsiteY11" fmla="*/ 113408 h 602993"/>
              <a:gd name="connsiteX12" fmla="*/ 266700 w 809715"/>
              <a:gd name="connsiteY12" fmla="*/ 100073 h 602993"/>
              <a:gd name="connsiteX13" fmla="*/ 280035 w 809715"/>
              <a:gd name="connsiteY13" fmla="*/ 76261 h 602993"/>
              <a:gd name="connsiteX14" fmla="*/ 343853 w 809715"/>
              <a:gd name="connsiteY14" fmla="*/ 67688 h 602993"/>
              <a:gd name="connsiteX15" fmla="*/ 454343 w 809715"/>
              <a:gd name="connsiteY15" fmla="*/ 92453 h 602993"/>
              <a:gd name="connsiteX16" fmla="*/ 464820 w 809715"/>
              <a:gd name="connsiteY16" fmla="*/ 118171 h 602993"/>
              <a:gd name="connsiteX17" fmla="*/ 793433 w 809715"/>
              <a:gd name="connsiteY17" fmla="*/ 191513 h 602993"/>
              <a:gd name="connsiteX18" fmla="*/ 716280 w 809715"/>
              <a:gd name="connsiteY18" fmla="*/ 207706 h 602993"/>
              <a:gd name="connsiteX19" fmla="*/ 630555 w 809715"/>
              <a:gd name="connsiteY19" fmla="*/ 213421 h 602993"/>
              <a:gd name="connsiteX20" fmla="*/ 342900 w 809715"/>
              <a:gd name="connsiteY20" fmla="*/ 29588 h 602993"/>
              <a:gd name="connsiteX21" fmla="*/ 223838 w 809715"/>
              <a:gd name="connsiteY21" fmla="*/ 56258 h 602993"/>
              <a:gd name="connsiteX22" fmla="*/ 106680 w 809715"/>
              <a:gd name="connsiteY22" fmla="*/ 1013 h 602993"/>
              <a:gd name="connsiteX23" fmla="*/ 93345 w 809715"/>
              <a:gd name="connsiteY23" fmla="*/ 12443 h 602993"/>
              <a:gd name="connsiteX24" fmla="*/ 131445 w 809715"/>
              <a:gd name="connsiteY24" fmla="*/ 120076 h 602993"/>
              <a:gd name="connsiteX25" fmla="*/ 76200 w 809715"/>
              <a:gd name="connsiteY25" fmla="*/ 201991 h 602993"/>
              <a:gd name="connsiteX26" fmla="*/ 62865 w 809715"/>
              <a:gd name="connsiteY26" fmla="*/ 213421 h 602993"/>
              <a:gd name="connsiteX27" fmla="*/ 28575 w 809715"/>
              <a:gd name="connsiteY27" fmla="*/ 221993 h 602993"/>
              <a:gd name="connsiteX28" fmla="*/ 0 w 809715"/>
              <a:gd name="connsiteY28" fmla="*/ 259141 h 602993"/>
              <a:gd name="connsiteX29" fmla="*/ 0 w 809715"/>
              <a:gd name="connsiteY29" fmla="*/ 333436 h 602993"/>
              <a:gd name="connsiteX30" fmla="*/ 28575 w 809715"/>
              <a:gd name="connsiteY30" fmla="*/ 370583 h 602993"/>
              <a:gd name="connsiteX31" fmla="*/ 63818 w 809715"/>
              <a:gd name="connsiteY31" fmla="*/ 379156 h 602993"/>
              <a:gd name="connsiteX32" fmla="*/ 77153 w 809715"/>
              <a:gd name="connsiteY32" fmla="*/ 390586 h 602993"/>
              <a:gd name="connsiteX33" fmla="*/ 148590 w 809715"/>
              <a:gd name="connsiteY33" fmla="*/ 488693 h 602993"/>
              <a:gd name="connsiteX34" fmla="*/ 155258 w 809715"/>
              <a:gd name="connsiteY34" fmla="*/ 500123 h 602993"/>
              <a:gd name="connsiteX35" fmla="*/ 169545 w 809715"/>
              <a:gd name="connsiteY35" fmla="*/ 586801 h 602993"/>
              <a:gd name="connsiteX36" fmla="*/ 188595 w 809715"/>
              <a:gd name="connsiteY36" fmla="*/ 602993 h 602993"/>
              <a:gd name="connsiteX37" fmla="*/ 251460 w 809715"/>
              <a:gd name="connsiteY37" fmla="*/ 602993 h 602993"/>
              <a:gd name="connsiteX38" fmla="*/ 270510 w 809715"/>
              <a:gd name="connsiteY38" fmla="*/ 586801 h 602993"/>
              <a:gd name="connsiteX39" fmla="*/ 275273 w 809715"/>
              <a:gd name="connsiteY39" fmla="*/ 556321 h 602993"/>
              <a:gd name="connsiteX40" fmla="*/ 343853 w 809715"/>
              <a:gd name="connsiteY40" fmla="*/ 564893 h 602993"/>
              <a:gd name="connsiteX41" fmla="*/ 421005 w 809715"/>
              <a:gd name="connsiteY41" fmla="*/ 554416 h 602993"/>
              <a:gd name="connsiteX42" fmla="*/ 426720 w 809715"/>
              <a:gd name="connsiteY42" fmla="*/ 586801 h 602993"/>
              <a:gd name="connsiteX43" fmla="*/ 445770 w 809715"/>
              <a:gd name="connsiteY43" fmla="*/ 602993 h 602993"/>
              <a:gd name="connsiteX44" fmla="*/ 508635 w 809715"/>
              <a:gd name="connsiteY44" fmla="*/ 602993 h 602993"/>
              <a:gd name="connsiteX45" fmla="*/ 527685 w 809715"/>
              <a:gd name="connsiteY45" fmla="*/ 586801 h 602993"/>
              <a:gd name="connsiteX46" fmla="*/ 541973 w 809715"/>
              <a:gd name="connsiteY46" fmla="*/ 500123 h 602993"/>
              <a:gd name="connsiteX47" fmla="*/ 548640 w 809715"/>
              <a:gd name="connsiteY47" fmla="*/ 488693 h 602993"/>
              <a:gd name="connsiteX48" fmla="*/ 647700 w 809715"/>
              <a:gd name="connsiteY48" fmla="*/ 296288 h 602993"/>
              <a:gd name="connsiteX49" fmla="*/ 641985 w 809715"/>
              <a:gd name="connsiteY49" fmla="*/ 249616 h 602993"/>
              <a:gd name="connsiteX50" fmla="*/ 677228 w 809715"/>
              <a:gd name="connsiteY50" fmla="*/ 242948 h 602993"/>
              <a:gd name="connsiteX51" fmla="*/ 666750 w 809715"/>
              <a:gd name="connsiteY51" fmla="*/ 277238 h 602993"/>
              <a:gd name="connsiteX52" fmla="*/ 685800 w 809715"/>
              <a:gd name="connsiteY52" fmla="*/ 327721 h 602993"/>
              <a:gd name="connsiteX53" fmla="*/ 723900 w 809715"/>
              <a:gd name="connsiteY53" fmla="*/ 344866 h 602993"/>
              <a:gd name="connsiteX54" fmla="*/ 781050 w 809715"/>
              <a:gd name="connsiteY54" fmla="*/ 278191 h 602993"/>
              <a:gd name="connsiteX55" fmla="*/ 761048 w 809715"/>
              <a:gd name="connsiteY55" fmla="*/ 231518 h 602993"/>
              <a:gd name="connsiteX56" fmla="*/ 787718 w 809715"/>
              <a:gd name="connsiteY56" fmla="*/ 229613 h 602993"/>
              <a:gd name="connsiteX57" fmla="*/ 809625 w 809715"/>
              <a:gd name="connsiteY57" fmla="*/ 213421 h 602993"/>
              <a:gd name="connsiteX58" fmla="*/ 793433 w 809715"/>
              <a:gd name="connsiteY58" fmla="*/ 191513 h 602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809715" h="602993">
                <a:moveTo>
                  <a:pt x="723900" y="305813"/>
                </a:moveTo>
                <a:cubicBezTo>
                  <a:pt x="719138" y="305813"/>
                  <a:pt x="715328" y="302956"/>
                  <a:pt x="712470" y="300098"/>
                </a:cubicBezTo>
                <a:cubicBezTo>
                  <a:pt x="707708" y="295336"/>
                  <a:pt x="704850" y="286763"/>
                  <a:pt x="704850" y="278191"/>
                </a:cubicBezTo>
                <a:cubicBezTo>
                  <a:pt x="704850" y="265808"/>
                  <a:pt x="713423" y="256283"/>
                  <a:pt x="721043" y="250568"/>
                </a:cubicBezTo>
                <a:lnTo>
                  <a:pt x="721995" y="249616"/>
                </a:lnTo>
                <a:cubicBezTo>
                  <a:pt x="740093" y="259141"/>
                  <a:pt x="742950" y="268666"/>
                  <a:pt x="742950" y="277238"/>
                </a:cubicBezTo>
                <a:cubicBezTo>
                  <a:pt x="742950" y="292478"/>
                  <a:pt x="734378" y="305813"/>
                  <a:pt x="723900" y="305813"/>
                </a:cubicBezTo>
                <a:close/>
                <a:moveTo>
                  <a:pt x="464820" y="118171"/>
                </a:moveTo>
                <a:cubicBezTo>
                  <a:pt x="461963" y="124838"/>
                  <a:pt x="454343" y="129601"/>
                  <a:pt x="447675" y="129601"/>
                </a:cubicBezTo>
                <a:cubicBezTo>
                  <a:pt x="444818" y="129601"/>
                  <a:pt x="441960" y="128648"/>
                  <a:pt x="440055" y="127696"/>
                </a:cubicBezTo>
                <a:cubicBezTo>
                  <a:pt x="409575" y="113408"/>
                  <a:pt x="376238" y="105788"/>
                  <a:pt x="344805" y="105788"/>
                </a:cubicBezTo>
                <a:cubicBezTo>
                  <a:pt x="326708" y="105788"/>
                  <a:pt x="308610" y="108646"/>
                  <a:pt x="290513" y="113408"/>
                </a:cubicBezTo>
                <a:cubicBezTo>
                  <a:pt x="280035" y="116266"/>
                  <a:pt x="269558" y="110551"/>
                  <a:pt x="266700" y="100073"/>
                </a:cubicBezTo>
                <a:cubicBezTo>
                  <a:pt x="263843" y="89596"/>
                  <a:pt x="269558" y="79118"/>
                  <a:pt x="280035" y="76261"/>
                </a:cubicBezTo>
                <a:cubicBezTo>
                  <a:pt x="300990" y="70546"/>
                  <a:pt x="322898" y="67688"/>
                  <a:pt x="343853" y="67688"/>
                </a:cubicBezTo>
                <a:cubicBezTo>
                  <a:pt x="380048" y="67688"/>
                  <a:pt x="419100" y="76261"/>
                  <a:pt x="454343" y="92453"/>
                </a:cubicBezTo>
                <a:cubicBezTo>
                  <a:pt x="464820" y="97216"/>
                  <a:pt x="469583" y="108646"/>
                  <a:pt x="464820" y="118171"/>
                </a:cubicBezTo>
                <a:close/>
                <a:moveTo>
                  <a:pt x="793433" y="191513"/>
                </a:moveTo>
                <a:cubicBezTo>
                  <a:pt x="769620" y="187703"/>
                  <a:pt x="740093" y="194371"/>
                  <a:pt x="716280" y="207706"/>
                </a:cubicBezTo>
                <a:cubicBezTo>
                  <a:pt x="694373" y="202943"/>
                  <a:pt x="661035" y="202943"/>
                  <a:pt x="630555" y="213421"/>
                </a:cubicBezTo>
                <a:cubicBezTo>
                  <a:pt x="585788" y="106741"/>
                  <a:pt x="461010" y="29588"/>
                  <a:pt x="342900" y="29588"/>
                </a:cubicBezTo>
                <a:cubicBezTo>
                  <a:pt x="301943" y="29588"/>
                  <a:pt x="260985" y="39113"/>
                  <a:pt x="223838" y="56258"/>
                </a:cubicBezTo>
                <a:lnTo>
                  <a:pt x="106680" y="1013"/>
                </a:lnTo>
                <a:cubicBezTo>
                  <a:pt x="99060" y="-2797"/>
                  <a:pt x="90488" y="4823"/>
                  <a:pt x="93345" y="12443"/>
                </a:cubicBezTo>
                <a:lnTo>
                  <a:pt x="131445" y="120076"/>
                </a:lnTo>
                <a:cubicBezTo>
                  <a:pt x="108585" y="143888"/>
                  <a:pt x="89535" y="171511"/>
                  <a:pt x="76200" y="201991"/>
                </a:cubicBezTo>
                <a:cubicBezTo>
                  <a:pt x="74295" y="207706"/>
                  <a:pt x="69533" y="211516"/>
                  <a:pt x="62865" y="213421"/>
                </a:cubicBezTo>
                <a:lnTo>
                  <a:pt x="28575" y="221993"/>
                </a:lnTo>
                <a:cubicBezTo>
                  <a:pt x="11430" y="225803"/>
                  <a:pt x="0" y="241043"/>
                  <a:pt x="0" y="259141"/>
                </a:cubicBezTo>
                <a:lnTo>
                  <a:pt x="0" y="333436"/>
                </a:lnTo>
                <a:cubicBezTo>
                  <a:pt x="0" y="350581"/>
                  <a:pt x="11430" y="365821"/>
                  <a:pt x="28575" y="370583"/>
                </a:cubicBezTo>
                <a:lnTo>
                  <a:pt x="63818" y="379156"/>
                </a:lnTo>
                <a:cubicBezTo>
                  <a:pt x="69533" y="381061"/>
                  <a:pt x="74295" y="384871"/>
                  <a:pt x="77153" y="390586"/>
                </a:cubicBezTo>
                <a:cubicBezTo>
                  <a:pt x="93345" y="427733"/>
                  <a:pt x="118110" y="461071"/>
                  <a:pt x="148590" y="488693"/>
                </a:cubicBezTo>
                <a:cubicBezTo>
                  <a:pt x="151448" y="491551"/>
                  <a:pt x="154305" y="495361"/>
                  <a:pt x="155258" y="500123"/>
                </a:cubicBezTo>
                <a:lnTo>
                  <a:pt x="169545" y="586801"/>
                </a:lnTo>
                <a:cubicBezTo>
                  <a:pt x="171450" y="596326"/>
                  <a:pt x="179070" y="602993"/>
                  <a:pt x="188595" y="602993"/>
                </a:cubicBezTo>
                <a:lnTo>
                  <a:pt x="251460" y="602993"/>
                </a:lnTo>
                <a:cubicBezTo>
                  <a:pt x="260985" y="602993"/>
                  <a:pt x="268605" y="596326"/>
                  <a:pt x="270510" y="586801"/>
                </a:cubicBezTo>
                <a:lnTo>
                  <a:pt x="275273" y="556321"/>
                </a:lnTo>
                <a:cubicBezTo>
                  <a:pt x="297180" y="562036"/>
                  <a:pt x="320040" y="564893"/>
                  <a:pt x="343853" y="564893"/>
                </a:cubicBezTo>
                <a:cubicBezTo>
                  <a:pt x="369570" y="564893"/>
                  <a:pt x="396240" y="561083"/>
                  <a:pt x="421005" y="554416"/>
                </a:cubicBezTo>
                <a:lnTo>
                  <a:pt x="426720" y="586801"/>
                </a:lnTo>
                <a:cubicBezTo>
                  <a:pt x="428625" y="596326"/>
                  <a:pt x="436245" y="602993"/>
                  <a:pt x="445770" y="602993"/>
                </a:cubicBezTo>
                <a:lnTo>
                  <a:pt x="508635" y="602993"/>
                </a:lnTo>
                <a:cubicBezTo>
                  <a:pt x="518160" y="602993"/>
                  <a:pt x="525780" y="596326"/>
                  <a:pt x="527685" y="586801"/>
                </a:cubicBezTo>
                <a:lnTo>
                  <a:pt x="541973" y="500123"/>
                </a:lnTo>
                <a:cubicBezTo>
                  <a:pt x="542925" y="495361"/>
                  <a:pt x="544830" y="491551"/>
                  <a:pt x="548640" y="488693"/>
                </a:cubicBezTo>
                <a:cubicBezTo>
                  <a:pt x="606743" y="438211"/>
                  <a:pt x="647700" y="371536"/>
                  <a:pt x="647700" y="296288"/>
                </a:cubicBezTo>
                <a:cubicBezTo>
                  <a:pt x="647700" y="280096"/>
                  <a:pt x="645795" y="264856"/>
                  <a:pt x="641985" y="249616"/>
                </a:cubicBezTo>
                <a:cubicBezTo>
                  <a:pt x="653415" y="245806"/>
                  <a:pt x="665798" y="242948"/>
                  <a:pt x="677228" y="242948"/>
                </a:cubicBezTo>
                <a:cubicBezTo>
                  <a:pt x="670560" y="253426"/>
                  <a:pt x="666750" y="264856"/>
                  <a:pt x="666750" y="277238"/>
                </a:cubicBezTo>
                <a:cubicBezTo>
                  <a:pt x="665798" y="296288"/>
                  <a:pt x="673418" y="314386"/>
                  <a:pt x="685800" y="327721"/>
                </a:cubicBezTo>
                <a:cubicBezTo>
                  <a:pt x="696278" y="338198"/>
                  <a:pt x="709613" y="344866"/>
                  <a:pt x="723900" y="344866"/>
                </a:cubicBezTo>
                <a:cubicBezTo>
                  <a:pt x="755333" y="344866"/>
                  <a:pt x="781050" y="315338"/>
                  <a:pt x="781050" y="278191"/>
                </a:cubicBezTo>
                <a:cubicBezTo>
                  <a:pt x="781050" y="260093"/>
                  <a:pt x="774383" y="243901"/>
                  <a:pt x="761048" y="231518"/>
                </a:cubicBezTo>
                <a:cubicBezTo>
                  <a:pt x="770573" y="229613"/>
                  <a:pt x="779145" y="228661"/>
                  <a:pt x="787718" y="229613"/>
                </a:cubicBezTo>
                <a:cubicBezTo>
                  <a:pt x="798195" y="231518"/>
                  <a:pt x="807720" y="223898"/>
                  <a:pt x="809625" y="213421"/>
                </a:cubicBezTo>
                <a:cubicBezTo>
                  <a:pt x="810578" y="202943"/>
                  <a:pt x="803910" y="193418"/>
                  <a:pt x="793433" y="191513"/>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41" name="Gruppieren 40">
            <a:extLst>
              <a:ext uri="{FF2B5EF4-FFF2-40B4-BE49-F238E27FC236}">
                <a16:creationId xmlns:a16="http://schemas.microsoft.com/office/drawing/2014/main" id="{6600BDAF-B96F-BC90-451A-654FFE6DE3C0}"/>
              </a:ext>
            </a:extLst>
          </p:cNvPr>
          <p:cNvGrpSpPr/>
          <p:nvPr/>
        </p:nvGrpSpPr>
        <p:grpSpPr>
          <a:xfrm>
            <a:off x="3894525" y="996042"/>
            <a:ext cx="412810" cy="510034"/>
            <a:chOff x="4631093" y="-705987"/>
            <a:chExt cx="533400" cy="763904"/>
          </a:xfrm>
        </p:grpSpPr>
        <p:sp>
          <p:nvSpPr>
            <p:cNvPr id="39" name="Freihandform 38">
              <a:extLst>
                <a:ext uri="{FF2B5EF4-FFF2-40B4-BE49-F238E27FC236}">
                  <a16:creationId xmlns:a16="http://schemas.microsoft.com/office/drawing/2014/main" id="{75AF81C5-F4B6-5756-A257-6E3B015C53AA}"/>
                </a:ext>
              </a:extLst>
            </p:cNvPr>
            <p:cNvSpPr/>
            <p:nvPr/>
          </p:nvSpPr>
          <p:spPr>
            <a:xfrm>
              <a:off x="4631093" y="-704082"/>
              <a:ext cx="57150" cy="761999"/>
            </a:xfrm>
            <a:custGeom>
              <a:avLst/>
              <a:gdLst>
                <a:gd name="connsiteX0" fmla="*/ 28575 w 57150"/>
                <a:gd name="connsiteY0" fmla="*/ 0 h 761999"/>
                <a:gd name="connsiteX1" fmla="*/ 0 w 57150"/>
                <a:gd name="connsiteY1" fmla="*/ 28575 h 761999"/>
                <a:gd name="connsiteX2" fmla="*/ 0 w 57150"/>
                <a:gd name="connsiteY2" fmla="*/ 762000 h 761999"/>
                <a:gd name="connsiteX3" fmla="*/ 57150 w 57150"/>
                <a:gd name="connsiteY3" fmla="*/ 762000 h 761999"/>
                <a:gd name="connsiteX4" fmla="*/ 57150 w 57150"/>
                <a:gd name="connsiteY4" fmla="*/ 28575 h 761999"/>
                <a:gd name="connsiteX5" fmla="*/ 28575 w 57150"/>
                <a:gd name="connsiteY5" fmla="*/ 0 h 761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150" h="761999">
                  <a:moveTo>
                    <a:pt x="28575" y="0"/>
                  </a:moveTo>
                  <a:cubicBezTo>
                    <a:pt x="12382" y="0"/>
                    <a:pt x="0" y="12382"/>
                    <a:pt x="0" y="28575"/>
                  </a:cubicBezTo>
                  <a:lnTo>
                    <a:pt x="0" y="762000"/>
                  </a:lnTo>
                  <a:lnTo>
                    <a:pt x="57150" y="762000"/>
                  </a:lnTo>
                  <a:lnTo>
                    <a:pt x="57150" y="28575"/>
                  </a:lnTo>
                  <a:cubicBezTo>
                    <a:pt x="57150" y="12382"/>
                    <a:pt x="44768" y="0"/>
                    <a:pt x="28575" y="0"/>
                  </a:cubicBez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Freihandform 39">
              <a:extLst>
                <a:ext uri="{FF2B5EF4-FFF2-40B4-BE49-F238E27FC236}">
                  <a16:creationId xmlns:a16="http://schemas.microsoft.com/office/drawing/2014/main" id="{EA46EF24-0433-0853-055A-D2021924175E}"/>
                </a:ext>
              </a:extLst>
            </p:cNvPr>
            <p:cNvSpPr/>
            <p:nvPr/>
          </p:nvSpPr>
          <p:spPr>
            <a:xfrm>
              <a:off x="4726343" y="-705987"/>
              <a:ext cx="438150" cy="342900"/>
            </a:xfrm>
            <a:custGeom>
              <a:avLst/>
              <a:gdLst>
                <a:gd name="connsiteX0" fmla="*/ 120968 w 438150"/>
                <a:gd name="connsiteY0" fmla="*/ 0 h 342900"/>
                <a:gd name="connsiteX1" fmla="*/ 0 w 438150"/>
                <a:gd name="connsiteY1" fmla="*/ 27623 h 342900"/>
                <a:gd name="connsiteX2" fmla="*/ 0 w 438150"/>
                <a:gd name="connsiteY2" fmla="*/ 342900 h 342900"/>
                <a:gd name="connsiteX3" fmla="*/ 120968 w 438150"/>
                <a:gd name="connsiteY3" fmla="*/ 315278 h 342900"/>
                <a:gd name="connsiteX4" fmla="*/ 438150 w 438150"/>
                <a:gd name="connsiteY4" fmla="*/ 317183 h 342900"/>
                <a:gd name="connsiteX5" fmla="*/ 438150 w 438150"/>
                <a:gd name="connsiteY5" fmla="*/ 1905 h 342900"/>
                <a:gd name="connsiteX6" fmla="*/ 120968 w 438150"/>
                <a:gd name="connsiteY6" fmla="*/ 0 h 342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150" h="342900">
                  <a:moveTo>
                    <a:pt x="120968" y="0"/>
                  </a:moveTo>
                  <a:cubicBezTo>
                    <a:pt x="37148" y="0"/>
                    <a:pt x="0" y="27623"/>
                    <a:pt x="0" y="27623"/>
                  </a:cubicBezTo>
                  <a:lnTo>
                    <a:pt x="0" y="342900"/>
                  </a:lnTo>
                  <a:cubicBezTo>
                    <a:pt x="0" y="342900"/>
                    <a:pt x="36195" y="315278"/>
                    <a:pt x="120968" y="315278"/>
                  </a:cubicBezTo>
                  <a:cubicBezTo>
                    <a:pt x="221933" y="315278"/>
                    <a:pt x="320993" y="370523"/>
                    <a:pt x="438150" y="317183"/>
                  </a:cubicBezTo>
                  <a:lnTo>
                    <a:pt x="438150" y="1905"/>
                  </a:lnTo>
                  <a:cubicBezTo>
                    <a:pt x="290513" y="45720"/>
                    <a:pt x="221933" y="0"/>
                    <a:pt x="120968" y="0"/>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52" name="Gruppieren 51">
            <a:extLst>
              <a:ext uri="{FF2B5EF4-FFF2-40B4-BE49-F238E27FC236}">
                <a16:creationId xmlns:a16="http://schemas.microsoft.com/office/drawing/2014/main" id="{D5A5CD2B-1234-2B2D-ED7D-56138F1A3E87}"/>
              </a:ext>
            </a:extLst>
          </p:cNvPr>
          <p:cNvGrpSpPr/>
          <p:nvPr/>
        </p:nvGrpSpPr>
        <p:grpSpPr>
          <a:xfrm>
            <a:off x="3845738" y="5276934"/>
            <a:ext cx="593910" cy="813229"/>
            <a:chOff x="8423791" y="-1186662"/>
            <a:chExt cx="608044" cy="1014384"/>
          </a:xfrm>
        </p:grpSpPr>
        <p:sp>
          <p:nvSpPr>
            <p:cNvPr id="46" name="Freihandform 45">
              <a:extLst>
                <a:ext uri="{FF2B5EF4-FFF2-40B4-BE49-F238E27FC236}">
                  <a16:creationId xmlns:a16="http://schemas.microsoft.com/office/drawing/2014/main" id="{88DBF58E-A3AB-D4C7-8B02-3CB1DE2AD79D}"/>
                </a:ext>
              </a:extLst>
            </p:cNvPr>
            <p:cNvSpPr/>
            <p:nvPr/>
          </p:nvSpPr>
          <p:spPr>
            <a:xfrm>
              <a:off x="8423791" y="-906911"/>
              <a:ext cx="378539" cy="734633"/>
            </a:xfrm>
            <a:custGeom>
              <a:avLst/>
              <a:gdLst>
                <a:gd name="connsiteX0" fmla="*/ 313057 w 378539"/>
                <a:gd name="connsiteY0" fmla="*/ 454675 h 734633"/>
                <a:gd name="connsiteX1" fmla="*/ 313057 w 378539"/>
                <a:gd name="connsiteY1" fmla="*/ 249888 h 734633"/>
                <a:gd name="connsiteX2" fmla="*/ 377084 w 378539"/>
                <a:gd name="connsiteY2" fmla="*/ 26879 h 734633"/>
                <a:gd name="connsiteX3" fmla="*/ 346856 w 378539"/>
                <a:gd name="connsiteY3" fmla="*/ 52 h 734633"/>
                <a:gd name="connsiteX4" fmla="*/ 320029 w 378539"/>
                <a:gd name="connsiteY4" fmla="*/ 30279 h 734633"/>
                <a:gd name="connsiteX5" fmla="*/ 268004 w 378539"/>
                <a:gd name="connsiteY5" fmla="*/ 214445 h 734633"/>
                <a:gd name="connsiteX6" fmla="*/ 255621 w 378539"/>
                <a:gd name="connsiteY6" fmla="*/ 214445 h 734633"/>
                <a:gd name="connsiteX7" fmla="*/ 228294 w 378539"/>
                <a:gd name="connsiteY7" fmla="*/ 218826 h 734633"/>
                <a:gd name="connsiteX8" fmla="*/ 221493 w 378539"/>
                <a:gd name="connsiteY8" fmla="*/ 220893 h 734633"/>
                <a:gd name="connsiteX9" fmla="*/ 29088 w 378539"/>
                <a:gd name="connsiteY9" fmla="*/ 405812 h 734633"/>
                <a:gd name="connsiteX10" fmla="*/ 43161 w 378539"/>
                <a:gd name="connsiteY10" fmla="*/ 443697 h 734633"/>
                <a:gd name="connsiteX11" fmla="*/ 81047 w 378539"/>
                <a:gd name="connsiteY11" fmla="*/ 429624 h 734633"/>
                <a:gd name="connsiteX12" fmla="*/ 179516 w 378539"/>
                <a:gd name="connsiteY12" fmla="*/ 305971 h 734633"/>
                <a:gd name="connsiteX13" fmla="*/ 179516 w 378539"/>
                <a:gd name="connsiteY13" fmla="*/ 484450 h 734633"/>
                <a:gd name="connsiteX14" fmla="*/ 151418 w 378539"/>
                <a:gd name="connsiteY14" fmla="*/ 541334 h 734633"/>
                <a:gd name="connsiteX15" fmla="*/ 30222 w 378539"/>
                <a:gd name="connsiteY15" fmla="*/ 533399 h 734633"/>
                <a:gd name="connsiteX16" fmla="*/ 48 w 378539"/>
                <a:gd name="connsiteY16" fmla="*/ 560281 h 734633"/>
                <a:gd name="connsiteX17" fmla="*/ 26488 w 378539"/>
                <a:gd name="connsiteY17" fmla="*/ 590425 h 734633"/>
                <a:gd name="connsiteX18" fmla="*/ 166705 w 378539"/>
                <a:gd name="connsiteY18" fmla="*/ 599617 h 734633"/>
                <a:gd name="connsiteX19" fmla="*/ 168610 w 378539"/>
                <a:gd name="connsiteY19" fmla="*/ 599674 h 734633"/>
                <a:gd name="connsiteX20" fmla="*/ 194213 w 378539"/>
                <a:gd name="connsiteY20" fmla="*/ 583758 h 734633"/>
                <a:gd name="connsiteX21" fmla="*/ 250706 w 378539"/>
                <a:gd name="connsiteY21" fmla="*/ 469458 h 734633"/>
                <a:gd name="connsiteX22" fmla="*/ 320648 w 378539"/>
                <a:gd name="connsiteY22" fmla="*/ 552135 h 734633"/>
                <a:gd name="connsiteX23" fmla="*/ 309933 w 378539"/>
                <a:gd name="connsiteY23" fmla="*/ 704078 h 734633"/>
                <a:gd name="connsiteX24" fmla="*/ 336422 w 378539"/>
                <a:gd name="connsiteY24" fmla="*/ 734558 h 734633"/>
                <a:gd name="connsiteX25" fmla="*/ 338460 w 378539"/>
                <a:gd name="connsiteY25" fmla="*/ 734634 h 734633"/>
                <a:gd name="connsiteX26" fmla="*/ 366930 w 378539"/>
                <a:gd name="connsiteY26" fmla="*/ 708069 h 734633"/>
                <a:gd name="connsiteX27" fmla="*/ 378465 w 378539"/>
                <a:gd name="connsiteY27" fmla="*/ 544524 h 734633"/>
                <a:gd name="connsiteX28" fmla="*/ 371798 w 378539"/>
                <a:gd name="connsiteY28" fmla="*/ 524065 h 73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78539" h="734633">
                  <a:moveTo>
                    <a:pt x="313057" y="454675"/>
                  </a:moveTo>
                  <a:lnTo>
                    <a:pt x="313057" y="249888"/>
                  </a:lnTo>
                  <a:cubicBezTo>
                    <a:pt x="359743" y="185288"/>
                    <a:pt x="382390" y="106406"/>
                    <a:pt x="377084" y="26879"/>
                  </a:cubicBezTo>
                  <a:cubicBezTo>
                    <a:pt x="376145" y="11123"/>
                    <a:pt x="362612" y="-888"/>
                    <a:pt x="346856" y="52"/>
                  </a:cubicBezTo>
                  <a:cubicBezTo>
                    <a:pt x="331101" y="991"/>
                    <a:pt x="319090" y="14524"/>
                    <a:pt x="320029" y="30279"/>
                  </a:cubicBezTo>
                  <a:cubicBezTo>
                    <a:pt x="324647" y="95851"/>
                    <a:pt x="306248" y="160981"/>
                    <a:pt x="268004" y="214445"/>
                  </a:cubicBezTo>
                  <a:lnTo>
                    <a:pt x="255621" y="214445"/>
                  </a:lnTo>
                  <a:cubicBezTo>
                    <a:pt x="246363" y="214741"/>
                    <a:pt x="237181" y="216214"/>
                    <a:pt x="228294" y="218826"/>
                  </a:cubicBezTo>
                  <a:cubicBezTo>
                    <a:pt x="225570" y="219550"/>
                    <a:pt x="223874" y="220027"/>
                    <a:pt x="221493" y="220893"/>
                  </a:cubicBezTo>
                  <a:cubicBezTo>
                    <a:pt x="133320" y="252955"/>
                    <a:pt x="72189" y="311714"/>
                    <a:pt x="29088" y="405812"/>
                  </a:cubicBezTo>
                  <a:cubicBezTo>
                    <a:pt x="22512" y="420160"/>
                    <a:pt x="28813" y="437121"/>
                    <a:pt x="43161" y="443697"/>
                  </a:cubicBezTo>
                  <a:cubicBezTo>
                    <a:pt x="57510" y="450274"/>
                    <a:pt x="74471" y="443973"/>
                    <a:pt x="81047" y="429624"/>
                  </a:cubicBezTo>
                  <a:cubicBezTo>
                    <a:pt x="106126" y="374884"/>
                    <a:pt x="138130" y="334470"/>
                    <a:pt x="179516" y="305971"/>
                  </a:cubicBezTo>
                  <a:lnTo>
                    <a:pt x="179516" y="484450"/>
                  </a:lnTo>
                  <a:lnTo>
                    <a:pt x="151418" y="541334"/>
                  </a:lnTo>
                  <a:lnTo>
                    <a:pt x="30222" y="533399"/>
                  </a:lnTo>
                  <a:cubicBezTo>
                    <a:pt x="14466" y="532491"/>
                    <a:pt x="957" y="544525"/>
                    <a:pt x="48" y="560281"/>
                  </a:cubicBezTo>
                  <a:cubicBezTo>
                    <a:pt x="-851" y="575864"/>
                    <a:pt x="10921" y="589284"/>
                    <a:pt x="26488" y="590425"/>
                  </a:cubicBezTo>
                  <a:lnTo>
                    <a:pt x="166705" y="599617"/>
                  </a:lnTo>
                  <a:cubicBezTo>
                    <a:pt x="167343" y="599617"/>
                    <a:pt x="167963" y="599674"/>
                    <a:pt x="168610" y="599674"/>
                  </a:cubicBezTo>
                  <a:cubicBezTo>
                    <a:pt x="179476" y="599668"/>
                    <a:pt x="189400" y="593500"/>
                    <a:pt x="194213" y="583758"/>
                  </a:cubicBezTo>
                  <a:lnTo>
                    <a:pt x="250706" y="469458"/>
                  </a:lnTo>
                  <a:lnTo>
                    <a:pt x="320648" y="552135"/>
                  </a:lnTo>
                  <a:lnTo>
                    <a:pt x="309933" y="704078"/>
                  </a:lnTo>
                  <a:cubicBezTo>
                    <a:pt x="308842" y="719805"/>
                    <a:pt x="320696" y="733444"/>
                    <a:pt x="336422" y="734558"/>
                  </a:cubicBezTo>
                  <a:cubicBezTo>
                    <a:pt x="337098" y="734615"/>
                    <a:pt x="337784" y="734634"/>
                    <a:pt x="338460" y="734634"/>
                  </a:cubicBezTo>
                  <a:cubicBezTo>
                    <a:pt x="353449" y="734616"/>
                    <a:pt x="365876" y="723020"/>
                    <a:pt x="366930" y="708069"/>
                  </a:cubicBezTo>
                  <a:lnTo>
                    <a:pt x="378465" y="544524"/>
                  </a:lnTo>
                  <a:cubicBezTo>
                    <a:pt x="379002" y="537095"/>
                    <a:pt x="376610" y="529751"/>
                    <a:pt x="371798" y="524065"/>
                  </a:cubicBez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51" name="Gruppieren 50">
              <a:extLst>
                <a:ext uri="{FF2B5EF4-FFF2-40B4-BE49-F238E27FC236}">
                  <a16:creationId xmlns:a16="http://schemas.microsoft.com/office/drawing/2014/main" id="{7845F613-0AB4-046A-D872-2B503F91A1E7}"/>
                </a:ext>
              </a:extLst>
            </p:cNvPr>
            <p:cNvGrpSpPr/>
            <p:nvPr/>
          </p:nvGrpSpPr>
          <p:grpSpPr>
            <a:xfrm>
              <a:off x="8522025" y="-1186662"/>
              <a:ext cx="509810" cy="325340"/>
              <a:chOff x="8672290" y="-1021079"/>
              <a:chExt cx="202986" cy="117575"/>
            </a:xfrm>
          </p:grpSpPr>
          <p:sp>
            <p:nvSpPr>
              <p:cNvPr id="47" name="Freihandform 46">
                <a:extLst>
                  <a:ext uri="{FF2B5EF4-FFF2-40B4-BE49-F238E27FC236}">
                    <a16:creationId xmlns:a16="http://schemas.microsoft.com/office/drawing/2014/main" id="{4B9E6769-48D1-0DD8-533D-4B6D38E3C7DE}"/>
                  </a:ext>
                </a:extLst>
              </p:cNvPr>
              <p:cNvSpPr/>
              <p:nvPr/>
            </p:nvSpPr>
            <p:spPr>
              <a:xfrm>
                <a:off x="8729045" y="-1021079"/>
                <a:ext cx="87913" cy="86817"/>
              </a:xfrm>
              <a:custGeom>
                <a:avLst/>
                <a:gdLst>
                  <a:gd name="connsiteX0" fmla="*/ 82108 w 87913"/>
                  <a:gd name="connsiteY0" fmla="*/ 27975 h 86817"/>
                  <a:gd name="connsiteX1" fmla="*/ 61924 w 87913"/>
                  <a:gd name="connsiteY1" fmla="*/ 27975 h 86817"/>
                  <a:gd name="connsiteX2" fmla="*/ 56419 w 87913"/>
                  <a:gd name="connsiteY2" fmla="*/ 23984 h 86817"/>
                  <a:gd name="connsiteX3" fmla="*/ 49818 w 87913"/>
                  <a:gd name="connsiteY3" fmla="*/ 4362 h 86817"/>
                  <a:gd name="connsiteX4" fmla="*/ 43941 w 87913"/>
                  <a:gd name="connsiteY4" fmla="*/ 0 h 86817"/>
                  <a:gd name="connsiteX5" fmla="*/ 38074 w 87913"/>
                  <a:gd name="connsiteY5" fmla="*/ 3991 h 86817"/>
                  <a:gd name="connsiteX6" fmla="*/ 31463 w 87913"/>
                  <a:gd name="connsiteY6" fmla="*/ 23612 h 86817"/>
                  <a:gd name="connsiteX7" fmla="*/ 25967 w 87913"/>
                  <a:gd name="connsiteY7" fmla="*/ 27613 h 86817"/>
                  <a:gd name="connsiteX8" fmla="*/ 5784 w 87913"/>
                  <a:gd name="connsiteY8" fmla="*/ 27613 h 86817"/>
                  <a:gd name="connsiteX9" fmla="*/ 278 w 87913"/>
                  <a:gd name="connsiteY9" fmla="*/ 31613 h 86817"/>
                  <a:gd name="connsiteX10" fmla="*/ 2107 w 87913"/>
                  <a:gd name="connsiteY10" fmla="*/ 38148 h 86817"/>
                  <a:gd name="connsiteX11" fmla="*/ 9079 w 87913"/>
                  <a:gd name="connsiteY11" fmla="*/ 44329 h 86817"/>
                  <a:gd name="connsiteX12" fmla="*/ 17890 w 87913"/>
                  <a:gd name="connsiteY12" fmla="*/ 52321 h 86817"/>
                  <a:gd name="connsiteX13" fmla="*/ 19728 w 87913"/>
                  <a:gd name="connsiteY13" fmla="*/ 55178 h 86817"/>
                  <a:gd name="connsiteX14" fmla="*/ 19728 w 87913"/>
                  <a:gd name="connsiteY14" fmla="*/ 58445 h 86817"/>
                  <a:gd name="connsiteX15" fmla="*/ 13490 w 87913"/>
                  <a:gd name="connsiteY15" fmla="*/ 79162 h 86817"/>
                  <a:gd name="connsiteX16" fmla="*/ 15709 w 87913"/>
                  <a:gd name="connsiteY16" fmla="*/ 85725 h 86817"/>
                  <a:gd name="connsiteX17" fmla="*/ 22681 w 87913"/>
                  <a:gd name="connsiteY17" fmla="*/ 85725 h 86817"/>
                  <a:gd name="connsiteX18" fmla="*/ 40293 w 87913"/>
                  <a:gd name="connsiteY18" fmla="*/ 73343 h 86817"/>
                  <a:gd name="connsiteX19" fmla="*/ 47265 w 87913"/>
                  <a:gd name="connsiteY19" fmla="*/ 73343 h 86817"/>
                  <a:gd name="connsiteX20" fmla="*/ 64858 w 87913"/>
                  <a:gd name="connsiteY20" fmla="*/ 85725 h 86817"/>
                  <a:gd name="connsiteX21" fmla="*/ 71830 w 87913"/>
                  <a:gd name="connsiteY21" fmla="*/ 85725 h 86817"/>
                  <a:gd name="connsiteX22" fmla="*/ 74030 w 87913"/>
                  <a:gd name="connsiteY22" fmla="*/ 79191 h 86817"/>
                  <a:gd name="connsiteX23" fmla="*/ 67792 w 87913"/>
                  <a:gd name="connsiteY23" fmla="*/ 58474 h 86817"/>
                  <a:gd name="connsiteX24" fmla="*/ 69630 w 87913"/>
                  <a:gd name="connsiteY24" fmla="*/ 52302 h 86817"/>
                  <a:gd name="connsiteX25" fmla="*/ 85822 w 87913"/>
                  <a:gd name="connsiteY25" fmla="*/ 38491 h 86817"/>
                  <a:gd name="connsiteX26" fmla="*/ 87661 w 87913"/>
                  <a:gd name="connsiteY26" fmla="*/ 31956 h 86817"/>
                  <a:gd name="connsiteX27" fmla="*/ 82108 w 87913"/>
                  <a:gd name="connsiteY27" fmla="*/ 27975 h 86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87913" h="86817">
                    <a:moveTo>
                      <a:pt x="82108" y="27975"/>
                    </a:moveTo>
                    <a:lnTo>
                      <a:pt x="61924" y="27975"/>
                    </a:lnTo>
                    <a:cubicBezTo>
                      <a:pt x="59436" y="27924"/>
                      <a:pt x="57241" y="26333"/>
                      <a:pt x="56419" y="23984"/>
                    </a:cubicBezTo>
                    <a:lnTo>
                      <a:pt x="49818" y="4362"/>
                    </a:lnTo>
                    <a:cubicBezTo>
                      <a:pt x="48903" y="1867"/>
                      <a:pt x="46595" y="153"/>
                      <a:pt x="43941" y="0"/>
                    </a:cubicBezTo>
                    <a:cubicBezTo>
                      <a:pt x="41398" y="145"/>
                      <a:pt x="39142" y="1679"/>
                      <a:pt x="38074" y="3991"/>
                    </a:cubicBezTo>
                    <a:lnTo>
                      <a:pt x="31463" y="23612"/>
                    </a:lnTo>
                    <a:cubicBezTo>
                      <a:pt x="30772" y="26053"/>
                      <a:pt x="28502" y="27705"/>
                      <a:pt x="25967" y="27613"/>
                    </a:cubicBezTo>
                    <a:lnTo>
                      <a:pt x="5784" y="27613"/>
                    </a:lnTo>
                    <a:cubicBezTo>
                      <a:pt x="3245" y="27517"/>
                      <a:pt x="971" y="29170"/>
                      <a:pt x="278" y="31613"/>
                    </a:cubicBezTo>
                    <a:cubicBezTo>
                      <a:pt x="-446" y="33962"/>
                      <a:pt x="270" y="36516"/>
                      <a:pt x="2107" y="38148"/>
                    </a:cubicBezTo>
                    <a:lnTo>
                      <a:pt x="9079" y="44329"/>
                    </a:lnTo>
                    <a:lnTo>
                      <a:pt x="17890" y="52321"/>
                    </a:lnTo>
                    <a:cubicBezTo>
                      <a:pt x="18701" y="53130"/>
                      <a:pt x="19327" y="54105"/>
                      <a:pt x="19728" y="55178"/>
                    </a:cubicBezTo>
                    <a:cubicBezTo>
                      <a:pt x="20090" y="56237"/>
                      <a:pt x="20090" y="57387"/>
                      <a:pt x="19728" y="58445"/>
                    </a:cubicBezTo>
                    <a:lnTo>
                      <a:pt x="13490" y="79162"/>
                    </a:lnTo>
                    <a:cubicBezTo>
                      <a:pt x="12644" y="81600"/>
                      <a:pt x="13557" y="84301"/>
                      <a:pt x="15709" y="85725"/>
                    </a:cubicBezTo>
                    <a:cubicBezTo>
                      <a:pt x="17804" y="87182"/>
                      <a:pt x="20586" y="87182"/>
                      <a:pt x="22681" y="85725"/>
                    </a:cubicBezTo>
                    <a:lnTo>
                      <a:pt x="40293" y="73343"/>
                    </a:lnTo>
                    <a:cubicBezTo>
                      <a:pt x="42392" y="71896"/>
                      <a:pt x="45166" y="71896"/>
                      <a:pt x="47265" y="73343"/>
                    </a:cubicBezTo>
                    <a:lnTo>
                      <a:pt x="64858" y="85725"/>
                    </a:lnTo>
                    <a:cubicBezTo>
                      <a:pt x="66953" y="87182"/>
                      <a:pt x="69735" y="87182"/>
                      <a:pt x="71830" y="85725"/>
                    </a:cubicBezTo>
                    <a:cubicBezTo>
                      <a:pt x="73913" y="84263"/>
                      <a:pt x="74805" y="81616"/>
                      <a:pt x="74030" y="79191"/>
                    </a:cubicBezTo>
                    <a:lnTo>
                      <a:pt x="67792" y="58474"/>
                    </a:lnTo>
                    <a:cubicBezTo>
                      <a:pt x="67076" y="56234"/>
                      <a:pt x="67806" y="53785"/>
                      <a:pt x="69630" y="52302"/>
                    </a:cubicBezTo>
                    <a:lnTo>
                      <a:pt x="85822" y="38491"/>
                    </a:lnTo>
                    <a:cubicBezTo>
                      <a:pt x="87626" y="36839"/>
                      <a:pt x="88339" y="34307"/>
                      <a:pt x="87661" y="31956"/>
                    </a:cubicBezTo>
                    <a:cubicBezTo>
                      <a:pt x="86738" y="29665"/>
                      <a:pt x="84574" y="28114"/>
                      <a:pt x="82108" y="27975"/>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Freihandform 47">
                <a:extLst>
                  <a:ext uri="{FF2B5EF4-FFF2-40B4-BE49-F238E27FC236}">
                    <a16:creationId xmlns:a16="http://schemas.microsoft.com/office/drawing/2014/main" id="{7B8D6186-25A5-906E-736F-2D12CFE7E241}"/>
                  </a:ext>
                </a:extLst>
              </p:cNvPr>
              <p:cNvSpPr/>
              <p:nvPr/>
            </p:nvSpPr>
            <p:spPr>
              <a:xfrm>
                <a:off x="8835944" y="-961717"/>
                <a:ext cx="39332" cy="38593"/>
              </a:xfrm>
              <a:custGeom>
                <a:avLst/>
                <a:gdLst>
                  <a:gd name="connsiteX0" fmla="*/ 38073 w 39332"/>
                  <a:gd name="connsiteY0" fmla="*/ 19125 h 38593"/>
                  <a:gd name="connsiteX1" fmla="*/ 30453 w 39332"/>
                  <a:gd name="connsiteY1" fmla="*/ 14743 h 38593"/>
                  <a:gd name="connsiteX2" fmla="*/ 29272 w 39332"/>
                  <a:gd name="connsiteY2" fmla="*/ 12038 h 38593"/>
                  <a:gd name="connsiteX3" fmla="*/ 31177 w 39332"/>
                  <a:gd name="connsiteY3" fmla="*/ 3237 h 38593"/>
                  <a:gd name="connsiteX4" fmla="*/ 29939 w 39332"/>
                  <a:gd name="connsiteY4" fmla="*/ 322 h 38593"/>
                  <a:gd name="connsiteX5" fmla="*/ 26843 w 39332"/>
                  <a:gd name="connsiteY5" fmla="*/ 551 h 38593"/>
                  <a:gd name="connsiteX6" fmla="*/ 20014 w 39332"/>
                  <a:gd name="connsiteY6" fmla="*/ 6485 h 38593"/>
                  <a:gd name="connsiteX7" fmla="*/ 17061 w 39332"/>
                  <a:gd name="connsiteY7" fmla="*/ 6799 h 38593"/>
                  <a:gd name="connsiteX8" fmla="*/ 9441 w 39332"/>
                  <a:gd name="connsiteY8" fmla="*/ 2408 h 38593"/>
                  <a:gd name="connsiteX9" fmla="*/ 6488 w 39332"/>
                  <a:gd name="connsiteY9" fmla="*/ 2722 h 38593"/>
                  <a:gd name="connsiteX10" fmla="*/ 5726 w 39332"/>
                  <a:gd name="connsiteY10" fmla="*/ 5580 h 38593"/>
                  <a:gd name="connsiteX11" fmla="*/ 6984 w 39332"/>
                  <a:gd name="connsiteY11" fmla="*/ 9390 h 38593"/>
                  <a:gd name="connsiteX12" fmla="*/ 8517 w 39332"/>
                  <a:gd name="connsiteY12" fmla="*/ 14305 h 38593"/>
                  <a:gd name="connsiteX13" fmla="*/ 8517 w 39332"/>
                  <a:gd name="connsiteY13" fmla="*/ 15800 h 38593"/>
                  <a:gd name="connsiteX14" fmla="*/ 7793 w 39332"/>
                  <a:gd name="connsiteY14" fmla="*/ 17029 h 38593"/>
                  <a:gd name="connsiteX15" fmla="*/ 869 w 39332"/>
                  <a:gd name="connsiteY15" fmla="*/ 23458 h 38593"/>
                  <a:gd name="connsiteX16" fmla="*/ 240 w 39332"/>
                  <a:gd name="connsiteY16" fmla="*/ 26392 h 38593"/>
                  <a:gd name="connsiteX17" fmla="*/ 2869 w 39332"/>
                  <a:gd name="connsiteY17" fmla="*/ 27907 h 38593"/>
                  <a:gd name="connsiteX18" fmla="*/ 12222 w 39332"/>
                  <a:gd name="connsiteY18" fmla="*/ 27087 h 38593"/>
                  <a:gd name="connsiteX19" fmla="*/ 14842 w 39332"/>
                  <a:gd name="connsiteY19" fmla="*/ 28602 h 38593"/>
                  <a:gd name="connsiteX20" fmla="*/ 18728 w 39332"/>
                  <a:gd name="connsiteY20" fmla="*/ 37070 h 38593"/>
                  <a:gd name="connsiteX21" fmla="*/ 21347 w 39332"/>
                  <a:gd name="connsiteY21" fmla="*/ 38584 h 38593"/>
                  <a:gd name="connsiteX22" fmla="*/ 23624 w 39332"/>
                  <a:gd name="connsiteY22" fmla="*/ 36603 h 38593"/>
                  <a:gd name="connsiteX23" fmla="*/ 25862 w 39332"/>
                  <a:gd name="connsiteY23" fmla="*/ 27468 h 38593"/>
                  <a:gd name="connsiteX24" fmla="*/ 27920 w 39332"/>
                  <a:gd name="connsiteY24" fmla="*/ 25563 h 38593"/>
                  <a:gd name="connsiteX25" fmla="*/ 37045 w 39332"/>
                  <a:gd name="connsiteY25" fmla="*/ 23878 h 38593"/>
                  <a:gd name="connsiteX26" fmla="*/ 39302 w 39332"/>
                  <a:gd name="connsiteY26" fmla="*/ 21820 h 38593"/>
                  <a:gd name="connsiteX27" fmla="*/ 38073 w 39332"/>
                  <a:gd name="connsiteY27" fmla="*/ 19125 h 38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9332" h="38593">
                    <a:moveTo>
                      <a:pt x="38073" y="19125"/>
                    </a:moveTo>
                    <a:lnTo>
                      <a:pt x="30453" y="14743"/>
                    </a:lnTo>
                    <a:cubicBezTo>
                      <a:pt x="29526" y="14183"/>
                      <a:pt x="29052" y="13099"/>
                      <a:pt x="29272" y="12038"/>
                    </a:cubicBezTo>
                    <a:lnTo>
                      <a:pt x="31177" y="3237"/>
                    </a:lnTo>
                    <a:cubicBezTo>
                      <a:pt x="31390" y="2104"/>
                      <a:pt x="30902" y="955"/>
                      <a:pt x="29939" y="322"/>
                    </a:cubicBezTo>
                    <a:cubicBezTo>
                      <a:pt x="28944" y="-178"/>
                      <a:pt x="27754" y="-91"/>
                      <a:pt x="26843" y="551"/>
                    </a:cubicBezTo>
                    <a:lnTo>
                      <a:pt x="20014" y="6485"/>
                    </a:lnTo>
                    <a:cubicBezTo>
                      <a:pt x="19218" y="7252"/>
                      <a:pt x="18001" y="7382"/>
                      <a:pt x="17061" y="6799"/>
                    </a:cubicBezTo>
                    <a:lnTo>
                      <a:pt x="9441" y="2408"/>
                    </a:lnTo>
                    <a:cubicBezTo>
                      <a:pt x="8501" y="1826"/>
                      <a:pt x="7285" y="1955"/>
                      <a:pt x="6488" y="2722"/>
                    </a:cubicBezTo>
                    <a:cubicBezTo>
                      <a:pt x="5697" y="3444"/>
                      <a:pt x="5399" y="4560"/>
                      <a:pt x="5726" y="5580"/>
                    </a:cubicBezTo>
                    <a:lnTo>
                      <a:pt x="6984" y="9390"/>
                    </a:lnTo>
                    <a:lnTo>
                      <a:pt x="8517" y="14305"/>
                    </a:lnTo>
                    <a:cubicBezTo>
                      <a:pt x="8627" y="14797"/>
                      <a:pt x="8627" y="15308"/>
                      <a:pt x="8517" y="15800"/>
                    </a:cubicBezTo>
                    <a:cubicBezTo>
                      <a:pt x="8418" y="16278"/>
                      <a:pt x="8164" y="16711"/>
                      <a:pt x="7793" y="17029"/>
                    </a:cubicBezTo>
                    <a:lnTo>
                      <a:pt x="869" y="23458"/>
                    </a:lnTo>
                    <a:cubicBezTo>
                      <a:pt x="17" y="24180"/>
                      <a:pt x="-241" y="25385"/>
                      <a:pt x="240" y="26392"/>
                    </a:cubicBezTo>
                    <a:cubicBezTo>
                      <a:pt x="713" y="27397"/>
                      <a:pt x="1762" y="28001"/>
                      <a:pt x="2869" y="27907"/>
                    </a:cubicBezTo>
                    <a:lnTo>
                      <a:pt x="12222" y="27087"/>
                    </a:lnTo>
                    <a:cubicBezTo>
                      <a:pt x="13326" y="26995"/>
                      <a:pt x="14371" y="27599"/>
                      <a:pt x="14842" y="28602"/>
                    </a:cubicBezTo>
                    <a:lnTo>
                      <a:pt x="18728" y="37070"/>
                    </a:lnTo>
                    <a:cubicBezTo>
                      <a:pt x="19199" y="38073"/>
                      <a:pt x="20243" y="38676"/>
                      <a:pt x="21347" y="38584"/>
                    </a:cubicBezTo>
                    <a:cubicBezTo>
                      <a:pt x="22456" y="38488"/>
                      <a:pt x="23375" y="37688"/>
                      <a:pt x="23624" y="36603"/>
                    </a:cubicBezTo>
                    <a:lnTo>
                      <a:pt x="25862" y="27468"/>
                    </a:lnTo>
                    <a:cubicBezTo>
                      <a:pt x="26093" y="26472"/>
                      <a:pt x="26908" y="25717"/>
                      <a:pt x="27920" y="25563"/>
                    </a:cubicBezTo>
                    <a:lnTo>
                      <a:pt x="37045" y="23878"/>
                    </a:lnTo>
                    <a:cubicBezTo>
                      <a:pt x="38131" y="23685"/>
                      <a:pt x="39010" y="22884"/>
                      <a:pt x="39302" y="21820"/>
                    </a:cubicBezTo>
                    <a:cubicBezTo>
                      <a:pt x="39462" y="20758"/>
                      <a:pt x="38980" y="19701"/>
                      <a:pt x="38073" y="19125"/>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 name="Freihandform 48">
                <a:extLst>
                  <a:ext uri="{FF2B5EF4-FFF2-40B4-BE49-F238E27FC236}">
                    <a16:creationId xmlns:a16="http://schemas.microsoft.com/office/drawing/2014/main" id="{A360C5BF-9F8C-A84B-A80F-8FC3E68792AC}"/>
                  </a:ext>
                </a:extLst>
              </p:cNvPr>
              <p:cNvSpPr/>
              <p:nvPr/>
            </p:nvSpPr>
            <p:spPr>
              <a:xfrm>
                <a:off x="8672290" y="-942677"/>
                <a:ext cx="37688" cy="39173"/>
              </a:xfrm>
              <a:custGeom>
                <a:avLst/>
                <a:gdLst>
                  <a:gd name="connsiteX0" fmla="*/ 4837 w 37688"/>
                  <a:gd name="connsiteY0" fmla="*/ 21792 h 39173"/>
                  <a:gd name="connsiteX1" fmla="*/ 9266 w 37688"/>
                  <a:gd name="connsiteY1" fmla="*/ 24488 h 39173"/>
                  <a:gd name="connsiteX2" fmla="*/ 10294 w 37688"/>
                  <a:gd name="connsiteY2" fmla="*/ 25573 h 39173"/>
                  <a:gd name="connsiteX3" fmla="*/ 10561 w 37688"/>
                  <a:gd name="connsiteY3" fmla="*/ 26974 h 39173"/>
                  <a:gd name="connsiteX4" fmla="*/ 9609 w 37688"/>
                  <a:gd name="connsiteY4" fmla="*/ 36327 h 39173"/>
                  <a:gd name="connsiteX5" fmla="*/ 11094 w 37688"/>
                  <a:gd name="connsiteY5" fmla="*/ 38946 h 39173"/>
                  <a:gd name="connsiteX6" fmla="*/ 14076 w 37688"/>
                  <a:gd name="connsiteY6" fmla="*/ 38375 h 39173"/>
                  <a:gd name="connsiteX7" fmla="*/ 20572 w 37688"/>
                  <a:gd name="connsiteY7" fmla="*/ 31707 h 39173"/>
                  <a:gd name="connsiteX8" fmla="*/ 23553 w 37688"/>
                  <a:gd name="connsiteY8" fmla="*/ 31146 h 39173"/>
                  <a:gd name="connsiteX9" fmla="*/ 32126 w 37688"/>
                  <a:gd name="connsiteY9" fmla="*/ 34956 h 39173"/>
                  <a:gd name="connsiteX10" fmla="*/ 35097 w 37688"/>
                  <a:gd name="connsiteY10" fmla="*/ 34384 h 39173"/>
                  <a:gd name="connsiteX11" fmla="*/ 35497 w 37688"/>
                  <a:gd name="connsiteY11" fmla="*/ 31412 h 39173"/>
                  <a:gd name="connsiteX12" fmla="*/ 31106 w 37688"/>
                  <a:gd name="connsiteY12" fmla="*/ 23068 h 39173"/>
                  <a:gd name="connsiteX13" fmla="*/ 31383 w 37688"/>
                  <a:gd name="connsiteY13" fmla="*/ 20277 h 39173"/>
                  <a:gd name="connsiteX14" fmla="*/ 37098 w 37688"/>
                  <a:gd name="connsiteY14" fmla="*/ 13067 h 39173"/>
                  <a:gd name="connsiteX15" fmla="*/ 36745 w 37688"/>
                  <a:gd name="connsiteY15" fmla="*/ 9420 h 39173"/>
                  <a:gd name="connsiteX16" fmla="*/ 34659 w 37688"/>
                  <a:gd name="connsiteY16" fmla="*/ 8867 h 39173"/>
                  <a:gd name="connsiteX17" fmla="*/ 26030 w 37688"/>
                  <a:gd name="connsiteY17" fmla="*/ 10514 h 39173"/>
                  <a:gd name="connsiteX18" fmla="*/ 23353 w 37688"/>
                  <a:gd name="connsiteY18" fmla="*/ 9248 h 39173"/>
                  <a:gd name="connsiteX19" fmla="*/ 18895 w 37688"/>
                  <a:gd name="connsiteY19" fmla="*/ 1408 h 39173"/>
                  <a:gd name="connsiteX20" fmla="*/ 16038 w 37688"/>
                  <a:gd name="connsiteY20" fmla="*/ 27 h 39173"/>
                  <a:gd name="connsiteX21" fmla="*/ 13866 w 37688"/>
                  <a:gd name="connsiteY21" fmla="*/ 2209 h 39173"/>
                  <a:gd name="connsiteX22" fmla="*/ 12676 w 37688"/>
                  <a:gd name="connsiteY22" fmla="*/ 11133 h 39173"/>
                  <a:gd name="connsiteX23" fmla="*/ 10656 w 37688"/>
                  <a:gd name="connsiteY23" fmla="*/ 13286 h 39173"/>
                  <a:gd name="connsiteX24" fmla="*/ 2036 w 37688"/>
                  <a:gd name="connsiteY24" fmla="*/ 14934 h 39173"/>
                  <a:gd name="connsiteX25" fmla="*/ 17 w 37688"/>
                  <a:gd name="connsiteY25" fmla="*/ 17087 h 39173"/>
                  <a:gd name="connsiteX26" fmla="*/ 1341 w 37688"/>
                  <a:gd name="connsiteY26" fmla="*/ 19735 h 39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7688" h="39173">
                    <a:moveTo>
                      <a:pt x="4837" y="21792"/>
                    </a:moveTo>
                    <a:lnTo>
                      <a:pt x="9266" y="24488"/>
                    </a:lnTo>
                    <a:cubicBezTo>
                      <a:pt x="9683" y="24771"/>
                      <a:pt x="10033" y="25142"/>
                      <a:pt x="10294" y="25573"/>
                    </a:cubicBezTo>
                    <a:cubicBezTo>
                      <a:pt x="10537" y="25997"/>
                      <a:pt x="10632" y="26490"/>
                      <a:pt x="10561" y="26974"/>
                    </a:cubicBezTo>
                    <a:lnTo>
                      <a:pt x="9609" y="36327"/>
                    </a:lnTo>
                    <a:cubicBezTo>
                      <a:pt x="9462" y="37434"/>
                      <a:pt x="10069" y="38505"/>
                      <a:pt x="11094" y="38946"/>
                    </a:cubicBezTo>
                    <a:cubicBezTo>
                      <a:pt x="12110" y="39395"/>
                      <a:pt x="13298" y="39167"/>
                      <a:pt x="14076" y="38375"/>
                    </a:cubicBezTo>
                    <a:lnTo>
                      <a:pt x="20572" y="31707"/>
                    </a:lnTo>
                    <a:cubicBezTo>
                      <a:pt x="21349" y="30913"/>
                      <a:pt x="22540" y="30688"/>
                      <a:pt x="23553" y="31146"/>
                    </a:cubicBezTo>
                    <a:lnTo>
                      <a:pt x="32126" y="34956"/>
                    </a:lnTo>
                    <a:cubicBezTo>
                      <a:pt x="33138" y="35403"/>
                      <a:pt x="34323" y="35175"/>
                      <a:pt x="35097" y="34384"/>
                    </a:cubicBezTo>
                    <a:cubicBezTo>
                      <a:pt x="35872" y="33590"/>
                      <a:pt x="36034" y="32383"/>
                      <a:pt x="35497" y="31412"/>
                    </a:cubicBezTo>
                    <a:lnTo>
                      <a:pt x="31106" y="23068"/>
                    </a:lnTo>
                    <a:cubicBezTo>
                      <a:pt x="30615" y="22170"/>
                      <a:pt x="30725" y="21062"/>
                      <a:pt x="31383" y="20277"/>
                    </a:cubicBezTo>
                    <a:lnTo>
                      <a:pt x="37098" y="13067"/>
                    </a:lnTo>
                    <a:cubicBezTo>
                      <a:pt x="38007" y="11962"/>
                      <a:pt x="37849" y="10330"/>
                      <a:pt x="36745" y="9420"/>
                    </a:cubicBezTo>
                    <a:cubicBezTo>
                      <a:pt x="36163" y="8941"/>
                      <a:pt x="35402" y="8739"/>
                      <a:pt x="34659" y="8867"/>
                    </a:cubicBezTo>
                    <a:lnTo>
                      <a:pt x="26030" y="10514"/>
                    </a:lnTo>
                    <a:cubicBezTo>
                      <a:pt x="24961" y="10688"/>
                      <a:pt x="23896" y="10184"/>
                      <a:pt x="23353" y="9248"/>
                    </a:cubicBezTo>
                    <a:lnTo>
                      <a:pt x="18895" y="1408"/>
                    </a:lnTo>
                    <a:cubicBezTo>
                      <a:pt x="18310" y="413"/>
                      <a:pt x="17182" y="-132"/>
                      <a:pt x="16038" y="27"/>
                    </a:cubicBezTo>
                    <a:cubicBezTo>
                      <a:pt x="14964" y="294"/>
                      <a:pt x="14128" y="1134"/>
                      <a:pt x="13866" y="2209"/>
                    </a:cubicBezTo>
                    <a:lnTo>
                      <a:pt x="12676" y="11133"/>
                    </a:lnTo>
                    <a:cubicBezTo>
                      <a:pt x="12578" y="12231"/>
                      <a:pt x="11745" y="13119"/>
                      <a:pt x="10656" y="13286"/>
                    </a:cubicBezTo>
                    <a:lnTo>
                      <a:pt x="2036" y="14934"/>
                    </a:lnTo>
                    <a:cubicBezTo>
                      <a:pt x="947" y="15101"/>
                      <a:pt x="114" y="15989"/>
                      <a:pt x="17" y="17087"/>
                    </a:cubicBezTo>
                    <a:cubicBezTo>
                      <a:pt x="-102" y="18153"/>
                      <a:pt x="417" y="19190"/>
                      <a:pt x="1341" y="19735"/>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50" name="Freihandform 49">
              <a:extLst>
                <a:ext uri="{FF2B5EF4-FFF2-40B4-BE49-F238E27FC236}">
                  <a16:creationId xmlns:a16="http://schemas.microsoft.com/office/drawing/2014/main" id="{AF2AF62C-1E61-4218-E55C-5F2E618A1C3A}"/>
                </a:ext>
              </a:extLst>
            </p:cNvPr>
            <p:cNvSpPr/>
            <p:nvPr/>
          </p:nvSpPr>
          <p:spPr>
            <a:xfrm>
              <a:off x="8577886" y="-821358"/>
              <a:ext cx="114300" cy="114300"/>
            </a:xfrm>
            <a:custGeom>
              <a:avLst/>
              <a:gdLst>
                <a:gd name="connsiteX0" fmla="*/ 114300 w 114300"/>
                <a:gd name="connsiteY0" fmla="*/ 57150 h 114300"/>
                <a:gd name="connsiteX1" fmla="*/ 57150 w 114300"/>
                <a:gd name="connsiteY1" fmla="*/ 114300 h 114300"/>
                <a:gd name="connsiteX2" fmla="*/ 0 w 114300"/>
                <a:gd name="connsiteY2" fmla="*/ 57150 h 114300"/>
                <a:gd name="connsiteX3" fmla="*/ 57150 w 114300"/>
                <a:gd name="connsiteY3" fmla="*/ 0 h 114300"/>
                <a:gd name="connsiteX4" fmla="*/ 114300 w 114300"/>
                <a:gd name="connsiteY4" fmla="*/ 57150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4300" y="57150"/>
                  </a:moveTo>
                  <a:cubicBezTo>
                    <a:pt x="114300" y="88713"/>
                    <a:pt x="88713" y="114300"/>
                    <a:pt x="57150" y="114300"/>
                  </a:cubicBezTo>
                  <a:cubicBezTo>
                    <a:pt x="25587" y="114300"/>
                    <a:pt x="0" y="88713"/>
                    <a:pt x="0" y="57150"/>
                  </a:cubicBezTo>
                  <a:cubicBezTo>
                    <a:pt x="0" y="25587"/>
                    <a:pt x="25587" y="0"/>
                    <a:pt x="57150" y="0"/>
                  </a:cubicBezTo>
                  <a:cubicBezTo>
                    <a:pt x="88713" y="0"/>
                    <a:pt x="114300" y="25587"/>
                    <a:pt x="114300" y="57150"/>
                  </a:cubicBezTo>
                  <a:close/>
                </a:path>
              </a:pathLst>
            </a:custGeom>
            <a:solidFill>
              <a:schemeClr val="accent3"/>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pic>
        <p:nvPicPr>
          <p:cNvPr id="55" name="Grafik 54" descr="Ambition Silhouette">
            <a:extLst>
              <a:ext uri="{FF2B5EF4-FFF2-40B4-BE49-F238E27FC236}">
                <a16:creationId xmlns:a16="http://schemas.microsoft.com/office/drawing/2014/main" id="{524B93E5-BD70-4510-166D-CBD0C8486E6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53865" y="966574"/>
            <a:ext cx="531808" cy="531808"/>
          </a:xfrm>
          <a:prstGeom prst="rect">
            <a:avLst/>
          </a:prstGeom>
        </p:spPr>
      </p:pic>
    </p:spTree>
    <p:extLst>
      <p:ext uri="{BB962C8B-B14F-4D97-AF65-F5344CB8AC3E}">
        <p14:creationId xmlns:p14="http://schemas.microsoft.com/office/powerpoint/2010/main" val="19794411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B8FD3707-66AC-5CBE-6AB9-EF4C78A5CBED}"/>
              </a:ext>
            </a:extLst>
          </p:cNvPr>
          <p:cNvSpPr>
            <a:spLocks noGrp="1"/>
          </p:cNvSpPr>
          <p:nvPr>
            <p:ph type="sldNum" sz="quarter" idx="12"/>
          </p:nvPr>
        </p:nvSpPr>
        <p:spPr>
          <a:xfrm>
            <a:off x="9128492" y="6353844"/>
            <a:ext cx="2743200" cy="365125"/>
          </a:xfrm>
        </p:spPr>
        <p:txBody>
          <a:bodyPr/>
          <a:lstStyle/>
          <a:p>
            <a:fld id="{B4256C18-6D8C-4341-B569-3B1E941D5C64}" type="slidenum">
              <a:rPr lang="de-DE" smtClean="0"/>
              <a:pPr/>
              <a:t>5</a:t>
            </a:fld>
            <a:endParaRPr lang="de-DE"/>
          </a:p>
        </p:txBody>
      </p:sp>
      <p:sp>
        <p:nvSpPr>
          <p:cNvPr id="3" name="Titel 2">
            <a:extLst>
              <a:ext uri="{FF2B5EF4-FFF2-40B4-BE49-F238E27FC236}">
                <a16:creationId xmlns:a16="http://schemas.microsoft.com/office/drawing/2014/main" id="{95C4DF8E-D981-D591-5B3E-12623292C976}"/>
              </a:ext>
            </a:extLst>
          </p:cNvPr>
          <p:cNvSpPr>
            <a:spLocks noGrp="1"/>
          </p:cNvSpPr>
          <p:nvPr>
            <p:ph type="title"/>
          </p:nvPr>
        </p:nvSpPr>
        <p:spPr>
          <a:xfrm>
            <a:off x="278363" y="290481"/>
            <a:ext cx="10153261" cy="325340"/>
          </a:xfrm>
        </p:spPr>
        <p:txBody>
          <a:bodyPr/>
          <a:lstStyle/>
          <a:p>
            <a:r>
              <a:rPr lang="de-DE"/>
              <a:t>Skizzierung des groben Fahrplans für das SAP HCM for S/4HANA (H4S4) Upgrade</a:t>
            </a:r>
          </a:p>
        </p:txBody>
      </p:sp>
      <p:sp>
        <p:nvSpPr>
          <p:cNvPr id="5" name="Freeform 2">
            <a:extLst>
              <a:ext uri="{FF2B5EF4-FFF2-40B4-BE49-F238E27FC236}">
                <a16:creationId xmlns:a16="http://schemas.microsoft.com/office/drawing/2014/main" id="{C4B18FC2-67AC-E906-2CF8-C90518955E39}"/>
              </a:ext>
            </a:extLst>
          </p:cNvPr>
          <p:cNvSpPr>
            <a:spLocks noChangeArrowheads="1"/>
          </p:cNvSpPr>
          <p:nvPr/>
        </p:nvSpPr>
        <p:spPr bwMode="auto">
          <a:xfrm>
            <a:off x="300208" y="1817602"/>
            <a:ext cx="2665220" cy="4538748"/>
          </a:xfrm>
          <a:custGeom>
            <a:avLst/>
            <a:gdLst>
              <a:gd name="T0" fmla="*/ 204 w 3773"/>
              <a:gd name="T1" fmla="*/ 51 h 5351"/>
              <a:gd name="T2" fmla="*/ 204 w 3773"/>
              <a:gd name="T3" fmla="*/ 51 h 5351"/>
              <a:gd name="T4" fmla="*/ 51 w 3773"/>
              <a:gd name="T5" fmla="*/ 203 h 5351"/>
              <a:gd name="T6" fmla="*/ 51 w 3773"/>
              <a:gd name="T7" fmla="*/ 5146 h 5351"/>
              <a:gd name="T8" fmla="*/ 51 w 3773"/>
              <a:gd name="T9" fmla="*/ 5146 h 5351"/>
              <a:gd name="T10" fmla="*/ 204 w 3773"/>
              <a:gd name="T11" fmla="*/ 5299 h 5351"/>
              <a:gd name="T12" fmla="*/ 3568 w 3773"/>
              <a:gd name="T13" fmla="*/ 5299 h 5351"/>
              <a:gd name="T14" fmla="*/ 3568 w 3773"/>
              <a:gd name="T15" fmla="*/ 5299 h 5351"/>
              <a:gd name="T16" fmla="*/ 3721 w 3773"/>
              <a:gd name="T17" fmla="*/ 5146 h 5351"/>
              <a:gd name="T18" fmla="*/ 3721 w 3773"/>
              <a:gd name="T19" fmla="*/ 203 h 5351"/>
              <a:gd name="T20" fmla="*/ 3721 w 3773"/>
              <a:gd name="T21" fmla="*/ 203 h 5351"/>
              <a:gd name="T22" fmla="*/ 3568 w 3773"/>
              <a:gd name="T23" fmla="*/ 51 h 5351"/>
              <a:gd name="T24" fmla="*/ 204 w 3773"/>
              <a:gd name="T25" fmla="*/ 51 h 5351"/>
              <a:gd name="T26" fmla="*/ 3568 w 3773"/>
              <a:gd name="T27" fmla="*/ 5350 h 5351"/>
              <a:gd name="T28" fmla="*/ 204 w 3773"/>
              <a:gd name="T29" fmla="*/ 5350 h 5351"/>
              <a:gd name="T30" fmla="*/ 204 w 3773"/>
              <a:gd name="T31" fmla="*/ 5350 h 5351"/>
              <a:gd name="T32" fmla="*/ 0 w 3773"/>
              <a:gd name="T33" fmla="*/ 5146 h 5351"/>
              <a:gd name="T34" fmla="*/ 0 w 3773"/>
              <a:gd name="T35" fmla="*/ 203 h 5351"/>
              <a:gd name="T36" fmla="*/ 0 w 3773"/>
              <a:gd name="T37" fmla="*/ 203 h 5351"/>
              <a:gd name="T38" fmla="*/ 204 w 3773"/>
              <a:gd name="T39" fmla="*/ 0 h 5351"/>
              <a:gd name="T40" fmla="*/ 3568 w 3773"/>
              <a:gd name="T41" fmla="*/ 0 h 5351"/>
              <a:gd name="T42" fmla="*/ 3568 w 3773"/>
              <a:gd name="T43" fmla="*/ 0 h 5351"/>
              <a:gd name="T44" fmla="*/ 3772 w 3773"/>
              <a:gd name="T45" fmla="*/ 203 h 5351"/>
              <a:gd name="T46" fmla="*/ 3772 w 3773"/>
              <a:gd name="T47" fmla="*/ 5146 h 5351"/>
              <a:gd name="T48" fmla="*/ 3772 w 3773"/>
              <a:gd name="T49" fmla="*/ 5146 h 5351"/>
              <a:gd name="T50" fmla="*/ 3568 w 3773"/>
              <a:gd name="T51" fmla="*/ 5350 h 53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773" h="5351">
                <a:moveTo>
                  <a:pt x="204" y="51"/>
                </a:moveTo>
                <a:lnTo>
                  <a:pt x="204" y="51"/>
                </a:lnTo>
                <a:cubicBezTo>
                  <a:pt x="120" y="51"/>
                  <a:pt x="51" y="119"/>
                  <a:pt x="51" y="203"/>
                </a:cubicBezTo>
                <a:lnTo>
                  <a:pt x="51" y="5146"/>
                </a:lnTo>
                <a:lnTo>
                  <a:pt x="51" y="5146"/>
                </a:lnTo>
                <a:cubicBezTo>
                  <a:pt x="51" y="5231"/>
                  <a:pt x="120" y="5299"/>
                  <a:pt x="204" y="5299"/>
                </a:cubicBezTo>
                <a:lnTo>
                  <a:pt x="3568" y="5299"/>
                </a:lnTo>
                <a:lnTo>
                  <a:pt x="3568" y="5299"/>
                </a:lnTo>
                <a:cubicBezTo>
                  <a:pt x="3652" y="5299"/>
                  <a:pt x="3721" y="5231"/>
                  <a:pt x="3721" y="5146"/>
                </a:cubicBezTo>
                <a:lnTo>
                  <a:pt x="3721" y="203"/>
                </a:lnTo>
                <a:lnTo>
                  <a:pt x="3721" y="203"/>
                </a:lnTo>
                <a:cubicBezTo>
                  <a:pt x="3721" y="119"/>
                  <a:pt x="3652" y="51"/>
                  <a:pt x="3568" y="51"/>
                </a:cubicBezTo>
                <a:lnTo>
                  <a:pt x="204" y="51"/>
                </a:lnTo>
                <a:close/>
                <a:moveTo>
                  <a:pt x="3568" y="5350"/>
                </a:moveTo>
                <a:lnTo>
                  <a:pt x="204" y="5350"/>
                </a:lnTo>
                <a:lnTo>
                  <a:pt x="204" y="5350"/>
                </a:lnTo>
                <a:cubicBezTo>
                  <a:pt x="92" y="5350"/>
                  <a:pt x="0" y="5258"/>
                  <a:pt x="0" y="5146"/>
                </a:cubicBezTo>
                <a:lnTo>
                  <a:pt x="0" y="203"/>
                </a:lnTo>
                <a:lnTo>
                  <a:pt x="0" y="203"/>
                </a:lnTo>
                <a:cubicBezTo>
                  <a:pt x="0" y="92"/>
                  <a:pt x="92" y="0"/>
                  <a:pt x="204" y="0"/>
                </a:cubicBezTo>
                <a:lnTo>
                  <a:pt x="3568" y="0"/>
                </a:lnTo>
                <a:lnTo>
                  <a:pt x="3568" y="0"/>
                </a:lnTo>
                <a:cubicBezTo>
                  <a:pt x="3680" y="0"/>
                  <a:pt x="3772" y="92"/>
                  <a:pt x="3772" y="203"/>
                </a:cubicBezTo>
                <a:lnTo>
                  <a:pt x="3772" y="5146"/>
                </a:lnTo>
                <a:lnTo>
                  <a:pt x="3772" y="5146"/>
                </a:lnTo>
                <a:cubicBezTo>
                  <a:pt x="3772" y="5258"/>
                  <a:pt x="3680" y="5350"/>
                  <a:pt x="3568" y="5350"/>
                </a:cubicBezTo>
                <a:close/>
              </a:path>
            </a:pathLst>
          </a:custGeom>
          <a:solidFill>
            <a:schemeClr val="bg1">
              <a:lumMod val="85000"/>
            </a:schemeClr>
          </a:solidFill>
          <a:ln>
            <a:noFill/>
          </a:ln>
          <a:effectLst/>
        </p:spPr>
        <p:txBody>
          <a:bodyPr wrap="none" anchor="ctr"/>
          <a:lstStyle/>
          <a:p>
            <a:endParaRPr lang="en-US" sz="4000">
              <a:latin typeface="Lato Light" panose="020F0502020204030203" pitchFamily="34" charset="0"/>
            </a:endParaRPr>
          </a:p>
        </p:txBody>
      </p:sp>
      <p:sp>
        <p:nvSpPr>
          <p:cNvPr id="6" name="Freeform 62">
            <a:extLst>
              <a:ext uri="{FF2B5EF4-FFF2-40B4-BE49-F238E27FC236}">
                <a16:creationId xmlns:a16="http://schemas.microsoft.com/office/drawing/2014/main" id="{5253E8EB-6D77-6890-0E26-38C36098B44A}"/>
              </a:ext>
            </a:extLst>
          </p:cNvPr>
          <p:cNvSpPr>
            <a:spLocks noChangeArrowheads="1"/>
          </p:cNvSpPr>
          <p:nvPr/>
        </p:nvSpPr>
        <p:spPr bwMode="auto">
          <a:xfrm>
            <a:off x="54449" y="5123270"/>
            <a:ext cx="3181649" cy="1090646"/>
          </a:xfrm>
          <a:custGeom>
            <a:avLst/>
            <a:gdLst>
              <a:gd name="T0" fmla="*/ 674 w 5254"/>
              <a:gd name="T1" fmla="*/ 563 h 1225"/>
              <a:gd name="T2" fmla="*/ 42 w 5254"/>
              <a:gd name="T3" fmla="*/ 92 h 1225"/>
              <a:gd name="T4" fmla="*/ 42 w 5254"/>
              <a:gd name="T5" fmla="*/ 92 h 1225"/>
              <a:gd name="T6" fmla="*/ 72 w 5254"/>
              <a:gd name="T7" fmla="*/ 0 h 1225"/>
              <a:gd name="T8" fmla="*/ 4442 w 5254"/>
              <a:gd name="T9" fmla="*/ 0 h 1225"/>
              <a:gd name="T10" fmla="*/ 4442 w 5254"/>
              <a:gd name="T11" fmla="*/ 0 h 1225"/>
              <a:gd name="T12" fmla="*/ 4472 w 5254"/>
              <a:gd name="T13" fmla="*/ 10 h 1225"/>
              <a:gd name="T14" fmla="*/ 5226 w 5254"/>
              <a:gd name="T15" fmla="*/ 563 h 1225"/>
              <a:gd name="T16" fmla="*/ 5226 w 5254"/>
              <a:gd name="T17" fmla="*/ 563 h 1225"/>
              <a:gd name="T18" fmla="*/ 5226 w 5254"/>
              <a:gd name="T19" fmla="*/ 644 h 1225"/>
              <a:gd name="T20" fmla="*/ 4472 w 5254"/>
              <a:gd name="T21" fmla="*/ 1213 h 1225"/>
              <a:gd name="T22" fmla="*/ 4472 w 5254"/>
              <a:gd name="T23" fmla="*/ 1213 h 1225"/>
              <a:gd name="T24" fmla="*/ 4441 w 5254"/>
              <a:gd name="T25" fmla="*/ 1224 h 1225"/>
              <a:gd name="T26" fmla="*/ 69 w 5254"/>
              <a:gd name="T27" fmla="*/ 1224 h 1225"/>
              <a:gd name="T28" fmla="*/ 69 w 5254"/>
              <a:gd name="T29" fmla="*/ 1224 h 1225"/>
              <a:gd name="T30" fmla="*/ 38 w 5254"/>
              <a:gd name="T31" fmla="*/ 1132 h 1225"/>
              <a:gd name="T32" fmla="*/ 674 w 5254"/>
              <a:gd name="T33" fmla="*/ 644 h 1225"/>
              <a:gd name="T34" fmla="*/ 674 w 5254"/>
              <a:gd name="T35" fmla="*/ 644 h 1225"/>
              <a:gd name="T36" fmla="*/ 674 w 5254"/>
              <a:gd name="T37" fmla="*/ 563 h 1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254" h="1225">
                <a:moveTo>
                  <a:pt x="674" y="563"/>
                </a:moveTo>
                <a:lnTo>
                  <a:pt x="42" y="92"/>
                </a:lnTo>
                <a:lnTo>
                  <a:pt x="42" y="92"/>
                </a:lnTo>
                <a:cubicBezTo>
                  <a:pt x="3" y="63"/>
                  <a:pt x="24" y="0"/>
                  <a:pt x="72" y="0"/>
                </a:cubicBezTo>
                <a:lnTo>
                  <a:pt x="4442" y="0"/>
                </a:lnTo>
                <a:lnTo>
                  <a:pt x="4442" y="0"/>
                </a:lnTo>
                <a:cubicBezTo>
                  <a:pt x="4453" y="0"/>
                  <a:pt x="4463" y="3"/>
                  <a:pt x="4472" y="10"/>
                </a:cubicBezTo>
                <a:lnTo>
                  <a:pt x="5226" y="563"/>
                </a:lnTo>
                <a:lnTo>
                  <a:pt x="5226" y="563"/>
                </a:lnTo>
                <a:cubicBezTo>
                  <a:pt x="5253" y="583"/>
                  <a:pt x="5253" y="624"/>
                  <a:pt x="5226" y="644"/>
                </a:cubicBezTo>
                <a:lnTo>
                  <a:pt x="4472" y="1213"/>
                </a:lnTo>
                <a:lnTo>
                  <a:pt x="4472" y="1213"/>
                </a:lnTo>
                <a:cubicBezTo>
                  <a:pt x="4463" y="1220"/>
                  <a:pt x="4452" y="1224"/>
                  <a:pt x="4441" y="1224"/>
                </a:cubicBezTo>
                <a:lnTo>
                  <a:pt x="69" y="1224"/>
                </a:lnTo>
                <a:lnTo>
                  <a:pt x="69" y="1224"/>
                </a:lnTo>
                <a:cubicBezTo>
                  <a:pt x="20" y="1224"/>
                  <a:pt x="0" y="1162"/>
                  <a:pt x="38" y="1132"/>
                </a:cubicBezTo>
                <a:lnTo>
                  <a:pt x="674" y="644"/>
                </a:lnTo>
                <a:lnTo>
                  <a:pt x="674" y="644"/>
                </a:lnTo>
                <a:cubicBezTo>
                  <a:pt x="701" y="624"/>
                  <a:pt x="701" y="583"/>
                  <a:pt x="674" y="563"/>
                </a:cubicBezTo>
              </a:path>
            </a:pathLst>
          </a:custGeom>
          <a:solidFill>
            <a:schemeClr val="tx2"/>
          </a:solidFill>
          <a:ln>
            <a:solidFill>
              <a:schemeClr val="accent2"/>
            </a:solidFill>
          </a:ln>
          <a:effectLst/>
        </p:spPr>
        <p:txBody>
          <a:bodyPr wrap="none" anchor="ctr"/>
          <a:lstStyle/>
          <a:p>
            <a:endParaRPr lang="en-US" sz="4000">
              <a:latin typeface="Lato Light" panose="020F0502020204030203" pitchFamily="34" charset="0"/>
            </a:endParaRPr>
          </a:p>
        </p:txBody>
      </p:sp>
      <p:sp>
        <p:nvSpPr>
          <p:cNvPr id="7" name="Freeform 67">
            <a:extLst>
              <a:ext uri="{FF2B5EF4-FFF2-40B4-BE49-F238E27FC236}">
                <a16:creationId xmlns:a16="http://schemas.microsoft.com/office/drawing/2014/main" id="{16291B7A-EBEB-49C1-278C-32E4FCA92007}"/>
              </a:ext>
            </a:extLst>
          </p:cNvPr>
          <p:cNvSpPr>
            <a:spLocks noChangeArrowheads="1"/>
          </p:cNvSpPr>
          <p:nvPr/>
        </p:nvSpPr>
        <p:spPr bwMode="auto">
          <a:xfrm>
            <a:off x="1648385" y="1354900"/>
            <a:ext cx="899824" cy="922217"/>
          </a:xfrm>
          <a:custGeom>
            <a:avLst/>
            <a:gdLst>
              <a:gd name="T0" fmla="*/ 637 w 1274"/>
              <a:gd name="T1" fmla="*/ 0 h 1275"/>
              <a:gd name="T2" fmla="*/ 637 w 1274"/>
              <a:gd name="T3" fmla="*/ 0 h 1275"/>
              <a:gd name="T4" fmla="*/ 1273 w 1274"/>
              <a:gd name="T5" fmla="*/ 637 h 1275"/>
              <a:gd name="T6" fmla="*/ 1273 w 1274"/>
              <a:gd name="T7" fmla="*/ 637 h 1275"/>
              <a:gd name="T8" fmla="*/ 637 w 1274"/>
              <a:gd name="T9" fmla="*/ 1274 h 1275"/>
              <a:gd name="T10" fmla="*/ 637 w 1274"/>
              <a:gd name="T11" fmla="*/ 1274 h 1275"/>
              <a:gd name="T12" fmla="*/ 0 w 1274"/>
              <a:gd name="T13" fmla="*/ 637 h 1275"/>
              <a:gd name="T14" fmla="*/ 0 w 1274"/>
              <a:gd name="T15" fmla="*/ 637 h 1275"/>
              <a:gd name="T16" fmla="*/ 637 w 1274"/>
              <a:gd name="T17" fmla="*/ 0 h 1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4" h="1275">
                <a:moveTo>
                  <a:pt x="637" y="0"/>
                </a:moveTo>
                <a:lnTo>
                  <a:pt x="637" y="0"/>
                </a:lnTo>
                <a:cubicBezTo>
                  <a:pt x="988" y="0"/>
                  <a:pt x="1273" y="285"/>
                  <a:pt x="1273" y="637"/>
                </a:cubicBezTo>
                <a:lnTo>
                  <a:pt x="1273" y="637"/>
                </a:lnTo>
                <a:cubicBezTo>
                  <a:pt x="1273" y="988"/>
                  <a:pt x="988" y="1274"/>
                  <a:pt x="637" y="1274"/>
                </a:cubicBezTo>
                <a:lnTo>
                  <a:pt x="637" y="1274"/>
                </a:lnTo>
                <a:cubicBezTo>
                  <a:pt x="284" y="1274"/>
                  <a:pt x="0" y="988"/>
                  <a:pt x="0" y="637"/>
                </a:cubicBezTo>
                <a:lnTo>
                  <a:pt x="0" y="637"/>
                </a:lnTo>
                <a:cubicBezTo>
                  <a:pt x="0" y="285"/>
                  <a:pt x="284" y="0"/>
                  <a:pt x="637" y="0"/>
                </a:cubicBezTo>
              </a:path>
            </a:pathLst>
          </a:custGeom>
          <a:solidFill>
            <a:schemeClr val="bg1"/>
          </a:solidFill>
          <a:ln>
            <a:noFill/>
          </a:ln>
          <a:effectLst/>
        </p:spPr>
        <p:txBody>
          <a:bodyPr wrap="none" anchor="ctr"/>
          <a:lstStyle/>
          <a:p>
            <a:endParaRPr lang="en-US" sz="4000">
              <a:latin typeface="Lato Light" panose="020F0502020204030203" pitchFamily="34" charset="0"/>
            </a:endParaRPr>
          </a:p>
        </p:txBody>
      </p:sp>
      <p:sp>
        <p:nvSpPr>
          <p:cNvPr id="8" name="Freeform 68">
            <a:extLst>
              <a:ext uri="{FF2B5EF4-FFF2-40B4-BE49-F238E27FC236}">
                <a16:creationId xmlns:a16="http://schemas.microsoft.com/office/drawing/2014/main" id="{DF78C9CF-F9AF-ED67-330C-364AD0C673CC}"/>
              </a:ext>
            </a:extLst>
          </p:cNvPr>
          <p:cNvSpPr>
            <a:spLocks noChangeArrowheads="1"/>
          </p:cNvSpPr>
          <p:nvPr/>
        </p:nvSpPr>
        <p:spPr bwMode="auto">
          <a:xfrm>
            <a:off x="1629704" y="1338942"/>
            <a:ext cx="937186" cy="960513"/>
          </a:xfrm>
          <a:custGeom>
            <a:avLst/>
            <a:gdLst>
              <a:gd name="T0" fmla="*/ 663 w 1326"/>
              <a:gd name="T1" fmla="*/ 51 h 1326"/>
              <a:gd name="T2" fmla="*/ 663 w 1326"/>
              <a:gd name="T3" fmla="*/ 51 h 1326"/>
              <a:gd name="T4" fmla="*/ 51 w 1326"/>
              <a:gd name="T5" fmla="*/ 663 h 1326"/>
              <a:gd name="T6" fmla="*/ 51 w 1326"/>
              <a:gd name="T7" fmla="*/ 663 h 1326"/>
              <a:gd name="T8" fmla="*/ 663 w 1326"/>
              <a:gd name="T9" fmla="*/ 1274 h 1326"/>
              <a:gd name="T10" fmla="*/ 663 w 1326"/>
              <a:gd name="T11" fmla="*/ 1274 h 1326"/>
              <a:gd name="T12" fmla="*/ 1274 w 1326"/>
              <a:gd name="T13" fmla="*/ 663 h 1326"/>
              <a:gd name="T14" fmla="*/ 1274 w 1326"/>
              <a:gd name="T15" fmla="*/ 663 h 1326"/>
              <a:gd name="T16" fmla="*/ 663 w 1326"/>
              <a:gd name="T17" fmla="*/ 51 h 1326"/>
              <a:gd name="T18" fmla="*/ 663 w 1326"/>
              <a:gd name="T19" fmla="*/ 1325 h 1326"/>
              <a:gd name="T20" fmla="*/ 663 w 1326"/>
              <a:gd name="T21" fmla="*/ 1325 h 1326"/>
              <a:gd name="T22" fmla="*/ 0 w 1326"/>
              <a:gd name="T23" fmla="*/ 663 h 1326"/>
              <a:gd name="T24" fmla="*/ 0 w 1326"/>
              <a:gd name="T25" fmla="*/ 663 h 1326"/>
              <a:gd name="T26" fmla="*/ 663 w 1326"/>
              <a:gd name="T27" fmla="*/ 0 h 1326"/>
              <a:gd name="T28" fmla="*/ 663 w 1326"/>
              <a:gd name="T29" fmla="*/ 0 h 1326"/>
              <a:gd name="T30" fmla="*/ 1325 w 1326"/>
              <a:gd name="T31" fmla="*/ 663 h 1326"/>
              <a:gd name="T32" fmla="*/ 1325 w 1326"/>
              <a:gd name="T33" fmla="*/ 663 h 1326"/>
              <a:gd name="T34" fmla="*/ 663 w 1326"/>
              <a:gd name="T35" fmla="*/ 1325 h 1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326" h="1326">
                <a:moveTo>
                  <a:pt x="663" y="51"/>
                </a:moveTo>
                <a:lnTo>
                  <a:pt x="663" y="51"/>
                </a:lnTo>
                <a:cubicBezTo>
                  <a:pt x="325" y="51"/>
                  <a:pt x="51" y="326"/>
                  <a:pt x="51" y="663"/>
                </a:cubicBezTo>
                <a:lnTo>
                  <a:pt x="51" y="663"/>
                </a:lnTo>
                <a:cubicBezTo>
                  <a:pt x="51" y="1000"/>
                  <a:pt x="325" y="1274"/>
                  <a:pt x="663" y="1274"/>
                </a:cubicBezTo>
                <a:lnTo>
                  <a:pt x="663" y="1274"/>
                </a:lnTo>
                <a:cubicBezTo>
                  <a:pt x="1000" y="1274"/>
                  <a:pt x="1274" y="1000"/>
                  <a:pt x="1274" y="663"/>
                </a:cubicBezTo>
                <a:lnTo>
                  <a:pt x="1274" y="663"/>
                </a:lnTo>
                <a:cubicBezTo>
                  <a:pt x="1274" y="326"/>
                  <a:pt x="1000" y="51"/>
                  <a:pt x="663" y="51"/>
                </a:cubicBezTo>
                <a:close/>
                <a:moveTo>
                  <a:pt x="663" y="1325"/>
                </a:moveTo>
                <a:lnTo>
                  <a:pt x="663" y="1325"/>
                </a:lnTo>
                <a:cubicBezTo>
                  <a:pt x="297" y="1325"/>
                  <a:pt x="0" y="1028"/>
                  <a:pt x="0" y="663"/>
                </a:cubicBezTo>
                <a:lnTo>
                  <a:pt x="0" y="663"/>
                </a:lnTo>
                <a:cubicBezTo>
                  <a:pt x="0" y="297"/>
                  <a:pt x="297" y="0"/>
                  <a:pt x="663" y="0"/>
                </a:cubicBezTo>
                <a:lnTo>
                  <a:pt x="663" y="0"/>
                </a:lnTo>
                <a:cubicBezTo>
                  <a:pt x="1028" y="0"/>
                  <a:pt x="1325" y="297"/>
                  <a:pt x="1325" y="663"/>
                </a:cubicBezTo>
                <a:lnTo>
                  <a:pt x="1325" y="663"/>
                </a:lnTo>
                <a:cubicBezTo>
                  <a:pt x="1325" y="1028"/>
                  <a:pt x="1028" y="1325"/>
                  <a:pt x="663" y="1325"/>
                </a:cubicBezTo>
                <a:close/>
              </a:path>
            </a:pathLst>
          </a:custGeom>
          <a:solidFill>
            <a:schemeClr val="bg1">
              <a:lumMod val="85000"/>
            </a:schemeClr>
          </a:solidFill>
          <a:ln>
            <a:noFill/>
          </a:ln>
          <a:effectLst/>
        </p:spPr>
        <p:txBody>
          <a:bodyPr wrap="none" anchor="ctr"/>
          <a:lstStyle/>
          <a:p>
            <a:endParaRPr lang="en-US" sz="4000">
              <a:latin typeface="Lato Light" panose="020F0502020204030203" pitchFamily="34" charset="0"/>
            </a:endParaRPr>
          </a:p>
        </p:txBody>
      </p:sp>
      <p:sp>
        <p:nvSpPr>
          <p:cNvPr id="9" name="Freeform 70">
            <a:extLst>
              <a:ext uri="{FF2B5EF4-FFF2-40B4-BE49-F238E27FC236}">
                <a16:creationId xmlns:a16="http://schemas.microsoft.com/office/drawing/2014/main" id="{BF6000A2-4BB1-813F-3C54-2261CBECBF66}"/>
              </a:ext>
            </a:extLst>
          </p:cNvPr>
          <p:cNvSpPr>
            <a:spLocks noChangeArrowheads="1"/>
          </p:cNvSpPr>
          <p:nvPr/>
        </p:nvSpPr>
        <p:spPr bwMode="auto">
          <a:xfrm>
            <a:off x="3264246" y="1817602"/>
            <a:ext cx="2662105" cy="4538748"/>
          </a:xfrm>
          <a:custGeom>
            <a:avLst/>
            <a:gdLst>
              <a:gd name="T0" fmla="*/ 203 w 3770"/>
              <a:gd name="T1" fmla="*/ 51 h 5351"/>
              <a:gd name="T2" fmla="*/ 203 w 3770"/>
              <a:gd name="T3" fmla="*/ 51 h 5351"/>
              <a:gd name="T4" fmla="*/ 50 w 3770"/>
              <a:gd name="T5" fmla="*/ 203 h 5351"/>
              <a:gd name="T6" fmla="*/ 50 w 3770"/>
              <a:gd name="T7" fmla="*/ 5146 h 5351"/>
              <a:gd name="T8" fmla="*/ 50 w 3770"/>
              <a:gd name="T9" fmla="*/ 5146 h 5351"/>
              <a:gd name="T10" fmla="*/ 203 w 3770"/>
              <a:gd name="T11" fmla="*/ 5299 h 5351"/>
              <a:gd name="T12" fmla="*/ 3566 w 3770"/>
              <a:gd name="T13" fmla="*/ 5299 h 5351"/>
              <a:gd name="T14" fmla="*/ 3566 w 3770"/>
              <a:gd name="T15" fmla="*/ 5299 h 5351"/>
              <a:gd name="T16" fmla="*/ 3719 w 3770"/>
              <a:gd name="T17" fmla="*/ 5146 h 5351"/>
              <a:gd name="T18" fmla="*/ 3719 w 3770"/>
              <a:gd name="T19" fmla="*/ 203 h 5351"/>
              <a:gd name="T20" fmla="*/ 3719 w 3770"/>
              <a:gd name="T21" fmla="*/ 203 h 5351"/>
              <a:gd name="T22" fmla="*/ 3566 w 3770"/>
              <a:gd name="T23" fmla="*/ 51 h 5351"/>
              <a:gd name="T24" fmla="*/ 203 w 3770"/>
              <a:gd name="T25" fmla="*/ 51 h 5351"/>
              <a:gd name="T26" fmla="*/ 3566 w 3770"/>
              <a:gd name="T27" fmla="*/ 5350 h 5351"/>
              <a:gd name="T28" fmla="*/ 203 w 3770"/>
              <a:gd name="T29" fmla="*/ 5350 h 5351"/>
              <a:gd name="T30" fmla="*/ 203 w 3770"/>
              <a:gd name="T31" fmla="*/ 5350 h 5351"/>
              <a:gd name="T32" fmla="*/ 0 w 3770"/>
              <a:gd name="T33" fmla="*/ 5146 h 5351"/>
              <a:gd name="T34" fmla="*/ 0 w 3770"/>
              <a:gd name="T35" fmla="*/ 203 h 5351"/>
              <a:gd name="T36" fmla="*/ 0 w 3770"/>
              <a:gd name="T37" fmla="*/ 203 h 5351"/>
              <a:gd name="T38" fmla="*/ 203 w 3770"/>
              <a:gd name="T39" fmla="*/ 0 h 5351"/>
              <a:gd name="T40" fmla="*/ 3566 w 3770"/>
              <a:gd name="T41" fmla="*/ 0 h 5351"/>
              <a:gd name="T42" fmla="*/ 3566 w 3770"/>
              <a:gd name="T43" fmla="*/ 0 h 5351"/>
              <a:gd name="T44" fmla="*/ 3769 w 3770"/>
              <a:gd name="T45" fmla="*/ 203 h 5351"/>
              <a:gd name="T46" fmla="*/ 3769 w 3770"/>
              <a:gd name="T47" fmla="*/ 5146 h 5351"/>
              <a:gd name="T48" fmla="*/ 3769 w 3770"/>
              <a:gd name="T49" fmla="*/ 5146 h 5351"/>
              <a:gd name="T50" fmla="*/ 3566 w 3770"/>
              <a:gd name="T51" fmla="*/ 5350 h 53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770" h="5351">
                <a:moveTo>
                  <a:pt x="203" y="51"/>
                </a:moveTo>
                <a:lnTo>
                  <a:pt x="203" y="51"/>
                </a:lnTo>
                <a:cubicBezTo>
                  <a:pt x="119" y="51"/>
                  <a:pt x="50" y="119"/>
                  <a:pt x="50" y="203"/>
                </a:cubicBezTo>
                <a:lnTo>
                  <a:pt x="50" y="5146"/>
                </a:lnTo>
                <a:lnTo>
                  <a:pt x="50" y="5146"/>
                </a:lnTo>
                <a:cubicBezTo>
                  <a:pt x="50" y="5231"/>
                  <a:pt x="119" y="5299"/>
                  <a:pt x="203" y="5299"/>
                </a:cubicBezTo>
                <a:lnTo>
                  <a:pt x="3566" y="5299"/>
                </a:lnTo>
                <a:lnTo>
                  <a:pt x="3566" y="5299"/>
                </a:lnTo>
                <a:cubicBezTo>
                  <a:pt x="3650" y="5299"/>
                  <a:pt x="3719" y="5231"/>
                  <a:pt x="3719" y="5146"/>
                </a:cubicBezTo>
                <a:lnTo>
                  <a:pt x="3719" y="203"/>
                </a:lnTo>
                <a:lnTo>
                  <a:pt x="3719" y="203"/>
                </a:lnTo>
                <a:cubicBezTo>
                  <a:pt x="3719" y="119"/>
                  <a:pt x="3650" y="51"/>
                  <a:pt x="3566" y="51"/>
                </a:cubicBezTo>
                <a:lnTo>
                  <a:pt x="203" y="51"/>
                </a:lnTo>
                <a:close/>
                <a:moveTo>
                  <a:pt x="3566" y="5350"/>
                </a:moveTo>
                <a:lnTo>
                  <a:pt x="203" y="5350"/>
                </a:lnTo>
                <a:lnTo>
                  <a:pt x="203" y="5350"/>
                </a:lnTo>
                <a:cubicBezTo>
                  <a:pt x="91" y="5350"/>
                  <a:pt x="0" y="5258"/>
                  <a:pt x="0" y="5146"/>
                </a:cubicBezTo>
                <a:lnTo>
                  <a:pt x="0" y="203"/>
                </a:lnTo>
                <a:lnTo>
                  <a:pt x="0" y="203"/>
                </a:lnTo>
                <a:cubicBezTo>
                  <a:pt x="0" y="92"/>
                  <a:pt x="91" y="0"/>
                  <a:pt x="203" y="0"/>
                </a:cubicBezTo>
                <a:lnTo>
                  <a:pt x="3566" y="0"/>
                </a:lnTo>
                <a:lnTo>
                  <a:pt x="3566" y="0"/>
                </a:lnTo>
                <a:cubicBezTo>
                  <a:pt x="3678" y="0"/>
                  <a:pt x="3769" y="92"/>
                  <a:pt x="3769" y="203"/>
                </a:cubicBezTo>
                <a:lnTo>
                  <a:pt x="3769" y="5146"/>
                </a:lnTo>
                <a:lnTo>
                  <a:pt x="3769" y="5146"/>
                </a:lnTo>
                <a:cubicBezTo>
                  <a:pt x="3769" y="5258"/>
                  <a:pt x="3678" y="5350"/>
                  <a:pt x="3566" y="5350"/>
                </a:cubicBezTo>
                <a:close/>
              </a:path>
            </a:pathLst>
          </a:custGeom>
          <a:solidFill>
            <a:schemeClr val="bg1">
              <a:lumMod val="85000"/>
            </a:schemeClr>
          </a:solidFill>
          <a:ln>
            <a:noFill/>
          </a:ln>
          <a:effectLst/>
        </p:spPr>
        <p:txBody>
          <a:bodyPr wrap="none" anchor="ctr"/>
          <a:lstStyle/>
          <a:p>
            <a:endParaRPr lang="en-US" sz="4000">
              <a:latin typeface="Lato Light" panose="020F0502020204030203" pitchFamily="34" charset="0"/>
            </a:endParaRPr>
          </a:p>
        </p:txBody>
      </p:sp>
      <p:sp>
        <p:nvSpPr>
          <p:cNvPr id="10" name="Freeform 133">
            <a:extLst>
              <a:ext uri="{FF2B5EF4-FFF2-40B4-BE49-F238E27FC236}">
                <a16:creationId xmlns:a16="http://schemas.microsoft.com/office/drawing/2014/main" id="{72A5F715-CD07-555C-8F3B-35CF3E26F74D}"/>
              </a:ext>
            </a:extLst>
          </p:cNvPr>
          <p:cNvSpPr>
            <a:spLocks noChangeArrowheads="1"/>
          </p:cNvSpPr>
          <p:nvPr/>
        </p:nvSpPr>
        <p:spPr bwMode="auto">
          <a:xfrm>
            <a:off x="3024714" y="5123270"/>
            <a:ext cx="3181649" cy="1090646"/>
          </a:xfrm>
          <a:custGeom>
            <a:avLst/>
            <a:gdLst>
              <a:gd name="T0" fmla="*/ 674 w 5254"/>
              <a:gd name="T1" fmla="*/ 563 h 1225"/>
              <a:gd name="T2" fmla="*/ 42 w 5254"/>
              <a:gd name="T3" fmla="*/ 92 h 1225"/>
              <a:gd name="T4" fmla="*/ 42 w 5254"/>
              <a:gd name="T5" fmla="*/ 92 h 1225"/>
              <a:gd name="T6" fmla="*/ 73 w 5254"/>
              <a:gd name="T7" fmla="*/ 0 h 1225"/>
              <a:gd name="T8" fmla="*/ 4441 w 5254"/>
              <a:gd name="T9" fmla="*/ 0 h 1225"/>
              <a:gd name="T10" fmla="*/ 4441 w 5254"/>
              <a:gd name="T11" fmla="*/ 0 h 1225"/>
              <a:gd name="T12" fmla="*/ 4471 w 5254"/>
              <a:gd name="T13" fmla="*/ 10 h 1225"/>
              <a:gd name="T14" fmla="*/ 5224 w 5254"/>
              <a:gd name="T15" fmla="*/ 563 h 1225"/>
              <a:gd name="T16" fmla="*/ 5224 w 5254"/>
              <a:gd name="T17" fmla="*/ 563 h 1225"/>
              <a:gd name="T18" fmla="*/ 5225 w 5254"/>
              <a:gd name="T19" fmla="*/ 644 h 1225"/>
              <a:gd name="T20" fmla="*/ 4472 w 5254"/>
              <a:gd name="T21" fmla="*/ 1213 h 1225"/>
              <a:gd name="T22" fmla="*/ 4472 w 5254"/>
              <a:gd name="T23" fmla="*/ 1213 h 1225"/>
              <a:gd name="T24" fmla="*/ 4441 w 5254"/>
              <a:gd name="T25" fmla="*/ 1224 h 1225"/>
              <a:gd name="T26" fmla="*/ 69 w 5254"/>
              <a:gd name="T27" fmla="*/ 1224 h 1225"/>
              <a:gd name="T28" fmla="*/ 69 w 5254"/>
              <a:gd name="T29" fmla="*/ 1224 h 1225"/>
              <a:gd name="T30" fmla="*/ 39 w 5254"/>
              <a:gd name="T31" fmla="*/ 1132 h 1225"/>
              <a:gd name="T32" fmla="*/ 675 w 5254"/>
              <a:gd name="T33" fmla="*/ 644 h 1225"/>
              <a:gd name="T34" fmla="*/ 675 w 5254"/>
              <a:gd name="T35" fmla="*/ 644 h 1225"/>
              <a:gd name="T36" fmla="*/ 674 w 5254"/>
              <a:gd name="T37" fmla="*/ 563 h 1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254" h="1225">
                <a:moveTo>
                  <a:pt x="674" y="563"/>
                </a:moveTo>
                <a:lnTo>
                  <a:pt x="42" y="92"/>
                </a:lnTo>
                <a:lnTo>
                  <a:pt x="42" y="92"/>
                </a:lnTo>
                <a:cubicBezTo>
                  <a:pt x="3" y="63"/>
                  <a:pt x="24" y="0"/>
                  <a:pt x="73" y="0"/>
                </a:cubicBezTo>
                <a:lnTo>
                  <a:pt x="4441" y="0"/>
                </a:lnTo>
                <a:lnTo>
                  <a:pt x="4441" y="0"/>
                </a:lnTo>
                <a:cubicBezTo>
                  <a:pt x="4452" y="0"/>
                  <a:pt x="4463" y="3"/>
                  <a:pt x="4471" y="10"/>
                </a:cubicBezTo>
                <a:lnTo>
                  <a:pt x="5224" y="563"/>
                </a:lnTo>
                <a:lnTo>
                  <a:pt x="5224" y="563"/>
                </a:lnTo>
                <a:cubicBezTo>
                  <a:pt x="5252" y="583"/>
                  <a:pt x="5253" y="624"/>
                  <a:pt x="5225" y="644"/>
                </a:cubicBezTo>
                <a:lnTo>
                  <a:pt x="4472" y="1213"/>
                </a:lnTo>
                <a:lnTo>
                  <a:pt x="4472" y="1213"/>
                </a:lnTo>
                <a:cubicBezTo>
                  <a:pt x="4463" y="1220"/>
                  <a:pt x="4452" y="1224"/>
                  <a:pt x="4441" y="1224"/>
                </a:cubicBezTo>
                <a:lnTo>
                  <a:pt x="69" y="1224"/>
                </a:lnTo>
                <a:lnTo>
                  <a:pt x="69" y="1224"/>
                </a:lnTo>
                <a:cubicBezTo>
                  <a:pt x="21" y="1224"/>
                  <a:pt x="0" y="1162"/>
                  <a:pt x="39" y="1132"/>
                </a:cubicBezTo>
                <a:lnTo>
                  <a:pt x="675" y="644"/>
                </a:lnTo>
                <a:lnTo>
                  <a:pt x="675" y="644"/>
                </a:lnTo>
                <a:cubicBezTo>
                  <a:pt x="702" y="624"/>
                  <a:pt x="701" y="583"/>
                  <a:pt x="674" y="563"/>
                </a:cubicBezTo>
              </a:path>
            </a:pathLst>
          </a:custGeom>
          <a:solidFill>
            <a:srgbClr val="4472C4"/>
          </a:solidFill>
          <a:ln>
            <a:noFill/>
          </a:ln>
          <a:effectLst/>
        </p:spPr>
        <p:txBody>
          <a:bodyPr wrap="none" anchor="ctr"/>
          <a:lstStyle/>
          <a:p>
            <a:endParaRPr lang="en-US" sz="4000">
              <a:latin typeface="Lato Light" panose="020F0502020204030203" pitchFamily="34" charset="0"/>
            </a:endParaRPr>
          </a:p>
        </p:txBody>
      </p:sp>
      <p:sp>
        <p:nvSpPr>
          <p:cNvPr id="11" name="Freeform 138">
            <a:extLst>
              <a:ext uri="{FF2B5EF4-FFF2-40B4-BE49-F238E27FC236}">
                <a16:creationId xmlns:a16="http://schemas.microsoft.com/office/drawing/2014/main" id="{8DC09FB7-9271-7A52-789D-49F6FB55A8B1}"/>
              </a:ext>
            </a:extLst>
          </p:cNvPr>
          <p:cNvSpPr>
            <a:spLocks noChangeArrowheads="1"/>
          </p:cNvSpPr>
          <p:nvPr/>
        </p:nvSpPr>
        <p:spPr bwMode="auto">
          <a:xfrm>
            <a:off x="4612423" y="1354900"/>
            <a:ext cx="899824" cy="922217"/>
          </a:xfrm>
          <a:custGeom>
            <a:avLst/>
            <a:gdLst>
              <a:gd name="T0" fmla="*/ 636 w 1275"/>
              <a:gd name="T1" fmla="*/ 0 h 1275"/>
              <a:gd name="T2" fmla="*/ 636 w 1275"/>
              <a:gd name="T3" fmla="*/ 0 h 1275"/>
              <a:gd name="T4" fmla="*/ 1274 w 1275"/>
              <a:gd name="T5" fmla="*/ 637 h 1275"/>
              <a:gd name="T6" fmla="*/ 1274 w 1275"/>
              <a:gd name="T7" fmla="*/ 637 h 1275"/>
              <a:gd name="T8" fmla="*/ 636 w 1275"/>
              <a:gd name="T9" fmla="*/ 1274 h 1275"/>
              <a:gd name="T10" fmla="*/ 636 w 1275"/>
              <a:gd name="T11" fmla="*/ 1274 h 1275"/>
              <a:gd name="T12" fmla="*/ 0 w 1275"/>
              <a:gd name="T13" fmla="*/ 637 h 1275"/>
              <a:gd name="T14" fmla="*/ 0 w 1275"/>
              <a:gd name="T15" fmla="*/ 637 h 1275"/>
              <a:gd name="T16" fmla="*/ 636 w 1275"/>
              <a:gd name="T17" fmla="*/ 0 h 1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5" h="1275">
                <a:moveTo>
                  <a:pt x="636" y="0"/>
                </a:moveTo>
                <a:lnTo>
                  <a:pt x="636" y="0"/>
                </a:lnTo>
                <a:cubicBezTo>
                  <a:pt x="989" y="0"/>
                  <a:pt x="1274" y="285"/>
                  <a:pt x="1274" y="637"/>
                </a:cubicBezTo>
                <a:lnTo>
                  <a:pt x="1274" y="637"/>
                </a:lnTo>
                <a:cubicBezTo>
                  <a:pt x="1274" y="988"/>
                  <a:pt x="989" y="1274"/>
                  <a:pt x="636" y="1274"/>
                </a:cubicBezTo>
                <a:lnTo>
                  <a:pt x="636" y="1274"/>
                </a:lnTo>
                <a:cubicBezTo>
                  <a:pt x="285" y="1274"/>
                  <a:pt x="0" y="988"/>
                  <a:pt x="0" y="637"/>
                </a:cubicBezTo>
                <a:lnTo>
                  <a:pt x="0" y="637"/>
                </a:lnTo>
                <a:cubicBezTo>
                  <a:pt x="0" y="285"/>
                  <a:pt x="285" y="0"/>
                  <a:pt x="636" y="0"/>
                </a:cubicBezTo>
              </a:path>
            </a:pathLst>
          </a:custGeom>
          <a:solidFill>
            <a:schemeClr val="bg1"/>
          </a:solidFill>
          <a:ln>
            <a:noFill/>
          </a:ln>
          <a:effectLst/>
        </p:spPr>
        <p:txBody>
          <a:bodyPr wrap="none" anchor="ctr"/>
          <a:lstStyle/>
          <a:p>
            <a:endParaRPr lang="en-US" sz="4000">
              <a:latin typeface="Lato Light" panose="020F0502020204030203" pitchFamily="34" charset="0"/>
            </a:endParaRPr>
          </a:p>
        </p:txBody>
      </p:sp>
      <p:sp>
        <p:nvSpPr>
          <p:cNvPr id="12" name="Freeform 139">
            <a:extLst>
              <a:ext uri="{FF2B5EF4-FFF2-40B4-BE49-F238E27FC236}">
                <a16:creationId xmlns:a16="http://schemas.microsoft.com/office/drawing/2014/main" id="{A6413B5B-6663-F916-6543-62C91690FD0A}"/>
              </a:ext>
            </a:extLst>
          </p:cNvPr>
          <p:cNvSpPr>
            <a:spLocks noChangeArrowheads="1"/>
          </p:cNvSpPr>
          <p:nvPr/>
        </p:nvSpPr>
        <p:spPr bwMode="auto">
          <a:xfrm>
            <a:off x="4593742" y="1338942"/>
            <a:ext cx="934072" cy="960513"/>
          </a:xfrm>
          <a:custGeom>
            <a:avLst/>
            <a:gdLst>
              <a:gd name="T0" fmla="*/ 661 w 1325"/>
              <a:gd name="T1" fmla="*/ 51 h 1326"/>
              <a:gd name="T2" fmla="*/ 661 w 1325"/>
              <a:gd name="T3" fmla="*/ 51 h 1326"/>
              <a:gd name="T4" fmla="*/ 50 w 1325"/>
              <a:gd name="T5" fmla="*/ 663 h 1326"/>
              <a:gd name="T6" fmla="*/ 50 w 1325"/>
              <a:gd name="T7" fmla="*/ 663 h 1326"/>
              <a:gd name="T8" fmla="*/ 661 w 1325"/>
              <a:gd name="T9" fmla="*/ 1274 h 1326"/>
              <a:gd name="T10" fmla="*/ 661 w 1325"/>
              <a:gd name="T11" fmla="*/ 1274 h 1326"/>
              <a:gd name="T12" fmla="*/ 1273 w 1325"/>
              <a:gd name="T13" fmla="*/ 663 h 1326"/>
              <a:gd name="T14" fmla="*/ 1273 w 1325"/>
              <a:gd name="T15" fmla="*/ 663 h 1326"/>
              <a:gd name="T16" fmla="*/ 661 w 1325"/>
              <a:gd name="T17" fmla="*/ 51 h 1326"/>
              <a:gd name="T18" fmla="*/ 661 w 1325"/>
              <a:gd name="T19" fmla="*/ 1325 h 1326"/>
              <a:gd name="T20" fmla="*/ 661 w 1325"/>
              <a:gd name="T21" fmla="*/ 1325 h 1326"/>
              <a:gd name="T22" fmla="*/ 0 w 1325"/>
              <a:gd name="T23" fmla="*/ 663 h 1326"/>
              <a:gd name="T24" fmla="*/ 0 w 1325"/>
              <a:gd name="T25" fmla="*/ 663 h 1326"/>
              <a:gd name="T26" fmla="*/ 661 w 1325"/>
              <a:gd name="T27" fmla="*/ 0 h 1326"/>
              <a:gd name="T28" fmla="*/ 661 w 1325"/>
              <a:gd name="T29" fmla="*/ 0 h 1326"/>
              <a:gd name="T30" fmla="*/ 1324 w 1325"/>
              <a:gd name="T31" fmla="*/ 663 h 1326"/>
              <a:gd name="T32" fmla="*/ 1324 w 1325"/>
              <a:gd name="T33" fmla="*/ 663 h 1326"/>
              <a:gd name="T34" fmla="*/ 661 w 1325"/>
              <a:gd name="T35" fmla="*/ 1325 h 1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325" h="1326">
                <a:moveTo>
                  <a:pt x="661" y="51"/>
                </a:moveTo>
                <a:lnTo>
                  <a:pt x="661" y="51"/>
                </a:lnTo>
                <a:cubicBezTo>
                  <a:pt x="325" y="51"/>
                  <a:pt x="50" y="326"/>
                  <a:pt x="50" y="663"/>
                </a:cubicBezTo>
                <a:lnTo>
                  <a:pt x="50" y="663"/>
                </a:lnTo>
                <a:cubicBezTo>
                  <a:pt x="50" y="1000"/>
                  <a:pt x="325" y="1274"/>
                  <a:pt x="661" y="1274"/>
                </a:cubicBezTo>
                <a:lnTo>
                  <a:pt x="661" y="1274"/>
                </a:lnTo>
                <a:cubicBezTo>
                  <a:pt x="999" y="1274"/>
                  <a:pt x="1273" y="1000"/>
                  <a:pt x="1273" y="663"/>
                </a:cubicBezTo>
                <a:lnTo>
                  <a:pt x="1273" y="663"/>
                </a:lnTo>
                <a:cubicBezTo>
                  <a:pt x="1273" y="326"/>
                  <a:pt x="999" y="51"/>
                  <a:pt x="661" y="51"/>
                </a:cubicBezTo>
                <a:close/>
                <a:moveTo>
                  <a:pt x="661" y="1325"/>
                </a:moveTo>
                <a:lnTo>
                  <a:pt x="661" y="1325"/>
                </a:lnTo>
                <a:cubicBezTo>
                  <a:pt x="296" y="1325"/>
                  <a:pt x="0" y="1028"/>
                  <a:pt x="0" y="663"/>
                </a:cubicBezTo>
                <a:lnTo>
                  <a:pt x="0" y="663"/>
                </a:lnTo>
                <a:cubicBezTo>
                  <a:pt x="0" y="297"/>
                  <a:pt x="296" y="0"/>
                  <a:pt x="661" y="0"/>
                </a:cubicBezTo>
                <a:lnTo>
                  <a:pt x="661" y="0"/>
                </a:lnTo>
                <a:cubicBezTo>
                  <a:pt x="1027" y="0"/>
                  <a:pt x="1324" y="297"/>
                  <a:pt x="1324" y="663"/>
                </a:cubicBezTo>
                <a:lnTo>
                  <a:pt x="1324" y="663"/>
                </a:lnTo>
                <a:cubicBezTo>
                  <a:pt x="1324" y="1028"/>
                  <a:pt x="1027" y="1325"/>
                  <a:pt x="661" y="1325"/>
                </a:cubicBezTo>
                <a:close/>
              </a:path>
            </a:pathLst>
          </a:custGeom>
          <a:solidFill>
            <a:schemeClr val="bg1">
              <a:lumMod val="85000"/>
            </a:schemeClr>
          </a:solidFill>
          <a:ln>
            <a:noFill/>
          </a:ln>
          <a:effectLst/>
        </p:spPr>
        <p:txBody>
          <a:bodyPr wrap="none" anchor="ctr"/>
          <a:lstStyle/>
          <a:p>
            <a:endParaRPr lang="en-US" sz="4000">
              <a:latin typeface="Lato Light" panose="020F0502020204030203" pitchFamily="34" charset="0"/>
            </a:endParaRPr>
          </a:p>
        </p:txBody>
      </p:sp>
      <p:sp>
        <p:nvSpPr>
          <p:cNvPr id="13" name="Freeform 141">
            <a:extLst>
              <a:ext uri="{FF2B5EF4-FFF2-40B4-BE49-F238E27FC236}">
                <a16:creationId xmlns:a16="http://schemas.microsoft.com/office/drawing/2014/main" id="{A6093E46-A435-9A3B-FA5F-4B296E49CCF3}"/>
              </a:ext>
            </a:extLst>
          </p:cNvPr>
          <p:cNvSpPr>
            <a:spLocks noChangeArrowheads="1"/>
          </p:cNvSpPr>
          <p:nvPr/>
        </p:nvSpPr>
        <p:spPr bwMode="auto">
          <a:xfrm>
            <a:off x="6237626" y="1817602"/>
            <a:ext cx="2662105" cy="4538748"/>
          </a:xfrm>
          <a:custGeom>
            <a:avLst/>
            <a:gdLst>
              <a:gd name="T0" fmla="*/ 204 w 3772"/>
              <a:gd name="T1" fmla="*/ 51 h 5351"/>
              <a:gd name="T2" fmla="*/ 204 w 3772"/>
              <a:gd name="T3" fmla="*/ 51 h 5351"/>
              <a:gd name="T4" fmla="*/ 51 w 3772"/>
              <a:gd name="T5" fmla="*/ 203 h 5351"/>
              <a:gd name="T6" fmla="*/ 51 w 3772"/>
              <a:gd name="T7" fmla="*/ 5146 h 5351"/>
              <a:gd name="T8" fmla="*/ 51 w 3772"/>
              <a:gd name="T9" fmla="*/ 5146 h 5351"/>
              <a:gd name="T10" fmla="*/ 204 w 3772"/>
              <a:gd name="T11" fmla="*/ 5299 h 5351"/>
              <a:gd name="T12" fmla="*/ 3567 w 3772"/>
              <a:gd name="T13" fmla="*/ 5299 h 5351"/>
              <a:gd name="T14" fmla="*/ 3567 w 3772"/>
              <a:gd name="T15" fmla="*/ 5299 h 5351"/>
              <a:gd name="T16" fmla="*/ 3720 w 3772"/>
              <a:gd name="T17" fmla="*/ 5146 h 5351"/>
              <a:gd name="T18" fmla="*/ 3720 w 3772"/>
              <a:gd name="T19" fmla="*/ 203 h 5351"/>
              <a:gd name="T20" fmla="*/ 3720 w 3772"/>
              <a:gd name="T21" fmla="*/ 203 h 5351"/>
              <a:gd name="T22" fmla="*/ 3567 w 3772"/>
              <a:gd name="T23" fmla="*/ 51 h 5351"/>
              <a:gd name="T24" fmla="*/ 204 w 3772"/>
              <a:gd name="T25" fmla="*/ 51 h 5351"/>
              <a:gd name="T26" fmla="*/ 3567 w 3772"/>
              <a:gd name="T27" fmla="*/ 5350 h 5351"/>
              <a:gd name="T28" fmla="*/ 204 w 3772"/>
              <a:gd name="T29" fmla="*/ 5350 h 5351"/>
              <a:gd name="T30" fmla="*/ 204 w 3772"/>
              <a:gd name="T31" fmla="*/ 5350 h 5351"/>
              <a:gd name="T32" fmla="*/ 0 w 3772"/>
              <a:gd name="T33" fmla="*/ 5146 h 5351"/>
              <a:gd name="T34" fmla="*/ 0 w 3772"/>
              <a:gd name="T35" fmla="*/ 203 h 5351"/>
              <a:gd name="T36" fmla="*/ 0 w 3772"/>
              <a:gd name="T37" fmla="*/ 203 h 5351"/>
              <a:gd name="T38" fmla="*/ 204 w 3772"/>
              <a:gd name="T39" fmla="*/ 0 h 5351"/>
              <a:gd name="T40" fmla="*/ 3567 w 3772"/>
              <a:gd name="T41" fmla="*/ 0 h 5351"/>
              <a:gd name="T42" fmla="*/ 3567 w 3772"/>
              <a:gd name="T43" fmla="*/ 0 h 5351"/>
              <a:gd name="T44" fmla="*/ 3771 w 3772"/>
              <a:gd name="T45" fmla="*/ 203 h 5351"/>
              <a:gd name="T46" fmla="*/ 3771 w 3772"/>
              <a:gd name="T47" fmla="*/ 5146 h 5351"/>
              <a:gd name="T48" fmla="*/ 3771 w 3772"/>
              <a:gd name="T49" fmla="*/ 5146 h 5351"/>
              <a:gd name="T50" fmla="*/ 3567 w 3772"/>
              <a:gd name="T51" fmla="*/ 5350 h 53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772" h="5351">
                <a:moveTo>
                  <a:pt x="204" y="51"/>
                </a:moveTo>
                <a:lnTo>
                  <a:pt x="204" y="51"/>
                </a:lnTo>
                <a:cubicBezTo>
                  <a:pt x="119" y="51"/>
                  <a:pt x="51" y="119"/>
                  <a:pt x="51" y="203"/>
                </a:cubicBezTo>
                <a:lnTo>
                  <a:pt x="51" y="5146"/>
                </a:lnTo>
                <a:lnTo>
                  <a:pt x="51" y="5146"/>
                </a:lnTo>
                <a:cubicBezTo>
                  <a:pt x="51" y="5231"/>
                  <a:pt x="119" y="5299"/>
                  <a:pt x="204" y="5299"/>
                </a:cubicBezTo>
                <a:lnTo>
                  <a:pt x="3567" y="5299"/>
                </a:lnTo>
                <a:lnTo>
                  <a:pt x="3567" y="5299"/>
                </a:lnTo>
                <a:cubicBezTo>
                  <a:pt x="3652" y="5299"/>
                  <a:pt x="3720" y="5231"/>
                  <a:pt x="3720" y="5146"/>
                </a:cubicBezTo>
                <a:lnTo>
                  <a:pt x="3720" y="203"/>
                </a:lnTo>
                <a:lnTo>
                  <a:pt x="3720" y="203"/>
                </a:lnTo>
                <a:cubicBezTo>
                  <a:pt x="3720" y="119"/>
                  <a:pt x="3652" y="51"/>
                  <a:pt x="3567" y="51"/>
                </a:cubicBezTo>
                <a:lnTo>
                  <a:pt x="204" y="51"/>
                </a:lnTo>
                <a:close/>
                <a:moveTo>
                  <a:pt x="3567" y="5350"/>
                </a:moveTo>
                <a:lnTo>
                  <a:pt x="204" y="5350"/>
                </a:lnTo>
                <a:lnTo>
                  <a:pt x="204" y="5350"/>
                </a:lnTo>
                <a:cubicBezTo>
                  <a:pt x="91" y="5350"/>
                  <a:pt x="0" y="5258"/>
                  <a:pt x="0" y="5146"/>
                </a:cubicBezTo>
                <a:lnTo>
                  <a:pt x="0" y="203"/>
                </a:lnTo>
                <a:lnTo>
                  <a:pt x="0" y="203"/>
                </a:lnTo>
                <a:cubicBezTo>
                  <a:pt x="0" y="92"/>
                  <a:pt x="91" y="0"/>
                  <a:pt x="204" y="0"/>
                </a:cubicBezTo>
                <a:lnTo>
                  <a:pt x="3567" y="0"/>
                </a:lnTo>
                <a:lnTo>
                  <a:pt x="3567" y="0"/>
                </a:lnTo>
                <a:cubicBezTo>
                  <a:pt x="3680" y="0"/>
                  <a:pt x="3771" y="92"/>
                  <a:pt x="3771" y="203"/>
                </a:cubicBezTo>
                <a:lnTo>
                  <a:pt x="3771" y="5146"/>
                </a:lnTo>
                <a:lnTo>
                  <a:pt x="3771" y="5146"/>
                </a:lnTo>
                <a:cubicBezTo>
                  <a:pt x="3771" y="5258"/>
                  <a:pt x="3680" y="5350"/>
                  <a:pt x="3567" y="5350"/>
                </a:cubicBezTo>
                <a:close/>
              </a:path>
            </a:pathLst>
          </a:custGeom>
          <a:solidFill>
            <a:schemeClr val="bg1">
              <a:lumMod val="85000"/>
            </a:schemeClr>
          </a:solidFill>
          <a:ln>
            <a:noFill/>
          </a:ln>
          <a:effectLst/>
        </p:spPr>
        <p:txBody>
          <a:bodyPr wrap="none" anchor="ctr"/>
          <a:lstStyle/>
          <a:p>
            <a:endParaRPr lang="en-US" sz="4000">
              <a:latin typeface="Lato Light" panose="020F0502020204030203" pitchFamily="34" charset="0"/>
            </a:endParaRPr>
          </a:p>
        </p:txBody>
      </p:sp>
      <p:sp>
        <p:nvSpPr>
          <p:cNvPr id="14" name="Freeform 203">
            <a:extLst>
              <a:ext uri="{FF2B5EF4-FFF2-40B4-BE49-F238E27FC236}">
                <a16:creationId xmlns:a16="http://schemas.microsoft.com/office/drawing/2014/main" id="{D3A9D005-EF57-F197-20CB-9401E8EC331F}"/>
              </a:ext>
            </a:extLst>
          </p:cNvPr>
          <p:cNvSpPr>
            <a:spLocks noChangeArrowheads="1"/>
          </p:cNvSpPr>
          <p:nvPr/>
        </p:nvSpPr>
        <p:spPr bwMode="auto">
          <a:xfrm>
            <a:off x="5994980" y="5123270"/>
            <a:ext cx="3181647" cy="1090646"/>
          </a:xfrm>
          <a:custGeom>
            <a:avLst/>
            <a:gdLst>
              <a:gd name="T0" fmla="*/ 673 w 5254"/>
              <a:gd name="T1" fmla="*/ 563 h 1225"/>
              <a:gd name="T2" fmla="*/ 42 w 5254"/>
              <a:gd name="T3" fmla="*/ 92 h 1225"/>
              <a:gd name="T4" fmla="*/ 42 w 5254"/>
              <a:gd name="T5" fmla="*/ 92 h 1225"/>
              <a:gd name="T6" fmla="*/ 72 w 5254"/>
              <a:gd name="T7" fmla="*/ 0 h 1225"/>
              <a:gd name="T8" fmla="*/ 4442 w 5254"/>
              <a:gd name="T9" fmla="*/ 0 h 1225"/>
              <a:gd name="T10" fmla="*/ 4442 w 5254"/>
              <a:gd name="T11" fmla="*/ 0 h 1225"/>
              <a:gd name="T12" fmla="*/ 4472 w 5254"/>
              <a:gd name="T13" fmla="*/ 10 h 1225"/>
              <a:gd name="T14" fmla="*/ 5225 w 5254"/>
              <a:gd name="T15" fmla="*/ 563 h 1225"/>
              <a:gd name="T16" fmla="*/ 5225 w 5254"/>
              <a:gd name="T17" fmla="*/ 563 h 1225"/>
              <a:gd name="T18" fmla="*/ 5225 w 5254"/>
              <a:gd name="T19" fmla="*/ 644 h 1225"/>
              <a:gd name="T20" fmla="*/ 4472 w 5254"/>
              <a:gd name="T21" fmla="*/ 1213 h 1225"/>
              <a:gd name="T22" fmla="*/ 4472 w 5254"/>
              <a:gd name="T23" fmla="*/ 1213 h 1225"/>
              <a:gd name="T24" fmla="*/ 4441 w 5254"/>
              <a:gd name="T25" fmla="*/ 1224 h 1225"/>
              <a:gd name="T26" fmla="*/ 69 w 5254"/>
              <a:gd name="T27" fmla="*/ 1224 h 1225"/>
              <a:gd name="T28" fmla="*/ 69 w 5254"/>
              <a:gd name="T29" fmla="*/ 1224 h 1225"/>
              <a:gd name="T30" fmla="*/ 38 w 5254"/>
              <a:gd name="T31" fmla="*/ 1132 h 1225"/>
              <a:gd name="T32" fmla="*/ 674 w 5254"/>
              <a:gd name="T33" fmla="*/ 644 h 1225"/>
              <a:gd name="T34" fmla="*/ 674 w 5254"/>
              <a:gd name="T35" fmla="*/ 644 h 1225"/>
              <a:gd name="T36" fmla="*/ 673 w 5254"/>
              <a:gd name="T37" fmla="*/ 563 h 1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254" h="1225">
                <a:moveTo>
                  <a:pt x="673" y="563"/>
                </a:moveTo>
                <a:lnTo>
                  <a:pt x="42" y="92"/>
                </a:lnTo>
                <a:lnTo>
                  <a:pt x="42" y="92"/>
                </a:lnTo>
                <a:cubicBezTo>
                  <a:pt x="2" y="63"/>
                  <a:pt x="23" y="0"/>
                  <a:pt x="72" y="0"/>
                </a:cubicBezTo>
                <a:lnTo>
                  <a:pt x="4442" y="0"/>
                </a:lnTo>
                <a:lnTo>
                  <a:pt x="4442" y="0"/>
                </a:lnTo>
                <a:cubicBezTo>
                  <a:pt x="4452" y="0"/>
                  <a:pt x="4463" y="3"/>
                  <a:pt x="4472" y="10"/>
                </a:cubicBezTo>
                <a:lnTo>
                  <a:pt x="5225" y="563"/>
                </a:lnTo>
                <a:lnTo>
                  <a:pt x="5225" y="563"/>
                </a:lnTo>
                <a:cubicBezTo>
                  <a:pt x="5252" y="583"/>
                  <a:pt x="5253" y="624"/>
                  <a:pt x="5225" y="644"/>
                </a:cubicBezTo>
                <a:lnTo>
                  <a:pt x="4472" y="1213"/>
                </a:lnTo>
                <a:lnTo>
                  <a:pt x="4472" y="1213"/>
                </a:lnTo>
                <a:cubicBezTo>
                  <a:pt x="4463" y="1220"/>
                  <a:pt x="4452" y="1224"/>
                  <a:pt x="4441" y="1224"/>
                </a:cubicBezTo>
                <a:lnTo>
                  <a:pt x="69" y="1224"/>
                </a:lnTo>
                <a:lnTo>
                  <a:pt x="69" y="1224"/>
                </a:lnTo>
                <a:cubicBezTo>
                  <a:pt x="20" y="1224"/>
                  <a:pt x="0" y="1162"/>
                  <a:pt x="38" y="1132"/>
                </a:cubicBezTo>
                <a:lnTo>
                  <a:pt x="674" y="644"/>
                </a:lnTo>
                <a:lnTo>
                  <a:pt x="674" y="644"/>
                </a:lnTo>
                <a:cubicBezTo>
                  <a:pt x="701" y="624"/>
                  <a:pt x="700" y="583"/>
                  <a:pt x="673" y="563"/>
                </a:cubicBezTo>
              </a:path>
            </a:pathLst>
          </a:custGeom>
          <a:solidFill>
            <a:schemeClr val="accent3"/>
          </a:solidFill>
          <a:ln>
            <a:noFill/>
          </a:ln>
          <a:effectLst/>
        </p:spPr>
        <p:txBody>
          <a:bodyPr wrap="none" anchor="ctr"/>
          <a:lstStyle/>
          <a:p>
            <a:endParaRPr lang="en-US" sz="4000">
              <a:latin typeface="Lato Light" panose="020F0502020204030203" pitchFamily="34" charset="0"/>
            </a:endParaRPr>
          </a:p>
        </p:txBody>
      </p:sp>
      <p:sp>
        <p:nvSpPr>
          <p:cNvPr id="15" name="Freeform 208">
            <a:extLst>
              <a:ext uri="{FF2B5EF4-FFF2-40B4-BE49-F238E27FC236}">
                <a16:creationId xmlns:a16="http://schemas.microsoft.com/office/drawing/2014/main" id="{2CBF2B1B-4158-87CE-E4D7-9F59EB1CE479}"/>
              </a:ext>
            </a:extLst>
          </p:cNvPr>
          <p:cNvSpPr>
            <a:spLocks noChangeArrowheads="1"/>
          </p:cNvSpPr>
          <p:nvPr/>
        </p:nvSpPr>
        <p:spPr bwMode="auto">
          <a:xfrm>
            <a:off x="7585803" y="1354900"/>
            <a:ext cx="899824" cy="922217"/>
          </a:xfrm>
          <a:custGeom>
            <a:avLst/>
            <a:gdLst>
              <a:gd name="T0" fmla="*/ 637 w 1275"/>
              <a:gd name="T1" fmla="*/ 0 h 1275"/>
              <a:gd name="T2" fmla="*/ 637 w 1275"/>
              <a:gd name="T3" fmla="*/ 0 h 1275"/>
              <a:gd name="T4" fmla="*/ 1274 w 1275"/>
              <a:gd name="T5" fmla="*/ 637 h 1275"/>
              <a:gd name="T6" fmla="*/ 1274 w 1275"/>
              <a:gd name="T7" fmla="*/ 637 h 1275"/>
              <a:gd name="T8" fmla="*/ 637 w 1275"/>
              <a:gd name="T9" fmla="*/ 1274 h 1275"/>
              <a:gd name="T10" fmla="*/ 637 w 1275"/>
              <a:gd name="T11" fmla="*/ 1274 h 1275"/>
              <a:gd name="T12" fmla="*/ 0 w 1275"/>
              <a:gd name="T13" fmla="*/ 637 h 1275"/>
              <a:gd name="T14" fmla="*/ 0 w 1275"/>
              <a:gd name="T15" fmla="*/ 637 h 1275"/>
              <a:gd name="T16" fmla="*/ 637 w 1275"/>
              <a:gd name="T17" fmla="*/ 0 h 1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5" h="1275">
                <a:moveTo>
                  <a:pt x="637" y="0"/>
                </a:moveTo>
                <a:lnTo>
                  <a:pt x="637" y="0"/>
                </a:lnTo>
                <a:cubicBezTo>
                  <a:pt x="989" y="0"/>
                  <a:pt x="1274" y="285"/>
                  <a:pt x="1274" y="637"/>
                </a:cubicBezTo>
                <a:lnTo>
                  <a:pt x="1274" y="637"/>
                </a:lnTo>
                <a:cubicBezTo>
                  <a:pt x="1274" y="988"/>
                  <a:pt x="989" y="1274"/>
                  <a:pt x="637" y="1274"/>
                </a:cubicBezTo>
                <a:lnTo>
                  <a:pt x="637" y="1274"/>
                </a:lnTo>
                <a:cubicBezTo>
                  <a:pt x="285" y="1274"/>
                  <a:pt x="0" y="988"/>
                  <a:pt x="0" y="637"/>
                </a:cubicBezTo>
                <a:lnTo>
                  <a:pt x="0" y="637"/>
                </a:lnTo>
                <a:cubicBezTo>
                  <a:pt x="0" y="285"/>
                  <a:pt x="285" y="0"/>
                  <a:pt x="637" y="0"/>
                </a:cubicBezTo>
              </a:path>
            </a:pathLst>
          </a:custGeom>
          <a:solidFill>
            <a:schemeClr val="bg1"/>
          </a:solidFill>
          <a:ln>
            <a:noFill/>
          </a:ln>
          <a:effectLst/>
        </p:spPr>
        <p:txBody>
          <a:bodyPr wrap="none" anchor="ctr"/>
          <a:lstStyle/>
          <a:p>
            <a:endParaRPr lang="en-US" sz="4000">
              <a:latin typeface="Lato Light" panose="020F0502020204030203" pitchFamily="34" charset="0"/>
            </a:endParaRPr>
          </a:p>
        </p:txBody>
      </p:sp>
      <p:sp>
        <p:nvSpPr>
          <p:cNvPr id="16" name="Freeform 209">
            <a:extLst>
              <a:ext uri="{FF2B5EF4-FFF2-40B4-BE49-F238E27FC236}">
                <a16:creationId xmlns:a16="http://schemas.microsoft.com/office/drawing/2014/main" id="{54419C10-F1EE-A677-38D8-0CBEA05090F7}"/>
              </a:ext>
            </a:extLst>
          </p:cNvPr>
          <p:cNvSpPr>
            <a:spLocks noChangeArrowheads="1"/>
          </p:cNvSpPr>
          <p:nvPr/>
        </p:nvSpPr>
        <p:spPr bwMode="auto">
          <a:xfrm>
            <a:off x="7567122" y="1338942"/>
            <a:ext cx="937186" cy="960513"/>
          </a:xfrm>
          <a:custGeom>
            <a:avLst/>
            <a:gdLst>
              <a:gd name="T0" fmla="*/ 663 w 1327"/>
              <a:gd name="T1" fmla="*/ 51 h 1326"/>
              <a:gd name="T2" fmla="*/ 663 w 1327"/>
              <a:gd name="T3" fmla="*/ 51 h 1326"/>
              <a:gd name="T4" fmla="*/ 51 w 1327"/>
              <a:gd name="T5" fmla="*/ 663 h 1326"/>
              <a:gd name="T6" fmla="*/ 51 w 1327"/>
              <a:gd name="T7" fmla="*/ 663 h 1326"/>
              <a:gd name="T8" fmla="*/ 663 w 1327"/>
              <a:gd name="T9" fmla="*/ 1274 h 1326"/>
              <a:gd name="T10" fmla="*/ 663 w 1327"/>
              <a:gd name="T11" fmla="*/ 1274 h 1326"/>
              <a:gd name="T12" fmla="*/ 1274 w 1327"/>
              <a:gd name="T13" fmla="*/ 663 h 1326"/>
              <a:gd name="T14" fmla="*/ 1274 w 1327"/>
              <a:gd name="T15" fmla="*/ 663 h 1326"/>
              <a:gd name="T16" fmla="*/ 663 w 1327"/>
              <a:gd name="T17" fmla="*/ 51 h 1326"/>
              <a:gd name="T18" fmla="*/ 663 w 1327"/>
              <a:gd name="T19" fmla="*/ 1325 h 1326"/>
              <a:gd name="T20" fmla="*/ 663 w 1327"/>
              <a:gd name="T21" fmla="*/ 1325 h 1326"/>
              <a:gd name="T22" fmla="*/ 0 w 1327"/>
              <a:gd name="T23" fmla="*/ 663 h 1326"/>
              <a:gd name="T24" fmla="*/ 0 w 1327"/>
              <a:gd name="T25" fmla="*/ 663 h 1326"/>
              <a:gd name="T26" fmla="*/ 663 w 1327"/>
              <a:gd name="T27" fmla="*/ 0 h 1326"/>
              <a:gd name="T28" fmla="*/ 663 w 1327"/>
              <a:gd name="T29" fmla="*/ 0 h 1326"/>
              <a:gd name="T30" fmla="*/ 1326 w 1327"/>
              <a:gd name="T31" fmla="*/ 663 h 1326"/>
              <a:gd name="T32" fmla="*/ 1326 w 1327"/>
              <a:gd name="T33" fmla="*/ 663 h 1326"/>
              <a:gd name="T34" fmla="*/ 663 w 1327"/>
              <a:gd name="T35" fmla="*/ 1325 h 1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327" h="1326">
                <a:moveTo>
                  <a:pt x="663" y="51"/>
                </a:moveTo>
                <a:lnTo>
                  <a:pt x="663" y="51"/>
                </a:lnTo>
                <a:cubicBezTo>
                  <a:pt x="326" y="51"/>
                  <a:pt x="51" y="326"/>
                  <a:pt x="51" y="663"/>
                </a:cubicBezTo>
                <a:lnTo>
                  <a:pt x="51" y="663"/>
                </a:lnTo>
                <a:cubicBezTo>
                  <a:pt x="51" y="1000"/>
                  <a:pt x="326" y="1274"/>
                  <a:pt x="663" y="1274"/>
                </a:cubicBezTo>
                <a:lnTo>
                  <a:pt x="663" y="1274"/>
                </a:lnTo>
                <a:cubicBezTo>
                  <a:pt x="1000" y="1274"/>
                  <a:pt x="1274" y="1000"/>
                  <a:pt x="1274" y="663"/>
                </a:cubicBezTo>
                <a:lnTo>
                  <a:pt x="1274" y="663"/>
                </a:lnTo>
                <a:cubicBezTo>
                  <a:pt x="1274" y="326"/>
                  <a:pt x="1000" y="51"/>
                  <a:pt x="663" y="51"/>
                </a:cubicBezTo>
                <a:close/>
                <a:moveTo>
                  <a:pt x="663" y="1325"/>
                </a:moveTo>
                <a:lnTo>
                  <a:pt x="663" y="1325"/>
                </a:lnTo>
                <a:cubicBezTo>
                  <a:pt x="298" y="1325"/>
                  <a:pt x="0" y="1028"/>
                  <a:pt x="0" y="663"/>
                </a:cubicBezTo>
                <a:lnTo>
                  <a:pt x="0" y="663"/>
                </a:lnTo>
                <a:cubicBezTo>
                  <a:pt x="0" y="297"/>
                  <a:pt x="298" y="0"/>
                  <a:pt x="663" y="0"/>
                </a:cubicBezTo>
                <a:lnTo>
                  <a:pt x="663" y="0"/>
                </a:lnTo>
                <a:cubicBezTo>
                  <a:pt x="1029" y="0"/>
                  <a:pt x="1326" y="297"/>
                  <a:pt x="1326" y="663"/>
                </a:cubicBezTo>
                <a:lnTo>
                  <a:pt x="1326" y="663"/>
                </a:lnTo>
                <a:cubicBezTo>
                  <a:pt x="1326" y="1028"/>
                  <a:pt x="1029" y="1325"/>
                  <a:pt x="663" y="1325"/>
                </a:cubicBezTo>
                <a:close/>
              </a:path>
            </a:pathLst>
          </a:custGeom>
          <a:solidFill>
            <a:schemeClr val="bg1">
              <a:lumMod val="85000"/>
            </a:schemeClr>
          </a:solidFill>
          <a:ln>
            <a:noFill/>
          </a:ln>
          <a:effectLst/>
        </p:spPr>
        <p:txBody>
          <a:bodyPr wrap="none" anchor="ctr"/>
          <a:lstStyle/>
          <a:p>
            <a:endParaRPr lang="en-US" sz="4000">
              <a:latin typeface="Lato Light" panose="020F0502020204030203" pitchFamily="34" charset="0"/>
            </a:endParaRPr>
          </a:p>
        </p:txBody>
      </p:sp>
      <p:sp>
        <p:nvSpPr>
          <p:cNvPr id="17" name="Freeform 141">
            <a:extLst>
              <a:ext uri="{FF2B5EF4-FFF2-40B4-BE49-F238E27FC236}">
                <a16:creationId xmlns:a16="http://schemas.microsoft.com/office/drawing/2014/main" id="{E623D7B5-5160-047D-4456-D19ADD90BA95}"/>
              </a:ext>
            </a:extLst>
          </p:cNvPr>
          <p:cNvSpPr>
            <a:spLocks noChangeArrowheads="1"/>
          </p:cNvSpPr>
          <p:nvPr/>
        </p:nvSpPr>
        <p:spPr bwMode="auto">
          <a:xfrm>
            <a:off x="9207889" y="1817602"/>
            <a:ext cx="2662105" cy="4538748"/>
          </a:xfrm>
          <a:custGeom>
            <a:avLst/>
            <a:gdLst>
              <a:gd name="T0" fmla="*/ 204 w 3772"/>
              <a:gd name="T1" fmla="*/ 51 h 5351"/>
              <a:gd name="T2" fmla="*/ 204 w 3772"/>
              <a:gd name="T3" fmla="*/ 51 h 5351"/>
              <a:gd name="T4" fmla="*/ 51 w 3772"/>
              <a:gd name="T5" fmla="*/ 203 h 5351"/>
              <a:gd name="T6" fmla="*/ 51 w 3772"/>
              <a:gd name="T7" fmla="*/ 5146 h 5351"/>
              <a:gd name="T8" fmla="*/ 51 w 3772"/>
              <a:gd name="T9" fmla="*/ 5146 h 5351"/>
              <a:gd name="T10" fmla="*/ 204 w 3772"/>
              <a:gd name="T11" fmla="*/ 5299 h 5351"/>
              <a:gd name="T12" fmla="*/ 3567 w 3772"/>
              <a:gd name="T13" fmla="*/ 5299 h 5351"/>
              <a:gd name="T14" fmla="*/ 3567 w 3772"/>
              <a:gd name="T15" fmla="*/ 5299 h 5351"/>
              <a:gd name="T16" fmla="*/ 3720 w 3772"/>
              <a:gd name="T17" fmla="*/ 5146 h 5351"/>
              <a:gd name="T18" fmla="*/ 3720 w 3772"/>
              <a:gd name="T19" fmla="*/ 203 h 5351"/>
              <a:gd name="T20" fmla="*/ 3720 w 3772"/>
              <a:gd name="T21" fmla="*/ 203 h 5351"/>
              <a:gd name="T22" fmla="*/ 3567 w 3772"/>
              <a:gd name="T23" fmla="*/ 51 h 5351"/>
              <a:gd name="T24" fmla="*/ 204 w 3772"/>
              <a:gd name="T25" fmla="*/ 51 h 5351"/>
              <a:gd name="T26" fmla="*/ 3567 w 3772"/>
              <a:gd name="T27" fmla="*/ 5350 h 5351"/>
              <a:gd name="T28" fmla="*/ 204 w 3772"/>
              <a:gd name="T29" fmla="*/ 5350 h 5351"/>
              <a:gd name="T30" fmla="*/ 204 w 3772"/>
              <a:gd name="T31" fmla="*/ 5350 h 5351"/>
              <a:gd name="T32" fmla="*/ 0 w 3772"/>
              <a:gd name="T33" fmla="*/ 5146 h 5351"/>
              <a:gd name="T34" fmla="*/ 0 w 3772"/>
              <a:gd name="T35" fmla="*/ 203 h 5351"/>
              <a:gd name="T36" fmla="*/ 0 w 3772"/>
              <a:gd name="T37" fmla="*/ 203 h 5351"/>
              <a:gd name="T38" fmla="*/ 204 w 3772"/>
              <a:gd name="T39" fmla="*/ 0 h 5351"/>
              <a:gd name="T40" fmla="*/ 3567 w 3772"/>
              <a:gd name="T41" fmla="*/ 0 h 5351"/>
              <a:gd name="T42" fmla="*/ 3567 w 3772"/>
              <a:gd name="T43" fmla="*/ 0 h 5351"/>
              <a:gd name="T44" fmla="*/ 3771 w 3772"/>
              <a:gd name="T45" fmla="*/ 203 h 5351"/>
              <a:gd name="T46" fmla="*/ 3771 w 3772"/>
              <a:gd name="T47" fmla="*/ 5146 h 5351"/>
              <a:gd name="T48" fmla="*/ 3771 w 3772"/>
              <a:gd name="T49" fmla="*/ 5146 h 5351"/>
              <a:gd name="T50" fmla="*/ 3567 w 3772"/>
              <a:gd name="T51" fmla="*/ 5350 h 53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772" h="5351">
                <a:moveTo>
                  <a:pt x="204" y="51"/>
                </a:moveTo>
                <a:lnTo>
                  <a:pt x="204" y="51"/>
                </a:lnTo>
                <a:cubicBezTo>
                  <a:pt x="119" y="51"/>
                  <a:pt x="51" y="119"/>
                  <a:pt x="51" y="203"/>
                </a:cubicBezTo>
                <a:lnTo>
                  <a:pt x="51" y="5146"/>
                </a:lnTo>
                <a:lnTo>
                  <a:pt x="51" y="5146"/>
                </a:lnTo>
                <a:cubicBezTo>
                  <a:pt x="51" y="5231"/>
                  <a:pt x="119" y="5299"/>
                  <a:pt x="204" y="5299"/>
                </a:cubicBezTo>
                <a:lnTo>
                  <a:pt x="3567" y="5299"/>
                </a:lnTo>
                <a:lnTo>
                  <a:pt x="3567" y="5299"/>
                </a:lnTo>
                <a:cubicBezTo>
                  <a:pt x="3652" y="5299"/>
                  <a:pt x="3720" y="5231"/>
                  <a:pt x="3720" y="5146"/>
                </a:cubicBezTo>
                <a:lnTo>
                  <a:pt x="3720" y="203"/>
                </a:lnTo>
                <a:lnTo>
                  <a:pt x="3720" y="203"/>
                </a:lnTo>
                <a:cubicBezTo>
                  <a:pt x="3720" y="119"/>
                  <a:pt x="3652" y="51"/>
                  <a:pt x="3567" y="51"/>
                </a:cubicBezTo>
                <a:lnTo>
                  <a:pt x="204" y="51"/>
                </a:lnTo>
                <a:close/>
                <a:moveTo>
                  <a:pt x="3567" y="5350"/>
                </a:moveTo>
                <a:lnTo>
                  <a:pt x="204" y="5350"/>
                </a:lnTo>
                <a:lnTo>
                  <a:pt x="204" y="5350"/>
                </a:lnTo>
                <a:cubicBezTo>
                  <a:pt x="91" y="5350"/>
                  <a:pt x="0" y="5258"/>
                  <a:pt x="0" y="5146"/>
                </a:cubicBezTo>
                <a:lnTo>
                  <a:pt x="0" y="203"/>
                </a:lnTo>
                <a:lnTo>
                  <a:pt x="0" y="203"/>
                </a:lnTo>
                <a:cubicBezTo>
                  <a:pt x="0" y="92"/>
                  <a:pt x="91" y="0"/>
                  <a:pt x="204" y="0"/>
                </a:cubicBezTo>
                <a:lnTo>
                  <a:pt x="3567" y="0"/>
                </a:lnTo>
                <a:lnTo>
                  <a:pt x="3567" y="0"/>
                </a:lnTo>
                <a:cubicBezTo>
                  <a:pt x="3680" y="0"/>
                  <a:pt x="3771" y="92"/>
                  <a:pt x="3771" y="203"/>
                </a:cubicBezTo>
                <a:lnTo>
                  <a:pt x="3771" y="5146"/>
                </a:lnTo>
                <a:lnTo>
                  <a:pt x="3771" y="5146"/>
                </a:lnTo>
                <a:cubicBezTo>
                  <a:pt x="3771" y="5258"/>
                  <a:pt x="3680" y="5350"/>
                  <a:pt x="3567" y="5350"/>
                </a:cubicBezTo>
                <a:close/>
              </a:path>
            </a:pathLst>
          </a:custGeom>
          <a:solidFill>
            <a:schemeClr val="bg1">
              <a:lumMod val="85000"/>
            </a:schemeClr>
          </a:solidFill>
          <a:ln>
            <a:noFill/>
          </a:ln>
          <a:effectLst/>
        </p:spPr>
        <p:txBody>
          <a:bodyPr wrap="none" anchor="ctr"/>
          <a:lstStyle/>
          <a:p>
            <a:endParaRPr lang="en-US" sz="4000">
              <a:latin typeface="Lato Light" panose="020F0502020204030203" pitchFamily="34" charset="0"/>
            </a:endParaRPr>
          </a:p>
        </p:txBody>
      </p:sp>
      <p:sp>
        <p:nvSpPr>
          <p:cNvPr id="18" name="Freeform 203">
            <a:extLst>
              <a:ext uri="{FF2B5EF4-FFF2-40B4-BE49-F238E27FC236}">
                <a16:creationId xmlns:a16="http://schemas.microsoft.com/office/drawing/2014/main" id="{A7AEC9D4-D65E-6148-C745-D135D859556B}"/>
              </a:ext>
            </a:extLst>
          </p:cNvPr>
          <p:cNvSpPr>
            <a:spLocks noChangeArrowheads="1"/>
          </p:cNvSpPr>
          <p:nvPr/>
        </p:nvSpPr>
        <p:spPr bwMode="auto">
          <a:xfrm>
            <a:off x="8965243" y="5123270"/>
            <a:ext cx="3181647" cy="1090646"/>
          </a:xfrm>
          <a:custGeom>
            <a:avLst/>
            <a:gdLst>
              <a:gd name="T0" fmla="*/ 673 w 5254"/>
              <a:gd name="T1" fmla="*/ 563 h 1225"/>
              <a:gd name="T2" fmla="*/ 42 w 5254"/>
              <a:gd name="T3" fmla="*/ 92 h 1225"/>
              <a:gd name="T4" fmla="*/ 42 w 5254"/>
              <a:gd name="T5" fmla="*/ 92 h 1225"/>
              <a:gd name="T6" fmla="*/ 72 w 5254"/>
              <a:gd name="T7" fmla="*/ 0 h 1225"/>
              <a:gd name="T8" fmla="*/ 4442 w 5254"/>
              <a:gd name="T9" fmla="*/ 0 h 1225"/>
              <a:gd name="T10" fmla="*/ 4442 w 5254"/>
              <a:gd name="T11" fmla="*/ 0 h 1225"/>
              <a:gd name="T12" fmla="*/ 4472 w 5254"/>
              <a:gd name="T13" fmla="*/ 10 h 1225"/>
              <a:gd name="T14" fmla="*/ 5225 w 5254"/>
              <a:gd name="T15" fmla="*/ 563 h 1225"/>
              <a:gd name="T16" fmla="*/ 5225 w 5254"/>
              <a:gd name="T17" fmla="*/ 563 h 1225"/>
              <a:gd name="T18" fmla="*/ 5225 w 5254"/>
              <a:gd name="T19" fmla="*/ 644 h 1225"/>
              <a:gd name="T20" fmla="*/ 4472 w 5254"/>
              <a:gd name="T21" fmla="*/ 1213 h 1225"/>
              <a:gd name="T22" fmla="*/ 4472 w 5254"/>
              <a:gd name="T23" fmla="*/ 1213 h 1225"/>
              <a:gd name="T24" fmla="*/ 4441 w 5254"/>
              <a:gd name="T25" fmla="*/ 1224 h 1225"/>
              <a:gd name="T26" fmla="*/ 69 w 5254"/>
              <a:gd name="T27" fmla="*/ 1224 h 1225"/>
              <a:gd name="T28" fmla="*/ 69 w 5254"/>
              <a:gd name="T29" fmla="*/ 1224 h 1225"/>
              <a:gd name="T30" fmla="*/ 38 w 5254"/>
              <a:gd name="T31" fmla="*/ 1132 h 1225"/>
              <a:gd name="T32" fmla="*/ 674 w 5254"/>
              <a:gd name="T33" fmla="*/ 644 h 1225"/>
              <a:gd name="T34" fmla="*/ 674 w 5254"/>
              <a:gd name="T35" fmla="*/ 644 h 1225"/>
              <a:gd name="T36" fmla="*/ 673 w 5254"/>
              <a:gd name="T37" fmla="*/ 563 h 1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254" h="1225">
                <a:moveTo>
                  <a:pt x="673" y="563"/>
                </a:moveTo>
                <a:lnTo>
                  <a:pt x="42" y="92"/>
                </a:lnTo>
                <a:lnTo>
                  <a:pt x="42" y="92"/>
                </a:lnTo>
                <a:cubicBezTo>
                  <a:pt x="2" y="63"/>
                  <a:pt x="23" y="0"/>
                  <a:pt x="72" y="0"/>
                </a:cubicBezTo>
                <a:lnTo>
                  <a:pt x="4442" y="0"/>
                </a:lnTo>
                <a:lnTo>
                  <a:pt x="4442" y="0"/>
                </a:lnTo>
                <a:cubicBezTo>
                  <a:pt x="4452" y="0"/>
                  <a:pt x="4463" y="3"/>
                  <a:pt x="4472" y="10"/>
                </a:cubicBezTo>
                <a:lnTo>
                  <a:pt x="5225" y="563"/>
                </a:lnTo>
                <a:lnTo>
                  <a:pt x="5225" y="563"/>
                </a:lnTo>
                <a:cubicBezTo>
                  <a:pt x="5252" y="583"/>
                  <a:pt x="5253" y="624"/>
                  <a:pt x="5225" y="644"/>
                </a:cubicBezTo>
                <a:lnTo>
                  <a:pt x="4472" y="1213"/>
                </a:lnTo>
                <a:lnTo>
                  <a:pt x="4472" y="1213"/>
                </a:lnTo>
                <a:cubicBezTo>
                  <a:pt x="4463" y="1220"/>
                  <a:pt x="4452" y="1224"/>
                  <a:pt x="4441" y="1224"/>
                </a:cubicBezTo>
                <a:lnTo>
                  <a:pt x="69" y="1224"/>
                </a:lnTo>
                <a:lnTo>
                  <a:pt x="69" y="1224"/>
                </a:lnTo>
                <a:cubicBezTo>
                  <a:pt x="20" y="1224"/>
                  <a:pt x="0" y="1162"/>
                  <a:pt x="38" y="1132"/>
                </a:cubicBezTo>
                <a:lnTo>
                  <a:pt x="674" y="644"/>
                </a:lnTo>
                <a:lnTo>
                  <a:pt x="674" y="644"/>
                </a:lnTo>
                <a:cubicBezTo>
                  <a:pt x="701" y="624"/>
                  <a:pt x="700" y="583"/>
                  <a:pt x="673" y="563"/>
                </a:cubicBezTo>
              </a:path>
            </a:pathLst>
          </a:custGeom>
          <a:solidFill>
            <a:schemeClr val="accent2"/>
          </a:solidFill>
          <a:ln>
            <a:noFill/>
          </a:ln>
          <a:effectLst/>
        </p:spPr>
        <p:txBody>
          <a:bodyPr wrap="none" anchor="ctr"/>
          <a:lstStyle/>
          <a:p>
            <a:endParaRPr lang="en-US" sz="4000">
              <a:latin typeface="Lato Light" panose="020F0502020204030203" pitchFamily="34" charset="0"/>
            </a:endParaRPr>
          </a:p>
        </p:txBody>
      </p:sp>
      <p:sp>
        <p:nvSpPr>
          <p:cNvPr id="19" name="Freeform 208">
            <a:extLst>
              <a:ext uri="{FF2B5EF4-FFF2-40B4-BE49-F238E27FC236}">
                <a16:creationId xmlns:a16="http://schemas.microsoft.com/office/drawing/2014/main" id="{24B264BC-1E9A-35FE-37FE-6B2113BB5913}"/>
              </a:ext>
            </a:extLst>
          </p:cNvPr>
          <p:cNvSpPr>
            <a:spLocks noChangeArrowheads="1"/>
          </p:cNvSpPr>
          <p:nvPr/>
        </p:nvSpPr>
        <p:spPr bwMode="auto">
          <a:xfrm>
            <a:off x="10556067" y="1354900"/>
            <a:ext cx="899824" cy="922217"/>
          </a:xfrm>
          <a:custGeom>
            <a:avLst/>
            <a:gdLst>
              <a:gd name="T0" fmla="*/ 637 w 1275"/>
              <a:gd name="T1" fmla="*/ 0 h 1275"/>
              <a:gd name="T2" fmla="*/ 637 w 1275"/>
              <a:gd name="T3" fmla="*/ 0 h 1275"/>
              <a:gd name="T4" fmla="*/ 1274 w 1275"/>
              <a:gd name="T5" fmla="*/ 637 h 1275"/>
              <a:gd name="T6" fmla="*/ 1274 w 1275"/>
              <a:gd name="T7" fmla="*/ 637 h 1275"/>
              <a:gd name="T8" fmla="*/ 637 w 1275"/>
              <a:gd name="T9" fmla="*/ 1274 h 1275"/>
              <a:gd name="T10" fmla="*/ 637 w 1275"/>
              <a:gd name="T11" fmla="*/ 1274 h 1275"/>
              <a:gd name="T12" fmla="*/ 0 w 1275"/>
              <a:gd name="T13" fmla="*/ 637 h 1275"/>
              <a:gd name="T14" fmla="*/ 0 w 1275"/>
              <a:gd name="T15" fmla="*/ 637 h 1275"/>
              <a:gd name="T16" fmla="*/ 637 w 1275"/>
              <a:gd name="T17" fmla="*/ 0 h 1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5" h="1275">
                <a:moveTo>
                  <a:pt x="637" y="0"/>
                </a:moveTo>
                <a:lnTo>
                  <a:pt x="637" y="0"/>
                </a:lnTo>
                <a:cubicBezTo>
                  <a:pt x="989" y="0"/>
                  <a:pt x="1274" y="285"/>
                  <a:pt x="1274" y="637"/>
                </a:cubicBezTo>
                <a:lnTo>
                  <a:pt x="1274" y="637"/>
                </a:lnTo>
                <a:cubicBezTo>
                  <a:pt x="1274" y="988"/>
                  <a:pt x="989" y="1274"/>
                  <a:pt x="637" y="1274"/>
                </a:cubicBezTo>
                <a:lnTo>
                  <a:pt x="637" y="1274"/>
                </a:lnTo>
                <a:cubicBezTo>
                  <a:pt x="285" y="1274"/>
                  <a:pt x="0" y="988"/>
                  <a:pt x="0" y="637"/>
                </a:cubicBezTo>
                <a:lnTo>
                  <a:pt x="0" y="637"/>
                </a:lnTo>
                <a:cubicBezTo>
                  <a:pt x="0" y="285"/>
                  <a:pt x="285" y="0"/>
                  <a:pt x="637" y="0"/>
                </a:cubicBezTo>
              </a:path>
            </a:pathLst>
          </a:custGeom>
          <a:solidFill>
            <a:schemeClr val="bg1"/>
          </a:solidFill>
          <a:ln>
            <a:noFill/>
          </a:ln>
          <a:effectLst/>
        </p:spPr>
        <p:txBody>
          <a:bodyPr wrap="none" anchor="ctr"/>
          <a:lstStyle/>
          <a:p>
            <a:endParaRPr lang="en-US" sz="4000">
              <a:latin typeface="Lato Light" panose="020F0502020204030203" pitchFamily="34" charset="0"/>
            </a:endParaRPr>
          </a:p>
        </p:txBody>
      </p:sp>
      <p:sp>
        <p:nvSpPr>
          <p:cNvPr id="20" name="Freeform 209">
            <a:extLst>
              <a:ext uri="{FF2B5EF4-FFF2-40B4-BE49-F238E27FC236}">
                <a16:creationId xmlns:a16="http://schemas.microsoft.com/office/drawing/2014/main" id="{FB975C9D-6A73-9BB7-42B4-58F8A72EF68B}"/>
              </a:ext>
            </a:extLst>
          </p:cNvPr>
          <p:cNvSpPr>
            <a:spLocks noChangeArrowheads="1"/>
          </p:cNvSpPr>
          <p:nvPr/>
        </p:nvSpPr>
        <p:spPr bwMode="auto">
          <a:xfrm>
            <a:off x="10537384" y="1338942"/>
            <a:ext cx="937186" cy="960513"/>
          </a:xfrm>
          <a:custGeom>
            <a:avLst/>
            <a:gdLst>
              <a:gd name="T0" fmla="*/ 663 w 1327"/>
              <a:gd name="T1" fmla="*/ 51 h 1326"/>
              <a:gd name="T2" fmla="*/ 663 w 1327"/>
              <a:gd name="T3" fmla="*/ 51 h 1326"/>
              <a:gd name="T4" fmla="*/ 51 w 1327"/>
              <a:gd name="T5" fmla="*/ 663 h 1326"/>
              <a:gd name="T6" fmla="*/ 51 w 1327"/>
              <a:gd name="T7" fmla="*/ 663 h 1326"/>
              <a:gd name="T8" fmla="*/ 663 w 1327"/>
              <a:gd name="T9" fmla="*/ 1274 h 1326"/>
              <a:gd name="T10" fmla="*/ 663 w 1327"/>
              <a:gd name="T11" fmla="*/ 1274 h 1326"/>
              <a:gd name="T12" fmla="*/ 1274 w 1327"/>
              <a:gd name="T13" fmla="*/ 663 h 1326"/>
              <a:gd name="T14" fmla="*/ 1274 w 1327"/>
              <a:gd name="T15" fmla="*/ 663 h 1326"/>
              <a:gd name="T16" fmla="*/ 663 w 1327"/>
              <a:gd name="T17" fmla="*/ 51 h 1326"/>
              <a:gd name="T18" fmla="*/ 663 w 1327"/>
              <a:gd name="T19" fmla="*/ 1325 h 1326"/>
              <a:gd name="T20" fmla="*/ 663 w 1327"/>
              <a:gd name="T21" fmla="*/ 1325 h 1326"/>
              <a:gd name="T22" fmla="*/ 0 w 1327"/>
              <a:gd name="T23" fmla="*/ 663 h 1326"/>
              <a:gd name="T24" fmla="*/ 0 w 1327"/>
              <a:gd name="T25" fmla="*/ 663 h 1326"/>
              <a:gd name="T26" fmla="*/ 663 w 1327"/>
              <a:gd name="T27" fmla="*/ 0 h 1326"/>
              <a:gd name="T28" fmla="*/ 663 w 1327"/>
              <a:gd name="T29" fmla="*/ 0 h 1326"/>
              <a:gd name="T30" fmla="*/ 1326 w 1327"/>
              <a:gd name="T31" fmla="*/ 663 h 1326"/>
              <a:gd name="T32" fmla="*/ 1326 w 1327"/>
              <a:gd name="T33" fmla="*/ 663 h 1326"/>
              <a:gd name="T34" fmla="*/ 663 w 1327"/>
              <a:gd name="T35" fmla="*/ 1325 h 1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327" h="1326">
                <a:moveTo>
                  <a:pt x="663" y="51"/>
                </a:moveTo>
                <a:lnTo>
                  <a:pt x="663" y="51"/>
                </a:lnTo>
                <a:cubicBezTo>
                  <a:pt x="326" y="51"/>
                  <a:pt x="51" y="326"/>
                  <a:pt x="51" y="663"/>
                </a:cubicBezTo>
                <a:lnTo>
                  <a:pt x="51" y="663"/>
                </a:lnTo>
                <a:cubicBezTo>
                  <a:pt x="51" y="1000"/>
                  <a:pt x="326" y="1274"/>
                  <a:pt x="663" y="1274"/>
                </a:cubicBezTo>
                <a:lnTo>
                  <a:pt x="663" y="1274"/>
                </a:lnTo>
                <a:cubicBezTo>
                  <a:pt x="1000" y="1274"/>
                  <a:pt x="1274" y="1000"/>
                  <a:pt x="1274" y="663"/>
                </a:cubicBezTo>
                <a:lnTo>
                  <a:pt x="1274" y="663"/>
                </a:lnTo>
                <a:cubicBezTo>
                  <a:pt x="1274" y="326"/>
                  <a:pt x="1000" y="51"/>
                  <a:pt x="663" y="51"/>
                </a:cubicBezTo>
                <a:close/>
                <a:moveTo>
                  <a:pt x="663" y="1325"/>
                </a:moveTo>
                <a:lnTo>
                  <a:pt x="663" y="1325"/>
                </a:lnTo>
                <a:cubicBezTo>
                  <a:pt x="298" y="1325"/>
                  <a:pt x="0" y="1028"/>
                  <a:pt x="0" y="663"/>
                </a:cubicBezTo>
                <a:lnTo>
                  <a:pt x="0" y="663"/>
                </a:lnTo>
                <a:cubicBezTo>
                  <a:pt x="0" y="297"/>
                  <a:pt x="298" y="0"/>
                  <a:pt x="663" y="0"/>
                </a:cubicBezTo>
                <a:lnTo>
                  <a:pt x="663" y="0"/>
                </a:lnTo>
                <a:cubicBezTo>
                  <a:pt x="1029" y="0"/>
                  <a:pt x="1326" y="297"/>
                  <a:pt x="1326" y="663"/>
                </a:cubicBezTo>
                <a:lnTo>
                  <a:pt x="1326" y="663"/>
                </a:lnTo>
                <a:cubicBezTo>
                  <a:pt x="1326" y="1028"/>
                  <a:pt x="1029" y="1325"/>
                  <a:pt x="663" y="1325"/>
                </a:cubicBezTo>
                <a:close/>
              </a:path>
            </a:pathLst>
          </a:custGeom>
          <a:solidFill>
            <a:schemeClr val="bg1">
              <a:lumMod val="85000"/>
            </a:schemeClr>
          </a:solidFill>
          <a:ln>
            <a:noFill/>
          </a:ln>
          <a:effectLst/>
        </p:spPr>
        <p:txBody>
          <a:bodyPr wrap="none" anchor="ctr"/>
          <a:lstStyle/>
          <a:p>
            <a:endParaRPr lang="en-US" sz="4000">
              <a:latin typeface="Lato Light" panose="020F0502020204030203" pitchFamily="34" charset="0"/>
            </a:endParaRPr>
          </a:p>
        </p:txBody>
      </p:sp>
      <p:sp>
        <p:nvSpPr>
          <p:cNvPr id="21" name="TextBox 45">
            <a:extLst>
              <a:ext uri="{FF2B5EF4-FFF2-40B4-BE49-F238E27FC236}">
                <a16:creationId xmlns:a16="http://schemas.microsoft.com/office/drawing/2014/main" id="{07FB8B0F-4BC2-4EC5-80DC-6F2AD3602396}"/>
              </a:ext>
            </a:extLst>
          </p:cNvPr>
          <p:cNvSpPr txBox="1"/>
          <p:nvPr/>
        </p:nvSpPr>
        <p:spPr>
          <a:xfrm>
            <a:off x="996699" y="5406982"/>
            <a:ext cx="1297150" cy="523220"/>
          </a:xfrm>
          <a:prstGeom prst="rect">
            <a:avLst/>
          </a:prstGeom>
          <a:noFill/>
        </p:spPr>
        <p:txBody>
          <a:bodyPr wrap="none" rtlCol="0" anchor="ctr">
            <a:spAutoFit/>
          </a:bodyPr>
          <a:lstStyle/>
          <a:p>
            <a:pPr algn="ctr"/>
            <a:r>
              <a:rPr lang="en-US" sz="2800" b="1">
                <a:solidFill>
                  <a:schemeClr val="bg1"/>
                </a:solidFill>
                <a:latin typeface="Poppins" pitchFamily="2" charset="77"/>
                <a:cs typeface="Poppins" pitchFamily="2" charset="77"/>
              </a:rPr>
              <a:t>Q4/23</a:t>
            </a:r>
          </a:p>
        </p:txBody>
      </p:sp>
      <p:sp>
        <p:nvSpPr>
          <p:cNvPr id="22" name="TextBox 46">
            <a:extLst>
              <a:ext uri="{FF2B5EF4-FFF2-40B4-BE49-F238E27FC236}">
                <a16:creationId xmlns:a16="http://schemas.microsoft.com/office/drawing/2014/main" id="{334A2AA3-D434-2661-1A4F-63C28A22C381}"/>
              </a:ext>
            </a:extLst>
          </p:cNvPr>
          <p:cNvSpPr txBox="1"/>
          <p:nvPr/>
        </p:nvSpPr>
        <p:spPr>
          <a:xfrm>
            <a:off x="4008639" y="5406982"/>
            <a:ext cx="1213795" cy="523220"/>
          </a:xfrm>
          <a:prstGeom prst="rect">
            <a:avLst/>
          </a:prstGeom>
          <a:noFill/>
        </p:spPr>
        <p:txBody>
          <a:bodyPr wrap="none" rtlCol="0" anchor="ctr">
            <a:spAutoFit/>
          </a:bodyPr>
          <a:lstStyle/>
          <a:p>
            <a:pPr algn="ctr"/>
            <a:r>
              <a:rPr lang="en-US" sz="2800" b="1">
                <a:solidFill>
                  <a:schemeClr val="bg1"/>
                </a:solidFill>
                <a:latin typeface="Poppins" pitchFamily="2" charset="77"/>
                <a:cs typeface="Poppins" pitchFamily="2" charset="77"/>
              </a:rPr>
              <a:t>Q1/24</a:t>
            </a:r>
          </a:p>
        </p:txBody>
      </p:sp>
      <p:sp>
        <p:nvSpPr>
          <p:cNvPr id="23" name="TextBox 47">
            <a:extLst>
              <a:ext uri="{FF2B5EF4-FFF2-40B4-BE49-F238E27FC236}">
                <a16:creationId xmlns:a16="http://schemas.microsoft.com/office/drawing/2014/main" id="{64ADA769-D60C-B7FE-AD2B-D3D7C41D5F56}"/>
              </a:ext>
            </a:extLst>
          </p:cNvPr>
          <p:cNvSpPr txBox="1"/>
          <p:nvPr/>
        </p:nvSpPr>
        <p:spPr>
          <a:xfrm>
            <a:off x="6943639" y="5406982"/>
            <a:ext cx="1284327" cy="523220"/>
          </a:xfrm>
          <a:prstGeom prst="rect">
            <a:avLst/>
          </a:prstGeom>
          <a:noFill/>
        </p:spPr>
        <p:txBody>
          <a:bodyPr wrap="none" rtlCol="0" anchor="ctr">
            <a:spAutoFit/>
          </a:bodyPr>
          <a:lstStyle/>
          <a:p>
            <a:pPr algn="ctr"/>
            <a:r>
              <a:rPr lang="en-US" sz="2800" b="1">
                <a:solidFill>
                  <a:schemeClr val="bg1"/>
                </a:solidFill>
                <a:latin typeface="Poppins" pitchFamily="2" charset="77"/>
                <a:cs typeface="Poppins" pitchFamily="2" charset="77"/>
              </a:rPr>
              <a:t>Q2/24</a:t>
            </a:r>
          </a:p>
        </p:txBody>
      </p:sp>
      <p:sp>
        <p:nvSpPr>
          <p:cNvPr id="24" name="TextBox 48">
            <a:extLst>
              <a:ext uri="{FF2B5EF4-FFF2-40B4-BE49-F238E27FC236}">
                <a16:creationId xmlns:a16="http://schemas.microsoft.com/office/drawing/2014/main" id="{B7452E0E-2DF3-63E8-58B5-5DA51094F36F}"/>
              </a:ext>
            </a:extLst>
          </p:cNvPr>
          <p:cNvSpPr txBox="1"/>
          <p:nvPr/>
        </p:nvSpPr>
        <p:spPr>
          <a:xfrm>
            <a:off x="9907492" y="5406982"/>
            <a:ext cx="1297150" cy="523220"/>
          </a:xfrm>
          <a:prstGeom prst="rect">
            <a:avLst/>
          </a:prstGeom>
          <a:noFill/>
        </p:spPr>
        <p:txBody>
          <a:bodyPr wrap="none" rtlCol="0" anchor="ctr">
            <a:spAutoFit/>
          </a:bodyPr>
          <a:lstStyle/>
          <a:p>
            <a:pPr algn="ctr"/>
            <a:r>
              <a:rPr lang="en-US" sz="2800" b="1">
                <a:solidFill>
                  <a:schemeClr val="bg1"/>
                </a:solidFill>
                <a:latin typeface="Poppins" pitchFamily="2" charset="77"/>
                <a:cs typeface="Poppins" pitchFamily="2" charset="77"/>
              </a:rPr>
              <a:t>Q3/24</a:t>
            </a:r>
          </a:p>
        </p:txBody>
      </p:sp>
      <p:sp>
        <p:nvSpPr>
          <p:cNvPr id="26" name="TextBox 50">
            <a:extLst>
              <a:ext uri="{FF2B5EF4-FFF2-40B4-BE49-F238E27FC236}">
                <a16:creationId xmlns:a16="http://schemas.microsoft.com/office/drawing/2014/main" id="{52D5EDD2-C7A4-30E9-958B-A26FCBA58251}"/>
              </a:ext>
            </a:extLst>
          </p:cNvPr>
          <p:cNvSpPr txBox="1"/>
          <p:nvPr/>
        </p:nvSpPr>
        <p:spPr>
          <a:xfrm>
            <a:off x="347143" y="2278487"/>
            <a:ext cx="2565126" cy="338554"/>
          </a:xfrm>
          <a:prstGeom prst="rect">
            <a:avLst/>
          </a:prstGeom>
          <a:noFill/>
        </p:spPr>
        <p:txBody>
          <a:bodyPr wrap="none" rtlCol="0" anchor="b" anchorCtr="0">
            <a:spAutoFit/>
          </a:bodyPr>
          <a:lstStyle/>
          <a:p>
            <a:pPr algn="ctr"/>
            <a:r>
              <a:rPr lang="en-US" sz="1600" b="1" err="1">
                <a:solidFill>
                  <a:schemeClr val="accent1"/>
                </a:solidFill>
                <a:latin typeface="Poppins" pitchFamily="2" charset="77"/>
                <a:ea typeface="League Spartan" charset="0"/>
                <a:cs typeface="Poppins" pitchFamily="2" charset="77"/>
              </a:rPr>
              <a:t>Technische</a:t>
            </a:r>
            <a:r>
              <a:rPr lang="en-US" sz="1600" b="1">
                <a:solidFill>
                  <a:schemeClr val="accent1"/>
                </a:solidFill>
                <a:latin typeface="Poppins" pitchFamily="2" charset="77"/>
                <a:ea typeface="League Spartan" charset="0"/>
                <a:cs typeface="Poppins" pitchFamily="2" charset="77"/>
              </a:rPr>
              <a:t> </a:t>
            </a:r>
            <a:r>
              <a:rPr lang="en-US" sz="1600" b="1" err="1">
                <a:solidFill>
                  <a:schemeClr val="accent1"/>
                </a:solidFill>
                <a:latin typeface="Poppins" pitchFamily="2" charset="77"/>
                <a:ea typeface="League Spartan" charset="0"/>
                <a:cs typeface="Poppins" pitchFamily="2" charset="77"/>
              </a:rPr>
              <a:t>Grundlage</a:t>
            </a:r>
            <a:endParaRPr lang="en-US" sz="1600" b="1">
              <a:solidFill>
                <a:schemeClr val="accent1"/>
              </a:solidFill>
              <a:latin typeface="Poppins" pitchFamily="2" charset="77"/>
              <a:ea typeface="League Spartan" charset="0"/>
              <a:cs typeface="Poppins" pitchFamily="2" charset="77"/>
            </a:endParaRPr>
          </a:p>
        </p:txBody>
      </p:sp>
      <p:sp>
        <p:nvSpPr>
          <p:cNvPr id="28" name="TextBox 54">
            <a:extLst>
              <a:ext uri="{FF2B5EF4-FFF2-40B4-BE49-F238E27FC236}">
                <a16:creationId xmlns:a16="http://schemas.microsoft.com/office/drawing/2014/main" id="{7EDC962B-A2E6-CB3D-F2ED-5A00540FAE25}"/>
              </a:ext>
            </a:extLst>
          </p:cNvPr>
          <p:cNvSpPr txBox="1"/>
          <p:nvPr/>
        </p:nvSpPr>
        <p:spPr>
          <a:xfrm>
            <a:off x="3554035" y="2278487"/>
            <a:ext cx="2079415" cy="338554"/>
          </a:xfrm>
          <a:prstGeom prst="rect">
            <a:avLst/>
          </a:prstGeom>
          <a:noFill/>
        </p:spPr>
        <p:txBody>
          <a:bodyPr wrap="none" rtlCol="0" anchor="b" anchorCtr="0">
            <a:spAutoFit/>
          </a:bodyPr>
          <a:lstStyle/>
          <a:p>
            <a:pPr algn="ctr"/>
            <a:r>
              <a:rPr lang="en-US" sz="1600" b="1">
                <a:solidFill>
                  <a:schemeClr val="accent1"/>
                </a:solidFill>
                <a:latin typeface="Poppins" pitchFamily="2" charset="77"/>
                <a:ea typeface="League Spartan" charset="0"/>
                <a:cs typeface="Poppins" pitchFamily="2" charset="77"/>
              </a:rPr>
              <a:t>Sandbox Upgrade</a:t>
            </a:r>
          </a:p>
        </p:txBody>
      </p:sp>
      <p:sp>
        <p:nvSpPr>
          <p:cNvPr id="30" name="TextBox 57">
            <a:extLst>
              <a:ext uri="{FF2B5EF4-FFF2-40B4-BE49-F238E27FC236}">
                <a16:creationId xmlns:a16="http://schemas.microsoft.com/office/drawing/2014/main" id="{FAB1DF59-FEA5-A33E-B5E1-C30DA8AF16CC}"/>
              </a:ext>
            </a:extLst>
          </p:cNvPr>
          <p:cNvSpPr txBox="1"/>
          <p:nvPr/>
        </p:nvSpPr>
        <p:spPr>
          <a:xfrm>
            <a:off x="6783095" y="2278487"/>
            <a:ext cx="1568058" cy="338554"/>
          </a:xfrm>
          <a:prstGeom prst="rect">
            <a:avLst/>
          </a:prstGeom>
          <a:noFill/>
        </p:spPr>
        <p:txBody>
          <a:bodyPr wrap="none" rtlCol="0" anchor="b" anchorCtr="0">
            <a:spAutoFit/>
          </a:bodyPr>
          <a:lstStyle/>
          <a:p>
            <a:pPr algn="ctr"/>
            <a:r>
              <a:rPr lang="en-US" sz="1600" b="1">
                <a:solidFill>
                  <a:schemeClr val="accent1"/>
                </a:solidFill>
                <a:latin typeface="Poppins" pitchFamily="2" charset="77"/>
                <a:ea typeface="League Spartan" charset="0"/>
                <a:cs typeface="Poppins" pitchFamily="2" charset="77"/>
              </a:rPr>
              <a:t>H4S4 Testing</a:t>
            </a:r>
          </a:p>
        </p:txBody>
      </p:sp>
      <p:sp>
        <p:nvSpPr>
          <p:cNvPr id="32" name="TextBox 60">
            <a:extLst>
              <a:ext uri="{FF2B5EF4-FFF2-40B4-BE49-F238E27FC236}">
                <a16:creationId xmlns:a16="http://schemas.microsoft.com/office/drawing/2014/main" id="{662553FD-A470-928D-2D38-C449D4AAFA03}"/>
              </a:ext>
            </a:extLst>
          </p:cNvPr>
          <p:cNvSpPr txBox="1"/>
          <p:nvPr/>
        </p:nvSpPr>
        <p:spPr>
          <a:xfrm>
            <a:off x="9452794" y="2278487"/>
            <a:ext cx="2169185" cy="338554"/>
          </a:xfrm>
          <a:prstGeom prst="rect">
            <a:avLst/>
          </a:prstGeom>
          <a:noFill/>
        </p:spPr>
        <p:txBody>
          <a:bodyPr wrap="none" rtlCol="0" anchor="b" anchorCtr="0">
            <a:spAutoFit/>
          </a:bodyPr>
          <a:lstStyle/>
          <a:p>
            <a:pPr algn="ctr"/>
            <a:r>
              <a:rPr lang="en-US" sz="1600" b="1" err="1">
                <a:solidFill>
                  <a:schemeClr val="accent1"/>
                </a:solidFill>
                <a:latin typeface="Poppins" pitchFamily="2" charset="77"/>
                <a:ea typeface="League Spartan" charset="0"/>
                <a:cs typeface="Poppins" pitchFamily="2" charset="77"/>
              </a:rPr>
              <a:t>Produktiv</a:t>
            </a:r>
            <a:r>
              <a:rPr lang="en-US" sz="1600" b="1">
                <a:solidFill>
                  <a:schemeClr val="accent1"/>
                </a:solidFill>
                <a:latin typeface="Poppins" pitchFamily="2" charset="77"/>
                <a:ea typeface="League Spartan" charset="0"/>
                <a:cs typeface="Poppins" pitchFamily="2" charset="77"/>
              </a:rPr>
              <a:t> Upgrade</a:t>
            </a:r>
          </a:p>
        </p:txBody>
      </p:sp>
      <p:sp>
        <p:nvSpPr>
          <p:cNvPr id="33" name="Freeform 1034">
            <a:extLst>
              <a:ext uri="{FF2B5EF4-FFF2-40B4-BE49-F238E27FC236}">
                <a16:creationId xmlns:a16="http://schemas.microsoft.com/office/drawing/2014/main" id="{09C42343-58B1-9C60-0B60-4D932037A1FB}"/>
              </a:ext>
            </a:extLst>
          </p:cNvPr>
          <p:cNvSpPr>
            <a:spLocks noChangeAspect="1" noChangeArrowheads="1"/>
          </p:cNvSpPr>
          <p:nvPr/>
        </p:nvSpPr>
        <p:spPr bwMode="auto">
          <a:xfrm>
            <a:off x="4855817" y="1609590"/>
            <a:ext cx="408296" cy="418457"/>
          </a:xfrm>
          <a:custGeom>
            <a:avLst/>
            <a:gdLst>
              <a:gd name="T0" fmla="*/ 20947437 w 290153"/>
              <a:gd name="T1" fmla="*/ 60966791 h 290152"/>
              <a:gd name="T2" fmla="*/ 41895148 w 290153"/>
              <a:gd name="T3" fmla="*/ 55253643 h 290152"/>
              <a:gd name="T4" fmla="*/ 1953829 w 290153"/>
              <a:gd name="T5" fmla="*/ 47661876 h 290152"/>
              <a:gd name="T6" fmla="*/ 4767533 w 290153"/>
              <a:gd name="T7" fmla="*/ 53375016 h 290152"/>
              <a:gd name="T8" fmla="*/ 60966886 w 290153"/>
              <a:gd name="T9" fmla="*/ 50479660 h 290152"/>
              <a:gd name="T10" fmla="*/ 1953829 w 290153"/>
              <a:gd name="T11" fmla="*/ 47661876 h 290152"/>
              <a:gd name="T12" fmla="*/ 52681382 w 290153"/>
              <a:gd name="T13" fmla="*/ 38113832 h 290152"/>
              <a:gd name="T14" fmla="*/ 60966886 w 290153"/>
              <a:gd name="T15" fmla="*/ 29896602 h 290152"/>
              <a:gd name="T16" fmla="*/ 33684088 w 290153"/>
              <a:gd name="T17" fmla="*/ 25509295 h 290152"/>
              <a:gd name="T18" fmla="*/ 42283252 w 290153"/>
              <a:gd name="T19" fmla="*/ 37985822 h 290152"/>
              <a:gd name="T20" fmla="*/ 52681382 w 290153"/>
              <a:gd name="T21" fmla="*/ 19644127 h 290152"/>
              <a:gd name="T22" fmla="*/ 60966886 w 290153"/>
              <a:gd name="T23" fmla="*/ 27939797 h 290152"/>
              <a:gd name="T24" fmla="*/ 52681382 w 290153"/>
              <a:gd name="T25" fmla="*/ 19644127 h 290152"/>
              <a:gd name="T26" fmla="*/ 9528306 w 290153"/>
              <a:gd name="T27" fmla="*/ 29953634 h 290152"/>
              <a:gd name="T28" fmla="*/ 22739430 w 290153"/>
              <a:gd name="T29" fmla="*/ 37985822 h 290152"/>
              <a:gd name="T30" fmla="*/ 16798059 w 290153"/>
              <a:gd name="T31" fmla="*/ 19504764 h 290152"/>
              <a:gd name="T32" fmla="*/ 28034182 w 290153"/>
              <a:gd name="T33" fmla="*/ 16831035 h 290152"/>
              <a:gd name="T34" fmla="*/ 32477052 w 290153"/>
              <a:gd name="T35" fmla="*/ 16831035 h 290152"/>
              <a:gd name="T36" fmla="*/ 30216784 w 290153"/>
              <a:gd name="T37" fmla="*/ 12737749 h 290152"/>
              <a:gd name="T38" fmla="*/ 30216784 w 290153"/>
              <a:gd name="T39" fmla="*/ 20922938 h 290152"/>
              <a:gd name="T40" fmla="*/ 30216784 w 290153"/>
              <a:gd name="T41" fmla="*/ 12737749 h 290152"/>
              <a:gd name="T42" fmla="*/ 52681382 w 290153"/>
              <a:gd name="T43" fmla="*/ 17765495 h 290152"/>
              <a:gd name="T44" fmla="*/ 60966886 w 290153"/>
              <a:gd name="T45" fmla="*/ 9469542 h 290152"/>
              <a:gd name="T46" fmla="*/ 9528306 w 290153"/>
              <a:gd name="T47" fmla="*/ 9445023 h 290152"/>
              <a:gd name="T48" fmla="*/ 16016596 w 290153"/>
              <a:gd name="T49" fmla="*/ 17243235 h 290152"/>
              <a:gd name="T50" fmla="*/ 27351872 w 290153"/>
              <a:gd name="T51" fmla="*/ 31357837 h 290152"/>
              <a:gd name="T52" fmla="*/ 34544077 w 290153"/>
              <a:gd name="T53" fmla="*/ 23325608 h 290152"/>
              <a:gd name="T54" fmla="*/ 43221520 w 290153"/>
              <a:gd name="T55" fmla="*/ 9445023 h 290152"/>
              <a:gd name="T56" fmla="*/ 8589351 w 290153"/>
              <a:gd name="T57" fmla="*/ 7574355 h 290152"/>
              <a:gd name="T58" fmla="*/ 45019651 w 290153"/>
              <a:gd name="T59" fmla="*/ 8509747 h 290152"/>
              <a:gd name="T60" fmla="*/ 44159556 w 290153"/>
              <a:gd name="T61" fmla="*/ 39857490 h 290152"/>
              <a:gd name="T62" fmla="*/ 7573433 w 290153"/>
              <a:gd name="T63" fmla="*/ 38921725 h 290152"/>
              <a:gd name="T64" fmla="*/ 8589351 w 290153"/>
              <a:gd name="T65" fmla="*/ 7574355 h 290152"/>
              <a:gd name="T66" fmla="*/ 1953829 w 290153"/>
              <a:gd name="T67" fmla="*/ 4695766 h 290152"/>
              <a:gd name="T68" fmla="*/ 60966886 w 290153"/>
              <a:gd name="T69" fmla="*/ 45783705 h 290152"/>
              <a:gd name="T70" fmla="*/ 51743497 w 290153"/>
              <a:gd name="T71" fmla="*/ 39992226 h 290152"/>
              <a:gd name="T72" fmla="*/ 50805558 w 290153"/>
              <a:gd name="T73" fmla="*/ 8530455 h 290152"/>
              <a:gd name="T74" fmla="*/ 60966886 w 290153"/>
              <a:gd name="T75" fmla="*/ 7592014 h 290152"/>
              <a:gd name="T76" fmla="*/ 58074782 w 290153"/>
              <a:gd name="T77" fmla="*/ 1878494 h 290152"/>
              <a:gd name="T78" fmla="*/ 4767533 w 290153"/>
              <a:gd name="T79" fmla="*/ 0 h 290152"/>
              <a:gd name="T80" fmla="*/ 62920713 w 290153"/>
              <a:gd name="T81" fmla="*/ 4695766 h 290152"/>
              <a:gd name="T82" fmla="*/ 58074782 w 290153"/>
              <a:gd name="T83" fmla="*/ 55253643 h 290152"/>
              <a:gd name="T84" fmla="*/ 43849164 w 290153"/>
              <a:gd name="T85" fmla="*/ 60966791 h 290152"/>
              <a:gd name="T86" fmla="*/ 51430826 w 290153"/>
              <a:gd name="T87" fmla="*/ 61905742 h 290152"/>
              <a:gd name="T88" fmla="*/ 12349712 w 290153"/>
              <a:gd name="T89" fmla="*/ 62923024 h 290152"/>
              <a:gd name="T90" fmla="*/ 12349712 w 290153"/>
              <a:gd name="T91" fmla="*/ 60966791 h 290152"/>
              <a:gd name="T92" fmla="*/ 18993374 w 290153"/>
              <a:gd name="T93" fmla="*/ 55253643 h 290152"/>
              <a:gd name="T94" fmla="*/ 0 w 290153"/>
              <a:gd name="T95" fmla="*/ 50479660 h 290152"/>
              <a:gd name="T96" fmla="*/ 4767533 w 290153"/>
              <a:gd name="T97" fmla="*/ 0 h 29015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290153" h="290152">
                <a:moveTo>
                  <a:pt x="96597" y="254786"/>
                </a:moveTo>
                <a:lnTo>
                  <a:pt x="96597" y="281130"/>
                </a:lnTo>
                <a:lnTo>
                  <a:pt x="193195" y="281130"/>
                </a:lnTo>
                <a:lnTo>
                  <a:pt x="193195" y="254786"/>
                </a:lnTo>
                <a:lnTo>
                  <a:pt x="96597" y="254786"/>
                </a:lnTo>
                <a:close/>
                <a:moveTo>
                  <a:pt x="9011" y="219780"/>
                </a:moveTo>
                <a:lnTo>
                  <a:pt x="9011" y="232772"/>
                </a:lnTo>
                <a:cubicBezTo>
                  <a:pt x="9011" y="240350"/>
                  <a:pt x="14778" y="246124"/>
                  <a:pt x="21987" y="246124"/>
                </a:cubicBezTo>
                <a:lnTo>
                  <a:pt x="267806" y="246124"/>
                </a:lnTo>
                <a:cubicBezTo>
                  <a:pt x="275014" y="246124"/>
                  <a:pt x="281142" y="240350"/>
                  <a:pt x="281142" y="232772"/>
                </a:cubicBezTo>
                <a:lnTo>
                  <a:pt x="281142" y="219780"/>
                </a:lnTo>
                <a:lnTo>
                  <a:pt x="9011" y="219780"/>
                </a:lnTo>
                <a:close/>
                <a:moveTo>
                  <a:pt x="242935" y="137859"/>
                </a:moveTo>
                <a:lnTo>
                  <a:pt x="242935" y="175752"/>
                </a:lnTo>
                <a:lnTo>
                  <a:pt x="281142" y="175752"/>
                </a:lnTo>
                <a:lnTo>
                  <a:pt x="281142" y="137859"/>
                </a:lnTo>
                <a:lnTo>
                  <a:pt x="242935" y="137859"/>
                </a:lnTo>
                <a:close/>
                <a:moveTo>
                  <a:pt x="155331" y="117628"/>
                </a:moveTo>
                <a:lnTo>
                  <a:pt x="115676" y="175161"/>
                </a:lnTo>
                <a:lnTo>
                  <a:pt x="194985" y="175161"/>
                </a:lnTo>
                <a:lnTo>
                  <a:pt x="155331" y="117628"/>
                </a:lnTo>
                <a:close/>
                <a:moveTo>
                  <a:pt x="242935" y="90583"/>
                </a:moveTo>
                <a:lnTo>
                  <a:pt x="242935" y="128836"/>
                </a:lnTo>
                <a:lnTo>
                  <a:pt x="281142" y="128836"/>
                </a:lnTo>
                <a:lnTo>
                  <a:pt x="281142" y="90583"/>
                </a:lnTo>
                <a:lnTo>
                  <a:pt x="242935" y="90583"/>
                </a:lnTo>
                <a:close/>
                <a:moveTo>
                  <a:pt x="77463" y="89941"/>
                </a:moveTo>
                <a:lnTo>
                  <a:pt x="43937" y="138124"/>
                </a:lnTo>
                <a:lnTo>
                  <a:pt x="43937" y="175161"/>
                </a:lnTo>
                <a:lnTo>
                  <a:pt x="104861" y="175161"/>
                </a:lnTo>
                <a:lnTo>
                  <a:pt x="120723" y="152148"/>
                </a:lnTo>
                <a:lnTo>
                  <a:pt x="77463" y="89941"/>
                </a:lnTo>
                <a:close/>
                <a:moveTo>
                  <a:pt x="139341" y="67284"/>
                </a:moveTo>
                <a:cubicBezTo>
                  <a:pt x="133949" y="67284"/>
                  <a:pt x="129277" y="71913"/>
                  <a:pt x="129277" y="77610"/>
                </a:cubicBezTo>
                <a:cubicBezTo>
                  <a:pt x="129277" y="82951"/>
                  <a:pt x="133949" y="87580"/>
                  <a:pt x="139341" y="87580"/>
                </a:cubicBezTo>
                <a:cubicBezTo>
                  <a:pt x="145092" y="87580"/>
                  <a:pt x="149764" y="82951"/>
                  <a:pt x="149764" y="77610"/>
                </a:cubicBezTo>
                <a:cubicBezTo>
                  <a:pt x="149764" y="71913"/>
                  <a:pt x="145092" y="67284"/>
                  <a:pt x="139341" y="67284"/>
                </a:cubicBezTo>
                <a:close/>
                <a:moveTo>
                  <a:pt x="139341" y="58738"/>
                </a:moveTo>
                <a:cubicBezTo>
                  <a:pt x="150124" y="58738"/>
                  <a:pt x="158391" y="67284"/>
                  <a:pt x="158391" y="77610"/>
                </a:cubicBezTo>
                <a:cubicBezTo>
                  <a:pt x="158391" y="87936"/>
                  <a:pt x="150124" y="96482"/>
                  <a:pt x="139341" y="96482"/>
                </a:cubicBezTo>
                <a:cubicBezTo>
                  <a:pt x="129277" y="96482"/>
                  <a:pt x="120650" y="87936"/>
                  <a:pt x="120650" y="77610"/>
                </a:cubicBezTo>
                <a:cubicBezTo>
                  <a:pt x="120650" y="67284"/>
                  <a:pt x="129277" y="58738"/>
                  <a:pt x="139341" y="58738"/>
                </a:cubicBezTo>
                <a:close/>
                <a:moveTo>
                  <a:pt x="242935" y="43667"/>
                </a:moveTo>
                <a:lnTo>
                  <a:pt x="242935" y="81921"/>
                </a:lnTo>
                <a:lnTo>
                  <a:pt x="281142" y="81921"/>
                </a:lnTo>
                <a:lnTo>
                  <a:pt x="281142" y="43667"/>
                </a:lnTo>
                <a:lnTo>
                  <a:pt x="242935" y="43667"/>
                </a:lnTo>
                <a:close/>
                <a:moveTo>
                  <a:pt x="43937" y="43555"/>
                </a:moveTo>
                <a:lnTo>
                  <a:pt x="43937" y="122662"/>
                </a:lnTo>
                <a:lnTo>
                  <a:pt x="73858" y="79513"/>
                </a:lnTo>
                <a:cubicBezTo>
                  <a:pt x="75300" y="76996"/>
                  <a:pt x="79626" y="76996"/>
                  <a:pt x="81068" y="79513"/>
                </a:cubicBezTo>
                <a:lnTo>
                  <a:pt x="126131" y="144597"/>
                </a:lnTo>
                <a:lnTo>
                  <a:pt x="151726" y="107560"/>
                </a:lnTo>
                <a:cubicBezTo>
                  <a:pt x="153528" y="105043"/>
                  <a:pt x="157494" y="105043"/>
                  <a:pt x="159296" y="107560"/>
                </a:cubicBezTo>
                <a:lnTo>
                  <a:pt x="199311" y="165452"/>
                </a:lnTo>
                <a:lnTo>
                  <a:pt x="199311" y="43555"/>
                </a:lnTo>
                <a:lnTo>
                  <a:pt x="43937" y="43555"/>
                </a:lnTo>
                <a:close/>
                <a:moveTo>
                  <a:pt x="39611" y="34925"/>
                </a:moveTo>
                <a:lnTo>
                  <a:pt x="203637" y="34925"/>
                </a:lnTo>
                <a:cubicBezTo>
                  <a:pt x="205800" y="34925"/>
                  <a:pt x="207603" y="36723"/>
                  <a:pt x="207603" y="39240"/>
                </a:cubicBezTo>
                <a:lnTo>
                  <a:pt x="207603" y="179476"/>
                </a:lnTo>
                <a:cubicBezTo>
                  <a:pt x="207603" y="181993"/>
                  <a:pt x="205800" y="183791"/>
                  <a:pt x="203637" y="183791"/>
                </a:cubicBezTo>
                <a:lnTo>
                  <a:pt x="39611" y="183791"/>
                </a:lnTo>
                <a:cubicBezTo>
                  <a:pt x="37088" y="183791"/>
                  <a:pt x="34925" y="181993"/>
                  <a:pt x="34925" y="179476"/>
                </a:cubicBezTo>
                <a:lnTo>
                  <a:pt x="34925" y="39240"/>
                </a:lnTo>
                <a:cubicBezTo>
                  <a:pt x="34925" y="36723"/>
                  <a:pt x="37088" y="34925"/>
                  <a:pt x="39611" y="34925"/>
                </a:cubicBezTo>
                <a:close/>
                <a:moveTo>
                  <a:pt x="21987" y="8661"/>
                </a:moveTo>
                <a:cubicBezTo>
                  <a:pt x="14778" y="8661"/>
                  <a:pt x="9011" y="14435"/>
                  <a:pt x="9011" y="21653"/>
                </a:cubicBezTo>
                <a:lnTo>
                  <a:pt x="9011" y="211118"/>
                </a:lnTo>
                <a:lnTo>
                  <a:pt x="281142" y="211118"/>
                </a:lnTo>
                <a:lnTo>
                  <a:pt x="281142" y="184413"/>
                </a:lnTo>
                <a:lnTo>
                  <a:pt x="238610" y="184413"/>
                </a:lnTo>
                <a:cubicBezTo>
                  <a:pt x="236087" y="184413"/>
                  <a:pt x="234285" y="182608"/>
                  <a:pt x="234285" y="180082"/>
                </a:cubicBezTo>
                <a:lnTo>
                  <a:pt x="234285" y="39336"/>
                </a:lnTo>
                <a:cubicBezTo>
                  <a:pt x="234285" y="36810"/>
                  <a:pt x="236087" y="35006"/>
                  <a:pt x="238610" y="35006"/>
                </a:cubicBezTo>
                <a:lnTo>
                  <a:pt x="281142" y="35006"/>
                </a:lnTo>
                <a:lnTo>
                  <a:pt x="281142" y="21653"/>
                </a:lnTo>
                <a:cubicBezTo>
                  <a:pt x="281142" y="14435"/>
                  <a:pt x="275014" y="8661"/>
                  <a:pt x="267806" y="8661"/>
                </a:cubicBezTo>
                <a:lnTo>
                  <a:pt x="21987" y="8661"/>
                </a:lnTo>
                <a:close/>
                <a:moveTo>
                  <a:pt x="21987" y="0"/>
                </a:moveTo>
                <a:lnTo>
                  <a:pt x="267806" y="0"/>
                </a:lnTo>
                <a:cubicBezTo>
                  <a:pt x="280060" y="0"/>
                  <a:pt x="290153" y="9744"/>
                  <a:pt x="290153" y="21653"/>
                </a:cubicBezTo>
                <a:lnTo>
                  <a:pt x="290153" y="232772"/>
                </a:lnTo>
                <a:cubicBezTo>
                  <a:pt x="290153" y="245042"/>
                  <a:pt x="280060" y="254786"/>
                  <a:pt x="267806" y="254786"/>
                </a:cubicBezTo>
                <a:lnTo>
                  <a:pt x="202206" y="254786"/>
                </a:lnTo>
                <a:lnTo>
                  <a:pt x="202206" y="281130"/>
                </a:lnTo>
                <a:lnTo>
                  <a:pt x="232843" y="281130"/>
                </a:lnTo>
                <a:cubicBezTo>
                  <a:pt x="235006" y="281130"/>
                  <a:pt x="237168" y="283296"/>
                  <a:pt x="237168" y="285461"/>
                </a:cubicBezTo>
                <a:cubicBezTo>
                  <a:pt x="237168" y="288348"/>
                  <a:pt x="235006" y="290152"/>
                  <a:pt x="232843" y="290152"/>
                </a:cubicBezTo>
                <a:lnTo>
                  <a:pt x="56949" y="290152"/>
                </a:lnTo>
                <a:cubicBezTo>
                  <a:pt x="54786" y="290152"/>
                  <a:pt x="52624" y="288348"/>
                  <a:pt x="52624" y="285461"/>
                </a:cubicBezTo>
                <a:cubicBezTo>
                  <a:pt x="52624" y="283296"/>
                  <a:pt x="54786" y="281130"/>
                  <a:pt x="56949" y="281130"/>
                </a:cubicBezTo>
                <a:lnTo>
                  <a:pt x="87586" y="281130"/>
                </a:lnTo>
                <a:lnTo>
                  <a:pt x="87586" y="254786"/>
                </a:lnTo>
                <a:lnTo>
                  <a:pt x="21987" y="254786"/>
                </a:lnTo>
                <a:cubicBezTo>
                  <a:pt x="9732" y="254786"/>
                  <a:pt x="0" y="245042"/>
                  <a:pt x="0" y="232772"/>
                </a:cubicBezTo>
                <a:lnTo>
                  <a:pt x="0" y="21653"/>
                </a:lnTo>
                <a:cubicBezTo>
                  <a:pt x="0" y="9744"/>
                  <a:pt x="9732" y="0"/>
                  <a:pt x="21987" y="0"/>
                </a:cubicBezTo>
                <a:close/>
              </a:path>
            </a:pathLst>
          </a:custGeom>
          <a:solidFill>
            <a:srgbClr val="4472C4"/>
          </a:solidFill>
          <a:ln>
            <a:noFill/>
          </a:ln>
          <a:effectLst/>
        </p:spPr>
        <p:txBody>
          <a:bodyPr anchor="ctr"/>
          <a:lstStyle/>
          <a:p>
            <a:endParaRPr lang="en-US" sz="1050">
              <a:latin typeface="Lato Light" panose="020F0502020204030203" pitchFamily="34" charset="0"/>
            </a:endParaRPr>
          </a:p>
        </p:txBody>
      </p:sp>
      <p:sp>
        <p:nvSpPr>
          <p:cNvPr id="34" name="Freeform 1033">
            <a:extLst>
              <a:ext uri="{FF2B5EF4-FFF2-40B4-BE49-F238E27FC236}">
                <a16:creationId xmlns:a16="http://schemas.microsoft.com/office/drawing/2014/main" id="{89B0425C-638B-EF97-1D73-DAC2014B3F02}"/>
              </a:ext>
            </a:extLst>
          </p:cNvPr>
          <p:cNvSpPr>
            <a:spLocks noChangeAspect="1" noChangeArrowheads="1"/>
          </p:cNvSpPr>
          <p:nvPr/>
        </p:nvSpPr>
        <p:spPr bwMode="auto">
          <a:xfrm>
            <a:off x="1872731" y="1637362"/>
            <a:ext cx="408294" cy="360479"/>
          </a:xfrm>
          <a:custGeom>
            <a:avLst/>
            <a:gdLst>
              <a:gd name="T0" fmla="*/ 44610316 w 290152"/>
              <a:gd name="T1" fmla="*/ 43543067 h 250467"/>
              <a:gd name="T2" fmla="*/ 24261540 w 290152"/>
              <a:gd name="T3" fmla="*/ 43543067 h 250467"/>
              <a:gd name="T4" fmla="*/ 5869932 w 290152"/>
              <a:gd name="T5" fmla="*/ 51582464 h 250467"/>
              <a:gd name="T6" fmla="*/ 1956269 w 290152"/>
              <a:gd name="T7" fmla="*/ 47601133 h 250467"/>
              <a:gd name="T8" fmla="*/ 62923742 w 290152"/>
              <a:gd name="T9" fmla="*/ 47601133 h 250467"/>
              <a:gd name="T10" fmla="*/ 47641867 w 290152"/>
              <a:gd name="T11" fmla="*/ 25353693 h 250467"/>
              <a:gd name="T12" fmla="*/ 49881259 w 290152"/>
              <a:gd name="T13" fmla="*/ 29422458 h 250467"/>
              <a:gd name="T14" fmla="*/ 46911515 w 290152"/>
              <a:gd name="T15" fmla="*/ 19215497 h 250467"/>
              <a:gd name="T16" fmla="*/ 43498583 w 290152"/>
              <a:gd name="T17" fmla="*/ 23229919 h 250467"/>
              <a:gd name="T18" fmla="*/ 43498583 w 290152"/>
              <a:gd name="T19" fmla="*/ 27630461 h 250467"/>
              <a:gd name="T20" fmla="*/ 46989349 w 290152"/>
              <a:gd name="T21" fmla="*/ 31645088 h 250467"/>
              <a:gd name="T22" fmla="*/ 52263952 w 290152"/>
              <a:gd name="T23" fmla="*/ 31953782 h 250467"/>
              <a:gd name="T24" fmla="*/ 56297327 w 290152"/>
              <a:gd name="T25" fmla="*/ 28479865 h 250467"/>
              <a:gd name="T26" fmla="*/ 57460822 w 290152"/>
              <a:gd name="T27" fmla="*/ 23847895 h 250467"/>
              <a:gd name="T28" fmla="*/ 54125420 w 290152"/>
              <a:gd name="T29" fmla="*/ 19138185 h 250467"/>
              <a:gd name="T30" fmla="*/ 48075059 w 290152"/>
              <a:gd name="T31" fmla="*/ 13116259 h 250467"/>
              <a:gd name="T32" fmla="*/ 57383023 w 290152"/>
              <a:gd name="T33" fmla="*/ 15278161 h 250467"/>
              <a:gd name="T34" fmla="*/ 62424996 w 290152"/>
              <a:gd name="T35" fmla="*/ 23384395 h 250467"/>
              <a:gd name="T36" fmla="*/ 60253274 w 290152"/>
              <a:gd name="T37" fmla="*/ 32726172 h 250467"/>
              <a:gd name="T38" fmla="*/ 52108465 w 290152"/>
              <a:gd name="T39" fmla="*/ 37744348 h 250467"/>
              <a:gd name="T40" fmla="*/ 43886513 w 290152"/>
              <a:gd name="T41" fmla="*/ 35582449 h 250467"/>
              <a:gd name="T42" fmla="*/ 38456736 w 290152"/>
              <a:gd name="T43" fmla="*/ 28248191 h 250467"/>
              <a:gd name="T44" fmla="*/ 41947443 w 290152"/>
              <a:gd name="T45" fmla="*/ 22072019 h 250467"/>
              <a:gd name="T46" fmla="*/ 46756691 w 290152"/>
              <a:gd name="T47" fmla="*/ 17285472 h 250467"/>
              <a:gd name="T48" fmla="*/ 25916885 w 290152"/>
              <a:gd name="T49" fmla="*/ 18271320 h 250467"/>
              <a:gd name="T50" fmla="*/ 18590774 w 290152"/>
              <a:gd name="T51" fmla="*/ 9155015 h 250467"/>
              <a:gd name="T52" fmla="*/ 49922188 w 290152"/>
              <a:gd name="T53" fmla="*/ 8929091 h 250467"/>
              <a:gd name="T54" fmla="*/ 17262916 w 290152"/>
              <a:gd name="T55" fmla="*/ 1846001 h 250467"/>
              <a:gd name="T56" fmla="*/ 9060858 w 290152"/>
              <a:gd name="T57" fmla="*/ 4692919 h 250467"/>
              <a:gd name="T58" fmla="*/ 3514646 w 290152"/>
              <a:gd name="T59" fmla="*/ 11155311 h 250467"/>
              <a:gd name="T60" fmla="*/ 1952567 w 290152"/>
              <a:gd name="T61" fmla="*/ 19540754 h 250467"/>
              <a:gd name="T62" fmla="*/ 4843141 w 290152"/>
              <a:gd name="T63" fmla="*/ 27618573 h 250467"/>
              <a:gd name="T64" fmla="*/ 11404611 w 290152"/>
              <a:gd name="T65" fmla="*/ 33080833 h 250467"/>
              <a:gd name="T66" fmla="*/ 17341043 w 290152"/>
              <a:gd name="T67" fmla="*/ 34696634 h 250467"/>
              <a:gd name="T68" fmla="*/ 25855195 w 290152"/>
              <a:gd name="T69" fmla="*/ 33157754 h 250467"/>
              <a:gd name="T70" fmla="*/ 32416445 w 290152"/>
              <a:gd name="T71" fmla="*/ 27541718 h 250467"/>
              <a:gd name="T72" fmla="*/ 35306984 w 290152"/>
              <a:gd name="T73" fmla="*/ 19463671 h 250467"/>
              <a:gd name="T74" fmla="*/ 33666187 w 290152"/>
              <a:gd name="T75" fmla="*/ 11078074 h 250467"/>
              <a:gd name="T76" fmla="*/ 28042323 w 290152"/>
              <a:gd name="T77" fmla="*/ 4538860 h 250467"/>
              <a:gd name="T78" fmla="*/ 19840519 w 290152"/>
              <a:gd name="T79" fmla="*/ 1769704 h 250467"/>
              <a:gd name="T80" fmla="*/ 37707911 w 290152"/>
              <a:gd name="T81" fmla="*/ 5873922 h 250467"/>
              <a:gd name="T82" fmla="*/ 19918687 w 290152"/>
              <a:gd name="T83" fmla="*/ 0 h 250467"/>
              <a:gd name="T84" fmla="*/ 28979629 w 290152"/>
              <a:gd name="T85" fmla="*/ 3077794 h 250467"/>
              <a:gd name="T86" fmla="*/ 32807044 w 290152"/>
              <a:gd name="T87" fmla="*/ 7154649 h 250467"/>
              <a:gd name="T88" fmla="*/ 33744834 w 290152"/>
              <a:gd name="T89" fmla="*/ 15155629 h 250467"/>
              <a:gd name="T90" fmla="*/ 33275795 w 290152"/>
              <a:gd name="T91" fmla="*/ 23002722 h 250467"/>
              <a:gd name="T92" fmla="*/ 31479527 w 290152"/>
              <a:gd name="T93" fmla="*/ 29157210 h 250467"/>
              <a:gd name="T94" fmla="*/ 26714463 w 290152"/>
              <a:gd name="T95" fmla="*/ 34696634 h 250467"/>
              <a:gd name="T96" fmla="*/ 17262916 w 290152"/>
              <a:gd name="T97" fmla="*/ 36542700 h 250467"/>
              <a:gd name="T98" fmla="*/ 8124061 w 290152"/>
              <a:gd name="T99" fmla="*/ 33388376 h 250467"/>
              <a:gd name="T100" fmla="*/ 3202091 w 290152"/>
              <a:gd name="T101" fmla="*/ 28541671 h 250467"/>
              <a:gd name="T102" fmla="*/ 1796166 w 290152"/>
              <a:gd name="T103" fmla="*/ 21387201 h 250467"/>
              <a:gd name="T104" fmla="*/ 2499070 w 290152"/>
              <a:gd name="T105" fmla="*/ 12693632 h 250467"/>
              <a:gd name="T106" fmla="*/ 8280430 w 290152"/>
              <a:gd name="T107" fmla="*/ 6846985 h 250467"/>
              <a:gd name="T108" fmla="*/ 13747607 w 290152"/>
              <a:gd name="T109" fmla="*/ 3769430 h 250467"/>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290152" h="250467">
                <a:moveTo>
                  <a:pt x="205705" y="203866"/>
                </a:moveTo>
                <a:lnTo>
                  <a:pt x="167451" y="241505"/>
                </a:lnTo>
                <a:lnTo>
                  <a:pt x="262364" y="241505"/>
                </a:lnTo>
                <a:cubicBezTo>
                  <a:pt x="272830" y="241505"/>
                  <a:pt x="281491" y="233260"/>
                  <a:pt x="281491" y="222865"/>
                </a:cubicBezTo>
                <a:cubicBezTo>
                  <a:pt x="281491" y="212470"/>
                  <a:pt x="272830" y="203866"/>
                  <a:pt x="262364" y="203866"/>
                </a:cubicBezTo>
                <a:lnTo>
                  <a:pt x="205705" y="203866"/>
                </a:lnTo>
                <a:close/>
                <a:moveTo>
                  <a:pt x="158790" y="203866"/>
                </a:moveTo>
                <a:lnTo>
                  <a:pt x="120536" y="241505"/>
                </a:lnTo>
                <a:lnTo>
                  <a:pt x="155181" y="241505"/>
                </a:lnTo>
                <a:lnTo>
                  <a:pt x="193435" y="203866"/>
                </a:lnTo>
                <a:lnTo>
                  <a:pt x="158790" y="203866"/>
                </a:lnTo>
                <a:close/>
                <a:moveTo>
                  <a:pt x="111874" y="203866"/>
                </a:moveTo>
                <a:lnTo>
                  <a:pt x="73621" y="241505"/>
                </a:lnTo>
                <a:lnTo>
                  <a:pt x="107905" y="241505"/>
                </a:lnTo>
                <a:lnTo>
                  <a:pt x="146159" y="203866"/>
                </a:lnTo>
                <a:lnTo>
                  <a:pt x="111874" y="203866"/>
                </a:lnTo>
                <a:close/>
                <a:moveTo>
                  <a:pt x="64959" y="203866"/>
                </a:moveTo>
                <a:lnTo>
                  <a:pt x="27066" y="241505"/>
                </a:lnTo>
                <a:cubicBezTo>
                  <a:pt x="27427" y="241505"/>
                  <a:pt x="27427" y="241505"/>
                  <a:pt x="27788" y="241505"/>
                </a:cubicBezTo>
                <a:lnTo>
                  <a:pt x="61350" y="241505"/>
                </a:lnTo>
                <a:lnTo>
                  <a:pt x="99243" y="203866"/>
                </a:lnTo>
                <a:lnTo>
                  <a:pt x="64959" y="203866"/>
                </a:lnTo>
                <a:close/>
                <a:moveTo>
                  <a:pt x="27788" y="203866"/>
                </a:moveTo>
                <a:cubicBezTo>
                  <a:pt x="17322" y="203866"/>
                  <a:pt x="9022" y="212470"/>
                  <a:pt x="9022" y="222865"/>
                </a:cubicBezTo>
                <a:cubicBezTo>
                  <a:pt x="9022" y="229317"/>
                  <a:pt x="12270" y="235053"/>
                  <a:pt x="17683" y="238637"/>
                </a:cubicBezTo>
                <a:lnTo>
                  <a:pt x="52689" y="203866"/>
                </a:lnTo>
                <a:lnTo>
                  <a:pt x="27788" y="203866"/>
                </a:lnTo>
                <a:close/>
                <a:moveTo>
                  <a:pt x="27788" y="195263"/>
                </a:moveTo>
                <a:lnTo>
                  <a:pt x="262364" y="195263"/>
                </a:lnTo>
                <a:cubicBezTo>
                  <a:pt x="277882" y="195263"/>
                  <a:pt x="290152" y="207451"/>
                  <a:pt x="290152" y="222865"/>
                </a:cubicBezTo>
                <a:cubicBezTo>
                  <a:pt x="290152" y="237921"/>
                  <a:pt x="277882" y="250467"/>
                  <a:pt x="262364" y="250467"/>
                </a:cubicBezTo>
                <a:lnTo>
                  <a:pt x="27788" y="250467"/>
                </a:lnTo>
                <a:cubicBezTo>
                  <a:pt x="12631" y="250467"/>
                  <a:pt x="0" y="237921"/>
                  <a:pt x="0" y="222865"/>
                </a:cubicBezTo>
                <a:cubicBezTo>
                  <a:pt x="0" y="207451"/>
                  <a:pt x="12631" y="195263"/>
                  <a:pt x="27788" y="195263"/>
                </a:cubicBezTo>
                <a:close/>
                <a:moveTo>
                  <a:pt x="230010" y="108640"/>
                </a:moveTo>
                <a:cubicBezTo>
                  <a:pt x="224313" y="108640"/>
                  <a:pt x="219684" y="113312"/>
                  <a:pt x="219684" y="118704"/>
                </a:cubicBezTo>
                <a:cubicBezTo>
                  <a:pt x="219684" y="124455"/>
                  <a:pt x="224313" y="129127"/>
                  <a:pt x="230010" y="129127"/>
                </a:cubicBezTo>
                <a:cubicBezTo>
                  <a:pt x="235351" y="129127"/>
                  <a:pt x="239980" y="124455"/>
                  <a:pt x="239980" y="118704"/>
                </a:cubicBezTo>
                <a:cubicBezTo>
                  <a:pt x="239980" y="113312"/>
                  <a:pt x="235351" y="108640"/>
                  <a:pt x="230010" y="108640"/>
                </a:cubicBezTo>
                <a:close/>
                <a:moveTo>
                  <a:pt x="230010" y="100013"/>
                </a:moveTo>
                <a:cubicBezTo>
                  <a:pt x="240336" y="100013"/>
                  <a:pt x="248882" y="108280"/>
                  <a:pt x="248882" y="118704"/>
                </a:cubicBezTo>
                <a:cubicBezTo>
                  <a:pt x="248882" y="129487"/>
                  <a:pt x="240336" y="137754"/>
                  <a:pt x="230010" y="137754"/>
                </a:cubicBezTo>
                <a:cubicBezTo>
                  <a:pt x="219684" y="137754"/>
                  <a:pt x="211138" y="129487"/>
                  <a:pt x="211138" y="118704"/>
                </a:cubicBezTo>
                <a:cubicBezTo>
                  <a:pt x="211138" y="108280"/>
                  <a:pt x="219684" y="100013"/>
                  <a:pt x="230010" y="100013"/>
                </a:cubicBezTo>
                <a:close/>
                <a:moveTo>
                  <a:pt x="225974" y="69723"/>
                </a:moveTo>
                <a:lnTo>
                  <a:pt x="223470" y="84905"/>
                </a:lnTo>
                <a:cubicBezTo>
                  <a:pt x="223470" y="86350"/>
                  <a:pt x="222397" y="87796"/>
                  <a:pt x="220609" y="88519"/>
                </a:cubicBezTo>
                <a:cubicBezTo>
                  <a:pt x="219178" y="88881"/>
                  <a:pt x="218105" y="89604"/>
                  <a:pt x="216317" y="89965"/>
                </a:cubicBezTo>
                <a:cubicBezTo>
                  <a:pt x="215244" y="90688"/>
                  <a:pt x="213456" y="90688"/>
                  <a:pt x="212025" y="89604"/>
                </a:cubicBezTo>
                <a:lnTo>
                  <a:pt x="199864" y="80929"/>
                </a:lnTo>
                <a:cubicBezTo>
                  <a:pt x="197360" y="82736"/>
                  <a:pt x="195214" y="85266"/>
                  <a:pt x="193068" y="87796"/>
                </a:cubicBezTo>
                <a:lnTo>
                  <a:pt x="201652" y="100086"/>
                </a:lnTo>
                <a:cubicBezTo>
                  <a:pt x="202725" y="101170"/>
                  <a:pt x="202725" y="103339"/>
                  <a:pt x="202368" y="104424"/>
                </a:cubicBezTo>
                <a:cubicBezTo>
                  <a:pt x="201652" y="105869"/>
                  <a:pt x="200937" y="107315"/>
                  <a:pt x="200579" y="108761"/>
                </a:cubicBezTo>
                <a:cubicBezTo>
                  <a:pt x="200221" y="110207"/>
                  <a:pt x="198791" y="111653"/>
                  <a:pt x="197360" y="111653"/>
                </a:cubicBezTo>
                <a:lnTo>
                  <a:pt x="181980" y="114183"/>
                </a:lnTo>
                <a:cubicBezTo>
                  <a:pt x="181980" y="115629"/>
                  <a:pt x="181980" y="117436"/>
                  <a:pt x="181980" y="118882"/>
                </a:cubicBezTo>
                <a:cubicBezTo>
                  <a:pt x="181980" y="120689"/>
                  <a:pt x="181980" y="122497"/>
                  <a:pt x="181980" y="123942"/>
                </a:cubicBezTo>
                <a:lnTo>
                  <a:pt x="197002" y="126473"/>
                </a:lnTo>
                <a:cubicBezTo>
                  <a:pt x="198791" y="126473"/>
                  <a:pt x="200221" y="127919"/>
                  <a:pt x="200579" y="129364"/>
                </a:cubicBezTo>
                <a:cubicBezTo>
                  <a:pt x="200937" y="130810"/>
                  <a:pt x="201652" y="132256"/>
                  <a:pt x="202368" y="133340"/>
                </a:cubicBezTo>
                <a:cubicBezTo>
                  <a:pt x="202725" y="134786"/>
                  <a:pt x="202725" y="136955"/>
                  <a:pt x="201652" y="138039"/>
                </a:cubicBezTo>
                <a:lnTo>
                  <a:pt x="193068" y="150329"/>
                </a:lnTo>
                <a:cubicBezTo>
                  <a:pt x="195214" y="152859"/>
                  <a:pt x="197360" y="155390"/>
                  <a:pt x="199864" y="157558"/>
                </a:cubicBezTo>
                <a:lnTo>
                  <a:pt x="212025" y="148522"/>
                </a:lnTo>
                <a:cubicBezTo>
                  <a:pt x="213456" y="147437"/>
                  <a:pt x="215244" y="147437"/>
                  <a:pt x="216675" y="148160"/>
                </a:cubicBezTo>
                <a:cubicBezTo>
                  <a:pt x="218105" y="148522"/>
                  <a:pt x="219178" y="149245"/>
                  <a:pt x="220609" y="149606"/>
                </a:cubicBezTo>
                <a:cubicBezTo>
                  <a:pt x="222397" y="150329"/>
                  <a:pt x="223470" y="151775"/>
                  <a:pt x="223470" y="153221"/>
                </a:cubicBezTo>
                <a:lnTo>
                  <a:pt x="225974" y="168402"/>
                </a:lnTo>
                <a:cubicBezTo>
                  <a:pt x="229193" y="168764"/>
                  <a:pt x="232412" y="168764"/>
                  <a:pt x="235989" y="168402"/>
                </a:cubicBezTo>
                <a:lnTo>
                  <a:pt x="238135" y="153221"/>
                </a:lnTo>
                <a:cubicBezTo>
                  <a:pt x="238493" y="151775"/>
                  <a:pt x="239566" y="150329"/>
                  <a:pt x="240997" y="149606"/>
                </a:cubicBezTo>
                <a:cubicBezTo>
                  <a:pt x="242427" y="149245"/>
                  <a:pt x="243858" y="148522"/>
                  <a:pt x="245289" y="148160"/>
                </a:cubicBezTo>
                <a:cubicBezTo>
                  <a:pt x="246719" y="147437"/>
                  <a:pt x="248508" y="147437"/>
                  <a:pt x="249581" y="148522"/>
                </a:cubicBezTo>
                <a:lnTo>
                  <a:pt x="262099" y="157558"/>
                </a:lnTo>
                <a:cubicBezTo>
                  <a:pt x="264603" y="155390"/>
                  <a:pt x="266749" y="152859"/>
                  <a:pt x="268895" y="150329"/>
                </a:cubicBezTo>
                <a:lnTo>
                  <a:pt x="259953" y="138039"/>
                </a:lnTo>
                <a:cubicBezTo>
                  <a:pt x="258880" y="136955"/>
                  <a:pt x="258880" y="134786"/>
                  <a:pt x="259596" y="133340"/>
                </a:cubicBezTo>
                <a:cubicBezTo>
                  <a:pt x="260311" y="132256"/>
                  <a:pt x="261026" y="130810"/>
                  <a:pt x="261384" y="129364"/>
                </a:cubicBezTo>
                <a:cubicBezTo>
                  <a:pt x="262099" y="127919"/>
                  <a:pt x="263172" y="126473"/>
                  <a:pt x="264961" y="126473"/>
                </a:cubicBezTo>
                <a:lnTo>
                  <a:pt x="279626" y="123942"/>
                </a:lnTo>
                <a:cubicBezTo>
                  <a:pt x="279983" y="122497"/>
                  <a:pt x="279983" y="120689"/>
                  <a:pt x="279983" y="118882"/>
                </a:cubicBezTo>
                <a:cubicBezTo>
                  <a:pt x="279983" y="117436"/>
                  <a:pt x="279983" y="115629"/>
                  <a:pt x="279626" y="114183"/>
                </a:cubicBezTo>
                <a:lnTo>
                  <a:pt x="264961" y="111653"/>
                </a:lnTo>
                <a:cubicBezTo>
                  <a:pt x="263172" y="111653"/>
                  <a:pt x="262099" y="110207"/>
                  <a:pt x="261384" y="108761"/>
                </a:cubicBezTo>
                <a:cubicBezTo>
                  <a:pt x="261026" y="107315"/>
                  <a:pt x="260311" y="105869"/>
                  <a:pt x="259596" y="104424"/>
                </a:cubicBezTo>
                <a:cubicBezTo>
                  <a:pt x="258880" y="103339"/>
                  <a:pt x="258880" y="101170"/>
                  <a:pt x="259953" y="100086"/>
                </a:cubicBezTo>
                <a:lnTo>
                  <a:pt x="268895" y="87435"/>
                </a:lnTo>
                <a:cubicBezTo>
                  <a:pt x="266749" y="85266"/>
                  <a:pt x="264603" y="82736"/>
                  <a:pt x="262099" y="80929"/>
                </a:cubicBezTo>
                <a:lnTo>
                  <a:pt x="249581" y="89604"/>
                </a:lnTo>
                <a:cubicBezTo>
                  <a:pt x="248508" y="90688"/>
                  <a:pt x="246719" y="90688"/>
                  <a:pt x="244931" y="89965"/>
                </a:cubicBezTo>
                <a:cubicBezTo>
                  <a:pt x="243858" y="89604"/>
                  <a:pt x="242427" y="88881"/>
                  <a:pt x="240997" y="88519"/>
                </a:cubicBezTo>
                <a:cubicBezTo>
                  <a:pt x="239566" y="87796"/>
                  <a:pt x="238493" y="86350"/>
                  <a:pt x="238135" y="84905"/>
                </a:cubicBezTo>
                <a:lnTo>
                  <a:pt x="235989" y="69723"/>
                </a:lnTo>
                <a:cubicBezTo>
                  <a:pt x="232770" y="69362"/>
                  <a:pt x="229193" y="69362"/>
                  <a:pt x="225974" y="69723"/>
                </a:cubicBezTo>
                <a:close/>
                <a:moveTo>
                  <a:pt x="221682" y="61410"/>
                </a:moveTo>
                <a:cubicBezTo>
                  <a:pt x="227763" y="60325"/>
                  <a:pt x="234201" y="60325"/>
                  <a:pt x="240281" y="61410"/>
                </a:cubicBezTo>
                <a:cubicBezTo>
                  <a:pt x="242070" y="61771"/>
                  <a:pt x="243500" y="63217"/>
                  <a:pt x="243858" y="65024"/>
                </a:cubicBezTo>
                <a:lnTo>
                  <a:pt x="246362" y="80929"/>
                </a:lnTo>
                <a:cubicBezTo>
                  <a:pt x="246719" y="80929"/>
                  <a:pt x="246719" y="80929"/>
                  <a:pt x="246719" y="80929"/>
                </a:cubicBezTo>
                <a:lnTo>
                  <a:pt x="259596" y="71531"/>
                </a:lnTo>
                <a:cubicBezTo>
                  <a:pt x="261026" y="70808"/>
                  <a:pt x="263172" y="70808"/>
                  <a:pt x="264603" y="71531"/>
                </a:cubicBezTo>
                <a:cubicBezTo>
                  <a:pt x="269611" y="75507"/>
                  <a:pt x="274260" y="79844"/>
                  <a:pt x="277837" y="84905"/>
                </a:cubicBezTo>
                <a:cubicBezTo>
                  <a:pt x="278910" y="86350"/>
                  <a:pt x="278910" y="88519"/>
                  <a:pt x="277837" y="89965"/>
                </a:cubicBezTo>
                <a:lnTo>
                  <a:pt x="268538" y="102978"/>
                </a:lnTo>
                <a:cubicBezTo>
                  <a:pt x="268538" y="103339"/>
                  <a:pt x="268538" y="103339"/>
                  <a:pt x="268538" y="103701"/>
                </a:cubicBezTo>
                <a:lnTo>
                  <a:pt x="284275" y="105869"/>
                </a:lnTo>
                <a:cubicBezTo>
                  <a:pt x="286421" y="106231"/>
                  <a:pt x="287494" y="107677"/>
                  <a:pt x="287852" y="109484"/>
                </a:cubicBezTo>
                <a:cubicBezTo>
                  <a:pt x="288210" y="112737"/>
                  <a:pt x="288567" y="115629"/>
                  <a:pt x="288567" y="118882"/>
                </a:cubicBezTo>
                <a:cubicBezTo>
                  <a:pt x="288567" y="122135"/>
                  <a:pt x="288210" y="125388"/>
                  <a:pt x="287852" y="128641"/>
                </a:cubicBezTo>
                <a:cubicBezTo>
                  <a:pt x="287494" y="130449"/>
                  <a:pt x="286421" y="131895"/>
                  <a:pt x="284275" y="132256"/>
                </a:cubicBezTo>
                <a:lnTo>
                  <a:pt x="268538" y="134786"/>
                </a:lnTo>
                <a:lnTo>
                  <a:pt x="277837" y="147799"/>
                </a:lnTo>
                <a:cubicBezTo>
                  <a:pt x="278910" y="149606"/>
                  <a:pt x="278910" y="151414"/>
                  <a:pt x="277837" y="153221"/>
                </a:cubicBezTo>
                <a:cubicBezTo>
                  <a:pt x="274260" y="158281"/>
                  <a:pt x="269611" y="162619"/>
                  <a:pt x="264603" y="166595"/>
                </a:cubicBezTo>
                <a:cubicBezTo>
                  <a:pt x="263172" y="167679"/>
                  <a:pt x="261026" y="167679"/>
                  <a:pt x="259596" y="166595"/>
                </a:cubicBezTo>
                <a:lnTo>
                  <a:pt x="246719" y="156835"/>
                </a:lnTo>
                <a:cubicBezTo>
                  <a:pt x="246719" y="157197"/>
                  <a:pt x="246719" y="157197"/>
                  <a:pt x="246362" y="157197"/>
                </a:cubicBezTo>
                <a:lnTo>
                  <a:pt x="243858" y="173101"/>
                </a:lnTo>
                <a:cubicBezTo>
                  <a:pt x="243500" y="174909"/>
                  <a:pt x="242070" y="176354"/>
                  <a:pt x="240281" y="176716"/>
                </a:cubicBezTo>
                <a:cubicBezTo>
                  <a:pt x="237420" y="177077"/>
                  <a:pt x="233843" y="177439"/>
                  <a:pt x="230982" y="177439"/>
                </a:cubicBezTo>
                <a:cubicBezTo>
                  <a:pt x="227763" y="177439"/>
                  <a:pt x="224543" y="177077"/>
                  <a:pt x="221682" y="176716"/>
                </a:cubicBezTo>
                <a:cubicBezTo>
                  <a:pt x="219536" y="176354"/>
                  <a:pt x="218105" y="174909"/>
                  <a:pt x="218105" y="173101"/>
                </a:cubicBezTo>
                <a:lnTo>
                  <a:pt x="215602" y="157197"/>
                </a:lnTo>
                <a:cubicBezTo>
                  <a:pt x="215244" y="157197"/>
                  <a:pt x="215244" y="157197"/>
                  <a:pt x="215244" y="156835"/>
                </a:cubicBezTo>
                <a:lnTo>
                  <a:pt x="202368" y="166595"/>
                </a:lnTo>
                <a:cubicBezTo>
                  <a:pt x="200937" y="167679"/>
                  <a:pt x="198791" y="167679"/>
                  <a:pt x="197360" y="166595"/>
                </a:cubicBezTo>
                <a:cubicBezTo>
                  <a:pt x="191995" y="162619"/>
                  <a:pt x="187703" y="158281"/>
                  <a:pt x="183768" y="153221"/>
                </a:cubicBezTo>
                <a:cubicBezTo>
                  <a:pt x="183053" y="151414"/>
                  <a:pt x="183053" y="149606"/>
                  <a:pt x="183768" y="147799"/>
                </a:cubicBezTo>
                <a:lnTo>
                  <a:pt x="193426" y="134786"/>
                </a:lnTo>
                <a:cubicBezTo>
                  <a:pt x="193068" y="134786"/>
                  <a:pt x="193068" y="134786"/>
                  <a:pt x="193068" y="134786"/>
                </a:cubicBezTo>
                <a:lnTo>
                  <a:pt x="177330" y="132256"/>
                </a:lnTo>
                <a:cubicBezTo>
                  <a:pt x="175900" y="131895"/>
                  <a:pt x="174469" y="130449"/>
                  <a:pt x="173753" y="128641"/>
                </a:cubicBezTo>
                <a:cubicBezTo>
                  <a:pt x="173396" y="125388"/>
                  <a:pt x="173038" y="122135"/>
                  <a:pt x="173038" y="118882"/>
                </a:cubicBezTo>
                <a:cubicBezTo>
                  <a:pt x="173038" y="115629"/>
                  <a:pt x="173396" y="112737"/>
                  <a:pt x="173753" y="109484"/>
                </a:cubicBezTo>
                <a:cubicBezTo>
                  <a:pt x="174469" y="107677"/>
                  <a:pt x="175900" y="106231"/>
                  <a:pt x="177330" y="105869"/>
                </a:cubicBezTo>
                <a:lnTo>
                  <a:pt x="193068" y="103701"/>
                </a:lnTo>
                <a:cubicBezTo>
                  <a:pt x="193068" y="103339"/>
                  <a:pt x="193068" y="103339"/>
                  <a:pt x="193426" y="103339"/>
                </a:cubicBezTo>
                <a:lnTo>
                  <a:pt x="183768" y="89965"/>
                </a:lnTo>
                <a:cubicBezTo>
                  <a:pt x="183053" y="88519"/>
                  <a:pt x="183053" y="86350"/>
                  <a:pt x="183768" y="84905"/>
                </a:cubicBezTo>
                <a:cubicBezTo>
                  <a:pt x="187345" y="79844"/>
                  <a:pt x="191995" y="75507"/>
                  <a:pt x="197360" y="71531"/>
                </a:cubicBezTo>
                <a:cubicBezTo>
                  <a:pt x="198791" y="70808"/>
                  <a:pt x="200937" y="70808"/>
                  <a:pt x="202368" y="71531"/>
                </a:cubicBezTo>
                <a:lnTo>
                  <a:pt x="215244" y="80929"/>
                </a:lnTo>
                <a:lnTo>
                  <a:pt x="215602" y="80929"/>
                </a:lnTo>
                <a:lnTo>
                  <a:pt x="218105" y="65024"/>
                </a:lnTo>
                <a:cubicBezTo>
                  <a:pt x="218105" y="63217"/>
                  <a:pt x="219536" y="61771"/>
                  <a:pt x="221682" y="61410"/>
                </a:cubicBezTo>
                <a:close/>
                <a:moveTo>
                  <a:pt x="85725" y="51906"/>
                </a:moveTo>
                <a:cubicBezTo>
                  <a:pt x="66837" y="51906"/>
                  <a:pt x="51581" y="67098"/>
                  <a:pt x="51581" y="85545"/>
                </a:cubicBezTo>
                <a:cubicBezTo>
                  <a:pt x="51581" y="104354"/>
                  <a:pt x="66837" y="119546"/>
                  <a:pt x="85725" y="119546"/>
                </a:cubicBezTo>
                <a:cubicBezTo>
                  <a:pt x="104251" y="119546"/>
                  <a:pt x="119507" y="104354"/>
                  <a:pt x="119507" y="85545"/>
                </a:cubicBezTo>
                <a:cubicBezTo>
                  <a:pt x="119507" y="67098"/>
                  <a:pt x="104251" y="51906"/>
                  <a:pt x="85725" y="51906"/>
                </a:cubicBezTo>
                <a:close/>
                <a:moveTo>
                  <a:pt x="85725" y="42863"/>
                </a:moveTo>
                <a:cubicBezTo>
                  <a:pt x="109336" y="42863"/>
                  <a:pt x="128225" y="62034"/>
                  <a:pt x="128225" y="85545"/>
                </a:cubicBezTo>
                <a:cubicBezTo>
                  <a:pt x="128225" y="109056"/>
                  <a:pt x="109336" y="128227"/>
                  <a:pt x="85725" y="128227"/>
                </a:cubicBezTo>
                <a:cubicBezTo>
                  <a:pt x="62115" y="128227"/>
                  <a:pt x="42863" y="109056"/>
                  <a:pt x="42863" y="85545"/>
                </a:cubicBezTo>
                <a:cubicBezTo>
                  <a:pt x="42863" y="62034"/>
                  <a:pt x="62115" y="42863"/>
                  <a:pt x="85725" y="42863"/>
                </a:cubicBezTo>
                <a:close/>
                <a:moveTo>
                  <a:pt x="230200" y="33338"/>
                </a:moveTo>
                <a:cubicBezTo>
                  <a:pt x="250968" y="33338"/>
                  <a:pt x="270663" y="40747"/>
                  <a:pt x="286777" y="54152"/>
                </a:cubicBezTo>
                <a:cubicBezTo>
                  <a:pt x="288209" y="55563"/>
                  <a:pt x="288567" y="58385"/>
                  <a:pt x="287135" y="60149"/>
                </a:cubicBezTo>
                <a:cubicBezTo>
                  <a:pt x="286060" y="61208"/>
                  <a:pt x="284986" y="61560"/>
                  <a:pt x="283554" y="61560"/>
                </a:cubicBezTo>
                <a:cubicBezTo>
                  <a:pt x="282480" y="61560"/>
                  <a:pt x="281405" y="61208"/>
                  <a:pt x="280689" y="60502"/>
                </a:cubicBezTo>
                <a:cubicBezTo>
                  <a:pt x="266724" y="48508"/>
                  <a:pt x="248820" y="41805"/>
                  <a:pt x="230200" y="41805"/>
                </a:cubicBezTo>
                <a:cubicBezTo>
                  <a:pt x="219815" y="41805"/>
                  <a:pt x="209789" y="43922"/>
                  <a:pt x="200479" y="47802"/>
                </a:cubicBezTo>
                <a:cubicBezTo>
                  <a:pt x="198330" y="48508"/>
                  <a:pt x="195824" y="47449"/>
                  <a:pt x="194749" y="45333"/>
                </a:cubicBezTo>
                <a:cubicBezTo>
                  <a:pt x="193675" y="43216"/>
                  <a:pt x="194749" y="40747"/>
                  <a:pt x="196898" y="39688"/>
                </a:cubicBezTo>
                <a:cubicBezTo>
                  <a:pt x="207640" y="35455"/>
                  <a:pt x="218741" y="33338"/>
                  <a:pt x="230200" y="33338"/>
                </a:cubicBezTo>
                <a:close/>
                <a:moveTo>
                  <a:pt x="91488" y="8285"/>
                </a:moveTo>
                <a:lnTo>
                  <a:pt x="79602" y="8645"/>
                </a:lnTo>
                <a:lnTo>
                  <a:pt x="79962" y="19450"/>
                </a:lnTo>
                <a:cubicBezTo>
                  <a:pt x="79962" y="21251"/>
                  <a:pt x="78161" y="23052"/>
                  <a:pt x="76360" y="23773"/>
                </a:cubicBezTo>
                <a:cubicBezTo>
                  <a:pt x="71677" y="24133"/>
                  <a:pt x="67355" y="25574"/>
                  <a:pt x="62673" y="27375"/>
                </a:cubicBezTo>
                <a:cubicBezTo>
                  <a:pt x="60872" y="27735"/>
                  <a:pt x="58711" y="27375"/>
                  <a:pt x="57630" y="25213"/>
                </a:cubicBezTo>
                <a:lnTo>
                  <a:pt x="51867" y="15849"/>
                </a:lnTo>
                <a:lnTo>
                  <a:pt x="41782" y="21972"/>
                </a:lnTo>
                <a:lnTo>
                  <a:pt x="47545" y="30977"/>
                </a:lnTo>
                <a:cubicBezTo>
                  <a:pt x="48625" y="32777"/>
                  <a:pt x="48265" y="35299"/>
                  <a:pt x="46464" y="36740"/>
                </a:cubicBezTo>
                <a:cubicBezTo>
                  <a:pt x="42862" y="39261"/>
                  <a:pt x="39981" y="42863"/>
                  <a:pt x="36739" y="46104"/>
                </a:cubicBezTo>
                <a:cubicBezTo>
                  <a:pt x="35659" y="48266"/>
                  <a:pt x="33137" y="48626"/>
                  <a:pt x="31336" y="47185"/>
                </a:cubicBezTo>
                <a:lnTo>
                  <a:pt x="21971" y="42142"/>
                </a:lnTo>
                <a:lnTo>
                  <a:pt x="16208" y="52228"/>
                </a:lnTo>
                <a:lnTo>
                  <a:pt x="25573" y="57270"/>
                </a:lnTo>
                <a:cubicBezTo>
                  <a:pt x="27374" y="58351"/>
                  <a:pt x="28095" y="60872"/>
                  <a:pt x="27374" y="62673"/>
                </a:cubicBezTo>
                <a:cubicBezTo>
                  <a:pt x="25573" y="66995"/>
                  <a:pt x="24493" y="71318"/>
                  <a:pt x="23772" y="76000"/>
                </a:cubicBezTo>
                <a:cubicBezTo>
                  <a:pt x="23412" y="78161"/>
                  <a:pt x="21611" y="79602"/>
                  <a:pt x="19450" y="79602"/>
                </a:cubicBezTo>
                <a:lnTo>
                  <a:pt x="8284" y="79602"/>
                </a:lnTo>
                <a:lnTo>
                  <a:pt x="9005" y="91488"/>
                </a:lnTo>
                <a:lnTo>
                  <a:pt x="19450" y="91128"/>
                </a:lnTo>
                <a:cubicBezTo>
                  <a:pt x="21611" y="91128"/>
                  <a:pt x="23412" y="92929"/>
                  <a:pt x="23772" y="94730"/>
                </a:cubicBezTo>
                <a:cubicBezTo>
                  <a:pt x="24493" y="99412"/>
                  <a:pt x="25573" y="103735"/>
                  <a:pt x="27374" y="108057"/>
                </a:cubicBezTo>
                <a:cubicBezTo>
                  <a:pt x="28095" y="110218"/>
                  <a:pt x="27374" y="112379"/>
                  <a:pt x="25573" y="113460"/>
                </a:cubicBezTo>
                <a:lnTo>
                  <a:pt x="16208" y="118863"/>
                </a:lnTo>
                <a:lnTo>
                  <a:pt x="22332" y="129308"/>
                </a:lnTo>
                <a:lnTo>
                  <a:pt x="31336" y="123545"/>
                </a:lnTo>
                <a:cubicBezTo>
                  <a:pt x="33137" y="122465"/>
                  <a:pt x="35659" y="122825"/>
                  <a:pt x="36739" y="124626"/>
                </a:cubicBezTo>
                <a:cubicBezTo>
                  <a:pt x="39981" y="128228"/>
                  <a:pt x="42862" y="131469"/>
                  <a:pt x="46464" y="134351"/>
                </a:cubicBezTo>
                <a:cubicBezTo>
                  <a:pt x="48265" y="135792"/>
                  <a:pt x="48625" y="137953"/>
                  <a:pt x="47545" y="140114"/>
                </a:cubicBezTo>
                <a:lnTo>
                  <a:pt x="42142" y="149479"/>
                </a:lnTo>
                <a:lnTo>
                  <a:pt x="52587" y="154882"/>
                </a:lnTo>
                <a:lnTo>
                  <a:pt x="57630" y="145517"/>
                </a:lnTo>
                <a:cubicBezTo>
                  <a:pt x="58351" y="144076"/>
                  <a:pt x="59791" y="143716"/>
                  <a:pt x="61232" y="143716"/>
                </a:cubicBezTo>
                <a:cubicBezTo>
                  <a:pt x="61952" y="143716"/>
                  <a:pt x="62313" y="143716"/>
                  <a:pt x="62673" y="143716"/>
                </a:cubicBezTo>
                <a:cubicBezTo>
                  <a:pt x="67355" y="145517"/>
                  <a:pt x="71677" y="146597"/>
                  <a:pt x="76360" y="147318"/>
                </a:cubicBezTo>
                <a:cubicBezTo>
                  <a:pt x="78161" y="147678"/>
                  <a:pt x="79962" y="149479"/>
                  <a:pt x="79962" y="151640"/>
                </a:cubicBezTo>
                <a:lnTo>
                  <a:pt x="79962" y="162446"/>
                </a:lnTo>
                <a:lnTo>
                  <a:pt x="91848" y="162085"/>
                </a:lnTo>
                <a:lnTo>
                  <a:pt x="91488" y="151640"/>
                </a:lnTo>
                <a:cubicBezTo>
                  <a:pt x="91488" y="149479"/>
                  <a:pt x="92929" y="147678"/>
                  <a:pt x="95090" y="147318"/>
                </a:cubicBezTo>
                <a:cubicBezTo>
                  <a:pt x="99772" y="146597"/>
                  <a:pt x="104095" y="145517"/>
                  <a:pt x="108417" y="143716"/>
                </a:cubicBezTo>
                <a:cubicBezTo>
                  <a:pt x="110578" y="142995"/>
                  <a:pt x="112739" y="143716"/>
                  <a:pt x="113820" y="145517"/>
                </a:cubicBezTo>
                <a:lnTo>
                  <a:pt x="119222" y="155242"/>
                </a:lnTo>
                <a:lnTo>
                  <a:pt x="129308" y="148758"/>
                </a:lnTo>
                <a:lnTo>
                  <a:pt x="123905" y="140114"/>
                </a:lnTo>
                <a:cubicBezTo>
                  <a:pt x="122824" y="137953"/>
                  <a:pt x="123185" y="135792"/>
                  <a:pt x="124985" y="134351"/>
                </a:cubicBezTo>
                <a:cubicBezTo>
                  <a:pt x="128587" y="131469"/>
                  <a:pt x="131469" y="128228"/>
                  <a:pt x="134711" y="124626"/>
                </a:cubicBezTo>
                <a:cubicBezTo>
                  <a:pt x="135791" y="122825"/>
                  <a:pt x="138312" y="122465"/>
                  <a:pt x="140113" y="123545"/>
                </a:cubicBezTo>
                <a:lnTo>
                  <a:pt x="149478" y="128948"/>
                </a:lnTo>
                <a:lnTo>
                  <a:pt x="155241" y="118502"/>
                </a:lnTo>
                <a:lnTo>
                  <a:pt x="145876" y="113460"/>
                </a:lnTo>
                <a:cubicBezTo>
                  <a:pt x="144075" y="112379"/>
                  <a:pt x="143355" y="110218"/>
                  <a:pt x="144075" y="108057"/>
                </a:cubicBezTo>
                <a:cubicBezTo>
                  <a:pt x="145516" y="104095"/>
                  <a:pt x="146957" y="99412"/>
                  <a:pt x="147317" y="94730"/>
                </a:cubicBezTo>
                <a:cubicBezTo>
                  <a:pt x="147677" y="92929"/>
                  <a:pt x="149839" y="91128"/>
                  <a:pt x="152000" y="91128"/>
                </a:cubicBezTo>
                <a:lnTo>
                  <a:pt x="162805" y="91128"/>
                </a:lnTo>
                <a:lnTo>
                  <a:pt x="162445" y="79602"/>
                </a:lnTo>
                <a:lnTo>
                  <a:pt x="152000" y="79602"/>
                </a:lnTo>
                <a:cubicBezTo>
                  <a:pt x="149839" y="79602"/>
                  <a:pt x="147677" y="78161"/>
                  <a:pt x="147317" y="76000"/>
                </a:cubicBezTo>
                <a:cubicBezTo>
                  <a:pt x="146957" y="71318"/>
                  <a:pt x="145516" y="66995"/>
                  <a:pt x="144075" y="62673"/>
                </a:cubicBezTo>
                <a:cubicBezTo>
                  <a:pt x="143355" y="60872"/>
                  <a:pt x="144075" y="58351"/>
                  <a:pt x="145876" y="57270"/>
                </a:cubicBezTo>
                <a:lnTo>
                  <a:pt x="155241" y="51867"/>
                </a:lnTo>
                <a:lnTo>
                  <a:pt x="149118" y="41782"/>
                </a:lnTo>
                <a:lnTo>
                  <a:pt x="140113" y="47185"/>
                </a:lnTo>
                <a:cubicBezTo>
                  <a:pt x="138312" y="48626"/>
                  <a:pt x="135791" y="48266"/>
                  <a:pt x="134711" y="46104"/>
                </a:cubicBezTo>
                <a:cubicBezTo>
                  <a:pt x="131469" y="42863"/>
                  <a:pt x="128587" y="39261"/>
                  <a:pt x="124985" y="36740"/>
                </a:cubicBezTo>
                <a:cubicBezTo>
                  <a:pt x="123185" y="35299"/>
                  <a:pt x="122824" y="32777"/>
                  <a:pt x="123905" y="30977"/>
                </a:cubicBezTo>
                <a:lnTo>
                  <a:pt x="129308" y="21251"/>
                </a:lnTo>
                <a:lnTo>
                  <a:pt x="118502" y="15849"/>
                </a:lnTo>
                <a:lnTo>
                  <a:pt x="113820" y="25213"/>
                </a:lnTo>
                <a:cubicBezTo>
                  <a:pt x="112739" y="27375"/>
                  <a:pt x="110578" y="28095"/>
                  <a:pt x="108417" y="27375"/>
                </a:cubicBezTo>
                <a:cubicBezTo>
                  <a:pt x="104095" y="25574"/>
                  <a:pt x="99772" y="24133"/>
                  <a:pt x="95090" y="23773"/>
                </a:cubicBezTo>
                <a:cubicBezTo>
                  <a:pt x="92929" y="23052"/>
                  <a:pt x="91488" y="21251"/>
                  <a:pt x="91488" y="19450"/>
                </a:cubicBezTo>
                <a:lnTo>
                  <a:pt x="91488" y="8285"/>
                </a:lnTo>
                <a:close/>
                <a:moveTo>
                  <a:pt x="229949" y="3175"/>
                </a:moveTo>
                <a:cubicBezTo>
                  <a:pt x="239294" y="3175"/>
                  <a:pt x="248639" y="4248"/>
                  <a:pt x="257625" y="6395"/>
                </a:cubicBezTo>
                <a:cubicBezTo>
                  <a:pt x="260141" y="7110"/>
                  <a:pt x="261579" y="9257"/>
                  <a:pt x="261219" y="11761"/>
                </a:cubicBezTo>
                <a:cubicBezTo>
                  <a:pt x="260500" y="13908"/>
                  <a:pt x="257984" y="15339"/>
                  <a:pt x="255468" y="14981"/>
                </a:cubicBezTo>
                <a:cubicBezTo>
                  <a:pt x="247201" y="12834"/>
                  <a:pt x="238575" y="11761"/>
                  <a:pt x="229949" y="11761"/>
                </a:cubicBezTo>
                <a:cubicBezTo>
                  <a:pt x="210180" y="11761"/>
                  <a:pt x="190770" y="17127"/>
                  <a:pt x="173877" y="27502"/>
                </a:cubicBezTo>
                <a:cubicBezTo>
                  <a:pt x="173158" y="27860"/>
                  <a:pt x="172439" y="28218"/>
                  <a:pt x="171361" y="28218"/>
                </a:cubicBezTo>
                <a:cubicBezTo>
                  <a:pt x="169923" y="28218"/>
                  <a:pt x="168845" y="27502"/>
                  <a:pt x="167766" y="26071"/>
                </a:cubicBezTo>
                <a:cubicBezTo>
                  <a:pt x="166688" y="23925"/>
                  <a:pt x="167407" y="21420"/>
                  <a:pt x="169204" y="20347"/>
                </a:cubicBezTo>
                <a:cubicBezTo>
                  <a:pt x="187535" y="8899"/>
                  <a:pt x="208382" y="3175"/>
                  <a:pt x="229949" y="3175"/>
                </a:cubicBezTo>
                <a:close/>
                <a:moveTo>
                  <a:pt x="79602" y="0"/>
                </a:moveTo>
                <a:lnTo>
                  <a:pt x="91848" y="0"/>
                </a:lnTo>
                <a:cubicBezTo>
                  <a:pt x="96531" y="0"/>
                  <a:pt x="100132" y="3602"/>
                  <a:pt x="100132" y="8285"/>
                </a:cubicBezTo>
                <a:lnTo>
                  <a:pt x="100132" y="15488"/>
                </a:lnTo>
                <a:cubicBezTo>
                  <a:pt x="102654" y="16209"/>
                  <a:pt x="105535" y="16929"/>
                  <a:pt x="107696" y="17650"/>
                </a:cubicBezTo>
                <a:lnTo>
                  <a:pt x="111658" y="11166"/>
                </a:lnTo>
                <a:cubicBezTo>
                  <a:pt x="114180" y="7204"/>
                  <a:pt x="119222" y="6123"/>
                  <a:pt x="123185" y="8285"/>
                </a:cubicBezTo>
                <a:lnTo>
                  <a:pt x="133630" y="14408"/>
                </a:lnTo>
                <a:cubicBezTo>
                  <a:pt x="135431" y="15488"/>
                  <a:pt x="136872" y="17289"/>
                  <a:pt x="137592" y="19450"/>
                </a:cubicBezTo>
                <a:cubicBezTo>
                  <a:pt x="138312" y="21612"/>
                  <a:pt x="137952" y="24133"/>
                  <a:pt x="136872" y="25934"/>
                </a:cubicBezTo>
                <a:lnTo>
                  <a:pt x="132910" y="32057"/>
                </a:lnTo>
                <a:cubicBezTo>
                  <a:pt x="135071" y="33858"/>
                  <a:pt x="136872" y="35659"/>
                  <a:pt x="138673" y="37820"/>
                </a:cubicBezTo>
                <a:lnTo>
                  <a:pt x="145156" y="34218"/>
                </a:lnTo>
                <a:cubicBezTo>
                  <a:pt x="146957" y="33138"/>
                  <a:pt x="149478" y="32777"/>
                  <a:pt x="151279" y="33498"/>
                </a:cubicBezTo>
                <a:cubicBezTo>
                  <a:pt x="153801" y="33858"/>
                  <a:pt x="155602" y="35299"/>
                  <a:pt x="156682" y="37460"/>
                </a:cubicBezTo>
                <a:lnTo>
                  <a:pt x="162805" y="47905"/>
                </a:lnTo>
                <a:cubicBezTo>
                  <a:pt x="163886" y="49706"/>
                  <a:pt x="164246" y="52228"/>
                  <a:pt x="163886" y="54029"/>
                </a:cubicBezTo>
                <a:cubicBezTo>
                  <a:pt x="163166" y="56550"/>
                  <a:pt x="161725" y="58351"/>
                  <a:pt x="159564" y="59431"/>
                </a:cubicBezTo>
                <a:lnTo>
                  <a:pt x="153440" y="63033"/>
                </a:lnTo>
                <a:cubicBezTo>
                  <a:pt x="154161" y="65555"/>
                  <a:pt x="154881" y="68076"/>
                  <a:pt x="155602" y="70957"/>
                </a:cubicBezTo>
                <a:lnTo>
                  <a:pt x="162805" y="70957"/>
                </a:lnTo>
                <a:cubicBezTo>
                  <a:pt x="167488" y="70957"/>
                  <a:pt x="171090" y="74920"/>
                  <a:pt x="171090" y="79242"/>
                </a:cubicBezTo>
                <a:lnTo>
                  <a:pt x="171090" y="91488"/>
                </a:lnTo>
                <a:cubicBezTo>
                  <a:pt x="171090" y="96171"/>
                  <a:pt x="167488" y="100133"/>
                  <a:pt x="162805" y="100133"/>
                </a:cubicBezTo>
                <a:lnTo>
                  <a:pt x="155602" y="100133"/>
                </a:lnTo>
                <a:cubicBezTo>
                  <a:pt x="154881" y="102654"/>
                  <a:pt x="154161" y="105175"/>
                  <a:pt x="153440" y="107697"/>
                </a:cubicBezTo>
                <a:lnTo>
                  <a:pt x="159564" y="111299"/>
                </a:lnTo>
                <a:cubicBezTo>
                  <a:pt x="161725" y="112739"/>
                  <a:pt x="163166" y="114540"/>
                  <a:pt x="163886" y="116341"/>
                </a:cubicBezTo>
                <a:cubicBezTo>
                  <a:pt x="164246" y="118863"/>
                  <a:pt x="163886" y="121024"/>
                  <a:pt x="162805" y="122825"/>
                </a:cubicBezTo>
                <a:lnTo>
                  <a:pt x="156682" y="133630"/>
                </a:lnTo>
                <a:cubicBezTo>
                  <a:pt x="155602" y="135431"/>
                  <a:pt x="153801" y="136872"/>
                  <a:pt x="151639" y="137232"/>
                </a:cubicBezTo>
                <a:cubicBezTo>
                  <a:pt x="149478" y="137953"/>
                  <a:pt x="146957" y="137953"/>
                  <a:pt x="145156" y="136512"/>
                </a:cubicBezTo>
                <a:lnTo>
                  <a:pt x="138673" y="132910"/>
                </a:lnTo>
                <a:cubicBezTo>
                  <a:pt x="136872" y="135071"/>
                  <a:pt x="135071" y="136872"/>
                  <a:pt x="132910" y="138673"/>
                </a:cubicBezTo>
                <a:lnTo>
                  <a:pt x="136872" y="145156"/>
                </a:lnTo>
                <a:cubicBezTo>
                  <a:pt x="137952" y="146957"/>
                  <a:pt x="138312" y="149119"/>
                  <a:pt x="137592" y="151280"/>
                </a:cubicBezTo>
                <a:cubicBezTo>
                  <a:pt x="136872" y="153441"/>
                  <a:pt x="135431" y="155242"/>
                  <a:pt x="133630" y="156322"/>
                </a:cubicBezTo>
                <a:lnTo>
                  <a:pt x="123185" y="162446"/>
                </a:lnTo>
                <a:cubicBezTo>
                  <a:pt x="119222" y="164967"/>
                  <a:pt x="114180" y="163526"/>
                  <a:pt x="111658" y="159564"/>
                </a:cubicBezTo>
                <a:lnTo>
                  <a:pt x="107696" y="153081"/>
                </a:lnTo>
                <a:cubicBezTo>
                  <a:pt x="105535" y="154161"/>
                  <a:pt x="102654" y="154882"/>
                  <a:pt x="100132" y="155242"/>
                </a:cubicBezTo>
                <a:lnTo>
                  <a:pt x="100132" y="162446"/>
                </a:lnTo>
                <a:cubicBezTo>
                  <a:pt x="100132" y="167128"/>
                  <a:pt x="96531" y="171090"/>
                  <a:pt x="91848" y="171090"/>
                </a:cubicBezTo>
                <a:lnTo>
                  <a:pt x="79602" y="171090"/>
                </a:lnTo>
                <a:cubicBezTo>
                  <a:pt x="74919" y="171090"/>
                  <a:pt x="70957" y="167128"/>
                  <a:pt x="70957" y="162446"/>
                </a:cubicBezTo>
                <a:lnTo>
                  <a:pt x="70957" y="155242"/>
                </a:lnTo>
                <a:cubicBezTo>
                  <a:pt x="68436" y="154882"/>
                  <a:pt x="65914" y="154161"/>
                  <a:pt x="63393" y="153081"/>
                </a:cubicBezTo>
                <a:lnTo>
                  <a:pt x="59791" y="159564"/>
                </a:lnTo>
                <a:cubicBezTo>
                  <a:pt x="57270" y="163526"/>
                  <a:pt x="52227" y="164967"/>
                  <a:pt x="48265" y="162446"/>
                </a:cubicBezTo>
                <a:lnTo>
                  <a:pt x="37460" y="156322"/>
                </a:lnTo>
                <a:cubicBezTo>
                  <a:pt x="35659" y="155242"/>
                  <a:pt x="34218" y="153441"/>
                  <a:pt x="33497" y="151280"/>
                </a:cubicBezTo>
                <a:cubicBezTo>
                  <a:pt x="33137" y="149119"/>
                  <a:pt x="33497" y="146957"/>
                  <a:pt x="34578" y="145156"/>
                </a:cubicBezTo>
                <a:lnTo>
                  <a:pt x="38180" y="138673"/>
                </a:lnTo>
                <a:cubicBezTo>
                  <a:pt x="36379" y="136872"/>
                  <a:pt x="34218" y="135071"/>
                  <a:pt x="32417" y="132910"/>
                </a:cubicBezTo>
                <a:lnTo>
                  <a:pt x="26294" y="136512"/>
                </a:lnTo>
                <a:cubicBezTo>
                  <a:pt x="21971" y="139033"/>
                  <a:pt x="16929" y="137592"/>
                  <a:pt x="14768" y="133630"/>
                </a:cubicBezTo>
                <a:lnTo>
                  <a:pt x="8284" y="122825"/>
                </a:lnTo>
                <a:cubicBezTo>
                  <a:pt x="7564" y="121024"/>
                  <a:pt x="6843" y="118863"/>
                  <a:pt x="7564" y="116341"/>
                </a:cubicBezTo>
                <a:cubicBezTo>
                  <a:pt x="8284" y="114540"/>
                  <a:pt x="9725" y="112739"/>
                  <a:pt x="11526" y="111299"/>
                </a:cubicBezTo>
                <a:lnTo>
                  <a:pt x="17649" y="107697"/>
                </a:lnTo>
                <a:cubicBezTo>
                  <a:pt x="16929" y="105175"/>
                  <a:pt x="16208" y="102654"/>
                  <a:pt x="15848" y="100133"/>
                </a:cubicBezTo>
                <a:lnTo>
                  <a:pt x="8284" y="100133"/>
                </a:lnTo>
                <a:cubicBezTo>
                  <a:pt x="3962" y="100133"/>
                  <a:pt x="0" y="96171"/>
                  <a:pt x="0" y="91488"/>
                </a:cubicBezTo>
                <a:lnTo>
                  <a:pt x="0" y="79242"/>
                </a:lnTo>
                <a:cubicBezTo>
                  <a:pt x="0" y="74920"/>
                  <a:pt x="3962" y="70957"/>
                  <a:pt x="8284" y="70957"/>
                </a:cubicBezTo>
                <a:lnTo>
                  <a:pt x="15848" y="70957"/>
                </a:lnTo>
                <a:cubicBezTo>
                  <a:pt x="16208" y="68076"/>
                  <a:pt x="16929" y="65555"/>
                  <a:pt x="17649" y="63033"/>
                </a:cubicBezTo>
                <a:lnTo>
                  <a:pt x="11526" y="59431"/>
                </a:lnTo>
                <a:cubicBezTo>
                  <a:pt x="9725" y="58351"/>
                  <a:pt x="8284" y="56550"/>
                  <a:pt x="7564" y="54029"/>
                </a:cubicBezTo>
                <a:cubicBezTo>
                  <a:pt x="6843" y="52228"/>
                  <a:pt x="7564" y="49706"/>
                  <a:pt x="8284" y="47905"/>
                </a:cubicBezTo>
                <a:lnTo>
                  <a:pt x="14768" y="37460"/>
                </a:lnTo>
                <a:cubicBezTo>
                  <a:pt x="16929" y="33138"/>
                  <a:pt x="22332" y="32057"/>
                  <a:pt x="25933" y="34218"/>
                </a:cubicBezTo>
                <a:lnTo>
                  <a:pt x="32417" y="37820"/>
                </a:lnTo>
                <a:cubicBezTo>
                  <a:pt x="34218" y="35659"/>
                  <a:pt x="36379" y="33858"/>
                  <a:pt x="38180" y="32057"/>
                </a:cubicBezTo>
                <a:lnTo>
                  <a:pt x="34578" y="25934"/>
                </a:lnTo>
                <a:cubicBezTo>
                  <a:pt x="33497" y="24133"/>
                  <a:pt x="33137" y="21612"/>
                  <a:pt x="33497" y="19450"/>
                </a:cubicBezTo>
                <a:cubicBezTo>
                  <a:pt x="34218" y="17289"/>
                  <a:pt x="35659" y="15488"/>
                  <a:pt x="37460" y="14408"/>
                </a:cubicBezTo>
                <a:lnTo>
                  <a:pt x="48265" y="8285"/>
                </a:lnTo>
                <a:cubicBezTo>
                  <a:pt x="52227" y="6123"/>
                  <a:pt x="57270" y="7204"/>
                  <a:pt x="59791" y="11166"/>
                </a:cubicBezTo>
                <a:lnTo>
                  <a:pt x="63393" y="17650"/>
                </a:lnTo>
                <a:cubicBezTo>
                  <a:pt x="65914" y="16929"/>
                  <a:pt x="68436" y="16209"/>
                  <a:pt x="70957" y="15488"/>
                </a:cubicBezTo>
                <a:lnTo>
                  <a:pt x="70957" y="8285"/>
                </a:lnTo>
                <a:cubicBezTo>
                  <a:pt x="70957" y="3602"/>
                  <a:pt x="74919" y="0"/>
                  <a:pt x="79602" y="0"/>
                </a:cubicBezTo>
                <a:close/>
              </a:path>
            </a:pathLst>
          </a:custGeom>
          <a:solidFill>
            <a:schemeClr val="tx2"/>
          </a:solidFill>
          <a:ln>
            <a:noFill/>
          </a:ln>
          <a:effectLst/>
        </p:spPr>
        <p:txBody>
          <a:bodyPr anchor="ctr"/>
          <a:lstStyle/>
          <a:p>
            <a:endParaRPr lang="en-US" sz="1050">
              <a:latin typeface="Lato Light" panose="020F0502020204030203" pitchFamily="34" charset="0"/>
            </a:endParaRPr>
          </a:p>
        </p:txBody>
      </p:sp>
      <p:sp>
        <p:nvSpPr>
          <p:cNvPr id="35" name="Freeform 1032">
            <a:extLst>
              <a:ext uri="{FF2B5EF4-FFF2-40B4-BE49-F238E27FC236}">
                <a16:creationId xmlns:a16="http://schemas.microsoft.com/office/drawing/2014/main" id="{EB86D6B5-0544-C576-AAD3-CC9077459001}"/>
              </a:ext>
            </a:extLst>
          </p:cNvPr>
          <p:cNvSpPr>
            <a:spLocks noChangeAspect="1" noChangeArrowheads="1"/>
          </p:cNvSpPr>
          <p:nvPr/>
        </p:nvSpPr>
        <p:spPr bwMode="auto">
          <a:xfrm>
            <a:off x="7831568" y="1649004"/>
            <a:ext cx="408296" cy="334009"/>
          </a:xfrm>
          <a:custGeom>
            <a:avLst/>
            <a:gdLst>
              <a:gd name="T0" fmla="*/ 32386367 w 289591"/>
              <a:gd name="T1" fmla="*/ 20153230 h 231415"/>
              <a:gd name="T2" fmla="*/ 26836022 w 289591"/>
              <a:gd name="T3" fmla="*/ 25606381 h 231415"/>
              <a:gd name="T4" fmla="*/ 32386367 w 289591"/>
              <a:gd name="T5" fmla="*/ 31059800 h 231415"/>
              <a:gd name="T6" fmla="*/ 37936740 w 289591"/>
              <a:gd name="T7" fmla="*/ 25606381 h 231415"/>
              <a:gd name="T8" fmla="*/ 37856570 w 289591"/>
              <a:gd name="T9" fmla="*/ 25211216 h 231415"/>
              <a:gd name="T10" fmla="*/ 37614959 w 289591"/>
              <a:gd name="T11" fmla="*/ 25211216 h 231415"/>
              <a:gd name="T12" fmla="*/ 32707865 w 289591"/>
              <a:gd name="T13" fmla="*/ 20469672 h 231415"/>
              <a:gd name="T14" fmla="*/ 32707865 w 289591"/>
              <a:gd name="T15" fmla="*/ 20153230 h 231415"/>
              <a:gd name="T16" fmla="*/ 32386367 w 289591"/>
              <a:gd name="T17" fmla="*/ 20153230 h 231415"/>
              <a:gd name="T18" fmla="*/ 37614959 w 289591"/>
              <a:gd name="T19" fmla="*/ 17545367 h 231415"/>
              <a:gd name="T20" fmla="*/ 34638688 w 289591"/>
              <a:gd name="T21" fmla="*/ 20469672 h 231415"/>
              <a:gd name="T22" fmla="*/ 37614959 w 289591"/>
              <a:gd name="T23" fmla="*/ 23314569 h 231415"/>
              <a:gd name="T24" fmla="*/ 40591202 w 289591"/>
              <a:gd name="T25" fmla="*/ 20469672 h 231415"/>
              <a:gd name="T26" fmla="*/ 37614959 w 289591"/>
              <a:gd name="T27" fmla="*/ 17545367 h 231415"/>
              <a:gd name="T28" fmla="*/ 37614959 w 289591"/>
              <a:gd name="T29" fmla="*/ 15648366 h 231415"/>
              <a:gd name="T30" fmla="*/ 42521326 w 289591"/>
              <a:gd name="T31" fmla="*/ 20469672 h 231415"/>
              <a:gd name="T32" fmla="*/ 39786865 w 289591"/>
              <a:gd name="T33" fmla="*/ 24737372 h 231415"/>
              <a:gd name="T34" fmla="*/ 39947928 w 289591"/>
              <a:gd name="T35" fmla="*/ 25606381 h 231415"/>
              <a:gd name="T36" fmla="*/ 32386367 w 289591"/>
              <a:gd name="T37" fmla="*/ 32956336 h 231415"/>
              <a:gd name="T38" fmla="*/ 24825030 w 289591"/>
              <a:gd name="T39" fmla="*/ 25606381 h 231415"/>
              <a:gd name="T40" fmla="*/ 32386367 w 289591"/>
              <a:gd name="T41" fmla="*/ 18177365 h 231415"/>
              <a:gd name="T42" fmla="*/ 33271218 w 289591"/>
              <a:gd name="T43" fmla="*/ 18256445 h 231415"/>
              <a:gd name="T44" fmla="*/ 37614959 w 289591"/>
              <a:gd name="T45" fmla="*/ 15648366 h 231415"/>
              <a:gd name="T46" fmla="*/ 32291515 w 289591"/>
              <a:gd name="T47" fmla="*/ 9550110 h 231415"/>
              <a:gd name="T48" fmla="*/ 16182541 w 289591"/>
              <a:gd name="T49" fmla="*/ 25385128 h 231415"/>
              <a:gd name="T50" fmla="*/ 32291515 w 289591"/>
              <a:gd name="T51" fmla="*/ 41140584 h 231415"/>
              <a:gd name="T52" fmla="*/ 48400271 w 289591"/>
              <a:gd name="T53" fmla="*/ 25385128 h 231415"/>
              <a:gd name="T54" fmla="*/ 32291515 w 289591"/>
              <a:gd name="T55" fmla="*/ 9550110 h 231415"/>
              <a:gd name="T56" fmla="*/ 32291515 w 289591"/>
              <a:gd name="T57" fmla="*/ 7650248 h 231415"/>
              <a:gd name="T58" fmla="*/ 50343351 w 289591"/>
              <a:gd name="T59" fmla="*/ 25385128 h 231415"/>
              <a:gd name="T60" fmla="*/ 32291515 w 289591"/>
              <a:gd name="T61" fmla="*/ 43041033 h 231415"/>
              <a:gd name="T62" fmla="*/ 14158907 w 289591"/>
              <a:gd name="T63" fmla="*/ 25385128 h 231415"/>
              <a:gd name="T64" fmla="*/ 32291515 w 289591"/>
              <a:gd name="T65" fmla="*/ 7650248 h 231415"/>
              <a:gd name="T66" fmla="*/ 32428867 w 289591"/>
              <a:gd name="T67" fmla="*/ 1895101 h 231415"/>
              <a:gd name="T68" fmla="*/ 4920643 w 289591"/>
              <a:gd name="T69" fmla="*/ 17528691 h 231415"/>
              <a:gd name="T70" fmla="*/ 4920643 w 289591"/>
              <a:gd name="T71" fmla="*/ 33083363 h 231415"/>
              <a:gd name="T72" fmla="*/ 32428867 w 289591"/>
              <a:gd name="T73" fmla="*/ 48717349 h 231415"/>
              <a:gd name="T74" fmla="*/ 59937017 w 289591"/>
              <a:gd name="T75" fmla="*/ 33083363 h 231415"/>
              <a:gd name="T76" fmla="*/ 59937017 w 289591"/>
              <a:gd name="T77" fmla="*/ 17528691 h 231415"/>
              <a:gd name="T78" fmla="*/ 32428867 w 289591"/>
              <a:gd name="T79" fmla="*/ 1895101 h 231415"/>
              <a:gd name="T80" fmla="*/ 32428867 w 289591"/>
              <a:gd name="T81" fmla="*/ 0 h 231415"/>
              <a:gd name="T82" fmla="*/ 61469906 w 289591"/>
              <a:gd name="T83" fmla="*/ 16265708 h 231415"/>
              <a:gd name="T84" fmla="*/ 61469906 w 289591"/>
              <a:gd name="T85" fmla="*/ 34346823 h 231415"/>
              <a:gd name="T86" fmla="*/ 32428867 w 289591"/>
              <a:gd name="T87" fmla="*/ 50691305 h 231415"/>
              <a:gd name="T88" fmla="*/ 3387845 w 289591"/>
              <a:gd name="T89" fmla="*/ 34346823 h 231415"/>
              <a:gd name="T90" fmla="*/ 3387845 w 289591"/>
              <a:gd name="T91" fmla="*/ 16265708 h 231415"/>
              <a:gd name="T92" fmla="*/ 32428867 w 289591"/>
              <a:gd name="T93" fmla="*/ 0 h 231415"/>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289591" h="231415">
                <a:moveTo>
                  <a:pt x="144606" y="92004"/>
                </a:moveTo>
                <a:cubicBezTo>
                  <a:pt x="130957" y="92004"/>
                  <a:pt x="119823" y="102827"/>
                  <a:pt x="119823" y="116898"/>
                </a:cubicBezTo>
                <a:cubicBezTo>
                  <a:pt x="119823" y="130609"/>
                  <a:pt x="130957" y="141793"/>
                  <a:pt x="144606" y="141793"/>
                </a:cubicBezTo>
                <a:cubicBezTo>
                  <a:pt x="158254" y="141793"/>
                  <a:pt x="169388" y="130609"/>
                  <a:pt x="169388" y="116898"/>
                </a:cubicBezTo>
                <a:cubicBezTo>
                  <a:pt x="169388" y="116177"/>
                  <a:pt x="169388" y="115816"/>
                  <a:pt x="169029" y="115094"/>
                </a:cubicBezTo>
                <a:cubicBezTo>
                  <a:pt x="168669" y="115094"/>
                  <a:pt x="168310" y="115094"/>
                  <a:pt x="167951" y="115094"/>
                </a:cubicBezTo>
                <a:cubicBezTo>
                  <a:pt x="155740" y="115094"/>
                  <a:pt x="146042" y="105714"/>
                  <a:pt x="146042" y="93447"/>
                </a:cubicBezTo>
                <a:cubicBezTo>
                  <a:pt x="146042" y="92725"/>
                  <a:pt x="146042" y="92364"/>
                  <a:pt x="146042" y="92004"/>
                </a:cubicBezTo>
                <a:cubicBezTo>
                  <a:pt x="145683" y="92004"/>
                  <a:pt x="144965" y="92004"/>
                  <a:pt x="144606" y="92004"/>
                </a:cubicBezTo>
                <a:close/>
                <a:moveTo>
                  <a:pt x="167951" y="80097"/>
                </a:moveTo>
                <a:cubicBezTo>
                  <a:pt x="160768" y="80097"/>
                  <a:pt x="154662" y="85870"/>
                  <a:pt x="154662" y="93447"/>
                </a:cubicBezTo>
                <a:cubicBezTo>
                  <a:pt x="154662" y="100663"/>
                  <a:pt x="160768" y="106435"/>
                  <a:pt x="167951" y="106435"/>
                </a:cubicBezTo>
                <a:cubicBezTo>
                  <a:pt x="175134" y="106435"/>
                  <a:pt x="181240" y="100663"/>
                  <a:pt x="181240" y="93447"/>
                </a:cubicBezTo>
                <a:cubicBezTo>
                  <a:pt x="181240" y="85870"/>
                  <a:pt x="175134" y="80097"/>
                  <a:pt x="167951" y="80097"/>
                </a:cubicBezTo>
                <a:close/>
                <a:moveTo>
                  <a:pt x="167951" y="71438"/>
                </a:moveTo>
                <a:cubicBezTo>
                  <a:pt x="180163" y="71438"/>
                  <a:pt x="189860" y="81180"/>
                  <a:pt x="189860" y="93447"/>
                </a:cubicBezTo>
                <a:cubicBezTo>
                  <a:pt x="189860" y="102106"/>
                  <a:pt x="184832" y="109322"/>
                  <a:pt x="177649" y="112930"/>
                </a:cubicBezTo>
                <a:cubicBezTo>
                  <a:pt x="178008" y="114012"/>
                  <a:pt x="178367" y="115455"/>
                  <a:pt x="178367" y="116898"/>
                </a:cubicBezTo>
                <a:cubicBezTo>
                  <a:pt x="178367" y="135299"/>
                  <a:pt x="162923" y="150452"/>
                  <a:pt x="144606" y="150452"/>
                </a:cubicBezTo>
                <a:cubicBezTo>
                  <a:pt x="125929" y="150452"/>
                  <a:pt x="110844" y="135299"/>
                  <a:pt x="110844" y="116898"/>
                </a:cubicBezTo>
                <a:cubicBezTo>
                  <a:pt x="110844" y="98498"/>
                  <a:pt x="125929" y="82984"/>
                  <a:pt x="144606" y="82984"/>
                </a:cubicBezTo>
                <a:cubicBezTo>
                  <a:pt x="146042" y="82984"/>
                  <a:pt x="147120" y="83344"/>
                  <a:pt x="148556" y="83344"/>
                </a:cubicBezTo>
                <a:cubicBezTo>
                  <a:pt x="152148" y="76129"/>
                  <a:pt x="159331" y="71438"/>
                  <a:pt x="167951" y="71438"/>
                </a:cubicBezTo>
                <a:close/>
                <a:moveTo>
                  <a:pt x="144182" y="43599"/>
                </a:moveTo>
                <a:cubicBezTo>
                  <a:pt x="104423" y="43599"/>
                  <a:pt x="72255" y="76129"/>
                  <a:pt x="72255" y="115888"/>
                </a:cubicBezTo>
                <a:cubicBezTo>
                  <a:pt x="72255" y="155285"/>
                  <a:pt x="104423" y="187814"/>
                  <a:pt x="144182" y="187814"/>
                </a:cubicBezTo>
                <a:cubicBezTo>
                  <a:pt x="183940" y="187814"/>
                  <a:pt x="216108" y="155285"/>
                  <a:pt x="216108" y="115888"/>
                </a:cubicBezTo>
                <a:cubicBezTo>
                  <a:pt x="216108" y="76129"/>
                  <a:pt x="183940" y="43599"/>
                  <a:pt x="144182" y="43599"/>
                </a:cubicBezTo>
                <a:close/>
                <a:moveTo>
                  <a:pt x="144182" y="34925"/>
                </a:moveTo>
                <a:cubicBezTo>
                  <a:pt x="188639" y="34925"/>
                  <a:pt x="224783" y="71069"/>
                  <a:pt x="224783" y="115888"/>
                </a:cubicBezTo>
                <a:cubicBezTo>
                  <a:pt x="224783" y="160345"/>
                  <a:pt x="188639" y="196489"/>
                  <a:pt x="144182" y="196489"/>
                </a:cubicBezTo>
                <a:cubicBezTo>
                  <a:pt x="99724" y="196489"/>
                  <a:pt x="63219" y="160345"/>
                  <a:pt x="63219" y="115888"/>
                </a:cubicBezTo>
                <a:cubicBezTo>
                  <a:pt x="63219" y="71069"/>
                  <a:pt x="99724" y="34925"/>
                  <a:pt x="144182" y="34925"/>
                </a:cubicBezTo>
                <a:close/>
                <a:moveTo>
                  <a:pt x="144796" y="8651"/>
                </a:moveTo>
                <a:cubicBezTo>
                  <a:pt x="95089" y="8651"/>
                  <a:pt x="50426" y="47580"/>
                  <a:pt x="21971" y="80022"/>
                </a:cubicBezTo>
                <a:cubicBezTo>
                  <a:pt x="4322" y="100208"/>
                  <a:pt x="4322" y="131207"/>
                  <a:pt x="21971" y="151032"/>
                </a:cubicBezTo>
                <a:cubicBezTo>
                  <a:pt x="50426" y="183834"/>
                  <a:pt x="95089" y="222403"/>
                  <a:pt x="144796" y="222403"/>
                </a:cubicBezTo>
                <a:cubicBezTo>
                  <a:pt x="194502" y="222403"/>
                  <a:pt x="239165" y="183834"/>
                  <a:pt x="267620" y="151032"/>
                </a:cubicBezTo>
                <a:cubicBezTo>
                  <a:pt x="285269" y="131207"/>
                  <a:pt x="285269" y="100208"/>
                  <a:pt x="267620" y="80022"/>
                </a:cubicBezTo>
                <a:cubicBezTo>
                  <a:pt x="239165" y="47580"/>
                  <a:pt x="194502" y="8651"/>
                  <a:pt x="144796" y="8651"/>
                </a:cubicBezTo>
                <a:close/>
                <a:moveTo>
                  <a:pt x="144796" y="0"/>
                </a:moveTo>
                <a:cubicBezTo>
                  <a:pt x="198104" y="0"/>
                  <a:pt x="244568" y="40371"/>
                  <a:pt x="274463" y="74255"/>
                </a:cubicBezTo>
                <a:cubicBezTo>
                  <a:pt x="294634" y="97685"/>
                  <a:pt x="294634" y="133730"/>
                  <a:pt x="274463" y="156800"/>
                </a:cubicBezTo>
                <a:cubicBezTo>
                  <a:pt x="244568" y="191043"/>
                  <a:pt x="198104" y="231415"/>
                  <a:pt x="144796" y="231415"/>
                </a:cubicBezTo>
                <a:cubicBezTo>
                  <a:pt x="91847" y="231415"/>
                  <a:pt x="45023" y="191043"/>
                  <a:pt x="15127" y="156800"/>
                </a:cubicBezTo>
                <a:cubicBezTo>
                  <a:pt x="-5043" y="133730"/>
                  <a:pt x="-5043" y="97685"/>
                  <a:pt x="15127" y="74255"/>
                </a:cubicBezTo>
                <a:cubicBezTo>
                  <a:pt x="45023" y="40371"/>
                  <a:pt x="91847" y="0"/>
                  <a:pt x="144796" y="0"/>
                </a:cubicBezTo>
                <a:close/>
              </a:path>
            </a:pathLst>
          </a:custGeom>
          <a:solidFill>
            <a:schemeClr val="accent3"/>
          </a:solidFill>
          <a:ln>
            <a:noFill/>
          </a:ln>
          <a:effectLst/>
        </p:spPr>
        <p:txBody>
          <a:bodyPr anchor="ctr"/>
          <a:lstStyle/>
          <a:p>
            <a:endParaRPr lang="en-US" sz="1050">
              <a:latin typeface="Lato Light" panose="020F0502020204030203" pitchFamily="34" charset="0"/>
            </a:endParaRPr>
          </a:p>
        </p:txBody>
      </p:sp>
      <p:sp>
        <p:nvSpPr>
          <p:cNvPr id="36" name="Freeform 814">
            <a:extLst>
              <a:ext uri="{FF2B5EF4-FFF2-40B4-BE49-F238E27FC236}">
                <a16:creationId xmlns:a16="http://schemas.microsoft.com/office/drawing/2014/main" id="{FC8E897A-9275-7C42-366E-D1E357D2D7CE}"/>
              </a:ext>
            </a:extLst>
          </p:cNvPr>
          <p:cNvSpPr>
            <a:spLocks noChangeAspect="1" noChangeArrowheads="1"/>
          </p:cNvSpPr>
          <p:nvPr/>
        </p:nvSpPr>
        <p:spPr bwMode="auto">
          <a:xfrm>
            <a:off x="10801831" y="1606780"/>
            <a:ext cx="408296" cy="418457"/>
          </a:xfrm>
          <a:custGeom>
            <a:avLst/>
            <a:gdLst>
              <a:gd name="T0" fmla="*/ 2147483646 w 805"/>
              <a:gd name="T1" fmla="*/ 2147483646 h 805"/>
              <a:gd name="T2" fmla="*/ 2147483646 w 805"/>
              <a:gd name="T3" fmla="*/ 2147483646 h 805"/>
              <a:gd name="T4" fmla="*/ 2147483646 w 805"/>
              <a:gd name="T5" fmla="*/ 2147483646 h 805"/>
              <a:gd name="T6" fmla="*/ 2147483646 w 805"/>
              <a:gd name="T7" fmla="*/ 2147483646 h 805"/>
              <a:gd name="T8" fmla="*/ 2147483646 w 805"/>
              <a:gd name="T9" fmla="*/ 2147483646 h 805"/>
              <a:gd name="T10" fmla="*/ 2147483646 w 805"/>
              <a:gd name="T11" fmla="*/ 2147483646 h 805"/>
              <a:gd name="T12" fmla="*/ 2147483646 w 805"/>
              <a:gd name="T13" fmla="*/ 2147483646 h 805"/>
              <a:gd name="T14" fmla="*/ 2147483646 w 805"/>
              <a:gd name="T15" fmla="*/ 2147483646 h 805"/>
              <a:gd name="T16" fmla="*/ 2147483646 w 805"/>
              <a:gd name="T17" fmla="*/ 2147483646 h 805"/>
              <a:gd name="T18" fmla="*/ 2147483646 w 805"/>
              <a:gd name="T19" fmla="*/ 2147483646 h 805"/>
              <a:gd name="T20" fmla="*/ 2147483646 w 805"/>
              <a:gd name="T21" fmla="*/ 2147483646 h 805"/>
              <a:gd name="T22" fmla="*/ 2147483646 w 805"/>
              <a:gd name="T23" fmla="*/ 2147483646 h 805"/>
              <a:gd name="T24" fmla="*/ 2147483646 w 805"/>
              <a:gd name="T25" fmla="*/ 2147483646 h 805"/>
              <a:gd name="T26" fmla="*/ 2147483646 w 805"/>
              <a:gd name="T27" fmla="*/ 2147483646 h 805"/>
              <a:gd name="T28" fmla="*/ 2147483646 w 805"/>
              <a:gd name="T29" fmla="*/ 2147483646 h 805"/>
              <a:gd name="T30" fmla="*/ 2147483646 w 805"/>
              <a:gd name="T31" fmla="*/ 2147483646 h 805"/>
              <a:gd name="T32" fmla="*/ 2147483646 w 805"/>
              <a:gd name="T33" fmla="*/ 2147483646 h 805"/>
              <a:gd name="T34" fmla="*/ 2147483646 w 805"/>
              <a:gd name="T35" fmla="*/ 2147483646 h 805"/>
              <a:gd name="T36" fmla="*/ 2147483646 w 805"/>
              <a:gd name="T37" fmla="*/ 2147483646 h 805"/>
              <a:gd name="T38" fmla="*/ 2147483646 w 805"/>
              <a:gd name="T39" fmla="*/ 2147483646 h 805"/>
              <a:gd name="T40" fmla="*/ 2147483646 w 805"/>
              <a:gd name="T41" fmla="*/ 2147483646 h 805"/>
              <a:gd name="T42" fmla="*/ 2147483646 w 805"/>
              <a:gd name="T43" fmla="*/ 2147483646 h 805"/>
              <a:gd name="T44" fmla="*/ 2147483646 w 805"/>
              <a:gd name="T45" fmla="*/ 2147483646 h 805"/>
              <a:gd name="T46" fmla="*/ 2147483646 w 805"/>
              <a:gd name="T47" fmla="*/ 2147483646 h 805"/>
              <a:gd name="T48" fmla="*/ 2147483646 w 805"/>
              <a:gd name="T49" fmla="*/ 2147483646 h 805"/>
              <a:gd name="T50" fmla="*/ 2147483646 w 805"/>
              <a:gd name="T51" fmla="*/ 2147483646 h 805"/>
              <a:gd name="T52" fmla="*/ 2147483646 w 805"/>
              <a:gd name="T53" fmla="*/ 2147483646 h 805"/>
              <a:gd name="T54" fmla="*/ 2147483646 w 805"/>
              <a:gd name="T55" fmla="*/ 0 h 805"/>
              <a:gd name="T56" fmla="*/ 2147483646 w 805"/>
              <a:gd name="T57" fmla="*/ 2147483646 h 805"/>
              <a:gd name="T58" fmla="*/ 2147483646 w 805"/>
              <a:gd name="T59" fmla="*/ 0 h 805"/>
              <a:gd name="T60" fmla="*/ 2147483646 w 805"/>
              <a:gd name="T61" fmla="*/ 2147483646 h 805"/>
              <a:gd name="T62" fmla="*/ 0 w 805"/>
              <a:gd name="T63" fmla="*/ 2147483646 h 805"/>
              <a:gd name="T64" fmla="*/ 2147483646 w 805"/>
              <a:gd name="T65" fmla="*/ 2147483646 h 805"/>
              <a:gd name="T66" fmla="*/ 2147483646 w 805"/>
              <a:gd name="T67" fmla="*/ 2147483646 h 805"/>
              <a:gd name="T68" fmla="*/ 2147483646 w 805"/>
              <a:gd name="T69" fmla="*/ 2147483646 h 805"/>
              <a:gd name="T70" fmla="*/ 2147483646 w 805"/>
              <a:gd name="T71" fmla="*/ 2147483646 h 805"/>
              <a:gd name="T72" fmla="*/ 2147483646 w 805"/>
              <a:gd name="T73" fmla="*/ 2147483646 h 805"/>
              <a:gd name="T74" fmla="*/ 2147483646 w 805"/>
              <a:gd name="T75" fmla="*/ 2147483646 h 805"/>
              <a:gd name="T76" fmla="*/ 2147483646 w 805"/>
              <a:gd name="T77" fmla="*/ 2147483646 h 805"/>
              <a:gd name="T78" fmla="*/ 2147483646 w 805"/>
              <a:gd name="T79" fmla="*/ 2147483646 h 805"/>
              <a:gd name="T80" fmla="*/ 0 w 805"/>
              <a:gd name="T81" fmla="*/ 2147483646 h 805"/>
              <a:gd name="T82" fmla="*/ 2147483646 w 805"/>
              <a:gd name="T83" fmla="*/ 2147483646 h 805"/>
              <a:gd name="T84" fmla="*/ 2147483646 w 805"/>
              <a:gd name="T85" fmla="*/ 2147483646 h 805"/>
              <a:gd name="T86" fmla="*/ 2147483646 w 805"/>
              <a:gd name="T87" fmla="*/ 2147483646 h 805"/>
              <a:gd name="T88" fmla="*/ 2147483646 w 805"/>
              <a:gd name="T89" fmla="*/ 2147483646 h 805"/>
              <a:gd name="T90" fmla="*/ 2147483646 w 805"/>
              <a:gd name="T91" fmla="*/ 2147483646 h 805"/>
              <a:gd name="T92" fmla="*/ 2147483646 w 805"/>
              <a:gd name="T93" fmla="*/ 2147483646 h 805"/>
              <a:gd name="T94" fmla="*/ 2147483646 w 805"/>
              <a:gd name="T95" fmla="*/ 2147483646 h 805"/>
              <a:gd name="T96" fmla="*/ 2147483646 w 805"/>
              <a:gd name="T97" fmla="*/ 2147483646 h 805"/>
              <a:gd name="T98" fmla="*/ 2147483646 w 805"/>
              <a:gd name="T99" fmla="*/ 2147483646 h 805"/>
              <a:gd name="T100" fmla="*/ 2147483646 w 805"/>
              <a:gd name="T101" fmla="*/ 2147483646 h 805"/>
              <a:gd name="T102" fmla="*/ 0 w 805"/>
              <a:gd name="T103" fmla="*/ 2147483646 h 805"/>
              <a:gd name="T104" fmla="*/ 2147483646 w 805"/>
              <a:gd name="T105" fmla="*/ 2147483646 h 805"/>
              <a:gd name="T106" fmla="*/ 2147483646 w 805"/>
              <a:gd name="T107" fmla="*/ 2147483646 h 805"/>
              <a:gd name="T108" fmla="*/ 2147483646 w 805"/>
              <a:gd name="T109" fmla="*/ 2147483646 h 805"/>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805" h="805">
                <a:moveTo>
                  <a:pt x="105" y="454"/>
                </a:moveTo>
                <a:lnTo>
                  <a:pt x="105" y="406"/>
                </a:lnTo>
                <a:lnTo>
                  <a:pt x="649" y="406"/>
                </a:lnTo>
                <a:lnTo>
                  <a:pt x="649" y="454"/>
                </a:lnTo>
                <a:lnTo>
                  <a:pt x="105" y="454"/>
                </a:lnTo>
                <a:close/>
                <a:moveTo>
                  <a:pt x="105" y="333"/>
                </a:moveTo>
                <a:lnTo>
                  <a:pt x="649" y="333"/>
                </a:lnTo>
                <a:lnTo>
                  <a:pt x="649" y="382"/>
                </a:lnTo>
                <a:lnTo>
                  <a:pt x="105" y="382"/>
                </a:lnTo>
                <a:lnTo>
                  <a:pt x="105" y="333"/>
                </a:lnTo>
                <a:close/>
                <a:moveTo>
                  <a:pt x="81" y="454"/>
                </a:moveTo>
                <a:lnTo>
                  <a:pt x="45" y="455"/>
                </a:lnTo>
                <a:cubicBezTo>
                  <a:pt x="39" y="455"/>
                  <a:pt x="34" y="453"/>
                  <a:pt x="30" y="448"/>
                </a:cubicBezTo>
                <a:cubicBezTo>
                  <a:pt x="26" y="445"/>
                  <a:pt x="24" y="440"/>
                  <a:pt x="24" y="434"/>
                </a:cubicBezTo>
                <a:lnTo>
                  <a:pt x="24" y="354"/>
                </a:lnTo>
                <a:cubicBezTo>
                  <a:pt x="24" y="342"/>
                  <a:pt x="33" y="333"/>
                  <a:pt x="45" y="333"/>
                </a:cubicBezTo>
                <a:lnTo>
                  <a:pt x="81" y="333"/>
                </a:lnTo>
                <a:lnTo>
                  <a:pt x="81" y="454"/>
                </a:lnTo>
                <a:close/>
                <a:moveTo>
                  <a:pt x="674" y="342"/>
                </a:moveTo>
                <a:lnTo>
                  <a:pt x="767" y="393"/>
                </a:lnTo>
                <a:lnTo>
                  <a:pt x="674" y="446"/>
                </a:lnTo>
                <a:lnTo>
                  <a:pt x="674" y="342"/>
                </a:lnTo>
                <a:close/>
                <a:moveTo>
                  <a:pt x="792" y="446"/>
                </a:moveTo>
                <a:lnTo>
                  <a:pt x="792" y="446"/>
                </a:lnTo>
                <a:cubicBezTo>
                  <a:pt x="785" y="446"/>
                  <a:pt x="779" y="452"/>
                  <a:pt x="779" y="458"/>
                </a:cubicBezTo>
                <a:lnTo>
                  <a:pt x="779" y="779"/>
                </a:lnTo>
                <a:lnTo>
                  <a:pt x="414" y="779"/>
                </a:lnTo>
                <a:lnTo>
                  <a:pt x="414" y="759"/>
                </a:lnTo>
                <a:cubicBezTo>
                  <a:pt x="414" y="736"/>
                  <a:pt x="433" y="718"/>
                  <a:pt x="456" y="718"/>
                </a:cubicBezTo>
                <a:lnTo>
                  <a:pt x="710" y="718"/>
                </a:lnTo>
                <a:cubicBezTo>
                  <a:pt x="717" y="718"/>
                  <a:pt x="722" y="712"/>
                  <a:pt x="722" y="705"/>
                </a:cubicBezTo>
                <a:lnTo>
                  <a:pt x="722" y="504"/>
                </a:lnTo>
                <a:cubicBezTo>
                  <a:pt x="722" y="497"/>
                  <a:pt x="717" y="492"/>
                  <a:pt x="710" y="492"/>
                </a:cubicBezTo>
                <a:cubicBezTo>
                  <a:pt x="704" y="492"/>
                  <a:pt x="698" y="497"/>
                  <a:pt x="698" y="504"/>
                </a:cubicBezTo>
                <a:lnTo>
                  <a:pt x="698" y="693"/>
                </a:lnTo>
                <a:lnTo>
                  <a:pt x="456" y="693"/>
                </a:lnTo>
                <a:cubicBezTo>
                  <a:pt x="440" y="693"/>
                  <a:pt x="425" y="699"/>
                  <a:pt x="414" y="708"/>
                </a:cubicBezTo>
                <a:lnTo>
                  <a:pt x="414" y="479"/>
                </a:lnTo>
                <a:lnTo>
                  <a:pt x="662" y="478"/>
                </a:lnTo>
                <a:cubicBezTo>
                  <a:pt x="664" y="478"/>
                  <a:pt x="666" y="478"/>
                  <a:pt x="668" y="477"/>
                </a:cubicBezTo>
                <a:lnTo>
                  <a:pt x="798" y="404"/>
                </a:lnTo>
                <a:cubicBezTo>
                  <a:pt x="801" y="402"/>
                  <a:pt x="804" y="398"/>
                  <a:pt x="804" y="393"/>
                </a:cubicBezTo>
                <a:cubicBezTo>
                  <a:pt x="804" y="389"/>
                  <a:pt x="801" y="385"/>
                  <a:pt x="798" y="383"/>
                </a:cubicBezTo>
                <a:lnTo>
                  <a:pt x="668" y="310"/>
                </a:lnTo>
                <a:cubicBezTo>
                  <a:pt x="665" y="309"/>
                  <a:pt x="664" y="309"/>
                  <a:pt x="661" y="309"/>
                </a:cubicBezTo>
                <a:lnTo>
                  <a:pt x="414" y="309"/>
                </a:lnTo>
                <a:lnTo>
                  <a:pt x="414" y="66"/>
                </a:lnTo>
                <a:cubicBezTo>
                  <a:pt x="414" y="43"/>
                  <a:pt x="433" y="24"/>
                  <a:pt x="456" y="24"/>
                </a:cubicBezTo>
                <a:lnTo>
                  <a:pt x="698" y="24"/>
                </a:lnTo>
                <a:lnTo>
                  <a:pt x="698" y="283"/>
                </a:lnTo>
                <a:cubicBezTo>
                  <a:pt x="698" y="290"/>
                  <a:pt x="704" y="295"/>
                  <a:pt x="710" y="295"/>
                </a:cubicBezTo>
                <a:cubicBezTo>
                  <a:pt x="717" y="295"/>
                  <a:pt x="722" y="290"/>
                  <a:pt x="722" y="283"/>
                </a:cubicBezTo>
                <a:lnTo>
                  <a:pt x="722" y="105"/>
                </a:lnTo>
                <a:lnTo>
                  <a:pt x="779" y="105"/>
                </a:lnTo>
                <a:lnTo>
                  <a:pt x="779" y="329"/>
                </a:lnTo>
                <a:cubicBezTo>
                  <a:pt x="779" y="335"/>
                  <a:pt x="785" y="341"/>
                  <a:pt x="792" y="341"/>
                </a:cubicBezTo>
                <a:cubicBezTo>
                  <a:pt x="799" y="341"/>
                  <a:pt x="804" y="335"/>
                  <a:pt x="804" y="329"/>
                </a:cubicBezTo>
                <a:lnTo>
                  <a:pt x="804" y="93"/>
                </a:lnTo>
                <a:cubicBezTo>
                  <a:pt x="804" y="86"/>
                  <a:pt x="799" y="81"/>
                  <a:pt x="792" y="81"/>
                </a:cubicBezTo>
                <a:lnTo>
                  <a:pt x="722" y="81"/>
                </a:lnTo>
                <a:lnTo>
                  <a:pt x="722" y="11"/>
                </a:lnTo>
                <a:cubicBezTo>
                  <a:pt x="722" y="5"/>
                  <a:pt x="717" y="0"/>
                  <a:pt x="710" y="0"/>
                </a:cubicBezTo>
                <a:lnTo>
                  <a:pt x="456" y="0"/>
                </a:lnTo>
                <a:cubicBezTo>
                  <a:pt x="433" y="0"/>
                  <a:pt x="414" y="10"/>
                  <a:pt x="402" y="27"/>
                </a:cubicBezTo>
                <a:cubicBezTo>
                  <a:pt x="390" y="10"/>
                  <a:pt x="370" y="0"/>
                  <a:pt x="348" y="0"/>
                </a:cubicBezTo>
                <a:lnTo>
                  <a:pt x="93" y="0"/>
                </a:lnTo>
                <a:cubicBezTo>
                  <a:pt x="86" y="0"/>
                  <a:pt x="81" y="5"/>
                  <a:pt x="81" y="11"/>
                </a:cubicBezTo>
                <a:lnTo>
                  <a:pt x="81" y="81"/>
                </a:lnTo>
                <a:lnTo>
                  <a:pt x="12" y="81"/>
                </a:lnTo>
                <a:cubicBezTo>
                  <a:pt x="5" y="81"/>
                  <a:pt x="0" y="86"/>
                  <a:pt x="0" y="93"/>
                </a:cubicBezTo>
                <a:lnTo>
                  <a:pt x="0" y="281"/>
                </a:lnTo>
                <a:cubicBezTo>
                  <a:pt x="0" y="287"/>
                  <a:pt x="5" y="292"/>
                  <a:pt x="12" y="292"/>
                </a:cubicBezTo>
                <a:cubicBezTo>
                  <a:pt x="19" y="292"/>
                  <a:pt x="24" y="287"/>
                  <a:pt x="24" y="281"/>
                </a:cubicBezTo>
                <a:lnTo>
                  <a:pt x="24" y="105"/>
                </a:lnTo>
                <a:lnTo>
                  <a:pt x="81" y="105"/>
                </a:lnTo>
                <a:lnTo>
                  <a:pt x="81" y="248"/>
                </a:lnTo>
                <a:cubicBezTo>
                  <a:pt x="81" y="255"/>
                  <a:pt x="86" y="260"/>
                  <a:pt x="93" y="260"/>
                </a:cubicBezTo>
                <a:cubicBezTo>
                  <a:pt x="100" y="260"/>
                  <a:pt x="105" y="255"/>
                  <a:pt x="105" y="248"/>
                </a:cubicBezTo>
                <a:lnTo>
                  <a:pt x="105" y="24"/>
                </a:lnTo>
                <a:lnTo>
                  <a:pt x="348" y="24"/>
                </a:lnTo>
                <a:cubicBezTo>
                  <a:pt x="371" y="24"/>
                  <a:pt x="389" y="43"/>
                  <a:pt x="389" y="66"/>
                </a:cubicBezTo>
                <a:lnTo>
                  <a:pt x="389" y="309"/>
                </a:lnTo>
                <a:lnTo>
                  <a:pt x="105" y="309"/>
                </a:lnTo>
                <a:lnTo>
                  <a:pt x="105" y="304"/>
                </a:lnTo>
                <a:cubicBezTo>
                  <a:pt x="105" y="298"/>
                  <a:pt x="100" y="292"/>
                  <a:pt x="93" y="292"/>
                </a:cubicBezTo>
                <a:cubicBezTo>
                  <a:pt x="86" y="292"/>
                  <a:pt x="81" y="298"/>
                  <a:pt x="81" y="304"/>
                </a:cubicBezTo>
                <a:lnTo>
                  <a:pt x="81" y="309"/>
                </a:lnTo>
                <a:lnTo>
                  <a:pt x="45" y="309"/>
                </a:lnTo>
                <a:cubicBezTo>
                  <a:pt x="20" y="309"/>
                  <a:pt x="0" y="329"/>
                  <a:pt x="0" y="354"/>
                </a:cubicBezTo>
                <a:lnTo>
                  <a:pt x="0" y="434"/>
                </a:lnTo>
                <a:cubicBezTo>
                  <a:pt x="0" y="459"/>
                  <a:pt x="20" y="479"/>
                  <a:pt x="45" y="479"/>
                </a:cubicBezTo>
                <a:lnTo>
                  <a:pt x="81" y="479"/>
                </a:lnTo>
                <a:lnTo>
                  <a:pt x="81" y="483"/>
                </a:lnTo>
                <a:cubicBezTo>
                  <a:pt x="81" y="490"/>
                  <a:pt x="86" y="495"/>
                  <a:pt x="93" y="495"/>
                </a:cubicBezTo>
                <a:cubicBezTo>
                  <a:pt x="100" y="495"/>
                  <a:pt x="105" y="490"/>
                  <a:pt x="105" y="483"/>
                </a:cubicBezTo>
                <a:lnTo>
                  <a:pt x="105" y="479"/>
                </a:lnTo>
                <a:lnTo>
                  <a:pt x="389" y="479"/>
                </a:lnTo>
                <a:lnTo>
                  <a:pt x="389" y="708"/>
                </a:lnTo>
                <a:cubicBezTo>
                  <a:pt x="378" y="699"/>
                  <a:pt x="363" y="693"/>
                  <a:pt x="348" y="693"/>
                </a:cubicBezTo>
                <a:lnTo>
                  <a:pt x="105" y="693"/>
                </a:lnTo>
                <a:lnTo>
                  <a:pt x="105" y="540"/>
                </a:lnTo>
                <a:cubicBezTo>
                  <a:pt x="105" y="534"/>
                  <a:pt x="100" y="528"/>
                  <a:pt x="93" y="528"/>
                </a:cubicBezTo>
                <a:cubicBezTo>
                  <a:pt x="86" y="528"/>
                  <a:pt x="81" y="534"/>
                  <a:pt x="81" y="540"/>
                </a:cubicBezTo>
                <a:lnTo>
                  <a:pt x="81" y="705"/>
                </a:lnTo>
                <a:cubicBezTo>
                  <a:pt x="81" y="712"/>
                  <a:pt x="86" y="718"/>
                  <a:pt x="93" y="718"/>
                </a:cubicBezTo>
                <a:lnTo>
                  <a:pt x="348" y="718"/>
                </a:lnTo>
                <a:cubicBezTo>
                  <a:pt x="371" y="718"/>
                  <a:pt x="389" y="736"/>
                  <a:pt x="389" y="759"/>
                </a:cubicBezTo>
                <a:lnTo>
                  <a:pt x="389" y="779"/>
                </a:lnTo>
                <a:lnTo>
                  <a:pt x="24" y="779"/>
                </a:lnTo>
                <a:lnTo>
                  <a:pt x="24" y="508"/>
                </a:lnTo>
                <a:cubicBezTo>
                  <a:pt x="24" y="501"/>
                  <a:pt x="19" y="495"/>
                  <a:pt x="12" y="495"/>
                </a:cubicBezTo>
                <a:cubicBezTo>
                  <a:pt x="5" y="495"/>
                  <a:pt x="0" y="501"/>
                  <a:pt x="0" y="508"/>
                </a:cubicBezTo>
                <a:lnTo>
                  <a:pt x="0" y="791"/>
                </a:lnTo>
                <a:cubicBezTo>
                  <a:pt x="0" y="799"/>
                  <a:pt x="5" y="804"/>
                  <a:pt x="12" y="804"/>
                </a:cubicBezTo>
                <a:lnTo>
                  <a:pt x="402" y="804"/>
                </a:lnTo>
                <a:lnTo>
                  <a:pt x="792" y="804"/>
                </a:lnTo>
                <a:cubicBezTo>
                  <a:pt x="799" y="804"/>
                  <a:pt x="804" y="799"/>
                  <a:pt x="804" y="791"/>
                </a:cubicBezTo>
                <a:lnTo>
                  <a:pt x="804" y="458"/>
                </a:lnTo>
                <a:cubicBezTo>
                  <a:pt x="804" y="452"/>
                  <a:pt x="799" y="446"/>
                  <a:pt x="792" y="446"/>
                </a:cubicBezTo>
                <a:close/>
              </a:path>
            </a:pathLst>
          </a:custGeom>
          <a:solidFill>
            <a:schemeClr val="accent2"/>
          </a:solidFill>
          <a:ln>
            <a:noFill/>
          </a:ln>
          <a:effectLst/>
        </p:spPr>
        <p:txBody>
          <a:bodyPr wrap="none" anchor="ctr"/>
          <a:lstStyle/>
          <a:p>
            <a:endParaRPr lang="en-US" sz="1050">
              <a:latin typeface="Lato Light" panose="020F0502020204030203" pitchFamily="34" charset="0"/>
            </a:endParaRPr>
          </a:p>
        </p:txBody>
      </p:sp>
      <p:sp>
        <p:nvSpPr>
          <p:cNvPr id="43" name="Inhaltsplatzhalter 3">
            <a:extLst>
              <a:ext uri="{FF2B5EF4-FFF2-40B4-BE49-F238E27FC236}">
                <a16:creationId xmlns:a16="http://schemas.microsoft.com/office/drawing/2014/main" id="{289290D2-C574-7D39-ACEC-EBFBD3541C77}"/>
              </a:ext>
            </a:extLst>
          </p:cNvPr>
          <p:cNvSpPr txBox="1">
            <a:spLocks/>
          </p:cNvSpPr>
          <p:nvPr/>
        </p:nvSpPr>
        <p:spPr>
          <a:xfrm>
            <a:off x="3329785" y="2615389"/>
            <a:ext cx="2419608" cy="2507881"/>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2"/>
              </a:buClr>
              <a:buFont typeface="Wingdings" panose="05000000000000000000" pitchFamily="2" charset="2"/>
              <a:buChar char="§"/>
              <a:defRPr sz="2800" kern="1200">
                <a:solidFill>
                  <a:schemeClr val="bg2">
                    <a:lumMod val="25000"/>
                  </a:schemeClr>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Wingdings" panose="05000000000000000000" pitchFamily="2" charset="2"/>
              <a:buChar char="§"/>
              <a:defRPr sz="2400" kern="1200">
                <a:solidFill>
                  <a:schemeClr val="bg2">
                    <a:lumMod val="25000"/>
                  </a:schemeClr>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Wingdings" panose="05000000000000000000" pitchFamily="2" charset="2"/>
              <a:buChar char="§"/>
              <a:defRPr sz="2000" kern="1200">
                <a:solidFill>
                  <a:schemeClr val="bg2">
                    <a:lumMod val="25000"/>
                  </a:schemeClr>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Wingdings" panose="05000000000000000000" pitchFamily="2" charset="2"/>
              <a:buChar char="§"/>
              <a:defRPr sz="1800" kern="1200">
                <a:solidFill>
                  <a:schemeClr val="bg2">
                    <a:lumMod val="25000"/>
                  </a:schemeClr>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Wingdings" panose="05000000000000000000" pitchFamily="2" charset="2"/>
              <a:buChar char="§"/>
              <a:defRPr sz="1800" kern="1200">
                <a:solidFill>
                  <a:schemeClr val="bg2">
                    <a:lumMod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sz="1400"/>
              <a:t>Heterogene Systemkopie auf Linux Maschine mit Hana DB</a:t>
            </a:r>
          </a:p>
          <a:p>
            <a:r>
              <a:rPr lang="de-DE" sz="1400"/>
              <a:t>H4S4 Upgrade auf der Sandbox Probelaufen </a:t>
            </a:r>
          </a:p>
          <a:p>
            <a:r>
              <a:rPr lang="de-DE" sz="1400" err="1"/>
              <a:t>Sizing</a:t>
            </a:r>
            <a:r>
              <a:rPr lang="de-DE" sz="1400"/>
              <a:t> für SAP PCE (Cloud) evaluieren</a:t>
            </a:r>
          </a:p>
        </p:txBody>
      </p:sp>
      <p:sp>
        <p:nvSpPr>
          <p:cNvPr id="44" name="Inhaltsplatzhalter 3">
            <a:extLst>
              <a:ext uri="{FF2B5EF4-FFF2-40B4-BE49-F238E27FC236}">
                <a16:creationId xmlns:a16="http://schemas.microsoft.com/office/drawing/2014/main" id="{0FCCC41B-EA9B-7501-2963-C31A3F318071}"/>
              </a:ext>
            </a:extLst>
          </p:cNvPr>
          <p:cNvSpPr txBox="1">
            <a:spLocks/>
          </p:cNvSpPr>
          <p:nvPr/>
        </p:nvSpPr>
        <p:spPr>
          <a:xfrm>
            <a:off x="6357318" y="2615389"/>
            <a:ext cx="2419608" cy="2507881"/>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2"/>
              </a:buClr>
              <a:buFont typeface="Wingdings" panose="05000000000000000000" pitchFamily="2" charset="2"/>
              <a:buChar char="§"/>
              <a:defRPr sz="2800" kern="1200">
                <a:solidFill>
                  <a:schemeClr val="bg2">
                    <a:lumMod val="25000"/>
                  </a:schemeClr>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Wingdings" panose="05000000000000000000" pitchFamily="2" charset="2"/>
              <a:buChar char="§"/>
              <a:defRPr sz="2400" kern="1200">
                <a:solidFill>
                  <a:schemeClr val="bg2">
                    <a:lumMod val="25000"/>
                  </a:schemeClr>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Wingdings" panose="05000000000000000000" pitchFamily="2" charset="2"/>
              <a:buChar char="§"/>
              <a:defRPr sz="2000" kern="1200">
                <a:solidFill>
                  <a:schemeClr val="bg2">
                    <a:lumMod val="25000"/>
                  </a:schemeClr>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Wingdings" panose="05000000000000000000" pitchFamily="2" charset="2"/>
              <a:buChar char="§"/>
              <a:defRPr sz="1800" kern="1200">
                <a:solidFill>
                  <a:schemeClr val="bg2">
                    <a:lumMod val="25000"/>
                  </a:schemeClr>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Wingdings" panose="05000000000000000000" pitchFamily="2" charset="2"/>
              <a:buChar char="§"/>
              <a:defRPr sz="1800" kern="1200">
                <a:solidFill>
                  <a:schemeClr val="bg2">
                    <a:lumMod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sz="1400"/>
              <a:t>Applikationen testen</a:t>
            </a:r>
          </a:p>
          <a:p>
            <a:r>
              <a:rPr lang="de-DE" sz="1400"/>
              <a:t>Test Abrechnung fahren</a:t>
            </a:r>
          </a:p>
          <a:p>
            <a:r>
              <a:rPr lang="de-DE" sz="1400"/>
              <a:t>Schnittstellen testen</a:t>
            </a:r>
          </a:p>
          <a:p>
            <a:r>
              <a:rPr lang="de-DE" sz="1400"/>
              <a:t>Berechtigungen prüfen</a:t>
            </a:r>
          </a:p>
          <a:p>
            <a:endParaRPr lang="de-DE" sz="1400"/>
          </a:p>
        </p:txBody>
      </p:sp>
      <p:sp>
        <p:nvSpPr>
          <p:cNvPr id="45" name="Inhaltsplatzhalter 3">
            <a:extLst>
              <a:ext uri="{FF2B5EF4-FFF2-40B4-BE49-F238E27FC236}">
                <a16:creationId xmlns:a16="http://schemas.microsoft.com/office/drawing/2014/main" id="{5C8020B9-916C-32F7-AA0B-6D51727450C4}"/>
              </a:ext>
            </a:extLst>
          </p:cNvPr>
          <p:cNvSpPr txBox="1">
            <a:spLocks/>
          </p:cNvSpPr>
          <p:nvPr/>
        </p:nvSpPr>
        <p:spPr>
          <a:xfrm>
            <a:off x="9327580" y="2615389"/>
            <a:ext cx="2419608" cy="2507881"/>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2"/>
              </a:buClr>
              <a:buFont typeface="Wingdings" panose="05000000000000000000" pitchFamily="2" charset="2"/>
              <a:buChar char="§"/>
              <a:defRPr sz="2800" kern="1200">
                <a:solidFill>
                  <a:schemeClr val="bg2">
                    <a:lumMod val="25000"/>
                  </a:schemeClr>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Wingdings" panose="05000000000000000000" pitchFamily="2" charset="2"/>
              <a:buChar char="§"/>
              <a:defRPr sz="2400" kern="1200">
                <a:solidFill>
                  <a:schemeClr val="bg2">
                    <a:lumMod val="25000"/>
                  </a:schemeClr>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Wingdings" panose="05000000000000000000" pitchFamily="2" charset="2"/>
              <a:buChar char="§"/>
              <a:defRPr sz="2000" kern="1200">
                <a:solidFill>
                  <a:schemeClr val="bg2">
                    <a:lumMod val="25000"/>
                  </a:schemeClr>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Wingdings" panose="05000000000000000000" pitchFamily="2" charset="2"/>
              <a:buChar char="§"/>
              <a:defRPr sz="1800" kern="1200">
                <a:solidFill>
                  <a:schemeClr val="bg2">
                    <a:lumMod val="25000"/>
                  </a:schemeClr>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Wingdings" panose="05000000000000000000" pitchFamily="2" charset="2"/>
              <a:buChar char="§"/>
              <a:defRPr sz="1800" kern="1200">
                <a:solidFill>
                  <a:schemeClr val="bg2">
                    <a:lumMod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sz="1400"/>
              <a:t>E,Q,P Systemlinie auf HANA DB und Betriebssystem Linux heben</a:t>
            </a:r>
          </a:p>
          <a:p>
            <a:r>
              <a:rPr lang="de-DE" sz="1400"/>
              <a:t>H4S4 Aktivierung</a:t>
            </a:r>
          </a:p>
          <a:p>
            <a:r>
              <a:rPr lang="de-DE" sz="1400" err="1"/>
              <a:t>Testing</a:t>
            </a:r>
            <a:r>
              <a:rPr lang="de-DE" sz="1400"/>
              <a:t> (Abrechnung, Schnittstellen, Applikationen, Berechtigungen)</a:t>
            </a:r>
          </a:p>
        </p:txBody>
      </p:sp>
      <p:sp>
        <p:nvSpPr>
          <p:cNvPr id="53" name="Inhaltsplatzhalter 3">
            <a:extLst>
              <a:ext uri="{FF2B5EF4-FFF2-40B4-BE49-F238E27FC236}">
                <a16:creationId xmlns:a16="http://schemas.microsoft.com/office/drawing/2014/main" id="{A6AC36B8-C7FB-9A37-A154-5880B207E79A}"/>
              </a:ext>
            </a:extLst>
          </p:cNvPr>
          <p:cNvSpPr txBox="1">
            <a:spLocks/>
          </p:cNvSpPr>
          <p:nvPr/>
        </p:nvSpPr>
        <p:spPr>
          <a:xfrm>
            <a:off x="388906" y="2615389"/>
            <a:ext cx="2419608" cy="2507879"/>
          </a:xfrm>
          <a:prstGeom prst="rect">
            <a:avLst/>
          </a:prstGeom>
        </p:spPr>
        <p:txBody>
          <a:bodyPr>
            <a:normAutofit fontScale="92500" lnSpcReduction="10000"/>
          </a:bodyPr>
          <a:lstStyle>
            <a:lvl1pPr marL="228600" indent="-228600" algn="l" defTabSz="914400" rtl="0" eaLnBrk="1" latinLnBrk="0" hangingPunct="1">
              <a:lnSpc>
                <a:spcPct val="90000"/>
              </a:lnSpc>
              <a:spcBef>
                <a:spcPts val="1000"/>
              </a:spcBef>
              <a:buClr>
                <a:schemeClr val="accent2"/>
              </a:buClr>
              <a:buFont typeface="Wingdings" panose="05000000000000000000" pitchFamily="2" charset="2"/>
              <a:buChar char="§"/>
              <a:defRPr sz="2800" kern="1200">
                <a:solidFill>
                  <a:schemeClr val="bg2">
                    <a:lumMod val="25000"/>
                  </a:schemeClr>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Wingdings" panose="05000000000000000000" pitchFamily="2" charset="2"/>
              <a:buChar char="§"/>
              <a:defRPr sz="2400" kern="1200">
                <a:solidFill>
                  <a:schemeClr val="bg2">
                    <a:lumMod val="25000"/>
                  </a:schemeClr>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Wingdings" panose="05000000000000000000" pitchFamily="2" charset="2"/>
              <a:buChar char="§"/>
              <a:defRPr sz="2000" kern="1200">
                <a:solidFill>
                  <a:schemeClr val="bg2">
                    <a:lumMod val="25000"/>
                  </a:schemeClr>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Wingdings" panose="05000000000000000000" pitchFamily="2" charset="2"/>
              <a:buChar char="§"/>
              <a:defRPr sz="1800" kern="1200">
                <a:solidFill>
                  <a:schemeClr val="bg2">
                    <a:lumMod val="25000"/>
                  </a:schemeClr>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Wingdings" panose="05000000000000000000" pitchFamily="2" charset="2"/>
              <a:buChar char="§"/>
              <a:defRPr sz="1800" kern="1200">
                <a:solidFill>
                  <a:schemeClr val="bg2">
                    <a:lumMod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sz="1400"/>
              <a:t>H4S4 Readiness Check</a:t>
            </a:r>
          </a:p>
          <a:p>
            <a:r>
              <a:rPr lang="de-DE" sz="1400"/>
              <a:t>Bestehende Systemlinie technisch in der Grundlage modernisieren</a:t>
            </a:r>
          </a:p>
          <a:p>
            <a:pPr lvl="1"/>
            <a:r>
              <a:rPr lang="de-DE" sz="1300"/>
              <a:t>Code Clean</a:t>
            </a:r>
          </a:p>
          <a:p>
            <a:pPr lvl="1"/>
            <a:r>
              <a:rPr lang="de-DE" sz="1300"/>
              <a:t>Unicode</a:t>
            </a:r>
          </a:p>
          <a:p>
            <a:pPr lvl="1"/>
            <a:r>
              <a:rPr lang="de-DE" sz="1300"/>
              <a:t>AddOns Check &amp; Update</a:t>
            </a:r>
          </a:p>
          <a:p>
            <a:pPr lvl="1"/>
            <a:r>
              <a:rPr lang="de-DE" sz="1300"/>
              <a:t>EhP8 Upgrade</a:t>
            </a:r>
          </a:p>
          <a:p>
            <a:r>
              <a:rPr lang="de-DE" sz="1400"/>
              <a:t>Aufbau SAP BTP </a:t>
            </a:r>
            <a:r>
              <a:rPr lang="de-DE" sz="1400">
                <a:sym typeface="Wingdings" pitchFamily="2" charset="2"/>
              </a:rPr>
              <a:t> Fori App Umzug</a:t>
            </a:r>
          </a:p>
          <a:p>
            <a:r>
              <a:rPr lang="de-DE" sz="1400">
                <a:sym typeface="Wingdings" pitchFamily="2" charset="2"/>
              </a:rPr>
              <a:t>Archivierung</a:t>
            </a:r>
            <a:endParaRPr lang="de-DE" sz="1400"/>
          </a:p>
        </p:txBody>
      </p:sp>
    </p:spTree>
    <p:extLst>
      <p:ext uri="{BB962C8B-B14F-4D97-AF65-F5344CB8AC3E}">
        <p14:creationId xmlns:p14="http://schemas.microsoft.com/office/powerpoint/2010/main" val="17945234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6" name="Verbinder: gewinkelt 55">
            <a:extLst>
              <a:ext uri="{FF2B5EF4-FFF2-40B4-BE49-F238E27FC236}">
                <a16:creationId xmlns:a16="http://schemas.microsoft.com/office/drawing/2014/main" id="{BC6BB458-2A83-3900-14C7-87F2210015ED}"/>
              </a:ext>
            </a:extLst>
          </p:cNvPr>
          <p:cNvCxnSpPr>
            <a:cxnSpLocks/>
            <a:stCxn id="112" idx="0"/>
            <a:endCxn id="54" idx="2"/>
          </p:cNvCxnSpPr>
          <p:nvPr/>
        </p:nvCxnSpPr>
        <p:spPr>
          <a:xfrm rot="16200000" flipH="1">
            <a:off x="5964314" y="2170355"/>
            <a:ext cx="921777" cy="933604"/>
          </a:xfrm>
          <a:prstGeom prst="bentConnector4">
            <a:avLst>
              <a:gd name="adj1" fmla="val -13551"/>
              <a:gd name="adj2" fmla="val 81282"/>
            </a:avLst>
          </a:prstGeom>
          <a:ln>
            <a:solidFill>
              <a:srgbClr val="4472C4"/>
            </a:solidFill>
            <a:tailEnd type="triangle"/>
          </a:ln>
        </p:spPr>
        <p:style>
          <a:lnRef idx="1">
            <a:schemeClr val="accent1"/>
          </a:lnRef>
          <a:fillRef idx="0">
            <a:schemeClr val="accent1"/>
          </a:fillRef>
          <a:effectRef idx="0">
            <a:schemeClr val="accent1"/>
          </a:effectRef>
          <a:fontRef idx="minor">
            <a:schemeClr val="tx1"/>
          </a:fontRef>
        </p:style>
      </p:cxnSp>
      <p:sp>
        <p:nvSpPr>
          <p:cNvPr id="2" name="Foliennummernplatzhalter 1">
            <a:extLst>
              <a:ext uri="{FF2B5EF4-FFF2-40B4-BE49-F238E27FC236}">
                <a16:creationId xmlns:a16="http://schemas.microsoft.com/office/drawing/2014/main" id="{95A86927-B08E-BA53-6382-E35D0250D56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256C18-6D8C-4341-B569-3B1E941D5C64}" type="slidenum">
              <a:rPr kumimoji="0" lang="de-D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de-D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3" name="Titel 2">
            <a:extLst>
              <a:ext uri="{FF2B5EF4-FFF2-40B4-BE49-F238E27FC236}">
                <a16:creationId xmlns:a16="http://schemas.microsoft.com/office/drawing/2014/main" id="{04FB1E0F-F2E5-2C87-D671-D83FB4246AAB}"/>
              </a:ext>
            </a:extLst>
          </p:cNvPr>
          <p:cNvSpPr>
            <a:spLocks noGrp="1"/>
          </p:cNvSpPr>
          <p:nvPr>
            <p:ph type="title"/>
          </p:nvPr>
        </p:nvSpPr>
        <p:spPr/>
        <p:txBody>
          <a:bodyPr/>
          <a:lstStyle/>
          <a:p>
            <a:r>
              <a:rPr lang="de-DE">
                <a:solidFill>
                  <a:schemeClr val="tx2"/>
                </a:solidFill>
              </a:rPr>
              <a:t>Detaillierte Roadmap </a:t>
            </a:r>
            <a:r>
              <a:rPr lang="de-DE"/>
              <a:t>für das SAP HCM </a:t>
            </a:r>
            <a:r>
              <a:rPr lang="de-DE" err="1"/>
              <a:t>for</a:t>
            </a:r>
            <a:r>
              <a:rPr lang="de-DE"/>
              <a:t> S/4HANA (H4S4) Upgrade </a:t>
            </a:r>
          </a:p>
        </p:txBody>
      </p:sp>
      <p:sp>
        <p:nvSpPr>
          <p:cNvPr id="4" name="Rechteck 3">
            <a:extLst>
              <a:ext uri="{FF2B5EF4-FFF2-40B4-BE49-F238E27FC236}">
                <a16:creationId xmlns:a16="http://schemas.microsoft.com/office/drawing/2014/main" id="{B169C993-43C2-FEE3-23F6-3B8374B8EBE2}"/>
              </a:ext>
            </a:extLst>
          </p:cNvPr>
          <p:cNvSpPr/>
          <p:nvPr/>
        </p:nvSpPr>
        <p:spPr>
          <a:xfrm>
            <a:off x="387640" y="1679049"/>
            <a:ext cx="11031734" cy="2158073"/>
          </a:xfrm>
          <a:prstGeom prst="rect">
            <a:avLst/>
          </a:prstGeom>
          <a:noFill/>
          <a:ln w="12700" cap="flat" cmpd="sng" algn="ctr">
            <a:solidFill>
              <a:srgbClr val="FFC000"/>
            </a:solidFill>
            <a:prstDash val="dash"/>
            <a:miter lim="800000"/>
          </a:ln>
          <a:effectLst/>
        </p:spPr>
        <p:txBody>
          <a:bodyPr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de-DE" sz="13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5" name="Rechteck 4">
            <a:extLst>
              <a:ext uri="{FF2B5EF4-FFF2-40B4-BE49-F238E27FC236}">
                <a16:creationId xmlns:a16="http://schemas.microsoft.com/office/drawing/2014/main" id="{0262CC60-EB44-4A2B-720F-E2EFBBF46E13}"/>
              </a:ext>
            </a:extLst>
          </p:cNvPr>
          <p:cNvSpPr/>
          <p:nvPr/>
        </p:nvSpPr>
        <p:spPr>
          <a:xfrm>
            <a:off x="391167" y="3855361"/>
            <a:ext cx="11028206" cy="2545757"/>
          </a:xfrm>
          <a:prstGeom prst="rect">
            <a:avLst/>
          </a:prstGeom>
          <a:solidFill>
            <a:sysClr val="window" lastClr="FFFFFF">
              <a:lumMod val="50000"/>
              <a:alpha val="10196"/>
            </a:sysClr>
          </a:solidFill>
          <a:ln w="12700" cap="flat" cmpd="sng" algn="ctr">
            <a:noFill/>
            <a:prstDash val="solid"/>
            <a:miter lim="800000"/>
          </a:ln>
          <a:effectLst/>
        </p:spPr>
        <p:txBody>
          <a:bodyPr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de-DE" sz="13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7" name="Rechteck 6">
            <a:extLst>
              <a:ext uri="{FF2B5EF4-FFF2-40B4-BE49-F238E27FC236}">
                <a16:creationId xmlns:a16="http://schemas.microsoft.com/office/drawing/2014/main" id="{D262A85E-45F5-9079-2D49-B2629D6F8001}"/>
              </a:ext>
            </a:extLst>
          </p:cNvPr>
          <p:cNvSpPr/>
          <p:nvPr/>
        </p:nvSpPr>
        <p:spPr>
          <a:xfrm>
            <a:off x="934157" y="1238967"/>
            <a:ext cx="2211121" cy="5138873"/>
          </a:xfrm>
          <a:prstGeom prst="rect">
            <a:avLst/>
          </a:prstGeom>
          <a:noFill/>
          <a:ln w="19050" cap="flat" cmpd="sng" algn="ctr">
            <a:solidFill>
              <a:srgbClr val="E7E6E6"/>
            </a:solidFill>
            <a:prstDash val="sysDash"/>
            <a:miter lim="800000"/>
          </a:ln>
          <a:effectLst/>
        </p:spPr>
        <p:txBody>
          <a:bodyPr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de-DE" sz="13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8" name="Rechteck 7">
            <a:extLst>
              <a:ext uri="{FF2B5EF4-FFF2-40B4-BE49-F238E27FC236}">
                <a16:creationId xmlns:a16="http://schemas.microsoft.com/office/drawing/2014/main" id="{51A30BC4-94DE-6DA1-8AED-C30C343F601D}"/>
              </a:ext>
            </a:extLst>
          </p:cNvPr>
          <p:cNvSpPr/>
          <p:nvPr/>
        </p:nvSpPr>
        <p:spPr>
          <a:xfrm>
            <a:off x="3145342" y="1238968"/>
            <a:ext cx="2204117" cy="5138872"/>
          </a:xfrm>
          <a:prstGeom prst="rect">
            <a:avLst/>
          </a:prstGeom>
          <a:noFill/>
          <a:ln w="19050" cap="flat" cmpd="sng" algn="ctr">
            <a:solidFill>
              <a:srgbClr val="E7E6E6"/>
            </a:solidFill>
            <a:prstDash val="sysDash"/>
            <a:miter lim="800000"/>
          </a:ln>
          <a:effectLst/>
        </p:spPr>
        <p:txBody>
          <a:bodyPr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de-DE" sz="13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9" name="Rechteck 8">
            <a:extLst>
              <a:ext uri="{FF2B5EF4-FFF2-40B4-BE49-F238E27FC236}">
                <a16:creationId xmlns:a16="http://schemas.microsoft.com/office/drawing/2014/main" id="{7873C1B5-0AE7-F251-268B-67AAC1487983}"/>
              </a:ext>
            </a:extLst>
          </p:cNvPr>
          <p:cNvSpPr/>
          <p:nvPr/>
        </p:nvSpPr>
        <p:spPr>
          <a:xfrm>
            <a:off x="5348642" y="1238968"/>
            <a:ext cx="2205799" cy="5138872"/>
          </a:xfrm>
          <a:prstGeom prst="rect">
            <a:avLst/>
          </a:prstGeom>
          <a:noFill/>
          <a:ln w="19050" cap="flat" cmpd="sng" algn="ctr">
            <a:solidFill>
              <a:srgbClr val="E7E6E6"/>
            </a:solidFill>
            <a:prstDash val="sysDash"/>
            <a:miter lim="800000"/>
          </a:ln>
          <a:effectLst/>
        </p:spPr>
        <p:txBody>
          <a:bodyPr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de-DE" sz="13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0" name="Rechteck 9">
            <a:extLst>
              <a:ext uri="{FF2B5EF4-FFF2-40B4-BE49-F238E27FC236}">
                <a16:creationId xmlns:a16="http://schemas.microsoft.com/office/drawing/2014/main" id="{18150698-89C5-CAEE-389A-0AA8FDE0618E}"/>
              </a:ext>
            </a:extLst>
          </p:cNvPr>
          <p:cNvSpPr/>
          <p:nvPr/>
        </p:nvSpPr>
        <p:spPr>
          <a:xfrm>
            <a:off x="9760706" y="1238967"/>
            <a:ext cx="1660663" cy="5145227"/>
          </a:xfrm>
          <a:prstGeom prst="rect">
            <a:avLst/>
          </a:prstGeom>
          <a:noFill/>
          <a:ln w="19050" cap="flat" cmpd="sng" algn="ctr">
            <a:solidFill>
              <a:srgbClr val="E7E6E6"/>
            </a:solidFill>
            <a:prstDash val="sysDash"/>
            <a:miter lim="800000"/>
          </a:ln>
          <a:effectLst/>
        </p:spPr>
        <p:txBody>
          <a:bodyPr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de-DE" sz="13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1" name="Rechteck 10">
            <a:extLst>
              <a:ext uri="{FF2B5EF4-FFF2-40B4-BE49-F238E27FC236}">
                <a16:creationId xmlns:a16="http://schemas.microsoft.com/office/drawing/2014/main" id="{64DC03CF-03B1-7B91-78E0-900F1877A50D}"/>
              </a:ext>
            </a:extLst>
          </p:cNvPr>
          <p:cNvSpPr/>
          <p:nvPr/>
        </p:nvSpPr>
        <p:spPr>
          <a:xfrm>
            <a:off x="386564" y="1679050"/>
            <a:ext cx="551425" cy="3508646"/>
          </a:xfrm>
          <a:prstGeom prst="rect">
            <a:avLst/>
          </a:prstGeom>
          <a:noFill/>
          <a:ln w="12700" cap="flat" cmpd="sng" algn="ctr">
            <a:solidFill>
              <a:srgbClr val="E7E6E6"/>
            </a:solidFill>
            <a:prstDash val="sysDot"/>
            <a:miter lim="800000"/>
          </a:ln>
          <a:effectLst/>
        </p:spPr>
        <p:txBody>
          <a:bodyPr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de-DE" sz="13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2" name="Rechteck 11">
            <a:extLst>
              <a:ext uri="{FF2B5EF4-FFF2-40B4-BE49-F238E27FC236}">
                <a16:creationId xmlns:a16="http://schemas.microsoft.com/office/drawing/2014/main" id="{49FF7265-0B11-C719-6450-63DDEFFA7FFE}"/>
              </a:ext>
            </a:extLst>
          </p:cNvPr>
          <p:cNvSpPr/>
          <p:nvPr/>
        </p:nvSpPr>
        <p:spPr>
          <a:xfrm>
            <a:off x="936152" y="1674008"/>
            <a:ext cx="551425" cy="4698099"/>
          </a:xfrm>
          <a:prstGeom prst="rect">
            <a:avLst/>
          </a:prstGeom>
          <a:noFill/>
          <a:ln w="12700" cap="flat" cmpd="sng" algn="ctr">
            <a:solidFill>
              <a:srgbClr val="E7E6E6"/>
            </a:solidFill>
            <a:prstDash val="sysDot"/>
            <a:miter lim="800000"/>
          </a:ln>
          <a:effectLst/>
        </p:spPr>
        <p:txBody>
          <a:bodyPr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de-DE" sz="13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3" name="Rechteck 12">
            <a:extLst>
              <a:ext uri="{FF2B5EF4-FFF2-40B4-BE49-F238E27FC236}">
                <a16:creationId xmlns:a16="http://schemas.microsoft.com/office/drawing/2014/main" id="{CED30123-4160-C98D-EBCA-F30BBA6820D5}"/>
              </a:ext>
            </a:extLst>
          </p:cNvPr>
          <p:cNvSpPr/>
          <p:nvPr/>
        </p:nvSpPr>
        <p:spPr>
          <a:xfrm>
            <a:off x="1490378" y="1674010"/>
            <a:ext cx="551425" cy="4698098"/>
          </a:xfrm>
          <a:prstGeom prst="rect">
            <a:avLst/>
          </a:prstGeom>
          <a:noFill/>
          <a:ln w="12700" cap="flat" cmpd="sng" algn="ctr">
            <a:solidFill>
              <a:srgbClr val="E7E6E6"/>
            </a:solidFill>
            <a:prstDash val="sysDot"/>
            <a:miter lim="800000"/>
          </a:ln>
          <a:effectLst/>
        </p:spPr>
        <p:txBody>
          <a:bodyPr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de-DE" sz="13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4" name="Rechteck 13">
            <a:extLst>
              <a:ext uri="{FF2B5EF4-FFF2-40B4-BE49-F238E27FC236}">
                <a16:creationId xmlns:a16="http://schemas.microsoft.com/office/drawing/2014/main" id="{D106D9D0-E5DF-BB34-FD57-B4D7A66DF793}"/>
              </a:ext>
            </a:extLst>
          </p:cNvPr>
          <p:cNvSpPr/>
          <p:nvPr/>
        </p:nvSpPr>
        <p:spPr>
          <a:xfrm>
            <a:off x="2044603" y="1674010"/>
            <a:ext cx="550406" cy="4691129"/>
          </a:xfrm>
          <a:prstGeom prst="rect">
            <a:avLst/>
          </a:prstGeom>
          <a:noFill/>
          <a:ln w="12700" cap="flat" cmpd="sng" algn="ctr">
            <a:solidFill>
              <a:srgbClr val="E7E6E6"/>
            </a:solidFill>
            <a:prstDash val="sysDot"/>
            <a:miter lim="800000"/>
          </a:ln>
          <a:effectLst/>
        </p:spPr>
        <p:txBody>
          <a:bodyPr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de-DE" sz="13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5" name="Rechteck 14">
            <a:extLst>
              <a:ext uri="{FF2B5EF4-FFF2-40B4-BE49-F238E27FC236}">
                <a16:creationId xmlns:a16="http://schemas.microsoft.com/office/drawing/2014/main" id="{E00DC580-675F-4350-2A30-FB72F09F1CCA}"/>
              </a:ext>
            </a:extLst>
          </p:cNvPr>
          <p:cNvSpPr/>
          <p:nvPr/>
        </p:nvSpPr>
        <p:spPr>
          <a:xfrm>
            <a:off x="2587721" y="1674008"/>
            <a:ext cx="551425" cy="4698100"/>
          </a:xfrm>
          <a:prstGeom prst="rect">
            <a:avLst/>
          </a:prstGeom>
          <a:noFill/>
          <a:ln w="12700" cap="flat" cmpd="sng" algn="ctr">
            <a:solidFill>
              <a:srgbClr val="E7E6E6"/>
            </a:solidFill>
            <a:prstDash val="sysDot"/>
            <a:miter lim="800000"/>
          </a:ln>
          <a:effectLst/>
        </p:spPr>
        <p:txBody>
          <a:bodyPr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de-DE" sz="13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6" name="Rechteck 15">
            <a:extLst>
              <a:ext uri="{FF2B5EF4-FFF2-40B4-BE49-F238E27FC236}">
                <a16:creationId xmlns:a16="http://schemas.microsoft.com/office/drawing/2014/main" id="{01BC4E10-C639-EF68-B279-411EBB66876D}"/>
              </a:ext>
            </a:extLst>
          </p:cNvPr>
          <p:cNvSpPr/>
          <p:nvPr/>
        </p:nvSpPr>
        <p:spPr>
          <a:xfrm>
            <a:off x="3137309" y="1669622"/>
            <a:ext cx="551425" cy="4702485"/>
          </a:xfrm>
          <a:prstGeom prst="rect">
            <a:avLst/>
          </a:prstGeom>
          <a:noFill/>
          <a:ln w="12700" cap="flat" cmpd="sng" algn="ctr">
            <a:solidFill>
              <a:srgbClr val="E7E6E6"/>
            </a:solidFill>
            <a:prstDash val="sysDot"/>
            <a:miter lim="800000"/>
          </a:ln>
          <a:effectLst/>
        </p:spPr>
        <p:txBody>
          <a:bodyPr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de-DE" sz="13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7" name="Rechteck 16">
            <a:extLst>
              <a:ext uri="{FF2B5EF4-FFF2-40B4-BE49-F238E27FC236}">
                <a16:creationId xmlns:a16="http://schemas.microsoft.com/office/drawing/2014/main" id="{BA343BB3-E1DB-1439-58AB-399A9D839A7E}"/>
              </a:ext>
            </a:extLst>
          </p:cNvPr>
          <p:cNvSpPr/>
          <p:nvPr/>
        </p:nvSpPr>
        <p:spPr>
          <a:xfrm>
            <a:off x="3691534" y="1669620"/>
            <a:ext cx="551425" cy="4708220"/>
          </a:xfrm>
          <a:prstGeom prst="rect">
            <a:avLst/>
          </a:prstGeom>
          <a:noFill/>
          <a:ln w="12700" cap="flat" cmpd="sng" algn="ctr">
            <a:solidFill>
              <a:srgbClr val="E7E6E6"/>
            </a:solidFill>
            <a:prstDash val="sysDot"/>
            <a:miter lim="800000"/>
          </a:ln>
          <a:effectLst/>
        </p:spPr>
        <p:txBody>
          <a:bodyPr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de-DE" sz="13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8" name="Rechteck 17">
            <a:extLst>
              <a:ext uri="{FF2B5EF4-FFF2-40B4-BE49-F238E27FC236}">
                <a16:creationId xmlns:a16="http://schemas.microsoft.com/office/drawing/2014/main" id="{CD99AC29-99F0-50D0-1826-8C392D89CF62}"/>
              </a:ext>
            </a:extLst>
          </p:cNvPr>
          <p:cNvSpPr/>
          <p:nvPr/>
        </p:nvSpPr>
        <p:spPr>
          <a:xfrm>
            <a:off x="4247248" y="1607859"/>
            <a:ext cx="551425" cy="4771557"/>
          </a:xfrm>
          <a:prstGeom prst="rect">
            <a:avLst/>
          </a:prstGeom>
          <a:noFill/>
          <a:ln w="12700" cap="flat" cmpd="sng" algn="ctr">
            <a:solidFill>
              <a:srgbClr val="E7E6E6"/>
            </a:solidFill>
            <a:prstDash val="sysDot"/>
            <a:miter lim="800000"/>
          </a:ln>
          <a:effectLst/>
        </p:spPr>
        <p:txBody>
          <a:bodyPr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de-DE" sz="13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9" name="Rechteck 18">
            <a:extLst>
              <a:ext uri="{FF2B5EF4-FFF2-40B4-BE49-F238E27FC236}">
                <a16:creationId xmlns:a16="http://schemas.microsoft.com/office/drawing/2014/main" id="{6813C2AE-02C4-E867-D565-00AFDE98F66C}"/>
              </a:ext>
            </a:extLst>
          </p:cNvPr>
          <p:cNvSpPr/>
          <p:nvPr/>
        </p:nvSpPr>
        <p:spPr>
          <a:xfrm>
            <a:off x="4798308" y="1675974"/>
            <a:ext cx="551425" cy="4708220"/>
          </a:xfrm>
          <a:prstGeom prst="rect">
            <a:avLst/>
          </a:prstGeom>
          <a:noFill/>
          <a:ln w="12700" cap="flat" cmpd="sng" algn="ctr">
            <a:solidFill>
              <a:srgbClr val="E7E6E6"/>
            </a:solidFill>
            <a:prstDash val="sysDot"/>
            <a:miter lim="800000"/>
          </a:ln>
          <a:effectLst/>
        </p:spPr>
        <p:txBody>
          <a:bodyPr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de-DE" sz="13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0" name="Rechteck 19">
            <a:extLst>
              <a:ext uri="{FF2B5EF4-FFF2-40B4-BE49-F238E27FC236}">
                <a16:creationId xmlns:a16="http://schemas.microsoft.com/office/drawing/2014/main" id="{3756800C-A4EC-347E-6205-3384E99C28E1}"/>
              </a:ext>
            </a:extLst>
          </p:cNvPr>
          <p:cNvSpPr/>
          <p:nvPr/>
        </p:nvSpPr>
        <p:spPr>
          <a:xfrm>
            <a:off x="5347896" y="1675974"/>
            <a:ext cx="551425" cy="4696134"/>
          </a:xfrm>
          <a:prstGeom prst="rect">
            <a:avLst/>
          </a:prstGeom>
          <a:noFill/>
          <a:ln w="12700" cap="flat" cmpd="sng" algn="ctr">
            <a:solidFill>
              <a:srgbClr val="E7E6E6"/>
            </a:solidFill>
            <a:prstDash val="sysDot"/>
            <a:miter lim="800000"/>
          </a:ln>
          <a:effectLst/>
        </p:spPr>
        <p:txBody>
          <a:bodyPr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de-DE" sz="13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1" name="Rechteck 20">
            <a:extLst>
              <a:ext uri="{FF2B5EF4-FFF2-40B4-BE49-F238E27FC236}">
                <a16:creationId xmlns:a16="http://schemas.microsoft.com/office/drawing/2014/main" id="{7CE8DB61-DB32-01E9-A397-43039387C6A8}"/>
              </a:ext>
            </a:extLst>
          </p:cNvPr>
          <p:cNvSpPr/>
          <p:nvPr/>
        </p:nvSpPr>
        <p:spPr>
          <a:xfrm>
            <a:off x="5902121" y="1675972"/>
            <a:ext cx="551425" cy="4701868"/>
          </a:xfrm>
          <a:prstGeom prst="rect">
            <a:avLst/>
          </a:prstGeom>
          <a:noFill/>
          <a:ln w="12700" cap="flat" cmpd="sng" algn="ctr">
            <a:solidFill>
              <a:srgbClr val="E7E6E6"/>
            </a:solidFill>
            <a:prstDash val="sysDot"/>
            <a:miter lim="800000"/>
          </a:ln>
          <a:effectLst/>
        </p:spPr>
        <p:txBody>
          <a:bodyPr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de-DE" sz="13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2" name="Rechteck 21">
            <a:extLst>
              <a:ext uri="{FF2B5EF4-FFF2-40B4-BE49-F238E27FC236}">
                <a16:creationId xmlns:a16="http://schemas.microsoft.com/office/drawing/2014/main" id="{21D43963-E4C4-E2FB-E60C-56502408165F}"/>
              </a:ext>
            </a:extLst>
          </p:cNvPr>
          <p:cNvSpPr/>
          <p:nvPr/>
        </p:nvSpPr>
        <p:spPr>
          <a:xfrm>
            <a:off x="6456347" y="1675972"/>
            <a:ext cx="551425" cy="4696136"/>
          </a:xfrm>
          <a:prstGeom prst="rect">
            <a:avLst/>
          </a:prstGeom>
          <a:noFill/>
          <a:ln w="12700" cap="flat" cmpd="sng" algn="ctr">
            <a:solidFill>
              <a:srgbClr val="E7E6E6"/>
            </a:solidFill>
            <a:prstDash val="sysDot"/>
            <a:miter lim="800000"/>
          </a:ln>
          <a:effectLst/>
        </p:spPr>
        <p:txBody>
          <a:bodyPr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de-DE" sz="13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3" name="Rechteck 22">
            <a:extLst>
              <a:ext uri="{FF2B5EF4-FFF2-40B4-BE49-F238E27FC236}">
                <a16:creationId xmlns:a16="http://schemas.microsoft.com/office/drawing/2014/main" id="{4D235A09-D4A0-E970-9233-D391968051C6}"/>
              </a:ext>
            </a:extLst>
          </p:cNvPr>
          <p:cNvSpPr/>
          <p:nvPr/>
        </p:nvSpPr>
        <p:spPr>
          <a:xfrm>
            <a:off x="7009134" y="1675971"/>
            <a:ext cx="551425" cy="4696136"/>
          </a:xfrm>
          <a:prstGeom prst="rect">
            <a:avLst/>
          </a:prstGeom>
          <a:noFill/>
          <a:ln w="12700" cap="flat" cmpd="sng" algn="ctr">
            <a:solidFill>
              <a:srgbClr val="E7E6E6"/>
            </a:solidFill>
            <a:prstDash val="sysDot"/>
            <a:miter lim="800000"/>
          </a:ln>
          <a:effectLst/>
        </p:spPr>
        <p:txBody>
          <a:bodyPr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de-DE" sz="13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4" name="Rechteck 23">
            <a:extLst>
              <a:ext uri="{FF2B5EF4-FFF2-40B4-BE49-F238E27FC236}">
                <a16:creationId xmlns:a16="http://schemas.microsoft.com/office/drawing/2014/main" id="{A8298AD8-0644-CC49-95A0-2E9FC909124D}"/>
              </a:ext>
            </a:extLst>
          </p:cNvPr>
          <p:cNvSpPr/>
          <p:nvPr/>
        </p:nvSpPr>
        <p:spPr>
          <a:xfrm>
            <a:off x="9768523" y="1675970"/>
            <a:ext cx="551425" cy="4687336"/>
          </a:xfrm>
          <a:prstGeom prst="rect">
            <a:avLst/>
          </a:prstGeom>
          <a:noFill/>
          <a:ln w="12700" cap="flat" cmpd="sng" algn="ctr">
            <a:solidFill>
              <a:srgbClr val="E7E6E6"/>
            </a:solidFill>
            <a:prstDash val="sysDot"/>
            <a:miter lim="800000"/>
          </a:ln>
          <a:effectLst/>
        </p:spPr>
        <p:txBody>
          <a:bodyPr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de-DE" sz="13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5" name="Rechteck 24">
            <a:extLst>
              <a:ext uri="{FF2B5EF4-FFF2-40B4-BE49-F238E27FC236}">
                <a16:creationId xmlns:a16="http://schemas.microsoft.com/office/drawing/2014/main" id="{92F6BAD7-3A13-767D-697C-C0F0B28E447F}"/>
              </a:ext>
            </a:extLst>
          </p:cNvPr>
          <p:cNvSpPr/>
          <p:nvPr/>
        </p:nvSpPr>
        <p:spPr>
          <a:xfrm>
            <a:off x="10322748" y="1678422"/>
            <a:ext cx="551425" cy="4693683"/>
          </a:xfrm>
          <a:prstGeom prst="rect">
            <a:avLst/>
          </a:prstGeom>
          <a:noFill/>
          <a:ln w="12700" cap="flat" cmpd="sng" algn="ctr">
            <a:solidFill>
              <a:srgbClr val="E7E6E6"/>
            </a:solidFill>
            <a:prstDash val="sysDot"/>
            <a:miter lim="800000"/>
          </a:ln>
          <a:effectLst/>
        </p:spPr>
        <p:txBody>
          <a:bodyPr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de-DE" sz="13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6" name="Rechteck 25">
            <a:extLst>
              <a:ext uri="{FF2B5EF4-FFF2-40B4-BE49-F238E27FC236}">
                <a16:creationId xmlns:a16="http://schemas.microsoft.com/office/drawing/2014/main" id="{598C9020-0012-34C0-31EB-483A8E4AD8C2}"/>
              </a:ext>
            </a:extLst>
          </p:cNvPr>
          <p:cNvSpPr/>
          <p:nvPr/>
        </p:nvSpPr>
        <p:spPr>
          <a:xfrm>
            <a:off x="10876973" y="1677802"/>
            <a:ext cx="542401" cy="4687337"/>
          </a:xfrm>
          <a:prstGeom prst="rect">
            <a:avLst/>
          </a:prstGeom>
          <a:noFill/>
          <a:ln w="12700" cap="flat" cmpd="sng" algn="ctr">
            <a:solidFill>
              <a:srgbClr val="E7E6E6"/>
            </a:solidFill>
            <a:prstDash val="sysDot"/>
            <a:miter lim="800000"/>
          </a:ln>
          <a:effectLst/>
        </p:spPr>
        <p:txBody>
          <a:bodyPr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de-DE" sz="13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7" name="Textfeld 26">
            <a:extLst>
              <a:ext uri="{FF2B5EF4-FFF2-40B4-BE49-F238E27FC236}">
                <a16:creationId xmlns:a16="http://schemas.microsoft.com/office/drawing/2014/main" id="{770FD677-0340-6517-5A24-904E547182A0}"/>
              </a:ext>
            </a:extLst>
          </p:cNvPr>
          <p:cNvSpPr txBox="1"/>
          <p:nvPr/>
        </p:nvSpPr>
        <p:spPr>
          <a:xfrm>
            <a:off x="933339" y="1307997"/>
            <a:ext cx="2203152" cy="230833"/>
          </a:xfrm>
          <a:prstGeom prst="rect">
            <a:avLst/>
          </a:prstGeom>
          <a:noFill/>
        </p:spPr>
        <p:txBody>
          <a:bodyPr wrap="square"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de-DE" sz="1050" b="0" i="0" u="none" strike="noStrike" kern="1200" cap="none" spc="0" normalizeH="0" baseline="0" noProof="0">
                <a:ln>
                  <a:noFill/>
                </a:ln>
                <a:solidFill>
                  <a:srgbClr val="171616"/>
                </a:solidFill>
                <a:effectLst/>
                <a:uLnTx/>
                <a:uFillTx/>
                <a:latin typeface="Calibri" panose="020F0502020204030204"/>
                <a:ea typeface="+mn-ea"/>
                <a:cs typeface="+mn-cs"/>
              </a:rPr>
              <a:t>Aktuell</a:t>
            </a:r>
          </a:p>
        </p:txBody>
      </p:sp>
      <p:sp>
        <p:nvSpPr>
          <p:cNvPr id="29" name="Textfeld 28">
            <a:extLst>
              <a:ext uri="{FF2B5EF4-FFF2-40B4-BE49-F238E27FC236}">
                <a16:creationId xmlns:a16="http://schemas.microsoft.com/office/drawing/2014/main" id="{DCF3F24C-81F0-6180-163D-2790EA08806C}"/>
              </a:ext>
            </a:extLst>
          </p:cNvPr>
          <p:cNvSpPr txBox="1"/>
          <p:nvPr/>
        </p:nvSpPr>
        <p:spPr>
          <a:xfrm>
            <a:off x="5349459" y="1307997"/>
            <a:ext cx="2204116" cy="230833"/>
          </a:xfrm>
          <a:prstGeom prst="rect">
            <a:avLst/>
          </a:prstGeom>
          <a:noFill/>
        </p:spPr>
        <p:txBody>
          <a:bodyPr wrap="square"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de-DE" sz="1050" b="0" i="0" u="none" strike="noStrike" kern="1200" cap="none" spc="0" normalizeH="0" baseline="0" noProof="0">
                <a:ln>
                  <a:noFill/>
                </a:ln>
                <a:solidFill>
                  <a:srgbClr val="171616"/>
                </a:solidFill>
                <a:effectLst/>
                <a:uLnTx/>
                <a:uFillTx/>
                <a:latin typeface="Calibri" panose="020F0502020204030204"/>
                <a:ea typeface="+mn-ea"/>
                <a:cs typeface="+mn-cs"/>
              </a:rPr>
              <a:t>Q1 2024</a:t>
            </a:r>
          </a:p>
        </p:txBody>
      </p:sp>
      <p:sp>
        <p:nvSpPr>
          <p:cNvPr id="30" name="Textfeld 29">
            <a:extLst>
              <a:ext uri="{FF2B5EF4-FFF2-40B4-BE49-F238E27FC236}">
                <a16:creationId xmlns:a16="http://schemas.microsoft.com/office/drawing/2014/main" id="{650AF610-A0EE-1628-1513-6774D2000C13}"/>
              </a:ext>
            </a:extLst>
          </p:cNvPr>
          <p:cNvSpPr txBox="1"/>
          <p:nvPr/>
        </p:nvSpPr>
        <p:spPr>
          <a:xfrm>
            <a:off x="9756445" y="1307997"/>
            <a:ext cx="1664106" cy="230833"/>
          </a:xfrm>
          <a:prstGeom prst="rect">
            <a:avLst/>
          </a:prstGeom>
          <a:noFill/>
        </p:spPr>
        <p:txBody>
          <a:bodyPr wrap="square"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de-DE" sz="1050" i="0" u="none" strike="noStrike" kern="1200" cap="none" spc="0" normalizeH="0" baseline="0" noProof="0">
                <a:ln>
                  <a:noFill/>
                </a:ln>
                <a:solidFill>
                  <a:srgbClr val="171616"/>
                </a:solidFill>
                <a:effectLst/>
                <a:uLnTx/>
                <a:uFillTx/>
                <a:latin typeface="Calibri" panose="020F0502020204030204"/>
                <a:ea typeface="+mn-ea"/>
                <a:cs typeface="+mn-cs"/>
              </a:rPr>
              <a:t>Q3 2024</a:t>
            </a:r>
          </a:p>
        </p:txBody>
      </p:sp>
      <p:sp>
        <p:nvSpPr>
          <p:cNvPr id="42" name="Textfeld 41">
            <a:extLst>
              <a:ext uri="{FF2B5EF4-FFF2-40B4-BE49-F238E27FC236}">
                <a16:creationId xmlns:a16="http://schemas.microsoft.com/office/drawing/2014/main" id="{D638573E-0B48-D33B-92E2-E77F5B7463E0}"/>
              </a:ext>
            </a:extLst>
          </p:cNvPr>
          <p:cNvSpPr txBox="1"/>
          <p:nvPr/>
        </p:nvSpPr>
        <p:spPr>
          <a:xfrm rot="16200000">
            <a:off x="-414564" y="5202499"/>
            <a:ext cx="2073685" cy="276999"/>
          </a:xfrm>
          <a:prstGeom prst="rect">
            <a:avLst/>
          </a:prstGeom>
          <a:noFill/>
        </p:spPr>
        <p:txBody>
          <a:bodyPr wrap="square"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a:ln>
                  <a:noFill/>
                </a:ln>
                <a:solidFill>
                  <a:srgbClr val="8C8C8C"/>
                </a:solidFill>
                <a:effectLst/>
                <a:uLnTx/>
                <a:uFillTx/>
                <a:latin typeface="Calibri" panose="020F0502020204030204"/>
                <a:ea typeface="+mn-ea"/>
                <a:cs typeface="+mn-cs"/>
              </a:rPr>
              <a:t>E, Q, P Ebene</a:t>
            </a:r>
          </a:p>
        </p:txBody>
      </p:sp>
      <p:sp>
        <p:nvSpPr>
          <p:cNvPr id="43" name="Textfeld 42">
            <a:extLst>
              <a:ext uri="{FF2B5EF4-FFF2-40B4-BE49-F238E27FC236}">
                <a16:creationId xmlns:a16="http://schemas.microsoft.com/office/drawing/2014/main" id="{6FB50750-2B43-D999-8F2D-681E921F074B}"/>
              </a:ext>
            </a:extLst>
          </p:cNvPr>
          <p:cNvSpPr txBox="1"/>
          <p:nvPr/>
        </p:nvSpPr>
        <p:spPr>
          <a:xfrm rot="16200000">
            <a:off x="-683921" y="2846122"/>
            <a:ext cx="2612402" cy="276999"/>
          </a:xfrm>
          <a:prstGeom prst="rect">
            <a:avLst/>
          </a:prstGeom>
          <a:noFill/>
        </p:spPr>
        <p:txBody>
          <a:bodyPr wrap="square"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a:ln>
                  <a:noFill/>
                </a:ln>
                <a:solidFill>
                  <a:srgbClr val="FFC000"/>
                </a:solidFill>
                <a:effectLst/>
                <a:uLnTx/>
                <a:uFillTx/>
                <a:latin typeface="Calibri" panose="020F0502020204030204"/>
                <a:ea typeface="+mn-ea"/>
                <a:cs typeface="+mn-cs"/>
              </a:rPr>
              <a:t>Sandbox</a:t>
            </a:r>
          </a:p>
        </p:txBody>
      </p:sp>
      <p:sp>
        <p:nvSpPr>
          <p:cNvPr id="106" name="Rechteck 105">
            <a:extLst>
              <a:ext uri="{FF2B5EF4-FFF2-40B4-BE49-F238E27FC236}">
                <a16:creationId xmlns:a16="http://schemas.microsoft.com/office/drawing/2014/main" id="{61F55D61-FD4E-2D8B-D7C6-8FA0FC2DB3A0}"/>
              </a:ext>
            </a:extLst>
          </p:cNvPr>
          <p:cNvSpPr/>
          <p:nvPr/>
        </p:nvSpPr>
        <p:spPr>
          <a:xfrm>
            <a:off x="7550822" y="1238968"/>
            <a:ext cx="2205799" cy="5138872"/>
          </a:xfrm>
          <a:prstGeom prst="rect">
            <a:avLst/>
          </a:prstGeom>
          <a:noFill/>
          <a:ln w="19050" cap="flat" cmpd="sng" algn="ctr">
            <a:solidFill>
              <a:srgbClr val="E7E6E6"/>
            </a:solidFill>
            <a:prstDash val="sysDash"/>
            <a:miter lim="800000"/>
          </a:ln>
          <a:effectLst/>
        </p:spPr>
        <p:txBody>
          <a:bodyPr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de-DE" sz="13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07" name="Rechteck 106">
            <a:extLst>
              <a:ext uri="{FF2B5EF4-FFF2-40B4-BE49-F238E27FC236}">
                <a16:creationId xmlns:a16="http://schemas.microsoft.com/office/drawing/2014/main" id="{B3FB9416-E89C-B231-D43F-8550A4BC5C05}"/>
              </a:ext>
            </a:extLst>
          </p:cNvPr>
          <p:cNvSpPr/>
          <p:nvPr/>
        </p:nvSpPr>
        <p:spPr>
          <a:xfrm>
            <a:off x="7550076" y="1675970"/>
            <a:ext cx="551425" cy="4696136"/>
          </a:xfrm>
          <a:prstGeom prst="rect">
            <a:avLst/>
          </a:prstGeom>
          <a:noFill/>
          <a:ln w="12700" cap="flat" cmpd="sng" algn="ctr">
            <a:solidFill>
              <a:srgbClr val="E7E6E6"/>
            </a:solidFill>
            <a:prstDash val="sysDot"/>
            <a:miter lim="800000"/>
          </a:ln>
          <a:effectLst/>
        </p:spPr>
        <p:txBody>
          <a:bodyPr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de-DE" sz="13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08" name="Rechteck 107">
            <a:extLst>
              <a:ext uri="{FF2B5EF4-FFF2-40B4-BE49-F238E27FC236}">
                <a16:creationId xmlns:a16="http://schemas.microsoft.com/office/drawing/2014/main" id="{CEFA2081-B9CF-D013-453C-46811DF40100}"/>
              </a:ext>
            </a:extLst>
          </p:cNvPr>
          <p:cNvSpPr/>
          <p:nvPr/>
        </p:nvSpPr>
        <p:spPr>
          <a:xfrm>
            <a:off x="8104301" y="1675969"/>
            <a:ext cx="551425" cy="4689169"/>
          </a:xfrm>
          <a:prstGeom prst="rect">
            <a:avLst/>
          </a:prstGeom>
          <a:noFill/>
          <a:ln w="12700" cap="flat" cmpd="sng" algn="ctr">
            <a:solidFill>
              <a:srgbClr val="E7E6E6"/>
            </a:solidFill>
            <a:prstDash val="sysDot"/>
            <a:miter lim="800000"/>
          </a:ln>
          <a:effectLst/>
        </p:spPr>
        <p:txBody>
          <a:bodyPr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de-DE" sz="13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09" name="Rechteck 108">
            <a:extLst>
              <a:ext uri="{FF2B5EF4-FFF2-40B4-BE49-F238E27FC236}">
                <a16:creationId xmlns:a16="http://schemas.microsoft.com/office/drawing/2014/main" id="{0B80AC1E-6F81-84E9-E3AB-83D26870F4E5}"/>
              </a:ext>
            </a:extLst>
          </p:cNvPr>
          <p:cNvSpPr/>
          <p:nvPr/>
        </p:nvSpPr>
        <p:spPr>
          <a:xfrm>
            <a:off x="8658527" y="1675970"/>
            <a:ext cx="551425" cy="4689170"/>
          </a:xfrm>
          <a:prstGeom prst="rect">
            <a:avLst/>
          </a:prstGeom>
          <a:noFill/>
          <a:ln w="12700" cap="flat" cmpd="sng" algn="ctr">
            <a:solidFill>
              <a:srgbClr val="E7E6E6"/>
            </a:solidFill>
            <a:prstDash val="sysDot"/>
            <a:miter lim="800000"/>
          </a:ln>
          <a:effectLst/>
        </p:spPr>
        <p:txBody>
          <a:bodyPr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de-DE" sz="13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10" name="Rechteck 109">
            <a:extLst>
              <a:ext uri="{FF2B5EF4-FFF2-40B4-BE49-F238E27FC236}">
                <a16:creationId xmlns:a16="http://schemas.microsoft.com/office/drawing/2014/main" id="{2F27B042-AF74-DFF5-601A-0B9ACA96F553}"/>
              </a:ext>
            </a:extLst>
          </p:cNvPr>
          <p:cNvSpPr/>
          <p:nvPr/>
        </p:nvSpPr>
        <p:spPr>
          <a:xfrm>
            <a:off x="9211314" y="1675970"/>
            <a:ext cx="551425" cy="4695519"/>
          </a:xfrm>
          <a:prstGeom prst="rect">
            <a:avLst/>
          </a:prstGeom>
          <a:noFill/>
          <a:ln w="12700" cap="flat" cmpd="sng" algn="ctr">
            <a:solidFill>
              <a:srgbClr val="E7E6E6"/>
            </a:solidFill>
            <a:prstDash val="sysDot"/>
            <a:miter lim="800000"/>
          </a:ln>
          <a:effectLst/>
        </p:spPr>
        <p:txBody>
          <a:bodyPr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de-DE" sz="13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11" name="Textfeld 110">
            <a:extLst>
              <a:ext uri="{FF2B5EF4-FFF2-40B4-BE49-F238E27FC236}">
                <a16:creationId xmlns:a16="http://schemas.microsoft.com/office/drawing/2014/main" id="{DC3EB7A7-23BF-8BCF-A340-5074DC1A2D54}"/>
              </a:ext>
            </a:extLst>
          </p:cNvPr>
          <p:cNvSpPr txBox="1"/>
          <p:nvPr/>
        </p:nvSpPr>
        <p:spPr>
          <a:xfrm>
            <a:off x="7549410" y="1307997"/>
            <a:ext cx="2208495" cy="230833"/>
          </a:xfrm>
          <a:prstGeom prst="rect">
            <a:avLst/>
          </a:prstGeom>
          <a:noFill/>
        </p:spPr>
        <p:txBody>
          <a:bodyPr wrap="square"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de-DE" sz="1050" b="0" i="0" u="none" strike="noStrike" kern="1200" cap="none" spc="0" normalizeH="0" baseline="0" noProof="0">
                <a:ln>
                  <a:noFill/>
                </a:ln>
                <a:solidFill>
                  <a:srgbClr val="171616"/>
                </a:solidFill>
                <a:effectLst/>
                <a:uLnTx/>
                <a:uFillTx/>
                <a:latin typeface="Calibri" panose="020F0502020204030204"/>
                <a:ea typeface="+mn-ea"/>
                <a:cs typeface="+mn-cs"/>
              </a:rPr>
              <a:t>Q2 2024</a:t>
            </a:r>
          </a:p>
        </p:txBody>
      </p:sp>
      <p:sp>
        <p:nvSpPr>
          <p:cNvPr id="145" name="OTLSHAPE_SLT_d94df98d21304712a9f5b5559aefe021_Shape">
            <a:extLst>
              <a:ext uri="{FF2B5EF4-FFF2-40B4-BE49-F238E27FC236}">
                <a16:creationId xmlns:a16="http://schemas.microsoft.com/office/drawing/2014/main" id="{4E55C286-47F3-0CC3-69C8-32B827AAC26E}"/>
              </a:ext>
            </a:extLst>
          </p:cNvPr>
          <p:cNvSpPr/>
          <p:nvPr>
            <p:custDataLst>
              <p:tags r:id="rId1"/>
            </p:custDataLst>
          </p:nvPr>
        </p:nvSpPr>
        <p:spPr>
          <a:xfrm>
            <a:off x="423845" y="6567519"/>
            <a:ext cx="1080000" cy="129078"/>
          </a:xfrm>
          <a:prstGeom prst="snip2DiagRect">
            <a:avLst>
              <a:gd name="adj1" fmla="val 100000"/>
              <a:gd name="adj2" fmla="val 16667"/>
            </a:avLst>
          </a:prstGeom>
          <a:solidFill>
            <a:srgbClr val="FFC000"/>
          </a:solidFill>
          <a:ln w="19050" cap="flat" cmpd="sng" algn="ctr">
            <a:solidFill>
              <a:sysClr val="window" lastClr="FFFFFF"/>
            </a:solidFill>
            <a:prstDash val="solid"/>
            <a:miter lim="800000"/>
          </a:ln>
          <a:effectLst/>
        </p:spPr>
        <p:txBody>
          <a:bodyPr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de-DE" sz="750" b="0" i="0" u="none" strike="noStrike" kern="0" cap="none" spc="0" normalizeH="0" baseline="0" noProof="0">
                <a:ln>
                  <a:noFill/>
                </a:ln>
                <a:effectLst/>
                <a:uLnTx/>
                <a:uFillTx/>
                <a:latin typeface="Calibri" panose="020F0502020204030204"/>
                <a:ea typeface="+mn-ea"/>
                <a:cs typeface="+mn-cs"/>
              </a:rPr>
              <a:t>Implementierung</a:t>
            </a:r>
          </a:p>
        </p:txBody>
      </p:sp>
      <p:sp>
        <p:nvSpPr>
          <p:cNvPr id="32" name="Textfeld 31">
            <a:extLst>
              <a:ext uri="{FF2B5EF4-FFF2-40B4-BE49-F238E27FC236}">
                <a16:creationId xmlns:a16="http://schemas.microsoft.com/office/drawing/2014/main" id="{A9D9127B-059C-649C-3C70-4570AE7BF4A8}"/>
              </a:ext>
            </a:extLst>
          </p:cNvPr>
          <p:cNvSpPr txBox="1"/>
          <p:nvPr/>
        </p:nvSpPr>
        <p:spPr>
          <a:xfrm>
            <a:off x="3157398" y="1307997"/>
            <a:ext cx="2182244" cy="230833"/>
          </a:xfrm>
          <a:prstGeom prst="rect">
            <a:avLst/>
          </a:prstGeom>
          <a:noFill/>
        </p:spPr>
        <p:txBody>
          <a:bodyPr wrap="square"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de-DE" sz="1050" b="0" i="0" u="none" strike="noStrike" kern="1200" cap="none" spc="0" normalizeH="0" baseline="0" noProof="0">
                <a:ln>
                  <a:noFill/>
                </a:ln>
                <a:solidFill>
                  <a:srgbClr val="171616"/>
                </a:solidFill>
                <a:effectLst/>
                <a:uLnTx/>
                <a:uFillTx/>
                <a:latin typeface="Calibri" panose="020F0502020204030204"/>
                <a:ea typeface="+mn-ea"/>
                <a:cs typeface="+mn-cs"/>
              </a:rPr>
              <a:t>Q4 2023</a:t>
            </a:r>
          </a:p>
        </p:txBody>
      </p:sp>
      <p:sp>
        <p:nvSpPr>
          <p:cNvPr id="69" name="Rechteck 68">
            <a:extLst>
              <a:ext uri="{FF2B5EF4-FFF2-40B4-BE49-F238E27FC236}">
                <a16:creationId xmlns:a16="http://schemas.microsoft.com/office/drawing/2014/main" id="{44432D50-DF16-2942-6BE8-1C684C7A8443}"/>
              </a:ext>
            </a:extLst>
          </p:cNvPr>
          <p:cNvSpPr/>
          <p:nvPr/>
        </p:nvSpPr>
        <p:spPr>
          <a:xfrm>
            <a:off x="933338" y="1542543"/>
            <a:ext cx="10486035" cy="136506"/>
          </a:xfrm>
          <a:prstGeom prst="rect">
            <a:avLst/>
          </a:prstGeom>
          <a:solidFill>
            <a:srgbClr val="4454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nvGrpSpPr>
          <p:cNvPr id="86" name="Gruppieren 85">
            <a:extLst>
              <a:ext uri="{FF2B5EF4-FFF2-40B4-BE49-F238E27FC236}">
                <a16:creationId xmlns:a16="http://schemas.microsoft.com/office/drawing/2014/main" id="{812DC479-D108-A39D-513F-24D53377645F}"/>
              </a:ext>
            </a:extLst>
          </p:cNvPr>
          <p:cNvGrpSpPr/>
          <p:nvPr/>
        </p:nvGrpSpPr>
        <p:grpSpPr>
          <a:xfrm>
            <a:off x="1557865" y="6506109"/>
            <a:ext cx="1166582" cy="230832"/>
            <a:chOff x="6646501" y="6506109"/>
            <a:chExt cx="1166582" cy="230832"/>
          </a:xfrm>
        </p:grpSpPr>
        <p:sp>
          <p:nvSpPr>
            <p:cNvPr id="77" name="Freihandform: Form 76">
              <a:extLst>
                <a:ext uri="{FF2B5EF4-FFF2-40B4-BE49-F238E27FC236}">
                  <a16:creationId xmlns:a16="http://schemas.microsoft.com/office/drawing/2014/main" id="{46AD3086-09FF-141D-AA25-0339C00DADE8}"/>
                </a:ext>
              </a:extLst>
            </p:cNvPr>
            <p:cNvSpPr>
              <a:spLocks noChangeAspect="1"/>
            </p:cNvSpPr>
            <p:nvPr/>
          </p:nvSpPr>
          <p:spPr>
            <a:xfrm>
              <a:off x="6646501" y="6529387"/>
              <a:ext cx="171116" cy="170735"/>
            </a:xfrm>
            <a:custGeom>
              <a:avLst/>
              <a:gdLst>
                <a:gd name="connsiteX0" fmla="*/ 222663 w 228155"/>
                <a:gd name="connsiteY0" fmla="*/ 100965 h 227647"/>
                <a:gd name="connsiteX1" fmla="*/ 227425 w 228155"/>
                <a:gd name="connsiteY1" fmla="*/ 83820 h 227647"/>
                <a:gd name="connsiteX2" fmla="*/ 213138 w 228155"/>
                <a:gd name="connsiteY2" fmla="*/ 73342 h 227647"/>
                <a:gd name="connsiteX3" fmla="*/ 160750 w 228155"/>
                <a:gd name="connsiteY3" fmla="*/ 73342 h 227647"/>
                <a:gd name="connsiteX4" fmla="*/ 146463 w 228155"/>
                <a:gd name="connsiteY4" fmla="*/ 62865 h 227647"/>
                <a:gd name="connsiteX5" fmla="*/ 129317 w 228155"/>
                <a:gd name="connsiteY5" fmla="*/ 11430 h 227647"/>
                <a:gd name="connsiteX6" fmla="*/ 114078 w 228155"/>
                <a:gd name="connsiteY6" fmla="*/ 0 h 227647"/>
                <a:gd name="connsiteX7" fmla="*/ 98838 w 228155"/>
                <a:gd name="connsiteY7" fmla="*/ 10477 h 227647"/>
                <a:gd name="connsiteX8" fmla="*/ 81692 w 228155"/>
                <a:gd name="connsiteY8" fmla="*/ 61913 h 227647"/>
                <a:gd name="connsiteX9" fmla="*/ 67405 w 228155"/>
                <a:gd name="connsiteY9" fmla="*/ 72390 h 227647"/>
                <a:gd name="connsiteX10" fmla="*/ 15017 w 228155"/>
                <a:gd name="connsiteY10" fmla="*/ 72390 h 227647"/>
                <a:gd name="connsiteX11" fmla="*/ 730 w 228155"/>
                <a:gd name="connsiteY11" fmla="*/ 82867 h 227647"/>
                <a:gd name="connsiteX12" fmla="*/ 5492 w 228155"/>
                <a:gd name="connsiteY12" fmla="*/ 100013 h 227647"/>
                <a:gd name="connsiteX13" fmla="*/ 23590 w 228155"/>
                <a:gd name="connsiteY13" fmla="*/ 116205 h 227647"/>
                <a:gd name="connsiteX14" fmla="*/ 46450 w 228155"/>
                <a:gd name="connsiteY14" fmla="*/ 137160 h 227647"/>
                <a:gd name="connsiteX15" fmla="*/ 51213 w 228155"/>
                <a:gd name="connsiteY15" fmla="*/ 144780 h 227647"/>
                <a:gd name="connsiteX16" fmla="*/ 51213 w 228155"/>
                <a:gd name="connsiteY16" fmla="*/ 153352 h 227647"/>
                <a:gd name="connsiteX17" fmla="*/ 35020 w 228155"/>
                <a:gd name="connsiteY17" fmla="*/ 207645 h 227647"/>
                <a:gd name="connsiteX18" fmla="*/ 40735 w 228155"/>
                <a:gd name="connsiteY18" fmla="*/ 224790 h 227647"/>
                <a:gd name="connsiteX19" fmla="*/ 58833 w 228155"/>
                <a:gd name="connsiteY19" fmla="*/ 224790 h 227647"/>
                <a:gd name="connsiteX20" fmla="*/ 104553 w 228155"/>
                <a:gd name="connsiteY20" fmla="*/ 192405 h 227647"/>
                <a:gd name="connsiteX21" fmla="*/ 122650 w 228155"/>
                <a:gd name="connsiteY21" fmla="*/ 192405 h 227647"/>
                <a:gd name="connsiteX22" fmla="*/ 168370 w 228155"/>
                <a:gd name="connsiteY22" fmla="*/ 224790 h 227647"/>
                <a:gd name="connsiteX23" fmla="*/ 186467 w 228155"/>
                <a:gd name="connsiteY23" fmla="*/ 224790 h 227647"/>
                <a:gd name="connsiteX24" fmla="*/ 192183 w 228155"/>
                <a:gd name="connsiteY24" fmla="*/ 207645 h 227647"/>
                <a:gd name="connsiteX25" fmla="*/ 175990 w 228155"/>
                <a:gd name="connsiteY25" fmla="*/ 153352 h 227647"/>
                <a:gd name="connsiteX26" fmla="*/ 180753 w 228155"/>
                <a:gd name="connsiteY26" fmla="*/ 137160 h 227647"/>
                <a:gd name="connsiteX27" fmla="*/ 222663 w 228155"/>
                <a:gd name="connsiteY27" fmla="*/ 100965 h 227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28155" h="227647">
                  <a:moveTo>
                    <a:pt x="222663" y="100965"/>
                  </a:moveTo>
                  <a:cubicBezTo>
                    <a:pt x="227425" y="96202"/>
                    <a:pt x="229330" y="89535"/>
                    <a:pt x="227425" y="83820"/>
                  </a:cubicBezTo>
                  <a:cubicBezTo>
                    <a:pt x="225520" y="78105"/>
                    <a:pt x="218853" y="73342"/>
                    <a:pt x="213138" y="73342"/>
                  </a:cubicBezTo>
                  <a:lnTo>
                    <a:pt x="160750" y="73342"/>
                  </a:lnTo>
                  <a:cubicBezTo>
                    <a:pt x="154083" y="73342"/>
                    <a:pt x="148367" y="68580"/>
                    <a:pt x="146463" y="62865"/>
                  </a:cubicBezTo>
                  <a:lnTo>
                    <a:pt x="129317" y="11430"/>
                  </a:lnTo>
                  <a:cubicBezTo>
                    <a:pt x="126460" y="4763"/>
                    <a:pt x="120745" y="0"/>
                    <a:pt x="114078" y="0"/>
                  </a:cubicBezTo>
                  <a:cubicBezTo>
                    <a:pt x="107410" y="0"/>
                    <a:pt x="101695" y="4763"/>
                    <a:pt x="98838" y="10477"/>
                  </a:cubicBezTo>
                  <a:lnTo>
                    <a:pt x="81692" y="61913"/>
                  </a:lnTo>
                  <a:cubicBezTo>
                    <a:pt x="79788" y="68580"/>
                    <a:pt x="74073" y="72390"/>
                    <a:pt x="67405" y="72390"/>
                  </a:cubicBezTo>
                  <a:lnTo>
                    <a:pt x="15017" y="72390"/>
                  </a:lnTo>
                  <a:cubicBezTo>
                    <a:pt x="8350" y="72390"/>
                    <a:pt x="2635" y="76200"/>
                    <a:pt x="730" y="82867"/>
                  </a:cubicBezTo>
                  <a:cubicBezTo>
                    <a:pt x="-1175" y="88583"/>
                    <a:pt x="730" y="96202"/>
                    <a:pt x="5492" y="100013"/>
                  </a:cubicBezTo>
                  <a:lnTo>
                    <a:pt x="23590" y="116205"/>
                  </a:lnTo>
                  <a:lnTo>
                    <a:pt x="46450" y="137160"/>
                  </a:lnTo>
                  <a:cubicBezTo>
                    <a:pt x="48355" y="139065"/>
                    <a:pt x="50260" y="141923"/>
                    <a:pt x="51213" y="144780"/>
                  </a:cubicBezTo>
                  <a:cubicBezTo>
                    <a:pt x="52165" y="147638"/>
                    <a:pt x="52165" y="150495"/>
                    <a:pt x="51213" y="153352"/>
                  </a:cubicBezTo>
                  <a:lnTo>
                    <a:pt x="35020" y="207645"/>
                  </a:lnTo>
                  <a:cubicBezTo>
                    <a:pt x="33115" y="214313"/>
                    <a:pt x="35020" y="220980"/>
                    <a:pt x="40735" y="224790"/>
                  </a:cubicBezTo>
                  <a:cubicBezTo>
                    <a:pt x="46450" y="228600"/>
                    <a:pt x="53117" y="228600"/>
                    <a:pt x="58833" y="224790"/>
                  </a:cubicBezTo>
                  <a:lnTo>
                    <a:pt x="104553" y="192405"/>
                  </a:lnTo>
                  <a:cubicBezTo>
                    <a:pt x="110267" y="188595"/>
                    <a:pt x="116935" y="188595"/>
                    <a:pt x="122650" y="192405"/>
                  </a:cubicBezTo>
                  <a:lnTo>
                    <a:pt x="168370" y="224790"/>
                  </a:lnTo>
                  <a:cubicBezTo>
                    <a:pt x="174085" y="228600"/>
                    <a:pt x="180753" y="228600"/>
                    <a:pt x="186467" y="224790"/>
                  </a:cubicBezTo>
                  <a:cubicBezTo>
                    <a:pt x="192183" y="220980"/>
                    <a:pt x="194088" y="213360"/>
                    <a:pt x="192183" y="207645"/>
                  </a:cubicBezTo>
                  <a:lnTo>
                    <a:pt x="175990" y="153352"/>
                  </a:lnTo>
                  <a:cubicBezTo>
                    <a:pt x="174085" y="147638"/>
                    <a:pt x="175990" y="140970"/>
                    <a:pt x="180753" y="137160"/>
                  </a:cubicBezTo>
                  <a:lnTo>
                    <a:pt x="222663" y="100965"/>
                  </a:lnTo>
                  <a:close/>
                </a:path>
              </a:pathLst>
            </a:custGeom>
            <a:solidFill>
              <a:srgbClr val="4472C4"/>
            </a:solidFill>
            <a:ln w="9525" cap="flat">
              <a:solidFill>
                <a:schemeClr val="bg1"/>
              </a:solidFill>
              <a:prstDash val="solid"/>
              <a:miter/>
            </a:ln>
          </p:spPr>
          <p:txBody>
            <a:bodyPr rtlCol="0" anchor="ctr"/>
            <a:lstStyle/>
            <a:p>
              <a:endParaRPr lang="de-DE"/>
            </a:p>
          </p:txBody>
        </p:sp>
        <p:sp>
          <p:nvSpPr>
            <p:cNvPr id="79" name="Textfeld 78">
              <a:extLst>
                <a:ext uri="{FF2B5EF4-FFF2-40B4-BE49-F238E27FC236}">
                  <a16:creationId xmlns:a16="http://schemas.microsoft.com/office/drawing/2014/main" id="{4BF70CD5-894B-0AA9-1FD6-F4983D8691C3}"/>
                </a:ext>
              </a:extLst>
            </p:cNvPr>
            <p:cNvSpPr txBox="1"/>
            <p:nvPr/>
          </p:nvSpPr>
          <p:spPr>
            <a:xfrm>
              <a:off x="6757708" y="6506109"/>
              <a:ext cx="1055375" cy="230832"/>
            </a:xfrm>
            <a:prstGeom prst="rect">
              <a:avLst/>
            </a:prstGeom>
            <a:noFill/>
          </p:spPr>
          <p:txBody>
            <a:bodyPr wrap="square" rtlCol="0">
              <a:spAutoFit/>
            </a:bodyPr>
            <a:lstStyle/>
            <a:p>
              <a:r>
                <a:rPr lang="de-DE" sz="900" err="1"/>
                <a:t>Prio</a:t>
              </a:r>
              <a:r>
                <a:rPr lang="de-DE" sz="900"/>
                <a:t>. 1</a:t>
              </a:r>
            </a:p>
          </p:txBody>
        </p:sp>
      </p:grpSp>
      <p:grpSp>
        <p:nvGrpSpPr>
          <p:cNvPr id="94" name="Gruppieren 93">
            <a:extLst>
              <a:ext uri="{FF2B5EF4-FFF2-40B4-BE49-F238E27FC236}">
                <a16:creationId xmlns:a16="http://schemas.microsoft.com/office/drawing/2014/main" id="{83562A02-84FC-56F9-63C9-BD59816774AA}"/>
              </a:ext>
            </a:extLst>
          </p:cNvPr>
          <p:cNvGrpSpPr/>
          <p:nvPr/>
        </p:nvGrpSpPr>
        <p:grpSpPr>
          <a:xfrm>
            <a:off x="853390" y="5364112"/>
            <a:ext cx="1972923" cy="476436"/>
            <a:chOff x="4198549" y="4128731"/>
            <a:chExt cx="437063" cy="476436"/>
          </a:xfrm>
        </p:grpSpPr>
        <p:sp>
          <p:nvSpPr>
            <p:cNvPr id="95" name="OTLSHAPE_SLT_d94df98d21304712a9f5b5559aefe021_Shape">
              <a:extLst>
                <a:ext uri="{FF2B5EF4-FFF2-40B4-BE49-F238E27FC236}">
                  <a16:creationId xmlns:a16="http://schemas.microsoft.com/office/drawing/2014/main" id="{EBC3A866-50D4-C2EF-C56E-8B4454E2BD49}"/>
                </a:ext>
              </a:extLst>
            </p:cNvPr>
            <p:cNvSpPr/>
            <p:nvPr>
              <p:custDataLst>
                <p:tags r:id="rId18"/>
              </p:custDataLst>
            </p:nvPr>
          </p:nvSpPr>
          <p:spPr>
            <a:xfrm>
              <a:off x="4242181" y="4128731"/>
              <a:ext cx="393431" cy="252000"/>
            </a:xfrm>
            <a:prstGeom prst="snip2DiagRect">
              <a:avLst>
                <a:gd name="adj1" fmla="val 100000"/>
                <a:gd name="adj2" fmla="val 16667"/>
              </a:avLst>
            </a:prstGeom>
            <a:solidFill>
              <a:srgbClr val="FFC000"/>
            </a:solidFill>
            <a:ln w="19050" cap="flat" cmpd="sng" algn="ctr">
              <a:solidFill>
                <a:sysClr val="window" lastClr="FFFFFF"/>
              </a:solidFill>
              <a:prstDash val="solid"/>
              <a:miter lim="800000"/>
            </a:ln>
            <a:effectLst/>
          </p:spPr>
          <p:txBody>
            <a:bodyPr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de-DE" sz="800" b="0" i="0" u="none" strike="noStrike" kern="0" cap="none" spc="0" normalizeH="0" baseline="0" noProof="0">
                <a:ln>
                  <a:noFill/>
                </a:ln>
                <a:effectLst/>
                <a:uLnTx/>
                <a:uFillTx/>
                <a:latin typeface="Calibri" panose="020F0502020204030204"/>
                <a:ea typeface="+mn-ea"/>
                <a:cs typeface="+mn-cs"/>
              </a:endParaRPr>
            </a:p>
          </p:txBody>
        </p:sp>
        <p:sp>
          <p:nvSpPr>
            <p:cNvPr id="97" name="Textfeld 96">
              <a:extLst>
                <a:ext uri="{FF2B5EF4-FFF2-40B4-BE49-F238E27FC236}">
                  <a16:creationId xmlns:a16="http://schemas.microsoft.com/office/drawing/2014/main" id="{4649CD6C-475D-9A75-FF0B-CFD8A1E4969D}"/>
                </a:ext>
              </a:extLst>
            </p:cNvPr>
            <p:cNvSpPr txBox="1"/>
            <p:nvPr/>
          </p:nvSpPr>
          <p:spPr>
            <a:xfrm>
              <a:off x="4198549" y="4374335"/>
              <a:ext cx="435930" cy="230832"/>
            </a:xfrm>
            <a:prstGeom prst="rect">
              <a:avLst/>
            </a:prstGeom>
            <a:noFill/>
          </p:spPr>
          <p:txBody>
            <a:bodyPr wrap="square" rtlCol="0">
              <a:spAutoFit/>
            </a:bodyPr>
            <a:lstStyle/>
            <a:p>
              <a:pPr marL="0" marR="0" lvl="0" indent="0" defTabSz="685800" rtl="0" eaLnBrk="1" fontAlgn="auto" latinLnBrk="0" hangingPunct="1">
                <a:lnSpc>
                  <a:spcPct val="100000"/>
                </a:lnSpc>
                <a:spcBef>
                  <a:spcPts val="0"/>
                </a:spcBef>
                <a:spcAft>
                  <a:spcPts val="0"/>
                </a:spcAft>
                <a:buClrTx/>
                <a:buSzTx/>
                <a:buFontTx/>
                <a:buNone/>
                <a:tabLst/>
                <a:defRPr/>
              </a:pPr>
              <a:r>
                <a:rPr kumimoji="0" lang="de-DE" sz="900" b="0" i="0" u="none" strike="noStrike" kern="0" cap="none" spc="0" normalizeH="0" baseline="0" noProof="0">
                  <a:ln>
                    <a:noFill/>
                  </a:ln>
                  <a:effectLst/>
                  <a:uLnTx/>
                  <a:uFillTx/>
                  <a:latin typeface="Calibri" panose="020F0502020204030204"/>
                  <a:ea typeface="+mn-ea"/>
                  <a:cs typeface="+mn-cs"/>
                </a:rPr>
                <a:t>HANA Code Clean</a:t>
              </a:r>
            </a:p>
          </p:txBody>
        </p:sp>
      </p:grpSp>
      <p:grpSp>
        <p:nvGrpSpPr>
          <p:cNvPr id="40" name="Gruppieren 39">
            <a:extLst>
              <a:ext uri="{FF2B5EF4-FFF2-40B4-BE49-F238E27FC236}">
                <a16:creationId xmlns:a16="http://schemas.microsoft.com/office/drawing/2014/main" id="{8C6CCD54-1414-1B35-4682-785E1764B352}"/>
              </a:ext>
            </a:extLst>
          </p:cNvPr>
          <p:cNvGrpSpPr/>
          <p:nvPr/>
        </p:nvGrpSpPr>
        <p:grpSpPr>
          <a:xfrm>
            <a:off x="3115206" y="4884427"/>
            <a:ext cx="1080099" cy="476436"/>
            <a:chOff x="4198549" y="4128731"/>
            <a:chExt cx="655235" cy="476436"/>
          </a:xfrm>
        </p:grpSpPr>
        <p:sp>
          <p:nvSpPr>
            <p:cNvPr id="59" name="OTLSHAPE_SLT_d94df98d21304712a9f5b5559aefe021_Shape">
              <a:extLst>
                <a:ext uri="{FF2B5EF4-FFF2-40B4-BE49-F238E27FC236}">
                  <a16:creationId xmlns:a16="http://schemas.microsoft.com/office/drawing/2014/main" id="{FFE60941-0305-55BF-27FA-4C8C7CFC81EF}"/>
                </a:ext>
              </a:extLst>
            </p:cNvPr>
            <p:cNvSpPr/>
            <p:nvPr>
              <p:custDataLst>
                <p:tags r:id="rId17"/>
              </p:custDataLst>
            </p:nvPr>
          </p:nvSpPr>
          <p:spPr>
            <a:xfrm>
              <a:off x="4242181" y="4128731"/>
              <a:ext cx="585430" cy="252000"/>
            </a:xfrm>
            <a:prstGeom prst="snip2DiagRect">
              <a:avLst>
                <a:gd name="adj1" fmla="val 100000"/>
                <a:gd name="adj2" fmla="val 16667"/>
              </a:avLst>
            </a:prstGeom>
            <a:solidFill>
              <a:srgbClr val="FFC000"/>
            </a:solidFill>
            <a:ln w="19050" cap="flat" cmpd="sng" algn="ctr">
              <a:solidFill>
                <a:sysClr val="window" lastClr="FFFFFF"/>
              </a:solidFill>
              <a:prstDash val="solid"/>
              <a:miter lim="800000"/>
            </a:ln>
            <a:effectLst/>
          </p:spPr>
          <p:txBody>
            <a:bodyPr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de-DE" sz="800" b="0" i="0" u="none" strike="noStrike" kern="0" cap="none" spc="0" normalizeH="0" baseline="0" noProof="0">
                <a:ln>
                  <a:noFill/>
                </a:ln>
                <a:effectLst/>
                <a:uLnTx/>
                <a:uFillTx/>
                <a:latin typeface="Calibri" panose="020F0502020204030204"/>
                <a:ea typeface="+mn-ea"/>
                <a:cs typeface="+mn-cs"/>
              </a:endParaRPr>
            </a:p>
          </p:txBody>
        </p:sp>
        <p:sp>
          <p:nvSpPr>
            <p:cNvPr id="60" name="Textfeld 59">
              <a:extLst>
                <a:ext uri="{FF2B5EF4-FFF2-40B4-BE49-F238E27FC236}">
                  <a16:creationId xmlns:a16="http://schemas.microsoft.com/office/drawing/2014/main" id="{2C5F437E-6E60-B3C4-4C72-F6D295437B1F}"/>
                </a:ext>
              </a:extLst>
            </p:cNvPr>
            <p:cNvSpPr txBox="1"/>
            <p:nvPr/>
          </p:nvSpPr>
          <p:spPr>
            <a:xfrm>
              <a:off x="4198549" y="4374335"/>
              <a:ext cx="655235" cy="230832"/>
            </a:xfrm>
            <a:prstGeom prst="rect">
              <a:avLst/>
            </a:prstGeom>
            <a:noFill/>
          </p:spPr>
          <p:txBody>
            <a:bodyPr wrap="square" rtlCol="0">
              <a:spAutoFit/>
            </a:bodyPr>
            <a:lstStyle/>
            <a:p>
              <a:pPr marL="0" marR="0" lvl="0" indent="0" defTabSz="685800" rtl="0" eaLnBrk="1" fontAlgn="auto" latinLnBrk="0" hangingPunct="1">
                <a:lnSpc>
                  <a:spcPct val="100000"/>
                </a:lnSpc>
                <a:spcBef>
                  <a:spcPts val="0"/>
                </a:spcBef>
                <a:spcAft>
                  <a:spcPts val="0"/>
                </a:spcAft>
                <a:buClrTx/>
                <a:buSzTx/>
                <a:buFontTx/>
                <a:buNone/>
                <a:tabLst/>
                <a:defRPr/>
              </a:pPr>
              <a:r>
                <a:rPr kumimoji="0" lang="de-DE" sz="900" b="0" i="0" u="none" strike="noStrike" kern="0" cap="none" spc="0" normalizeH="0" baseline="0" noProof="0" err="1">
                  <a:ln>
                    <a:noFill/>
                  </a:ln>
                  <a:effectLst/>
                  <a:uLnTx/>
                  <a:uFillTx/>
                  <a:latin typeface="Calibri" panose="020F0502020204030204"/>
                  <a:ea typeface="+mn-ea"/>
                  <a:cs typeface="+mn-cs"/>
                </a:rPr>
                <a:t>AddOns</a:t>
              </a:r>
              <a:r>
                <a:rPr kumimoji="0" lang="de-DE" sz="900" b="0" i="0" u="none" strike="noStrike" kern="0" cap="none" spc="0" normalizeH="0" baseline="0" noProof="0">
                  <a:ln>
                    <a:noFill/>
                  </a:ln>
                  <a:effectLst/>
                  <a:uLnTx/>
                  <a:uFillTx/>
                  <a:latin typeface="Calibri" panose="020F0502020204030204"/>
                  <a:ea typeface="+mn-ea"/>
                  <a:cs typeface="+mn-cs"/>
                </a:rPr>
                <a:t> Hana &amp; H4S4 Ready</a:t>
              </a:r>
            </a:p>
          </p:txBody>
        </p:sp>
      </p:grpSp>
      <p:grpSp>
        <p:nvGrpSpPr>
          <p:cNvPr id="61" name="Gruppieren 60">
            <a:extLst>
              <a:ext uri="{FF2B5EF4-FFF2-40B4-BE49-F238E27FC236}">
                <a16:creationId xmlns:a16="http://schemas.microsoft.com/office/drawing/2014/main" id="{959A7EB3-CB28-01D8-B9AD-1309282F0198}"/>
              </a:ext>
            </a:extLst>
          </p:cNvPr>
          <p:cNvGrpSpPr/>
          <p:nvPr/>
        </p:nvGrpSpPr>
        <p:grpSpPr>
          <a:xfrm>
            <a:off x="1736604" y="5873261"/>
            <a:ext cx="2005545" cy="614936"/>
            <a:chOff x="4198549" y="4128731"/>
            <a:chExt cx="655235" cy="614936"/>
          </a:xfrm>
        </p:grpSpPr>
        <p:sp>
          <p:nvSpPr>
            <p:cNvPr id="62" name="OTLSHAPE_SLT_d94df98d21304712a9f5b5559aefe021_Shape">
              <a:extLst>
                <a:ext uri="{FF2B5EF4-FFF2-40B4-BE49-F238E27FC236}">
                  <a16:creationId xmlns:a16="http://schemas.microsoft.com/office/drawing/2014/main" id="{E3B30876-782D-6A73-F356-F6D15C32412D}"/>
                </a:ext>
              </a:extLst>
            </p:cNvPr>
            <p:cNvSpPr/>
            <p:nvPr>
              <p:custDataLst>
                <p:tags r:id="rId16"/>
              </p:custDataLst>
            </p:nvPr>
          </p:nvSpPr>
          <p:spPr>
            <a:xfrm>
              <a:off x="4242181" y="4128731"/>
              <a:ext cx="585430" cy="252000"/>
            </a:xfrm>
            <a:prstGeom prst="snip2DiagRect">
              <a:avLst>
                <a:gd name="adj1" fmla="val 100000"/>
                <a:gd name="adj2" fmla="val 16667"/>
              </a:avLst>
            </a:prstGeom>
            <a:solidFill>
              <a:srgbClr val="FFC000"/>
            </a:solidFill>
            <a:ln w="19050" cap="flat" cmpd="sng" algn="ctr">
              <a:solidFill>
                <a:sysClr val="window" lastClr="FFFFFF"/>
              </a:solidFill>
              <a:prstDash val="solid"/>
              <a:miter lim="800000"/>
            </a:ln>
            <a:effectLst/>
          </p:spPr>
          <p:txBody>
            <a:bodyPr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de-DE" sz="800" b="0" i="0" u="none" strike="noStrike" kern="0" cap="none" spc="0" normalizeH="0" baseline="0" noProof="0">
                <a:ln>
                  <a:noFill/>
                </a:ln>
                <a:effectLst/>
                <a:uLnTx/>
                <a:uFillTx/>
                <a:latin typeface="Calibri" panose="020F0502020204030204"/>
                <a:ea typeface="+mn-ea"/>
                <a:cs typeface="+mn-cs"/>
              </a:endParaRPr>
            </a:p>
          </p:txBody>
        </p:sp>
        <p:sp>
          <p:nvSpPr>
            <p:cNvPr id="63" name="Textfeld 62">
              <a:extLst>
                <a:ext uri="{FF2B5EF4-FFF2-40B4-BE49-F238E27FC236}">
                  <a16:creationId xmlns:a16="http://schemas.microsoft.com/office/drawing/2014/main" id="{788AB10E-1511-2892-905D-2D2E4C25A3B2}"/>
                </a:ext>
              </a:extLst>
            </p:cNvPr>
            <p:cNvSpPr txBox="1"/>
            <p:nvPr/>
          </p:nvSpPr>
          <p:spPr>
            <a:xfrm>
              <a:off x="4198549" y="4374335"/>
              <a:ext cx="655235" cy="369332"/>
            </a:xfrm>
            <a:prstGeom prst="rect">
              <a:avLst/>
            </a:prstGeom>
            <a:noFill/>
          </p:spPr>
          <p:txBody>
            <a:bodyPr wrap="square" rtlCol="0">
              <a:spAutoFit/>
            </a:bodyPr>
            <a:lstStyle/>
            <a:p>
              <a:pPr marL="0" marR="0" lvl="0" indent="0" defTabSz="685800" rtl="0" eaLnBrk="1" fontAlgn="auto" latinLnBrk="0" hangingPunct="1">
                <a:lnSpc>
                  <a:spcPct val="100000"/>
                </a:lnSpc>
                <a:spcBef>
                  <a:spcPts val="0"/>
                </a:spcBef>
                <a:spcAft>
                  <a:spcPts val="0"/>
                </a:spcAft>
                <a:buClrTx/>
                <a:buSzTx/>
                <a:buFontTx/>
                <a:buNone/>
                <a:tabLst/>
                <a:defRPr/>
              </a:pPr>
              <a:r>
                <a:rPr kumimoji="0" lang="de-DE" sz="900" b="0" i="0" u="none" strike="noStrike" kern="0" cap="none" spc="0" normalizeH="0" baseline="0" noProof="0">
                  <a:ln>
                    <a:noFill/>
                  </a:ln>
                  <a:effectLst/>
                  <a:uLnTx/>
                  <a:uFillTx/>
                  <a:latin typeface="Calibri" panose="020F0502020204030204"/>
                  <a:ea typeface="+mn-ea"/>
                  <a:cs typeface="+mn-cs"/>
                </a:rPr>
                <a:t>Unicode Voranalyse &amp; Umsetzung</a:t>
              </a:r>
            </a:p>
          </p:txBody>
        </p:sp>
      </p:grpSp>
      <p:grpSp>
        <p:nvGrpSpPr>
          <p:cNvPr id="64" name="Gruppieren 63">
            <a:extLst>
              <a:ext uri="{FF2B5EF4-FFF2-40B4-BE49-F238E27FC236}">
                <a16:creationId xmlns:a16="http://schemas.microsoft.com/office/drawing/2014/main" id="{C98DD906-1F6A-770C-A559-556959E00D6E}"/>
              </a:ext>
            </a:extLst>
          </p:cNvPr>
          <p:cNvGrpSpPr/>
          <p:nvPr/>
        </p:nvGrpSpPr>
        <p:grpSpPr>
          <a:xfrm>
            <a:off x="3818606" y="5569117"/>
            <a:ext cx="1353146" cy="476436"/>
            <a:chOff x="4198549" y="4128731"/>
            <a:chExt cx="655235" cy="476436"/>
          </a:xfrm>
        </p:grpSpPr>
        <p:sp>
          <p:nvSpPr>
            <p:cNvPr id="70" name="OTLSHAPE_SLT_d94df98d21304712a9f5b5559aefe021_Shape">
              <a:extLst>
                <a:ext uri="{FF2B5EF4-FFF2-40B4-BE49-F238E27FC236}">
                  <a16:creationId xmlns:a16="http://schemas.microsoft.com/office/drawing/2014/main" id="{DD689A28-60F5-01CF-0148-AB81189B08C3}"/>
                </a:ext>
              </a:extLst>
            </p:cNvPr>
            <p:cNvSpPr/>
            <p:nvPr>
              <p:custDataLst>
                <p:tags r:id="rId15"/>
              </p:custDataLst>
            </p:nvPr>
          </p:nvSpPr>
          <p:spPr>
            <a:xfrm>
              <a:off x="4242181" y="4128731"/>
              <a:ext cx="585430" cy="252000"/>
            </a:xfrm>
            <a:prstGeom prst="snip2DiagRect">
              <a:avLst>
                <a:gd name="adj1" fmla="val 100000"/>
                <a:gd name="adj2" fmla="val 16667"/>
              </a:avLst>
            </a:prstGeom>
            <a:solidFill>
              <a:srgbClr val="FFC000"/>
            </a:solidFill>
            <a:ln w="19050" cap="flat" cmpd="sng" algn="ctr">
              <a:solidFill>
                <a:sysClr val="window" lastClr="FFFFFF"/>
              </a:solidFill>
              <a:prstDash val="solid"/>
              <a:miter lim="800000"/>
            </a:ln>
            <a:effectLst/>
          </p:spPr>
          <p:txBody>
            <a:bodyPr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de-DE" sz="800" b="0" i="0" u="none" strike="noStrike" kern="0" cap="none" spc="0" normalizeH="0" baseline="0" noProof="0">
                <a:ln>
                  <a:noFill/>
                </a:ln>
                <a:effectLst/>
                <a:uLnTx/>
                <a:uFillTx/>
                <a:latin typeface="Calibri" panose="020F0502020204030204"/>
                <a:ea typeface="+mn-ea"/>
                <a:cs typeface="+mn-cs"/>
              </a:endParaRPr>
            </a:p>
          </p:txBody>
        </p:sp>
        <p:sp>
          <p:nvSpPr>
            <p:cNvPr id="71" name="Textfeld 70">
              <a:extLst>
                <a:ext uri="{FF2B5EF4-FFF2-40B4-BE49-F238E27FC236}">
                  <a16:creationId xmlns:a16="http://schemas.microsoft.com/office/drawing/2014/main" id="{D74AD51C-7148-9B32-8C3F-4C69DC89E849}"/>
                </a:ext>
              </a:extLst>
            </p:cNvPr>
            <p:cNvSpPr txBox="1"/>
            <p:nvPr/>
          </p:nvSpPr>
          <p:spPr>
            <a:xfrm>
              <a:off x="4198549" y="4374335"/>
              <a:ext cx="655235" cy="230832"/>
            </a:xfrm>
            <a:prstGeom prst="rect">
              <a:avLst/>
            </a:prstGeom>
            <a:noFill/>
          </p:spPr>
          <p:txBody>
            <a:bodyPr wrap="square" rtlCol="0">
              <a:spAutoFit/>
            </a:bodyPr>
            <a:lstStyle/>
            <a:p>
              <a:pPr marL="0" marR="0" lvl="0" indent="0" defTabSz="685800" rtl="0" eaLnBrk="1" fontAlgn="auto" latinLnBrk="0" hangingPunct="1">
                <a:lnSpc>
                  <a:spcPct val="100000"/>
                </a:lnSpc>
                <a:spcBef>
                  <a:spcPts val="0"/>
                </a:spcBef>
                <a:spcAft>
                  <a:spcPts val="0"/>
                </a:spcAft>
                <a:buClrTx/>
                <a:buSzTx/>
                <a:buFontTx/>
                <a:buNone/>
                <a:tabLst/>
                <a:defRPr/>
              </a:pPr>
              <a:r>
                <a:rPr kumimoji="0" lang="de-DE" sz="900" b="0" i="0" u="none" strike="noStrike" kern="0" cap="none" spc="0" normalizeH="0" baseline="0" noProof="0" err="1">
                  <a:ln>
                    <a:noFill/>
                  </a:ln>
                  <a:effectLst/>
                  <a:uLnTx/>
                  <a:uFillTx/>
                  <a:latin typeface="Calibri" panose="020F0502020204030204"/>
                  <a:ea typeface="+mn-ea"/>
                  <a:cs typeface="+mn-cs"/>
                </a:rPr>
                <a:t>EhP</a:t>
              </a:r>
              <a:r>
                <a:rPr kumimoji="0" lang="de-DE" sz="900" b="0" i="0" u="none" strike="noStrike" kern="0" cap="none" spc="0" normalizeH="0" baseline="0" noProof="0">
                  <a:ln>
                    <a:noFill/>
                  </a:ln>
                  <a:effectLst/>
                  <a:uLnTx/>
                  <a:uFillTx/>
                  <a:latin typeface="Calibri" panose="020F0502020204030204"/>
                  <a:ea typeface="+mn-ea"/>
                  <a:cs typeface="+mn-cs"/>
                </a:rPr>
                <a:t> 7 -&gt; 8 Upgrade</a:t>
              </a:r>
            </a:p>
          </p:txBody>
        </p:sp>
      </p:grpSp>
      <p:grpSp>
        <p:nvGrpSpPr>
          <p:cNvPr id="72" name="Gruppieren 71">
            <a:extLst>
              <a:ext uri="{FF2B5EF4-FFF2-40B4-BE49-F238E27FC236}">
                <a16:creationId xmlns:a16="http://schemas.microsoft.com/office/drawing/2014/main" id="{F51D13D1-4383-BB5B-45C1-440020007A89}"/>
              </a:ext>
            </a:extLst>
          </p:cNvPr>
          <p:cNvGrpSpPr/>
          <p:nvPr/>
        </p:nvGrpSpPr>
        <p:grpSpPr>
          <a:xfrm>
            <a:off x="5788399" y="3689220"/>
            <a:ext cx="1320054" cy="614936"/>
            <a:chOff x="4198549" y="4128731"/>
            <a:chExt cx="655235" cy="614936"/>
          </a:xfrm>
        </p:grpSpPr>
        <p:sp>
          <p:nvSpPr>
            <p:cNvPr id="73" name="OTLSHAPE_SLT_d94df98d21304712a9f5b5559aefe021_Shape">
              <a:extLst>
                <a:ext uri="{FF2B5EF4-FFF2-40B4-BE49-F238E27FC236}">
                  <a16:creationId xmlns:a16="http://schemas.microsoft.com/office/drawing/2014/main" id="{F584A449-A79A-37B6-FC08-0F708142FECB}"/>
                </a:ext>
              </a:extLst>
            </p:cNvPr>
            <p:cNvSpPr/>
            <p:nvPr>
              <p:custDataLst>
                <p:tags r:id="rId14"/>
              </p:custDataLst>
            </p:nvPr>
          </p:nvSpPr>
          <p:spPr>
            <a:xfrm>
              <a:off x="4242181" y="4128731"/>
              <a:ext cx="585430" cy="252000"/>
            </a:xfrm>
            <a:prstGeom prst="snip2DiagRect">
              <a:avLst>
                <a:gd name="adj1" fmla="val 100000"/>
                <a:gd name="adj2" fmla="val 16667"/>
              </a:avLst>
            </a:prstGeom>
            <a:solidFill>
              <a:srgbClr val="FFC000"/>
            </a:solidFill>
            <a:ln w="19050" cap="flat" cmpd="sng" algn="ctr">
              <a:solidFill>
                <a:sysClr val="window" lastClr="FFFFFF"/>
              </a:solidFill>
              <a:prstDash val="solid"/>
              <a:miter lim="800000"/>
            </a:ln>
            <a:effectLst/>
          </p:spPr>
          <p:txBody>
            <a:bodyPr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de-DE" sz="800" b="0" i="0" u="none" strike="noStrike" kern="0" cap="none" spc="0" normalizeH="0" baseline="0" noProof="0">
                <a:ln>
                  <a:noFill/>
                </a:ln>
                <a:effectLst/>
                <a:uLnTx/>
                <a:uFillTx/>
                <a:latin typeface="Calibri" panose="020F0502020204030204"/>
                <a:ea typeface="+mn-ea"/>
                <a:cs typeface="+mn-cs"/>
              </a:endParaRPr>
            </a:p>
          </p:txBody>
        </p:sp>
        <p:sp>
          <p:nvSpPr>
            <p:cNvPr id="74" name="Textfeld 73">
              <a:extLst>
                <a:ext uri="{FF2B5EF4-FFF2-40B4-BE49-F238E27FC236}">
                  <a16:creationId xmlns:a16="http://schemas.microsoft.com/office/drawing/2014/main" id="{8BCD10E1-5290-16B7-2AA3-555E89BC2363}"/>
                </a:ext>
              </a:extLst>
            </p:cNvPr>
            <p:cNvSpPr txBox="1"/>
            <p:nvPr/>
          </p:nvSpPr>
          <p:spPr>
            <a:xfrm>
              <a:off x="4198549" y="4374335"/>
              <a:ext cx="655235" cy="369332"/>
            </a:xfrm>
            <a:prstGeom prst="rect">
              <a:avLst/>
            </a:prstGeom>
            <a:noFill/>
          </p:spPr>
          <p:txBody>
            <a:bodyPr wrap="square" rtlCol="0">
              <a:spAutoFit/>
            </a:bodyPr>
            <a:lstStyle/>
            <a:p>
              <a:pPr marL="0" marR="0" lvl="0" indent="0" defTabSz="685800" rtl="0" eaLnBrk="1" fontAlgn="auto" latinLnBrk="0" hangingPunct="1">
                <a:lnSpc>
                  <a:spcPct val="100000"/>
                </a:lnSpc>
                <a:spcBef>
                  <a:spcPts val="0"/>
                </a:spcBef>
                <a:spcAft>
                  <a:spcPts val="0"/>
                </a:spcAft>
                <a:buClrTx/>
                <a:buSzTx/>
                <a:buFontTx/>
                <a:buNone/>
                <a:tabLst/>
                <a:defRPr/>
              </a:pPr>
              <a:r>
                <a:rPr kumimoji="0" lang="de-DE" sz="900" b="0" i="0" u="none" strike="noStrike" kern="0" cap="none" spc="0" normalizeH="0" baseline="0" noProof="0">
                  <a:ln>
                    <a:noFill/>
                  </a:ln>
                  <a:effectLst/>
                  <a:uLnTx/>
                  <a:uFillTx/>
                  <a:latin typeface="Calibri" panose="020F0502020204030204"/>
                  <a:ea typeface="+mn-ea"/>
                  <a:cs typeface="+mn-cs"/>
                </a:rPr>
                <a:t>Technologie Austausch Testweise nicht allumfassend</a:t>
              </a:r>
            </a:p>
          </p:txBody>
        </p:sp>
      </p:grpSp>
      <p:grpSp>
        <p:nvGrpSpPr>
          <p:cNvPr id="75" name="Gruppieren 74">
            <a:extLst>
              <a:ext uri="{FF2B5EF4-FFF2-40B4-BE49-F238E27FC236}">
                <a16:creationId xmlns:a16="http://schemas.microsoft.com/office/drawing/2014/main" id="{4A6F5AF7-3D1C-36FF-49DA-962D582B688E}"/>
              </a:ext>
            </a:extLst>
          </p:cNvPr>
          <p:cNvGrpSpPr/>
          <p:nvPr/>
        </p:nvGrpSpPr>
        <p:grpSpPr>
          <a:xfrm>
            <a:off x="939293" y="4421774"/>
            <a:ext cx="2154872" cy="476436"/>
            <a:chOff x="4198549" y="4128731"/>
            <a:chExt cx="655235" cy="476436"/>
          </a:xfrm>
        </p:grpSpPr>
        <p:sp>
          <p:nvSpPr>
            <p:cNvPr id="88" name="OTLSHAPE_SLT_d94df98d21304712a9f5b5559aefe021_Shape">
              <a:extLst>
                <a:ext uri="{FF2B5EF4-FFF2-40B4-BE49-F238E27FC236}">
                  <a16:creationId xmlns:a16="http://schemas.microsoft.com/office/drawing/2014/main" id="{BF3585A2-7E0A-D679-FD95-083A80B54A27}"/>
                </a:ext>
              </a:extLst>
            </p:cNvPr>
            <p:cNvSpPr/>
            <p:nvPr>
              <p:custDataLst>
                <p:tags r:id="rId13"/>
              </p:custDataLst>
            </p:nvPr>
          </p:nvSpPr>
          <p:spPr>
            <a:xfrm>
              <a:off x="4242181" y="4128731"/>
              <a:ext cx="585430" cy="252000"/>
            </a:xfrm>
            <a:prstGeom prst="snip2DiagRect">
              <a:avLst>
                <a:gd name="adj1" fmla="val 100000"/>
                <a:gd name="adj2" fmla="val 16667"/>
              </a:avLst>
            </a:prstGeom>
            <a:solidFill>
              <a:srgbClr val="FFC000"/>
            </a:solidFill>
            <a:ln w="19050" cap="flat" cmpd="sng" algn="ctr">
              <a:solidFill>
                <a:sysClr val="window" lastClr="FFFFFF"/>
              </a:solidFill>
              <a:prstDash val="solid"/>
              <a:miter lim="800000"/>
            </a:ln>
            <a:effectLst/>
          </p:spPr>
          <p:txBody>
            <a:bodyPr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de-DE" sz="800" b="0" i="0" u="none" strike="noStrike" kern="0" cap="none" spc="0" normalizeH="0" baseline="0" noProof="0">
                <a:ln>
                  <a:noFill/>
                </a:ln>
                <a:effectLst/>
                <a:uLnTx/>
                <a:uFillTx/>
                <a:latin typeface="Calibri" panose="020F0502020204030204"/>
                <a:ea typeface="+mn-ea"/>
                <a:cs typeface="+mn-cs"/>
              </a:endParaRPr>
            </a:p>
          </p:txBody>
        </p:sp>
        <p:sp>
          <p:nvSpPr>
            <p:cNvPr id="103" name="Textfeld 102">
              <a:extLst>
                <a:ext uri="{FF2B5EF4-FFF2-40B4-BE49-F238E27FC236}">
                  <a16:creationId xmlns:a16="http://schemas.microsoft.com/office/drawing/2014/main" id="{F45B00FB-F60B-8B63-0AC9-6A666C3CE7E6}"/>
                </a:ext>
              </a:extLst>
            </p:cNvPr>
            <p:cNvSpPr txBox="1"/>
            <p:nvPr/>
          </p:nvSpPr>
          <p:spPr>
            <a:xfrm>
              <a:off x="4198549" y="4374335"/>
              <a:ext cx="655235" cy="230832"/>
            </a:xfrm>
            <a:prstGeom prst="rect">
              <a:avLst/>
            </a:prstGeom>
            <a:noFill/>
          </p:spPr>
          <p:txBody>
            <a:bodyPr wrap="square" rtlCol="0">
              <a:spAutoFit/>
            </a:bodyPr>
            <a:lstStyle/>
            <a:p>
              <a:pPr marL="0" marR="0" lvl="0" indent="0" defTabSz="685800" rtl="0" eaLnBrk="1" fontAlgn="auto" latinLnBrk="0" hangingPunct="1">
                <a:lnSpc>
                  <a:spcPct val="100000"/>
                </a:lnSpc>
                <a:spcBef>
                  <a:spcPts val="0"/>
                </a:spcBef>
                <a:spcAft>
                  <a:spcPts val="0"/>
                </a:spcAft>
                <a:buClrTx/>
                <a:buSzTx/>
                <a:buFontTx/>
                <a:buNone/>
                <a:tabLst/>
                <a:defRPr/>
              </a:pPr>
              <a:r>
                <a:rPr kumimoji="0" lang="de-DE" sz="900" b="0" i="0" u="none" strike="noStrike" kern="0" cap="none" spc="0" normalizeH="0" baseline="0" noProof="0">
                  <a:ln>
                    <a:noFill/>
                  </a:ln>
                  <a:effectLst/>
                  <a:uLnTx/>
                  <a:uFillTx/>
                  <a:latin typeface="Calibri" panose="020F0502020204030204"/>
                  <a:ea typeface="+mn-ea"/>
                  <a:cs typeface="+mn-cs"/>
                </a:rPr>
                <a:t>Archivierung (nicht löschen)</a:t>
              </a:r>
            </a:p>
          </p:txBody>
        </p:sp>
      </p:grpSp>
      <p:grpSp>
        <p:nvGrpSpPr>
          <p:cNvPr id="104" name="Gruppieren 103">
            <a:extLst>
              <a:ext uri="{FF2B5EF4-FFF2-40B4-BE49-F238E27FC236}">
                <a16:creationId xmlns:a16="http://schemas.microsoft.com/office/drawing/2014/main" id="{C5433765-8E0E-4798-1B4C-8537C6920A6A}"/>
              </a:ext>
            </a:extLst>
          </p:cNvPr>
          <p:cNvGrpSpPr/>
          <p:nvPr/>
        </p:nvGrpSpPr>
        <p:grpSpPr>
          <a:xfrm>
            <a:off x="5154843" y="1930665"/>
            <a:ext cx="1607115" cy="1030434"/>
            <a:chOff x="4198549" y="4128731"/>
            <a:chExt cx="655235" cy="1030434"/>
          </a:xfrm>
        </p:grpSpPr>
        <p:sp>
          <p:nvSpPr>
            <p:cNvPr id="105" name="OTLSHAPE_SLT_d94df98d21304712a9f5b5559aefe021_Shape">
              <a:extLst>
                <a:ext uri="{FF2B5EF4-FFF2-40B4-BE49-F238E27FC236}">
                  <a16:creationId xmlns:a16="http://schemas.microsoft.com/office/drawing/2014/main" id="{A0276D7C-CE4B-3ADF-76C9-2758651BA5D4}"/>
                </a:ext>
              </a:extLst>
            </p:cNvPr>
            <p:cNvSpPr/>
            <p:nvPr>
              <p:custDataLst>
                <p:tags r:id="rId12"/>
              </p:custDataLst>
            </p:nvPr>
          </p:nvSpPr>
          <p:spPr>
            <a:xfrm>
              <a:off x="4242181" y="4128731"/>
              <a:ext cx="585430" cy="252000"/>
            </a:xfrm>
            <a:prstGeom prst="snip2DiagRect">
              <a:avLst>
                <a:gd name="adj1" fmla="val 100000"/>
                <a:gd name="adj2" fmla="val 16667"/>
              </a:avLst>
            </a:prstGeom>
            <a:solidFill>
              <a:srgbClr val="FFC000"/>
            </a:solidFill>
            <a:ln w="19050" cap="flat" cmpd="sng" algn="ctr">
              <a:solidFill>
                <a:sysClr val="window" lastClr="FFFFFF"/>
              </a:solidFill>
              <a:prstDash val="solid"/>
              <a:miter lim="800000"/>
            </a:ln>
            <a:effectLst/>
          </p:spPr>
          <p:txBody>
            <a:bodyPr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de-DE" sz="800" b="0" i="0" u="none" strike="noStrike" kern="0" cap="none" spc="0" normalizeH="0" baseline="0" noProof="0">
                <a:ln>
                  <a:noFill/>
                </a:ln>
                <a:effectLst/>
                <a:uLnTx/>
                <a:uFillTx/>
                <a:latin typeface="Calibri" panose="020F0502020204030204"/>
                <a:ea typeface="+mn-ea"/>
                <a:cs typeface="+mn-cs"/>
              </a:endParaRPr>
            </a:p>
          </p:txBody>
        </p:sp>
        <p:sp>
          <p:nvSpPr>
            <p:cNvPr id="112" name="Textfeld 111">
              <a:extLst>
                <a:ext uri="{FF2B5EF4-FFF2-40B4-BE49-F238E27FC236}">
                  <a16:creationId xmlns:a16="http://schemas.microsoft.com/office/drawing/2014/main" id="{81801F61-872F-5E0F-3BA6-C8818F016EAD}"/>
                </a:ext>
              </a:extLst>
            </p:cNvPr>
            <p:cNvSpPr txBox="1"/>
            <p:nvPr/>
          </p:nvSpPr>
          <p:spPr>
            <a:xfrm>
              <a:off x="4198549" y="4374335"/>
              <a:ext cx="655235" cy="784830"/>
            </a:xfrm>
            <a:prstGeom prst="rect">
              <a:avLst/>
            </a:prstGeom>
            <a:noFill/>
          </p:spPr>
          <p:txBody>
            <a:bodyPr wrap="square" rtlCol="0">
              <a:spAutoFit/>
            </a:bodyPr>
            <a:lstStyle/>
            <a:p>
              <a:pPr marL="0" marR="0" lvl="0" indent="0" defTabSz="685800" rtl="0" eaLnBrk="1" fontAlgn="auto" latinLnBrk="0" hangingPunct="1">
                <a:lnSpc>
                  <a:spcPct val="100000"/>
                </a:lnSpc>
                <a:spcBef>
                  <a:spcPts val="0"/>
                </a:spcBef>
                <a:spcAft>
                  <a:spcPts val="0"/>
                </a:spcAft>
                <a:buClrTx/>
                <a:buSzTx/>
                <a:buFontTx/>
                <a:buNone/>
                <a:tabLst/>
                <a:defRPr/>
              </a:pPr>
              <a:r>
                <a:rPr kumimoji="0" lang="de-DE" sz="900" b="0" i="0" u="none" strike="noStrike" kern="0" cap="none" spc="0" normalizeH="0" baseline="0" noProof="0">
                  <a:ln>
                    <a:noFill/>
                  </a:ln>
                  <a:effectLst/>
                  <a:uLnTx/>
                  <a:uFillTx/>
                  <a:latin typeface="Calibri" panose="020F0502020204030204"/>
                  <a:ea typeface="+mn-ea"/>
                  <a:cs typeface="+mn-cs"/>
                </a:rPr>
                <a:t>Produktives System anonymisiert kopieren auf Sandbox (</a:t>
              </a:r>
              <a:r>
                <a:rPr kumimoji="0" lang="de-DE" sz="900" b="0" i="0" u="none" strike="noStrike" kern="0" cap="none" spc="0" normalizeH="0" baseline="0" noProof="0" err="1">
                  <a:ln>
                    <a:noFill/>
                  </a:ln>
                  <a:effectLst/>
                  <a:uLnTx/>
                  <a:uFillTx/>
                  <a:latin typeface="Calibri" panose="020F0502020204030204"/>
                  <a:ea typeface="+mn-ea"/>
                  <a:cs typeface="+mn-cs"/>
                </a:rPr>
                <a:t>Hetorogene</a:t>
              </a:r>
              <a:r>
                <a:rPr kumimoji="0" lang="de-DE" sz="900" b="0" i="0" u="none" strike="noStrike" kern="0" cap="none" spc="0" normalizeH="0" baseline="0" noProof="0">
                  <a:ln>
                    <a:noFill/>
                  </a:ln>
                  <a:effectLst/>
                  <a:uLnTx/>
                  <a:uFillTx/>
                  <a:latin typeface="Calibri" panose="020F0502020204030204"/>
                  <a:ea typeface="+mn-ea"/>
                  <a:cs typeface="+mn-cs"/>
                </a:rPr>
                <a:t> Systemkopie) mit H4S4 Upgrade Probelauf</a:t>
              </a:r>
            </a:p>
          </p:txBody>
        </p:sp>
      </p:grpSp>
      <p:cxnSp>
        <p:nvCxnSpPr>
          <p:cNvPr id="114" name="Verbinder: gewinkelt 113">
            <a:extLst>
              <a:ext uri="{FF2B5EF4-FFF2-40B4-BE49-F238E27FC236}">
                <a16:creationId xmlns:a16="http://schemas.microsoft.com/office/drawing/2014/main" id="{F98C256F-EEBF-970D-B8DB-BE645143F004}"/>
              </a:ext>
            </a:extLst>
          </p:cNvPr>
          <p:cNvCxnSpPr>
            <a:cxnSpLocks/>
            <a:stCxn id="62" idx="0"/>
            <a:endCxn id="70" idx="2"/>
          </p:cNvCxnSpPr>
          <p:nvPr/>
        </p:nvCxnSpPr>
        <p:spPr>
          <a:xfrm flipV="1">
            <a:off x="3662039" y="5695117"/>
            <a:ext cx="246673" cy="304144"/>
          </a:xfrm>
          <a:prstGeom prst="bentConnector3">
            <a:avLst/>
          </a:prstGeom>
          <a:ln>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116" name="Verbinder: gewinkelt 115">
            <a:extLst>
              <a:ext uri="{FF2B5EF4-FFF2-40B4-BE49-F238E27FC236}">
                <a16:creationId xmlns:a16="http://schemas.microsoft.com/office/drawing/2014/main" id="{50B868D6-CA0C-7966-A57A-49A5E34B6D91}"/>
              </a:ext>
            </a:extLst>
          </p:cNvPr>
          <p:cNvCxnSpPr>
            <a:cxnSpLocks/>
            <a:stCxn id="95" idx="0"/>
            <a:endCxn id="62" idx="2"/>
          </p:cNvCxnSpPr>
          <p:nvPr/>
        </p:nvCxnSpPr>
        <p:spPr>
          <a:xfrm flipH="1">
            <a:off x="1870153" y="5490112"/>
            <a:ext cx="956160" cy="509149"/>
          </a:xfrm>
          <a:prstGeom prst="bentConnector5">
            <a:avLst>
              <a:gd name="adj1" fmla="val -23908"/>
              <a:gd name="adj2" fmla="val 50000"/>
              <a:gd name="adj3" fmla="val 123908"/>
            </a:avLst>
          </a:prstGeom>
          <a:ln>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118" name="Verbinder: gewinkelt 117">
            <a:extLst>
              <a:ext uri="{FF2B5EF4-FFF2-40B4-BE49-F238E27FC236}">
                <a16:creationId xmlns:a16="http://schemas.microsoft.com/office/drawing/2014/main" id="{4C560E05-B855-080A-0EE3-50B1F1103BDD}"/>
              </a:ext>
            </a:extLst>
          </p:cNvPr>
          <p:cNvCxnSpPr>
            <a:cxnSpLocks/>
            <a:stCxn id="95" idx="0"/>
            <a:endCxn id="59" idx="2"/>
          </p:cNvCxnSpPr>
          <p:nvPr/>
        </p:nvCxnSpPr>
        <p:spPr>
          <a:xfrm flipV="1">
            <a:off x="2826313" y="5010427"/>
            <a:ext cx="360817" cy="479685"/>
          </a:xfrm>
          <a:prstGeom prst="bentConnector3">
            <a:avLst>
              <a:gd name="adj1" fmla="val 50000"/>
            </a:avLst>
          </a:prstGeom>
          <a:ln>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121" name="Verbinder: gewinkelt 120">
            <a:extLst>
              <a:ext uri="{FF2B5EF4-FFF2-40B4-BE49-F238E27FC236}">
                <a16:creationId xmlns:a16="http://schemas.microsoft.com/office/drawing/2014/main" id="{1E09A9B0-5287-4394-6648-413110EFDDB4}"/>
              </a:ext>
            </a:extLst>
          </p:cNvPr>
          <p:cNvCxnSpPr>
            <a:cxnSpLocks/>
            <a:stCxn id="70" idx="3"/>
            <a:endCxn id="105" idx="2"/>
          </p:cNvCxnSpPr>
          <p:nvPr/>
        </p:nvCxnSpPr>
        <p:spPr>
          <a:xfrm rot="5400000" flipH="1" flipV="1">
            <a:off x="3131308" y="3438564"/>
            <a:ext cx="3512452" cy="748654"/>
          </a:xfrm>
          <a:prstGeom prst="bentConnector2">
            <a:avLst/>
          </a:prstGeom>
          <a:ln>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123" name="Verbinder: gewinkelt 122">
            <a:extLst>
              <a:ext uri="{FF2B5EF4-FFF2-40B4-BE49-F238E27FC236}">
                <a16:creationId xmlns:a16="http://schemas.microsoft.com/office/drawing/2014/main" id="{BA33F05A-B990-08E7-17AF-02B2CBB89AD1}"/>
              </a:ext>
            </a:extLst>
          </p:cNvPr>
          <p:cNvCxnSpPr>
            <a:cxnSpLocks/>
            <a:stCxn id="88" idx="0"/>
            <a:endCxn id="105" idx="2"/>
          </p:cNvCxnSpPr>
          <p:nvPr/>
        </p:nvCxnSpPr>
        <p:spPr>
          <a:xfrm flipV="1">
            <a:off x="3008090" y="2056665"/>
            <a:ext cx="2253771" cy="2491109"/>
          </a:xfrm>
          <a:prstGeom prst="bentConnector3">
            <a:avLst>
              <a:gd name="adj1" fmla="val 50000"/>
            </a:avLst>
          </a:prstGeom>
          <a:ln>
            <a:solidFill>
              <a:srgbClr val="4472C4"/>
            </a:solidFill>
            <a:tailEnd type="triangle"/>
          </a:ln>
        </p:spPr>
        <p:style>
          <a:lnRef idx="1">
            <a:schemeClr val="accent1"/>
          </a:lnRef>
          <a:fillRef idx="0">
            <a:schemeClr val="accent1"/>
          </a:fillRef>
          <a:effectRef idx="0">
            <a:schemeClr val="accent1"/>
          </a:effectRef>
          <a:fontRef idx="minor">
            <a:schemeClr val="tx1"/>
          </a:fontRef>
        </p:style>
      </p:cxnSp>
      <p:grpSp>
        <p:nvGrpSpPr>
          <p:cNvPr id="126" name="Gruppieren 125">
            <a:extLst>
              <a:ext uri="{FF2B5EF4-FFF2-40B4-BE49-F238E27FC236}">
                <a16:creationId xmlns:a16="http://schemas.microsoft.com/office/drawing/2014/main" id="{A26A4DEB-B4CD-1BC8-F4FF-F2ED19823384}"/>
              </a:ext>
            </a:extLst>
          </p:cNvPr>
          <p:cNvGrpSpPr/>
          <p:nvPr/>
        </p:nvGrpSpPr>
        <p:grpSpPr>
          <a:xfrm>
            <a:off x="6751151" y="1928950"/>
            <a:ext cx="1362317" cy="753435"/>
            <a:chOff x="4198549" y="4128731"/>
            <a:chExt cx="655235" cy="753435"/>
          </a:xfrm>
        </p:grpSpPr>
        <p:sp>
          <p:nvSpPr>
            <p:cNvPr id="127" name="OTLSHAPE_SLT_d94df98d21304712a9f5b5559aefe021_Shape">
              <a:extLst>
                <a:ext uri="{FF2B5EF4-FFF2-40B4-BE49-F238E27FC236}">
                  <a16:creationId xmlns:a16="http://schemas.microsoft.com/office/drawing/2014/main" id="{BD195855-86B9-92B5-0E48-3F0919EC3CE4}"/>
                </a:ext>
              </a:extLst>
            </p:cNvPr>
            <p:cNvSpPr/>
            <p:nvPr>
              <p:custDataLst>
                <p:tags r:id="rId11"/>
              </p:custDataLst>
            </p:nvPr>
          </p:nvSpPr>
          <p:spPr>
            <a:xfrm>
              <a:off x="4242181" y="4128731"/>
              <a:ext cx="585430" cy="252000"/>
            </a:xfrm>
            <a:prstGeom prst="snip2DiagRect">
              <a:avLst>
                <a:gd name="adj1" fmla="val 100000"/>
                <a:gd name="adj2" fmla="val 16667"/>
              </a:avLst>
            </a:prstGeom>
            <a:solidFill>
              <a:schemeClr val="tx2"/>
            </a:solidFill>
            <a:ln w="19050" cap="flat" cmpd="sng" algn="ctr">
              <a:solidFill>
                <a:sysClr val="window" lastClr="FFFFFF"/>
              </a:solidFill>
              <a:prstDash val="solid"/>
              <a:miter lim="800000"/>
            </a:ln>
            <a:effectLst/>
          </p:spPr>
          <p:txBody>
            <a:bodyPr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de-DE" sz="800" b="0" i="0" u="none" strike="noStrike" kern="0" cap="none" spc="0" normalizeH="0" baseline="0" noProof="0">
                <a:ln>
                  <a:noFill/>
                </a:ln>
                <a:effectLst/>
                <a:uLnTx/>
                <a:uFillTx/>
                <a:latin typeface="Calibri" panose="020F0502020204030204"/>
                <a:ea typeface="+mn-ea"/>
                <a:cs typeface="+mn-cs"/>
              </a:endParaRPr>
            </a:p>
          </p:txBody>
        </p:sp>
        <p:sp>
          <p:nvSpPr>
            <p:cNvPr id="128" name="Textfeld 127">
              <a:extLst>
                <a:ext uri="{FF2B5EF4-FFF2-40B4-BE49-F238E27FC236}">
                  <a16:creationId xmlns:a16="http://schemas.microsoft.com/office/drawing/2014/main" id="{5E4B4373-0F4B-ACCD-730A-066CE5189DFA}"/>
                </a:ext>
              </a:extLst>
            </p:cNvPr>
            <p:cNvSpPr txBox="1"/>
            <p:nvPr/>
          </p:nvSpPr>
          <p:spPr>
            <a:xfrm>
              <a:off x="4198549" y="4374335"/>
              <a:ext cx="655235" cy="507831"/>
            </a:xfrm>
            <a:prstGeom prst="rect">
              <a:avLst/>
            </a:prstGeom>
            <a:noFill/>
          </p:spPr>
          <p:txBody>
            <a:bodyPr wrap="square" rtlCol="0">
              <a:spAutoFit/>
            </a:bodyPr>
            <a:lstStyle/>
            <a:p>
              <a:pPr marL="0" marR="0" lvl="0" indent="0" defTabSz="685800" rtl="0" eaLnBrk="1" fontAlgn="auto" latinLnBrk="0" hangingPunct="1">
                <a:lnSpc>
                  <a:spcPct val="100000"/>
                </a:lnSpc>
                <a:spcBef>
                  <a:spcPts val="0"/>
                </a:spcBef>
                <a:spcAft>
                  <a:spcPts val="0"/>
                </a:spcAft>
                <a:buClrTx/>
                <a:buSzTx/>
                <a:buFontTx/>
                <a:buNone/>
                <a:tabLst/>
                <a:defRPr/>
              </a:pPr>
              <a:r>
                <a:rPr lang="de-DE" sz="900"/>
                <a:t>H4S4 </a:t>
              </a:r>
              <a:r>
                <a:rPr lang="de-DE" sz="900" err="1"/>
                <a:t>Readiness</a:t>
              </a:r>
              <a:r>
                <a:rPr lang="de-DE" sz="900"/>
                <a:t> Check auf Sandbox laufen lassen für Preisindikation SAP für PCE</a:t>
              </a:r>
              <a:endParaRPr kumimoji="0" lang="de-DE" sz="900" b="0" i="0" u="none" strike="noStrike" kern="0" cap="none" spc="0" normalizeH="0" baseline="0" noProof="0">
                <a:ln>
                  <a:noFill/>
                </a:ln>
                <a:effectLst/>
                <a:uLnTx/>
                <a:uFillTx/>
                <a:latin typeface="Calibri" panose="020F0502020204030204"/>
                <a:ea typeface="+mn-ea"/>
                <a:cs typeface="+mn-cs"/>
              </a:endParaRPr>
            </a:p>
          </p:txBody>
        </p:sp>
      </p:grpSp>
      <p:grpSp>
        <p:nvGrpSpPr>
          <p:cNvPr id="129" name="Gruppieren 128">
            <a:extLst>
              <a:ext uri="{FF2B5EF4-FFF2-40B4-BE49-F238E27FC236}">
                <a16:creationId xmlns:a16="http://schemas.microsoft.com/office/drawing/2014/main" id="{8BFC9A50-3635-ED06-9312-953DD2EC2F1D}"/>
              </a:ext>
            </a:extLst>
          </p:cNvPr>
          <p:cNvGrpSpPr/>
          <p:nvPr/>
        </p:nvGrpSpPr>
        <p:grpSpPr>
          <a:xfrm>
            <a:off x="8135767" y="1927862"/>
            <a:ext cx="883949" cy="614936"/>
            <a:chOff x="4198549" y="4128731"/>
            <a:chExt cx="655235" cy="614936"/>
          </a:xfrm>
        </p:grpSpPr>
        <p:sp>
          <p:nvSpPr>
            <p:cNvPr id="130" name="OTLSHAPE_SLT_d94df98d21304712a9f5b5559aefe021_Shape">
              <a:extLst>
                <a:ext uri="{FF2B5EF4-FFF2-40B4-BE49-F238E27FC236}">
                  <a16:creationId xmlns:a16="http://schemas.microsoft.com/office/drawing/2014/main" id="{04A2782A-D30C-5F9B-9245-029FDC72DF93}"/>
                </a:ext>
              </a:extLst>
            </p:cNvPr>
            <p:cNvSpPr/>
            <p:nvPr>
              <p:custDataLst>
                <p:tags r:id="rId10"/>
              </p:custDataLst>
            </p:nvPr>
          </p:nvSpPr>
          <p:spPr>
            <a:xfrm>
              <a:off x="4242181" y="4128731"/>
              <a:ext cx="585430" cy="252000"/>
            </a:xfrm>
            <a:prstGeom prst="snip2DiagRect">
              <a:avLst>
                <a:gd name="adj1" fmla="val 100000"/>
                <a:gd name="adj2" fmla="val 16667"/>
              </a:avLst>
            </a:prstGeom>
            <a:solidFill>
              <a:schemeClr val="tx2"/>
            </a:solidFill>
            <a:ln w="19050" cap="flat" cmpd="sng" algn="ctr">
              <a:solidFill>
                <a:sysClr val="window" lastClr="FFFFFF"/>
              </a:solidFill>
              <a:prstDash val="solid"/>
              <a:miter lim="800000"/>
            </a:ln>
            <a:effectLst/>
          </p:spPr>
          <p:txBody>
            <a:bodyPr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de-DE" sz="800" b="0" i="0" u="none" strike="noStrike" kern="0" cap="none" spc="0" normalizeH="0" baseline="0" noProof="0">
                <a:ln>
                  <a:noFill/>
                </a:ln>
                <a:effectLst/>
                <a:uLnTx/>
                <a:uFillTx/>
                <a:latin typeface="Calibri" panose="020F0502020204030204"/>
                <a:ea typeface="+mn-ea"/>
                <a:cs typeface="+mn-cs"/>
              </a:endParaRPr>
            </a:p>
          </p:txBody>
        </p:sp>
        <p:sp>
          <p:nvSpPr>
            <p:cNvPr id="131" name="Textfeld 130">
              <a:extLst>
                <a:ext uri="{FF2B5EF4-FFF2-40B4-BE49-F238E27FC236}">
                  <a16:creationId xmlns:a16="http://schemas.microsoft.com/office/drawing/2014/main" id="{EE76A1F3-08EC-33FA-D647-0BE937AF5AE0}"/>
                </a:ext>
              </a:extLst>
            </p:cNvPr>
            <p:cNvSpPr txBox="1"/>
            <p:nvPr/>
          </p:nvSpPr>
          <p:spPr>
            <a:xfrm>
              <a:off x="4198549" y="4374335"/>
              <a:ext cx="655235" cy="369332"/>
            </a:xfrm>
            <a:prstGeom prst="rect">
              <a:avLst/>
            </a:prstGeom>
            <a:noFill/>
          </p:spPr>
          <p:txBody>
            <a:bodyPr wrap="square" rtlCol="0">
              <a:spAutoFit/>
            </a:bodyPr>
            <a:lstStyle/>
            <a:p>
              <a:pPr marL="0" marR="0" lvl="0" indent="0" defTabSz="685800" rtl="0" eaLnBrk="1" fontAlgn="auto" latinLnBrk="0" hangingPunct="1">
                <a:lnSpc>
                  <a:spcPct val="100000"/>
                </a:lnSpc>
                <a:spcBef>
                  <a:spcPts val="0"/>
                </a:spcBef>
                <a:spcAft>
                  <a:spcPts val="0"/>
                </a:spcAft>
                <a:buClrTx/>
                <a:buSzTx/>
                <a:buFontTx/>
                <a:buNone/>
                <a:tabLst/>
                <a:defRPr/>
              </a:pPr>
              <a:r>
                <a:rPr lang="de-DE" sz="900"/>
                <a:t>SAP Preisindikation einholen für PCE</a:t>
              </a:r>
              <a:endParaRPr kumimoji="0" lang="de-DE" sz="900" b="0" i="0" u="none" strike="noStrike" kern="0" cap="none" spc="0" normalizeH="0" baseline="0" noProof="0">
                <a:ln>
                  <a:noFill/>
                </a:ln>
                <a:effectLst/>
                <a:uLnTx/>
                <a:uFillTx/>
                <a:latin typeface="Calibri" panose="020F0502020204030204"/>
                <a:ea typeface="+mn-ea"/>
                <a:cs typeface="+mn-cs"/>
              </a:endParaRPr>
            </a:p>
          </p:txBody>
        </p:sp>
      </p:grpSp>
      <p:cxnSp>
        <p:nvCxnSpPr>
          <p:cNvPr id="133" name="Verbinder: gewinkelt 132">
            <a:extLst>
              <a:ext uri="{FF2B5EF4-FFF2-40B4-BE49-F238E27FC236}">
                <a16:creationId xmlns:a16="http://schemas.microsoft.com/office/drawing/2014/main" id="{787DFE3C-AAAB-84D6-073B-52194712EF62}"/>
              </a:ext>
            </a:extLst>
          </p:cNvPr>
          <p:cNvCxnSpPr>
            <a:cxnSpLocks/>
            <a:stCxn id="127" idx="0"/>
            <a:endCxn id="130" idx="2"/>
          </p:cNvCxnSpPr>
          <p:nvPr/>
        </p:nvCxnSpPr>
        <p:spPr>
          <a:xfrm flipV="1">
            <a:off x="8059051" y="2053862"/>
            <a:ext cx="135578" cy="1088"/>
          </a:xfrm>
          <a:prstGeom prst="bentConnector3">
            <a:avLst>
              <a:gd name="adj1" fmla="val 50000"/>
            </a:avLst>
          </a:prstGeom>
          <a:ln>
            <a:solidFill>
              <a:srgbClr val="4472C4"/>
            </a:solidFill>
            <a:tailEnd type="triangle"/>
          </a:ln>
        </p:spPr>
        <p:style>
          <a:lnRef idx="1">
            <a:schemeClr val="accent1"/>
          </a:lnRef>
          <a:fillRef idx="0">
            <a:schemeClr val="accent1"/>
          </a:fillRef>
          <a:effectRef idx="0">
            <a:schemeClr val="accent1"/>
          </a:effectRef>
          <a:fontRef idx="minor">
            <a:schemeClr val="tx1"/>
          </a:fontRef>
        </p:style>
      </p:cxnSp>
      <p:sp>
        <p:nvSpPr>
          <p:cNvPr id="36" name="Freihandform: Form 35">
            <a:extLst>
              <a:ext uri="{FF2B5EF4-FFF2-40B4-BE49-F238E27FC236}">
                <a16:creationId xmlns:a16="http://schemas.microsoft.com/office/drawing/2014/main" id="{98D380BF-EA5B-B732-99C2-E3716BC37A99}"/>
              </a:ext>
            </a:extLst>
          </p:cNvPr>
          <p:cNvSpPr>
            <a:spLocks noChangeAspect="1"/>
          </p:cNvSpPr>
          <p:nvPr/>
        </p:nvSpPr>
        <p:spPr>
          <a:xfrm>
            <a:off x="1087504" y="5262138"/>
            <a:ext cx="171116" cy="170735"/>
          </a:xfrm>
          <a:custGeom>
            <a:avLst/>
            <a:gdLst>
              <a:gd name="connsiteX0" fmla="*/ 222663 w 228155"/>
              <a:gd name="connsiteY0" fmla="*/ 100965 h 227647"/>
              <a:gd name="connsiteX1" fmla="*/ 227425 w 228155"/>
              <a:gd name="connsiteY1" fmla="*/ 83820 h 227647"/>
              <a:gd name="connsiteX2" fmla="*/ 213138 w 228155"/>
              <a:gd name="connsiteY2" fmla="*/ 73342 h 227647"/>
              <a:gd name="connsiteX3" fmla="*/ 160750 w 228155"/>
              <a:gd name="connsiteY3" fmla="*/ 73342 h 227647"/>
              <a:gd name="connsiteX4" fmla="*/ 146463 w 228155"/>
              <a:gd name="connsiteY4" fmla="*/ 62865 h 227647"/>
              <a:gd name="connsiteX5" fmla="*/ 129317 w 228155"/>
              <a:gd name="connsiteY5" fmla="*/ 11430 h 227647"/>
              <a:gd name="connsiteX6" fmla="*/ 114078 w 228155"/>
              <a:gd name="connsiteY6" fmla="*/ 0 h 227647"/>
              <a:gd name="connsiteX7" fmla="*/ 98838 w 228155"/>
              <a:gd name="connsiteY7" fmla="*/ 10477 h 227647"/>
              <a:gd name="connsiteX8" fmla="*/ 81692 w 228155"/>
              <a:gd name="connsiteY8" fmla="*/ 61913 h 227647"/>
              <a:gd name="connsiteX9" fmla="*/ 67405 w 228155"/>
              <a:gd name="connsiteY9" fmla="*/ 72390 h 227647"/>
              <a:gd name="connsiteX10" fmla="*/ 15017 w 228155"/>
              <a:gd name="connsiteY10" fmla="*/ 72390 h 227647"/>
              <a:gd name="connsiteX11" fmla="*/ 730 w 228155"/>
              <a:gd name="connsiteY11" fmla="*/ 82867 h 227647"/>
              <a:gd name="connsiteX12" fmla="*/ 5492 w 228155"/>
              <a:gd name="connsiteY12" fmla="*/ 100013 h 227647"/>
              <a:gd name="connsiteX13" fmla="*/ 23590 w 228155"/>
              <a:gd name="connsiteY13" fmla="*/ 116205 h 227647"/>
              <a:gd name="connsiteX14" fmla="*/ 46450 w 228155"/>
              <a:gd name="connsiteY14" fmla="*/ 137160 h 227647"/>
              <a:gd name="connsiteX15" fmla="*/ 51213 w 228155"/>
              <a:gd name="connsiteY15" fmla="*/ 144780 h 227647"/>
              <a:gd name="connsiteX16" fmla="*/ 51213 w 228155"/>
              <a:gd name="connsiteY16" fmla="*/ 153352 h 227647"/>
              <a:gd name="connsiteX17" fmla="*/ 35020 w 228155"/>
              <a:gd name="connsiteY17" fmla="*/ 207645 h 227647"/>
              <a:gd name="connsiteX18" fmla="*/ 40735 w 228155"/>
              <a:gd name="connsiteY18" fmla="*/ 224790 h 227647"/>
              <a:gd name="connsiteX19" fmla="*/ 58833 w 228155"/>
              <a:gd name="connsiteY19" fmla="*/ 224790 h 227647"/>
              <a:gd name="connsiteX20" fmla="*/ 104553 w 228155"/>
              <a:gd name="connsiteY20" fmla="*/ 192405 h 227647"/>
              <a:gd name="connsiteX21" fmla="*/ 122650 w 228155"/>
              <a:gd name="connsiteY21" fmla="*/ 192405 h 227647"/>
              <a:gd name="connsiteX22" fmla="*/ 168370 w 228155"/>
              <a:gd name="connsiteY22" fmla="*/ 224790 h 227647"/>
              <a:gd name="connsiteX23" fmla="*/ 186467 w 228155"/>
              <a:gd name="connsiteY23" fmla="*/ 224790 h 227647"/>
              <a:gd name="connsiteX24" fmla="*/ 192183 w 228155"/>
              <a:gd name="connsiteY24" fmla="*/ 207645 h 227647"/>
              <a:gd name="connsiteX25" fmla="*/ 175990 w 228155"/>
              <a:gd name="connsiteY25" fmla="*/ 153352 h 227647"/>
              <a:gd name="connsiteX26" fmla="*/ 180753 w 228155"/>
              <a:gd name="connsiteY26" fmla="*/ 137160 h 227647"/>
              <a:gd name="connsiteX27" fmla="*/ 222663 w 228155"/>
              <a:gd name="connsiteY27" fmla="*/ 100965 h 227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28155" h="227647">
                <a:moveTo>
                  <a:pt x="222663" y="100965"/>
                </a:moveTo>
                <a:cubicBezTo>
                  <a:pt x="227425" y="96202"/>
                  <a:pt x="229330" y="89535"/>
                  <a:pt x="227425" y="83820"/>
                </a:cubicBezTo>
                <a:cubicBezTo>
                  <a:pt x="225520" y="78105"/>
                  <a:pt x="218853" y="73342"/>
                  <a:pt x="213138" y="73342"/>
                </a:cubicBezTo>
                <a:lnTo>
                  <a:pt x="160750" y="73342"/>
                </a:lnTo>
                <a:cubicBezTo>
                  <a:pt x="154083" y="73342"/>
                  <a:pt x="148367" y="68580"/>
                  <a:pt x="146463" y="62865"/>
                </a:cubicBezTo>
                <a:lnTo>
                  <a:pt x="129317" y="11430"/>
                </a:lnTo>
                <a:cubicBezTo>
                  <a:pt x="126460" y="4763"/>
                  <a:pt x="120745" y="0"/>
                  <a:pt x="114078" y="0"/>
                </a:cubicBezTo>
                <a:cubicBezTo>
                  <a:pt x="107410" y="0"/>
                  <a:pt x="101695" y="4763"/>
                  <a:pt x="98838" y="10477"/>
                </a:cubicBezTo>
                <a:lnTo>
                  <a:pt x="81692" y="61913"/>
                </a:lnTo>
                <a:cubicBezTo>
                  <a:pt x="79788" y="68580"/>
                  <a:pt x="74073" y="72390"/>
                  <a:pt x="67405" y="72390"/>
                </a:cubicBezTo>
                <a:lnTo>
                  <a:pt x="15017" y="72390"/>
                </a:lnTo>
                <a:cubicBezTo>
                  <a:pt x="8350" y="72390"/>
                  <a:pt x="2635" y="76200"/>
                  <a:pt x="730" y="82867"/>
                </a:cubicBezTo>
                <a:cubicBezTo>
                  <a:pt x="-1175" y="88583"/>
                  <a:pt x="730" y="96202"/>
                  <a:pt x="5492" y="100013"/>
                </a:cubicBezTo>
                <a:lnTo>
                  <a:pt x="23590" y="116205"/>
                </a:lnTo>
                <a:lnTo>
                  <a:pt x="46450" y="137160"/>
                </a:lnTo>
                <a:cubicBezTo>
                  <a:pt x="48355" y="139065"/>
                  <a:pt x="50260" y="141923"/>
                  <a:pt x="51213" y="144780"/>
                </a:cubicBezTo>
                <a:cubicBezTo>
                  <a:pt x="52165" y="147638"/>
                  <a:pt x="52165" y="150495"/>
                  <a:pt x="51213" y="153352"/>
                </a:cubicBezTo>
                <a:lnTo>
                  <a:pt x="35020" y="207645"/>
                </a:lnTo>
                <a:cubicBezTo>
                  <a:pt x="33115" y="214313"/>
                  <a:pt x="35020" y="220980"/>
                  <a:pt x="40735" y="224790"/>
                </a:cubicBezTo>
                <a:cubicBezTo>
                  <a:pt x="46450" y="228600"/>
                  <a:pt x="53117" y="228600"/>
                  <a:pt x="58833" y="224790"/>
                </a:cubicBezTo>
                <a:lnTo>
                  <a:pt x="104553" y="192405"/>
                </a:lnTo>
                <a:cubicBezTo>
                  <a:pt x="110267" y="188595"/>
                  <a:pt x="116935" y="188595"/>
                  <a:pt x="122650" y="192405"/>
                </a:cubicBezTo>
                <a:lnTo>
                  <a:pt x="168370" y="224790"/>
                </a:lnTo>
                <a:cubicBezTo>
                  <a:pt x="174085" y="228600"/>
                  <a:pt x="180753" y="228600"/>
                  <a:pt x="186467" y="224790"/>
                </a:cubicBezTo>
                <a:cubicBezTo>
                  <a:pt x="192183" y="220980"/>
                  <a:pt x="194088" y="213360"/>
                  <a:pt x="192183" y="207645"/>
                </a:cubicBezTo>
                <a:lnTo>
                  <a:pt x="175990" y="153352"/>
                </a:lnTo>
                <a:cubicBezTo>
                  <a:pt x="174085" y="147638"/>
                  <a:pt x="175990" y="140970"/>
                  <a:pt x="180753" y="137160"/>
                </a:cubicBezTo>
                <a:lnTo>
                  <a:pt x="222663" y="100965"/>
                </a:lnTo>
                <a:close/>
              </a:path>
            </a:pathLst>
          </a:custGeom>
          <a:solidFill>
            <a:srgbClr val="4472C4"/>
          </a:solidFill>
          <a:ln w="9525" cap="flat">
            <a:solidFill>
              <a:schemeClr val="bg1"/>
            </a:solidFill>
            <a:prstDash val="solid"/>
            <a:miter/>
          </a:ln>
        </p:spPr>
        <p:txBody>
          <a:bodyPr rtlCol="0" anchor="ctr"/>
          <a:lstStyle/>
          <a:p>
            <a:endParaRPr lang="de-DE"/>
          </a:p>
        </p:txBody>
      </p:sp>
      <p:sp>
        <p:nvSpPr>
          <p:cNvPr id="37" name="Freihandform: Form 36">
            <a:extLst>
              <a:ext uri="{FF2B5EF4-FFF2-40B4-BE49-F238E27FC236}">
                <a16:creationId xmlns:a16="http://schemas.microsoft.com/office/drawing/2014/main" id="{DA914A26-B9A8-1D0F-5988-311C3C0D11E6}"/>
              </a:ext>
            </a:extLst>
          </p:cNvPr>
          <p:cNvSpPr>
            <a:spLocks noChangeAspect="1"/>
          </p:cNvSpPr>
          <p:nvPr/>
        </p:nvSpPr>
        <p:spPr>
          <a:xfrm>
            <a:off x="5486688" y="1845296"/>
            <a:ext cx="171116" cy="170735"/>
          </a:xfrm>
          <a:custGeom>
            <a:avLst/>
            <a:gdLst>
              <a:gd name="connsiteX0" fmla="*/ 222663 w 228155"/>
              <a:gd name="connsiteY0" fmla="*/ 100965 h 227647"/>
              <a:gd name="connsiteX1" fmla="*/ 227425 w 228155"/>
              <a:gd name="connsiteY1" fmla="*/ 83820 h 227647"/>
              <a:gd name="connsiteX2" fmla="*/ 213138 w 228155"/>
              <a:gd name="connsiteY2" fmla="*/ 73342 h 227647"/>
              <a:gd name="connsiteX3" fmla="*/ 160750 w 228155"/>
              <a:gd name="connsiteY3" fmla="*/ 73342 h 227647"/>
              <a:gd name="connsiteX4" fmla="*/ 146463 w 228155"/>
              <a:gd name="connsiteY4" fmla="*/ 62865 h 227647"/>
              <a:gd name="connsiteX5" fmla="*/ 129317 w 228155"/>
              <a:gd name="connsiteY5" fmla="*/ 11430 h 227647"/>
              <a:gd name="connsiteX6" fmla="*/ 114078 w 228155"/>
              <a:gd name="connsiteY6" fmla="*/ 0 h 227647"/>
              <a:gd name="connsiteX7" fmla="*/ 98838 w 228155"/>
              <a:gd name="connsiteY7" fmla="*/ 10477 h 227647"/>
              <a:gd name="connsiteX8" fmla="*/ 81692 w 228155"/>
              <a:gd name="connsiteY8" fmla="*/ 61913 h 227647"/>
              <a:gd name="connsiteX9" fmla="*/ 67405 w 228155"/>
              <a:gd name="connsiteY9" fmla="*/ 72390 h 227647"/>
              <a:gd name="connsiteX10" fmla="*/ 15017 w 228155"/>
              <a:gd name="connsiteY10" fmla="*/ 72390 h 227647"/>
              <a:gd name="connsiteX11" fmla="*/ 730 w 228155"/>
              <a:gd name="connsiteY11" fmla="*/ 82867 h 227647"/>
              <a:gd name="connsiteX12" fmla="*/ 5492 w 228155"/>
              <a:gd name="connsiteY12" fmla="*/ 100013 h 227647"/>
              <a:gd name="connsiteX13" fmla="*/ 23590 w 228155"/>
              <a:gd name="connsiteY13" fmla="*/ 116205 h 227647"/>
              <a:gd name="connsiteX14" fmla="*/ 46450 w 228155"/>
              <a:gd name="connsiteY14" fmla="*/ 137160 h 227647"/>
              <a:gd name="connsiteX15" fmla="*/ 51213 w 228155"/>
              <a:gd name="connsiteY15" fmla="*/ 144780 h 227647"/>
              <a:gd name="connsiteX16" fmla="*/ 51213 w 228155"/>
              <a:gd name="connsiteY16" fmla="*/ 153352 h 227647"/>
              <a:gd name="connsiteX17" fmla="*/ 35020 w 228155"/>
              <a:gd name="connsiteY17" fmla="*/ 207645 h 227647"/>
              <a:gd name="connsiteX18" fmla="*/ 40735 w 228155"/>
              <a:gd name="connsiteY18" fmla="*/ 224790 h 227647"/>
              <a:gd name="connsiteX19" fmla="*/ 58833 w 228155"/>
              <a:gd name="connsiteY19" fmla="*/ 224790 h 227647"/>
              <a:gd name="connsiteX20" fmla="*/ 104553 w 228155"/>
              <a:gd name="connsiteY20" fmla="*/ 192405 h 227647"/>
              <a:gd name="connsiteX21" fmla="*/ 122650 w 228155"/>
              <a:gd name="connsiteY21" fmla="*/ 192405 h 227647"/>
              <a:gd name="connsiteX22" fmla="*/ 168370 w 228155"/>
              <a:gd name="connsiteY22" fmla="*/ 224790 h 227647"/>
              <a:gd name="connsiteX23" fmla="*/ 186467 w 228155"/>
              <a:gd name="connsiteY23" fmla="*/ 224790 h 227647"/>
              <a:gd name="connsiteX24" fmla="*/ 192183 w 228155"/>
              <a:gd name="connsiteY24" fmla="*/ 207645 h 227647"/>
              <a:gd name="connsiteX25" fmla="*/ 175990 w 228155"/>
              <a:gd name="connsiteY25" fmla="*/ 153352 h 227647"/>
              <a:gd name="connsiteX26" fmla="*/ 180753 w 228155"/>
              <a:gd name="connsiteY26" fmla="*/ 137160 h 227647"/>
              <a:gd name="connsiteX27" fmla="*/ 222663 w 228155"/>
              <a:gd name="connsiteY27" fmla="*/ 100965 h 227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28155" h="227647">
                <a:moveTo>
                  <a:pt x="222663" y="100965"/>
                </a:moveTo>
                <a:cubicBezTo>
                  <a:pt x="227425" y="96202"/>
                  <a:pt x="229330" y="89535"/>
                  <a:pt x="227425" y="83820"/>
                </a:cubicBezTo>
                <a:cubicBezTo>
                  <a:pt x="225520" y="78105"/>
                  <a:pt x="218853" y="73342"/>
                  <a:pt x="213138" y="73342"/>
                </a:cubicBezTo>
                <a:lnTo>
                  <a:pt x="160750" y="73342"/>
                </a:lnTo>
                <a:cubicBezTo>
                  <a:pt x="154083" y="73342"/>
                  <a:pt x="148367" y="68580"/>
                  <a:pt x="146463" y="62865"/>
                </a:cubicBezTo>
                <a:lnTo>
                  <a:pt x="129317" y="11430"/>
                </a:lnTo>
                <a:cubicBezTo>
                  <a:pt x="126460" y="4763"/>
                  <a:pt x="120745" y="0"/>
                  <a:pt x="114078" y="0"/>
                </a:cubicBezTo>
                <a:cubicBezTo>
                  <a:pt x="107410" y="0"/>
                  <a:pt x="101695" y="4763"/>
                  <a:pt x="98838" y="10477"/>
                </a:cubicBezTo>
                <a:lnTo>
                  <a:pt x="81692" y="61913"/>
                </a:lnTo>
                <a:cubicBezTo>
                  <a:pt x="79788" y="68580"/>
                  <a:pt x="74073" y="72390"/>
                  <a:pt x="67405" y="72390"/>
                </a:cubicBezTo>
                <a:lnTo>
                  <a:pt x="15017" y="72390"/>
                </a:lnTo>
                <a:cubicBezTo>
                  <a:pt x="8350" y="72390"/>
                  <a:pt x="2635" y="76200"/>
                  <a:pt x="730" y="82867"/>
                </a:cubicBezTo>
                <a:cubicBezTo>
                  <a:pt x="-1175" y="88583"/>
                  <a:pt x="730" y="96202"/>
                  <a:pt x="5492" y="100013"/>
                </a:cubicBezTo>
                <a:lnTo>
                  <a:pt x="23590" y="116205"/>
                </a:lnTo>
                <a:lnTo>
                  <a:pt x="46450" y="137160"/>
                </a:lnTo>
                <a:cubicBezTo>
                  <a:pt x="48355" y="139065"/>
                  <a:pt x="50260" y="141923"/>
                  <a:pt x="51213" y="144780"/>
                </a:cubicBezTo>
                <a:cubicBezTo>
                  <a:pt x="52165" y="147638"/>
                  <a:pt x="52165" y="150495"/>
                  <a:pt x="51213" y="153352"/>
                </a:cubicBezTo>
                <a:lnTo>
                  <a:pt x="35020" y="207645"/>
                </a:lnTo>
                <a:cubicBezTo>
                  <a:pt x="33115" y="214313"/>
                  <a:pt x="35020" y="220980"/>
                  <a:pt x="40735" y="224790"/>
                </a:cubicBezTo>
                <a:cubicBezTo>
                  <a:pt x="46450" y="228600"/>
                  <a:pt x="53117" y="228600"/>
                  <a:pt x="58833" y="224790"/>
                </a:cubicBezTo>
                <a:lnTo>
                  <a:pt x="104553" y="192405"/>
                </a:lnTo>
                <a:cubicBezTo>
                  <a:pt x="110267" y="188595"/>
                  <a:pt x="116935" y="188595"/>
                  <a:pt x="122650" y="192405"/>
                </a:cubicBezTo>
                <a:lnTo>
                  <a:pt x="168370" y="224790"/>
                </a:lnTo>
                <a:cubicBezTo>
                  <a:pt x="174085" y="228600"/>
                  <a:pt x="180753" y="228600"/>
                  <a:pt x="186467" y="224790"/>
                </a:cubicBezTo>
                <a:cubicBezTo>
                  <a:pt x="192183" y="220980"/>
                  <a:pt x="194088" y="213360"/>
                  <a:pt x="192183" y="207645"/>
                </a:cubicBezTo>
                <a:lnTo>
                  <a:pt x="175990" y="153352"/>
                </a:lnTo>
                <a:cubicBezTo>
                  <a:pt x="174085" y="147638"/>
                  <a:pt x="175990" y="140970"/>
                  <a:pt x="180753" y="137160"/>
                </a:cubicBezTo>
                <a:lnTo>
                  <a:pt x="222663" y="100965"/>
                </a:lnTo>
                <a:close/>
              </a:path>
            </a:pathLst>
          </a:custGeom>
          <a:solidFill>
            <a:srgbClr val="4472C4"/>
          </a:solidFill>
          <a:ln w="9525" cap="flat">
            <a:solidFill>
              <a:schemeClr val="bg1"/>
            </a:solidFill>
            <a:prstDash val="solid"/>
            <a:miter/>
          </a:ln>
        </p:spPr>
        <p:txBody>
          <a:bodyPr rtlCol="0" anchor="ctr"/>
          <a:lstStyle/>
          <a:p>
            <a:endParaRPr lang="de-DE"/>
          </a:p>
        </p:txBody>
      </p:sp>
      <p:sp>
        <p:nvSpPr>
          <p:cNvPr id="38" name="Freihandform: Form 37">
            <a:extLst>
              <a:ext uri="{FF2B5EF4-FFF2-40B4-BE49-F238E27FC236}">
                <a16:creationId xmlns:a16="http://schemas.microsoft.com/office/drawing/2014/main" id="{E0C3C05A-73E4-C660-ADAE-95B194EB3572}"/>
              </a:ext>
            </a:extLst>
          </p:cNvPr>
          <p:cNvSpPr>
            <a:spLocks noChangeAspect="1"/>
          </p:cNvSpPr>
          <p:nvPr/>
        </p:nvSpPr>
        <p:spPr>
          <a:xfrm>
            <a:off x="3256162" y="4790969"/>
            <a:ext cx="171116" cy="170735"/>
          </a:xfrm>
          <a:custGeom>
            <a:avLst/>
            <a:gdLst>
              <a:gd name="connsiteX0" fmla="*/ 222663 w 228155"/>
              <a:gd name="connsiteY0" fmla="*/ 100965 h 227647"/>
              <a:gd name="connsiteX1" fmla="*/ 227425 w 228155"/>
              <a:gd name="connsiteY1" fmla="*/ 83820 h 227647"/>
              <a:gd name="connsiteX2" fmla="*/ 213138 w 228155"/>
              <a:gd name="connsiteY2" fmla="*/ 73342 h 227647"/>
              <a:gd name="connsiteX3" fmla="*/ 160750 w 228155"/>
              <a:gd name="connsiteY3" fmla="*/ 73342 h 227647"/>
              <a:gd name="connsiteX4" fmla="*/ 146463 w 228155"/>
              <a:gd name="connsiteY4" fmla="*/ 62865 h 227647"/>
              <a:gd name="connsiteX5" fmla="*/ 129317 w 228155"/>
              <a:gd name="connsiteY5" fmla="*/ 11430 h 227647"/>
              <a:gd name="connsiteX6" fmla="*/ 114078 w 228155"/>
              <a:gd name="connsiteY6" fmla="*/ 0 h 227647"/>
              <a:gd name="connsiteX7" fmla="*/ 98838 w 228155"/>
              <a:gd name="connsiteY7" fmla="*/ 10477 h 227647"/>
              <a:gd name="connsiteX8" fmla="*/ 81692 w 228155"/>
              <a:gd name="connsiteY8" fmla="*/ 61913 h 227647"/>
              <a:gd name="connsiteX9" fmla="*/ 67405 w 228155"/>
              <a:gd name="connsiteY9" fmla="*/ 72390 h 227647"/>
              <a:gd name="connsiteX10" fmla="*/ 15017 w 228155"/>
              <a:gd name="connsiteY10" fmla="*/ 72390 h 227647"/>
              <a:gd name="connsiteX11" fmla="*/ 730 w 228155"/>
              <a:gd name="connsiteY11" fmla="*/ 82867 h 227647"/>
              <a:gd name="connsiteX12" fmla="*/ 5492 w 228155"/>
              <a:gd name="connsiteY12" fmla="*/ 100013 h 227647"/>
              <a:gd name="connsiteX13" fmla="*/ 23590 w 228155"/>
              <a:gd name="connsiteY13" fmla="*/ 116205 h 227647"/>
              <a:gd name="connsiteX14" fmla="*/ 46450 w 228155"/>
              <a:gd name="connsiteY14" fmla="*/ 137160 h 227647"/>
              <a:gd name="connsiteX15" fmla="*/ 51213 w 228155"/>
              <a:gd name="connsiteY15" fmla="*/ 144780 h 227647"/>
              <a:gd name="connsiteX16" fmla="*/ 51213 w 228155"/>
              <a:gd name="connsiteY16" fmla="*/ 153352 h 227647"/>
              <a:gd name="connsiteX17" fmla="*/ 35020 w 228155"/>
              <a:gd name="connsiteY17" fmla="*/ 207645 h 227647"/>
              <a:gd name="connsiteX18" fmla="*/ 40735 w 228155"/>
              <a:gd name="connsiteY18" fmla="*/ 224790 h 227647"/>
              <a:gd name="connsiteX19" fmla="*/ 58833 w 228155"/>
              <a:gd name="connsiteY19" fmla="*/ 224790 h 227647"/>
              <a:gd name="connsiteX20" fmla="*/ 104553 w 228155"/>
              <a:gd name="connsiteY20" fmla="*/ 192405 h 227647"/>
              <a:gd name="connsiteX21" fmla="*/ 122650 w 228155"/>
              <a:gd name="connsiteY21" fmla="*/ 192405 h 227647"/>
              <a:gd name="connsiteX22" fmla="*/ 168370 w 228155"/>
              <a:gd name="connsiteY22" fmla="*/ 224790 h 227647"/>
              <a:gd name="connsiteX23" fmla="*/ 186467 w 228155"/>
              <a:gd name="connsiteY23" fmla="*/ 224790 h 227647"/>
              <a:gd name="connsiteX24" fmla="*/ 192183 w 228155"/>
              <a:gd name="connsiteY24" fmla="*/ 207645 h 227647"/>
              <a:gd name="connsiteX25" fmla="*/ 175990 w 228155"/>
              <a:gd name="connsiteY25" fmla="*/ 153352 h 227647"/>
              <a:gd name="connsiteX26" fmla="*/ 180753 w 228155"/>
              <a:gd name="connsiteY26" fmla="*/ 137160 h 227647"/>
              <a:gd name="connsiteX27" fmla="*/ 222663 w 228155"/>
              <a:gd name="connsiteY27" fmla="*/ 100965 h 227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28155" h="227647">
                <a:moveTo>
                  <a:pt x="222663" y="100965"/>
                </a:moveTo>
                <a:cubicBezTo>
                  <a:pt x="227425" y="96202"/>
                  <a:pt x="229330" y="89535"/>
                  <a:pt x="227425" y="83820"/>
                </a:cubicBezTo>
                <a:cubicBezTo>
                  <a:pt x="225520" y="78105"/>
                  <a:pt x="218853" y="73342"/>
                  <a:pt x="213138" y="73342"/>
                </a:cubicBezTo>
                <a:lnTo>
                  <a:pt x="160750" y="73342"/>
                </a:lnTo>
                <a:cubicBezTo>
                  <a:pt x="154083" y="73342"/>
                  <a:pt x="148367" y="68580"/>
                  <a:pt x="146463" y="62865"/>
                </a:cubicBezTo>
                <a:lnTo>
                  <a:pt x="129317" y="11430"/>
                </a:lnTo>
                <a:cubicBezTo>
                  <a:pt x="126460" y="4763"/>
                  <a:pt x="120745" y="0"/>
                  <a:pt x="114078" y="0"/>
                </a:cubicBezTo>
                <a:cubicBezTo>
                  <a:pt x="107410" y="0"/>
                  <a:pt x="101695" y="4763"/>
                  <a:pt x="98838" y="10477"/>
                </a:cubicBezTo>
                <a:lnTo>
                  <a:pt x="81692" y="61913"/>
                </a:lnTo>
                <a:cubicBezTo>
                  <a:pt x="79788" y="68580"/>
                  <a:pt x="74073" y="72390"/>
                  <a:pt x="67405" y="72390"/>
                </a:cubicBezTo>
                <a:lnTo>
                  <a:pt x="15017" y="72390"/>
                </a:lnTo>
                <a:cubicBezTo>
                  <a:pt x="8350" y="72390"/>
                  <a:pt x="2635" y="76200"/>
                  <a:pt x="730" y="82867"/>
                </a:cubicBezTo>
                <a:cubicBezTo>
                  <a:pt x="-1175" y="88583"/>
                  <a:pt x="730" y="96202"/>
                  <a:pt x="5492" y="100013"/>
                </a:cubicBezTo>
                <a:lnTo>
                  <a:pt x="23590" y="116205"/>
                </a:lnTo>
                <a:lnTo>
                  <a:pt x="46450" y="137160"/>
                </a:lnTo>
                <a:cubicBezTo>
                  <a:pt x="48355" y="139065"/>
                  <a:pt x="50260" y="141923"/>
                  <a:pt x="51213" y="144780"/>
                </a:cubicBezTo>
                <a:cubicBezTo>
                  <a:pt x="52165" y="147638"/>
                  <a:pt x="52165" y="150495"/>
                  <a:pt x="51213" y="153352"/>
                </a:cubicBezTo>
                <a:lnTo>
                  <a:pt x="35020" y="207645"/>
                </a:lnTo>
                <a:cubicBezTo>
                  <a:pt x="33115" y="214313"/>
                  <a:pt x="35020" y="220980"/>
                  <a:pt x="40735" y="224790"/>
                </a:cubicBezTo>
                <a:cubicBezTo>
                  <a:pt x="46450" y="228600"/>
                  <a:pt x="53117" y="228600"/>
                  <a:pt x="58833" y="224790"/>
                </a:cubicBezTo>
                <a:lnTo>
                  <a:pt x="104553" y="192405"/>
                </a:lnTo>
                <a:cubicBezTo>
                  <a:pt x="110267" y="188595"/>
                  <a:pt x="116935" y="188595"/>
                  <a:pt x="122650" y="192405"/>
                </a:cubicBezTo>
                <a:lnTo>
                  <a:pt x="168370" y="224790"/>
                </a:lnTo>
                <a:cubicBezTo>
                  <a:pt x="174085" y="228600"/>
                  <a:pt x="180753" y="228600"/>
                  <a:pt x="186467" y="224790"/>
                </a:cubicBezTo>
                <a:cubicBezTo>
                  <a:pt x="192183" y="220980"/>
                  <a:pt x="194088" y="213360"/>
                  <a:pt x="192183" y="207645"/>
                </a:cubicBezTo>
                <a:lnTo>
                  <a:pt x="175990" y="153352"/>
                </a:lnTo>
                <a:cubicBezTo>
                  <a:pt x="174085" y="147638"/>
                  <a:pt x="175990" y="140970"/>
                  <a:pt x="180753" y="137160"/>
                </a:cubicBezTo>
                <a:lnTo>
                  <a:pt x="222663" y="100965"/>
                </a:lnTo>
                <a:close/>
              </a:path>
            </a:pathLst>
          </a:custGeom>
          <a:solidFill>
            <a:srgbClr val="4472C4"/>
          </a:solidFill>
          <a:ln w="9525" cap="flat">
            <a:solidFill>
              <a:schemeClr val="bg1"/>
            </a:solidFill>
            <a:prstDash val="solid"/>
            <a:miter/>
          </a:ln>
        </p:spPr>
        <p:txBody>
          <a:bodyPr rtlCol="0" anchor="ctr"/>
          <a:lstStyle/>
          <a:p>
            <a:endParaRPr lang="de-DE"/>
          </a:p>
        </p:txBody>
      </p:sp>
      <p:sp>
        <p:nvSpPr>
          <p:cNvPr id="39" name="Freihandform: Form 38">
            <a:extLst>
              <a:ext uri="{FF2B5EF4-FFF2-40B4-BE49-F238E27FC236}">
                <a16:creationId xmlns:a16="http://schemas.microsoft.com/office/drawing/2014/main" id="{AE2F145B-354E-5309-AA90-94E4857B34EA}"/>
              </a:ext>
            </a:extLst>
          </p:cNvPr>
          <p:cNvSpPr>
            <a:spLocks noChangeAspect="1"/>
          </p:cNvSpPr>
          <p:nvPr/>
        </p:nvSpPr>
        <p:spPr>
          <a:xfrm>
            <a:off x="2004236" y="5770330"/>
            <a:ext cx="171116" cy="170735"/>
          </a:xfrm>
          <a:custGeom>
            <a:avLst/>
            <a:gdLst>
              <a:gd name="connsiteX0" fmla="*/ 222663 w 228155"/>
              <a:gd name="connsiteY0" fmla="*/ 100965 h 227647"/>
              <a:gd name="connsiteX1" fmla="*/ 227425 w 228155"/>
              <a:gd name="connsiteY1" fmla="*/ 83820 h 227647"/>
              <a:gd name="connsiteX2" fmla="*/ 213138 w 228155"/>
              <a:gd name="connsiteY2" fmla="*/ 73342 h 227647"/>
              <a:gd name="connsiteX3" fmla="*/ 160750 w 228155"/>
              <a:gd name="connsiteY3" fmla="*/ 73342 h 227647"/>
              <a:gd name="connsiteX4" fmla="*/ 146463 w 228155"/>
              <a:gd name="connsiteY4" fmla="*/ 62865 h 227647"/>
              <a:gd name="connsiteX5" fmla="*/ 129317 w 228155"/>
              <a:gd name="connsiteY5" fmla="*/ 11430 h 227647"/>
              <a:gd name="connsiteX6" fmla="*/ 114078 w 228155"/>
              <a:gd name="connsiteY6" fmla="*/ 0 h 227647"/>
              <a:gd name="connsiteX7" fmla="*/ 98838 w 228155"/>
              <a:gd name="connsiteY7" fmla="*/ 10477 h 227647"/>
              <a:gd name="connsiteX8" fmla="*/ 81692 w 228155"/>
              <a:gd name="connsiteY8" fmla="*/ 61913 h 227647"/>
              <a:gd name="connsiteX9" fmla="*/ 67405 w 228155"/>
              <a:gd name="connsiteY9" fmla="*/ 72390 h 227647"/>
              <a:gd name="connsiteX10" fmla="*/ 15017 w 228155"/>
              <a:gd name="connsiteY10" fmla="*/ 72390 h 227647"/>
              <a:gd name="connsiteX11" fmla="*/ 730 w 228155"/>
              <a:gd name="connsiteY11" fmla="*/ 82867 h 227647"/>
              <a:gd name="connsiteX12" fmla="*/ 5492 w 228155"/>
              <a:gd name="connsiteY12" fmla="*/ 100013 h 227647"/>
              <a:gd name="connsiteX13" fmla="*/ 23590 w 228155"/>
              <a:gd name="connsiteY13" fmla="*/ 116205 h 227647"/>
              <a:gd name="connsiteX14" fmla="*/ 46450 w 228155"/>
              <a:gd name="connsiteY14" fmla="*/ 137160 h 227647"/>
              <a:gd name="connsiteX15" fmla="*/ 51213 w 228155"/>
              <a:gd name="connsiteY15" fmla="*/ 144780 h 227647"/>
              <a:gd name="connsiteX16" fmla="*/ 51213 w 228155"/>
              <a:gd name="connsiteY16" fmla="*/ 153352 h 227647"/>
              <a:gd name="connsiteX17" fmla="*/ 35020 w 228155"/>
              <a:gd name="connsiteY17" fmla="*/ 207645 h 227647"/>
              <a:gd name="connsiteX18" fmla="*/ 40735 w 228155"/>
              <a:gd name="connsiteY18" fmla="*/ 224790 h 227647"/>
              <a:gd name="connsiteX19" fmla="*/ 58833 w 228155"/>
              <a:gd name="connsiteY19" fmla="*/ 224790 h 227647"/>
              <a:gd name="connsiteX20" fmla="*/ 104553 w 228155"/>
              <a:gd name="connsiteY20" fmla="*/ 192405 h 227647"/>
              <a:gd name="connsiteX21" fmla="*/ 122650 w 228155"/>
              <a:gd name="connsiteY21" fmla="*/ 192405 h 227647"/>
              <a:gd name="connsiteX22" fmla="*/ 168370 w 228155"/>
              <a:gd name="connsiteY22" fmla="*/ 224790 h 227647"/>
              <a:gd name="connsiteX23" fmla="*/ 186467 w 228155"/>
              <a:gd name="connsiteY23" fmla="*/ 224790 h 227647"/>
              <a:gd name="connsiteX24" fmla="*/ 192183 w 228155"/>
              <a:gd name="connsiteY24" fmla="*/ 207645 h 227647"/>
              <a:gd name="connsiteX25" fmla="*/ 175990 w 228155"/>
              <a:gd name="connsiteY25" fmla="*/ 153352 h 227647"/>
              <a:gd name="connsiteX26" fmla="*/ 180753 w 228155"/>
              <a:gd name="connsiteY26" fmla="*/ 137160 h 227647"/>
              <a:gd name="connsiteX27" fmla="*/ 222663 w 228155"/>
              <a:gd name="connsiteY27" fmla="*/ 100965 h 227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28155" h="227647">
                <a:moveTo>
                  <a:pt x="222663" y="100965"/>
                </a:moveTo>
                <a:cubicBezTo>
                  <a:pt x="227425" y="96202"/>
                  <a:pt x="229330" y="89535"/>
                  <a:pt x="227425" y="83820"/>
                </a:cubicBezTo>
                <a:cubicBezTo>
                  <a:pt x="225520" y="78105"/>
                  <a:pt x="218853" y="73342"/>
                  <a:pt x="213138" y="73342"/>
                </a:cubicBezTo>
                <a:lnTo>
                  <a:pt x="160750" y="73342"/>
                </a:lnTo>
                <a:cubicBezTo>
                  <a:pt x="154083" y="73342"/>
                  <a:pt x="148367" y="68580"/>
                  <a:pt x="146463" y="62865"/>
                </a:cubicBezTo>
                <a:lnTo>
                  <a:pt x="129317" y="11430"/>
                </a:lnTo>
                <a:cubicBezTo>
                  <a:pt x="126460" y="4763"/>
                  <a:pt x="120745" y="0"/>
                  <a:pt x="114078" y="0"/>
                </a:cubicBezTo>
                <a:cubicBezTo>
                  <a:pt x="107410" y="0"/>
                  <a:pt x="101695" y="4763"/>
                  <a:pt x="98838" y="10477"/>
                </a:cubicBezTo>
                <a:lnTo>
                  <a:pt x="81692" y="61913"/>
                </a:lnTo>
                <a:cubicBezTo>
                  <a:pt x="79788" y="68580"/>
                  <a:pt x="74073" y="72390"/>
                  <a:pt x="67405" y="72390"/>
                </a:cubicBezTo>
                <a:lnTo>
                  <a:pt x="15017" y="72390"/>
                </a:lnTo>
                <a:cubicBezTo>
                  <a:pt x="8350" y="72390"/>
                  <a:pt x="2635" y="76200"/>
                  <a:pt x="730" y="82867"/>
                </a:cubicBezTo>
                <a:cubicBezTo>
                  <a:pt x="-1175" y="88583"/>
                  <a:pt x="730" y="96202"/>
                  <a:pt x="5492" y="100013"/>
                </a:cubicBezTo>
                <a:lnTo>
                  <a:pt x="23590" y="116205"/>
                </a:lnTo>
                <a:lnTo>
                  <a:pt x="46450" y="137160"/>
                </a:lnTo>
                <a:cubicBezTo>
                  <a:pt x="48355" y="139065"/>
                  <a:pt x="50260" y="141923"/>
                  <a:pt x="51213" y="144780"/>
                </a:cubicBezTo>
                <a:cubicBezTo>
                  <a:pt x="52165" y="147638"/>
                  <a:pt x="52165" y="150495"/>
                  <a:pt x="51213" y="153352"/>
                </a:cubicBezTo>
                <a:lnTo>
                  <a:pt x="35020" y="207645"/>
                </a:lnTo>
                <a:cubicBezTo>
                  <a:pt x="33115" y="214313"/>
                  <a:pt x="35020" y="220980"/>
                  <a:pt x="40735" y="224790"/>
                </a:cubicBezTo>
                <a:cubicBezTo>
                  <a:pt x="46450" y="228600"/>
                  <a:pt x="53117" y="228600"/>
                  <a:pt x="58833" y="224790"/>
                </a:cubicBezTo>
                <a:lnTo>
                  <a:pt x="104553" y="192405"/>
                </a:lnTo>
                <a:cubicBezTo>
                  <a:pt x="110267" y="188595"/>
                  <a:pt x="116935" y="188595"/>
                  <a:pt x="122650" y="192405"/>
                </a:cubicBezTo>
                <a:lnTo>
                  <a:pt x="168370" y="224790"/>
                </a:lnTo>
                <a:cubicBezTo>
                  <a:pt x="174085" y="228600"/>
                  <a:pt x="180753" y="228600"/>
                  <a:pt x="186467" y="224790"/>
                </a:cubicBezTo>
                <a:cubicBezTo>
                  <a:pt x="192183" y="220980"/>
                  <a:pt x="194088" y="213360"/>
                  <a:pt x="192183" y="207645"/>
                </a:cubicBezTo>
                <a:lnTo>
                  <a:pt x="175990" y="153352"/>
                </a:lnTo>
                <a:cubicBezTo>
                  <a:pt x="174085" y="147638"/>
                  <a:pt x="175990" y="140970"/>
                  <a:pt x="180753" y="137160"/>
                </a:cubicBezTo>
                <a:lnTo>
                  <a:pt x="222663" y="100965"/>
                </a:lnTo>
                <a:close/>
              </a:path>
            </a:pathLst>
          </a:custGeom>
          <a:solidFill>
            <a:srgbClr val="4472C4"/>
          </a:solidFill>
          <a:ln w="9525" cap="flat">
            <a:solidFill>
              <a:schemeClr val="bg1"/>
            </a:solidFill>
            <a:prstDash val="solid"/>
            <a:miter/>
          </a:ln>
        </p:spPr>
        <p:txBody>
          <a:bodyPr rtlCol="0" anchor="ctr"/>
          <a:lstStyle/>
          <a:p>
            <a:endParaRPr lang="de-DE"/>
          </a:p>
        </p:txBody>
      </p:sp>
      <p:sp>
        <p:nvSpPr>
          <p:cNvPr id="41" name="Freihandform: Form 40">
            <a:extLst>
              <a:ext uri="{FF2B5EF4-FFF2-40B4-BE49-F238E27FC236}">
                <a16:creationId xmlns:a16="http://schemas.microsoft.com/office/drawing/2014/main" id="{26E7B524-26DF-3FB0-7692-B17DB81DE1BD}"/>
              </a:ext>
            </a:extLst>
          </p:cNvPr>
          <p:cNvSpPr>
            <a:spLocks noChangeAspect="1"/>
          </p:cNvSpPr>
          <p:nvPr/>
        </p:nvSpPr>
        <p:spPr>
          <a:xfrm>
            <a:off x="3985591" y="5473449"/>
            <a:ext cx="171116" cy="170735"/>
          </a:xfrm>
          <a:custGeom>
            <a:avLst/>
            <a:gdLst>
              <a:gd name="connsiteX0" fmla="*/ 222663 w 228155"/>
              <a:gd name="connsiteY0" fmla="*/ 100965 h 227647"/>
              <a:gd name="connsiteX1" fmla="*/ 227425 w 228155"/>
              <a:gd name="connsiteY1" fmla="*/ 83820 h 227647"/>
              <a:gd name="connsiteX2" fmla="*/ 213138 w 228155"/>
              <a:gd name="connsiteY2" fmla="*/ 73342 h 227647"/>
              <a:gd name="connsiteX3" fmla="*/ 160750 w 228155"/>
              <a:gd name="connsiteY3" fmla="*/ 73342 h 227647"/>
              <a:gd name="connsiteX4" fmla="*/ 146463 w 228155"/>
              <a:gd name="connsiteY4" fmla="*/ 62865 h 227647"/>
              <a:gd name="connsiteX5" fmla="*/ 129317 w 228155"/>
              <a:gd name="connsiteY5" fmla="*/ 11430 h 227647"/>
              <a:gd name="connsiteX6" fmla="*/ 114078 w 228155"/>
              <a:gd name="connsiteY6" fmla="*/ 0 h 227647"/>
              <a:gd name="connsiteX7" fmla="*/ 98838 w 228155"/>
              <a:gd name="connsiteY7" fmla="*/ 10477 h 227647"/>
              <a:gd name="connsiteX8" fmla="*/ 81692 w 228155"/>
              <a:gd name="connsiteY8" fmla="*/ 61913 h 227647"/>
              <a:gd name="connsiteX9" fmla="*/ 67405 w 228155"/>
              <a:gd name="connsiteY9" fmla="*/ 72390 h 227647"/>
              <a:gd name="connsiteX10" fmla="*/ 15017 w 228155"/>
              <a:gd name="connsiteY10" fmla="*/ 72390 h 227647"/>
              <a:gd name="connsiteX11" fmla="*/ 730 w 228155"/>
              <a:gd name="connsiteY11" fmla="*/ 82867 h 227647"/>
              <a:gd name="connsiteX12" fmla="*/ 5492 w 228155"/>
              <a:gd name="connsiteY12" fmla="*/ 100013 h 227647"/>
              <a:gd name="connsiteX13" fmla="*/ 23590 w 228155"/>
              <a:gd name="connsiteY13" fmla="*/ 116205 h 227647"/>
              <a:gd name="connsiteX14" fmla="*/ 46450 w 228155"/>
              <a:gd name="connsiteY14" fmla="*/ 137160 h 227647"/>
              <a:gd name="connsiteX15" fmla="*/ 51213 w 228155"/>
              <a:gd name="connsiteY15" fmla="*/ 144780 h 227647"/>
              <a:gd name="connsiteX16" fmla="*/ 51213 w 228155"/>
              <a:gd name="connsiteY16" fmla="*/ 153352 h 227647"/>
              <a:gd name="connsiteX17" fmla="*/ 35020 w 228155"/>
              <a:gd name="connsiteY17" fmla="*/ 207645 h 227647"/>
              <a:gd name="connsiteX18" fmla="*/ 40735 w 228155"/>
              <a:gd name="connsiteY18" fmla="*/ 224790 h 227647"/>
              <a:gd name="connsiteX19" fmla="*/ 58833 w 228155"/>
              <a:gd name="connsiteY19" fmla="*/ 224790 h 227647"/>
              <a:gd name="connsiteX20" fmla="*/ 104553 w 228155"/>
              <a:gd name="connsiteY20" fmla="*/ 192405 h 227647"/>
              <a:gd name="connsiteX21" fmla="*/ 122650 w 228155"/>
              <a:gd name="connsiteY21" fmla="*/ 192405 h 227647"/>
              <a:gd name="connsiteX22" fmla="*/ 168370 w 228155"/>
              <a:gd name="connsiteY22" fmla="*/ 224790 h 227647"/>
              <a:gd name="connsiteX23" fmla="*/ 186467 w 228155"/>
              <a:gd name="connsiteY23" fmla="*/ 224790 h 227647"/>
              <a:gd name="connsiteX24" fmla="*/ 192183 w 228155"/>
              <a:gd name="connsiteY24" fmla="*/ 207645 h 227647"/>
              <a:gd name="connsiteX25" fmla="*/ 175990 w 228155"/>
              <a:gd name="connsiteY25" fmla="*/ 153352 h 227647"/>
              <a:gd name="connsiteX26" fmla="*/ 180753 w 228155"/>
              <a:gd name="connsiteY26" fmla="*/ 137160 h 227647"/>
              <a:gd name="connsiteX27" fmla="*/ 222663 w 228155"/>
              <a:gd name="connsiteY27" fmla="*/ 100965 h 227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28155" h="227647">
                <a:moveTo>
                  <a:pt x="222663" y="100965"/>
                </a:moveTo>
                <a:cubicBezTo>
                  <a:pt x="227425" y="96202"/>
                  <a:pt x="229330" y="89535"/>
                  <a:pt x="227425" y="83820"/>
                </a:cubicBezTo>
                <a:cubicBezTo>
                  <a:pt x="225520" y="78105"/>
                  <a:pt x="218853" y="73342"/>
                  <a:pt x="213138" y="73342"/>
                </a:cubicBezTo>
                <a:lnTo>
                  <a:pt x="160750" y="73342"/>
                </a:lnTo>
                <a:cubicBezTo>
                  <a:pt x="154083" y="73342"/>
                  <a:pt x="148367" y="68580"/>
                  <a:pt x="146463" y="62865"/>
                </a:cubicBezTo>
                <a:lnTo>
                  <a:pt x="129317" y="11430"/>
                </a:lnTo>
                <a:cubicBezTo>
                  <a:pt x="126460" y="4763"/>
                  <a:pt x="120745" y="0"/>
                  <a:pt x="114078" y="0"/>
                </a:cubicBezTo>
                <a:cubicBezTo>
                  <a:pt x="107410" y="0"/>
                  <a:pt x="101695" y="4763"/>
                  <a:pt x="98838" y="10477"/>
                </a:cubicBezTo>
                <a:lnTo>
                  <a:pt x="81692" y="61913"/>
                </a:lnTo>
                <a:cubicBezTo>
                  <a:pt x="79788" y="68580"/>
                  <a:pt x="74073" y="72390"/>
                  <a:pt x="67405" y="72390"/>
                </a:cubicBezTo>
                <a:lnTo>
                  <a:pt x="15017" y="72390"/>
                </a:lnTo>
                <a:cubicBezTo>
                  <a:pt x="8350" y="72390"/>
                  <a:pt x="2635" y="76200"/>
                  <a:pt x="730" y="82867"/>
                </a:cubicBezTo>
                <a:cubicBezTo>
                  <a:pt x="-1175" y="88583"/>
                  <a:pt x="730" y="96202"/>
                  <a:pt x="5492" y="100013"/>
                </a:cubicBezTo>
                <a:lnTo>
                  <a:pt x="23590" y="116205"/>
                </a:lnTo>
                <a:lnTo>
                  <a:pt x="46450" y="137160"/>
                </a:lnTo>
                <a:cubicBezTo>
                  <a:pt x="48355" y="139065"/>
                  <a:pt x="50260" y="141923"/>
                  <a:pt x="51213" y="144780"/>
                </a:cubicBezTo>
                <a:cubicBezTo>
                  <a:pt x="52165" y="147638"/>
                  <a:pt x="52165" y="150495"/>
                  <a:pt x="51213" y="153352"/>
                </a:cubicBezTo>
                <a:lnTo>
                  <a:pt x="35020" y="207645"/>
                </a:lnTo>
                <a:cubicBezTo>
                  <a:pt x="33115" y="214313"/>
                  <a:pt x="35020" y="220980"/>
                  <a:pt x="40735" y="224790"/>
                </a:cubicBezTo>
                <a:cubicBezTo>
                  <a:pt x="46450" y="228600"/>
                  <a:pt x="53117" y="228600"/>
                  <a:pt x="58833" y="224790"/>
                </a:cubicBezTo>
                <a:lnTo>
                  <a:pt x="104553" y="192405"/>
                </a:lnTo>
                <a:cubicBezTo>
                  <a:pt x="110267" y="188595"/>
                  <a:pt x="116935" y="188595"/>
                  <a:pt x="122650" y="192405"/>
                </a:cubicBezTo>
                <a:lnTo>
                  <a:pt x="168370" y="224790"/>
                </a:lnTo>
                <a:cubicBezTo>
                  <a:pt x="174085" y="228600"/>
                  <a:pt x="180753" y="228600"/>
                  <a:pt x="186467" y="224790"/>
                </a:cubicBezTo>
                <a:cubicBezTo>
                  <a:pt x="192183" y="220980"/>
                  <a:pt x="194088" y="213360"/>
                  <a:pt x="192183" y="207645"/>
                </a:cubicBezTo>
                <a:lnTo>
                  <a:pt x="175990" y="153352"/>
                </a:lnTo>
                <a:cubicBezTo>
                  <a:pt x="174085" y="147638"/>
                  <a:pt x="175990" y="140970"/>
                  <a:pt x="180753" y="137160"/>
                </a:cubicBezTo>
                <a:lnTo>
                  <a:pt x="222663" y="100965"/>
                </a:lnTo>
                <a:close/>
              </a:path>
            </a:pathLst>
          </a:custGeom>
          <a:solidFill>
            <a:srgbClr val="4472C4"/>
          </a:solidFill>
          <a:ln w="9525" cap="flat">
            <a:solidFill>
              <a:schemeClr val="bg1"/>
            </a:solidFill>
            <a:prstDash val="solid"/>
            <a:miter/>
          </a:ln>
        </p:spPr>
        <p:txBody>
          <a:bodyPr rtlCol="0" anchor="ctr"/>
          <a:lstStyle/>
          <a:p>
            <a:endParaRPr lang="de-DE"/>
          </a:p>
        </p:txBody>
      </p:sp>
      <p:grpSp>
        <p:nvGrpSpPr>
          <p:cNvPr id="44" name="Gruppieren 43">
            <a:extLst>
              <a:ext uri="{FF2B5EF4-FFF2-40B4-BE49-F238E27FC236}">
                <a16:creationId xmlns:a16="http://schemas.microsoft.com/office/drawing/2014/main" id="{B72B9ABA-9BFF-6477-378C-B1E027ACCC03}"/>
              </a:ext>
            </a:extLst>
          </p:cNvPr>
          <p:cNvGrpSpPr/>
          <p:nvPr/>
        </p:nvGrpSpPr>
        <p:grpSpPr>
          <a:xfrm>
            <a:off x="655110" y="904593"/>
            <a:ext cx="4871047" cy="476436"/>
            <a:chOff x="4198549" y="4128731"/>
            <a:chExt cx="655235" cy="476436"/>
          </a:xfrm>
        </p:grpSpPr>
        <p:sp>
          <p:nvSpPr>
            <p:cNvPr id="45" name="OTLSHAPE_SLT_d94df98d21304712a9f5b5559aefe021_Shape">
              <a:extLst>
                <a:ext uri="{FF2B5EF4-FFF2-40B4-BE49-F238E27FC236}">
                  <a16:creationId xmlns:a16="http://schemas.microsoft.com/office/drawing/2014/main" id="{9E974D18-1463-6A94-08DF-2D76051C779D}"/>
                </a:ext>
              </a:extLst>
            </p:cNvPr>
            <p:cNvSpPr/>
            <p:nvPr>
              <p:custDataLst>
                <p:tags r:id="rId9"/>
              </p:custDataLst>
            </p:nvPr>
          </p:nvSpPr>
          <p:spPr>
            <a:xfrm>
              <a:off x="4242181" y="4128731"/>
              <a:ext cx="585430" cy="252000"/>
            </a:xfrm>
            <a:prstGeom prst="snip2DiagRect">
              <a:avLst>
                <a:gd name="adj1" fmla="val 100000"/>
                <a:gd name="adj2" fmla="val 16667"/>
              </a:avLst>
            </a:prstGeom>
            <a:solidFill>
              <a:srgbClr val="FFE285"/>
            </a:solidFill>
            <a:ln w="19050" cap="flat" cmpd="sng" algn="ctr">
              <a:solidFill>
                <a:sysClr val="window" lastClr="FFFFFF"/>
              </a:solidFill>
              <a:prstDash val="solid"/>
              <a:miter lim="800000"/>
            </a:ln>
            <a:effectLst/>
          </p:spPr>
          <p:txBody>
            <a:bodyPr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de-DE" sz="900" b="0" i="0" u="none" strike="noStrike" kern="0" cap="none" spc="0" normalizeH="0" baseline="0" noProof="0">
                  <a:ln>
                    <a:noFill/>
                  </a:ln>
                  <a:effectLst/>
                  <a:uLnTx/>
                  <a:uFillTx/>
                  <a:latin typeface="Calibri" panose="020F0502020204030204"/>
                  <a:ea typeface="+mn-ea"/>
                  <a:cs typeface="+mn-cs"/>
                </a:rPr>
                <a:t>Technische Grundlagen schaffen</a:t>
              </a:r>
            </a:p>
          </p:txBody>
        </p:sp>
        <p:sp>
          <p:nvSpPr>
            <p:cNvPr id="46" name="Textfeld 45">
              <a:extLst>
                <a:ext uri="{FF2B5EF4-FFF2-40B4-BE49-F238E27FC236}">
                  <a16:creationId xmlns:a16="http://schemas.microsoft.com/office/drawing/2014/main" id="{B3A81CB8-52E5-09F1-EC75-D6F92D97668C}"/>
                </a:ext>
              </a:extLst>
            </p:cNvPr>
            <p:cNvSpPr txBox="1"/>
            <p:nvPr/>
          </p:nvSpPr>
          <p:spPr>
            <a:xfrm>
              <a:off x="4198549" y="4374335"/>
              <a:ext cx="655235" cy="230832"/>
            </a:xfrm>
            <a:prstGeom prst="rect">
              <a:avLst/>
            </a:prstGeom>
            <a:noFill/>
          </p:spPr>
          <p:txBody>
            <a:bodyPr wrap="square" rtlCol="0">
              <a:spAutoFit/>
            </a:bodyPr>
            <a:lstStyle/>
            <a:p>
              <a:pPr marL="0" marR="0" lvl="0" indent="0" defTabSz="685800" rtl="0" eaLnBrk="1" fontAlgn="auto" latinLnBrk="0" hangingPunct="1">
                <a:lnSpc>
                  <a:spcPct val="100000"/>
                </a:lnSpc>
                <a:spcBef>
                  <a:spcPts val="0"/>
                </a:spcBef>
                <a:spcAft>
                  <a:spcPts val="0"/>
                </a:spcAft>
                <a:buClrTx/>
                <a:buSzTx/>
                <a:buFontTx/>
                <a:buNone/>
                <a:tabLst/>
                <a:defRPr/>
              </a:pPr>
              <a:endParaRPr kumimoji="0" lang="de-DE" sz="900" b="0" i="0" u="none" strike="noStrike" kern="0" cap="none" spc="0" normalizeH="0" baseline="0" noProof="0">
                <a:ln>
                  <a:noFill/>
                </a:ln>
                <a:effectLst/>
                <a:uLnTx/>
                <a:uFillTx/>
                <a:latin typeface="Calibri" panose="020F0502020204030204"/>
                <a:ea typeface="+mn-ea"/>
                <a:cs typeface="+mn-cs"/>
              </a:endParaRPr>
            </a:p>
          </p:txBody>
        </p:sp>
      </p:grpSp>
      <p:grpSp>
        <p:nvGrpSpPr>
          <p:cNvPr id="47" name="Gruppieren 46">
            <a:extLst>
              <a:ext uri="{FF2B5EF4-FFF2-40B4-BE49-F238E27FC236}">
                <a16:creationId xmlns:a16="http://schemas.microsoft.com/office/drawing/2014/main" id="{09773FBD-CB05-1E79-B80B-9D088716B84E}"/>
              </a:ext>
            </a:extLst>
          </p:cNvPr>
          <p:cNvGrpSpPr/>
          <p:nvPr/>
        </p:nvGrpSpPr>
        <p:grpSpPr>
          <a:xfrm>
            <a:off x="4949687" y="904593"/>
            <a:ext cx="6587203" cy="476436"/>
            <a:chOff x="4198549" y="4128731"/>
            <a:chExt cx="1596741" cy="476436"/>
          </a:xfrm>
        </p:grpSpPr>
        <p:sp>
          <p:nvSpPr>
            <p:cNvPr id="48" name="OTLSHAPE_SLT_d94df98d21304712a9f5b5559aefe021_Shape">
              <a:extLst>
                <a:ext uri="{FF2B5EF4-FFF2-40B4-BE49-F238E27FC236}">
                  <a16:creationId xmlns:a16="http://schemas.microsoft.com/office/drawing/2014/main" id="{CC4CB6E7-DD78-1BD6-ADDA-E8CCF0FE7F40}"/>
                </a:ext>
              </a:extLst>
            </p:cNvPr>
            <p:cNvSpPr/>
            <p:nvPr>
              <p:custDataLst>
                <p:tags r:id="rId6"/>
              </p:custDataLst>
            </p:nvPr>
          </p:nvSpPr>
          <p:spPr>
            <a:xfrm>
              <a:off x="4242181" y="4128731"/>
              <a:ext cx="585430" cy="252000"/>
            </a:xfrm>
            <a:prstGeom prst="snip2DiagRect">
              <a:avLst>
                <a:gd name="adj1" fmla="val 100000"/>
                <a:gd name="adj2" fmla="val 16667"/>
              </a:avLst>
            </a:prstGeom>
            <a:solidFill>
              <a:srgbClr val="FFE285"/>
            </a:solidFill>
            <a:ln w="19050" cap="flat" cmpd="sng" algn="ctr">
              <a:solidFill>
                <a:sysClr val="window" lastClr="FFFFFF"/>
              </a:solidFill>
              <a:prstDash val="solid"/>
              <a:miter lim="800000"/>
            </a:ln>
            <a:effectLst/>
          </p:spPr>
          <p:txBody>
            <a:bodyPr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de-DE" sz="900" b="0" i="0" u="none" strike="noStrike" kern="0" cap="none" spc="0" normalizeH="0" baseline="0" noProof="0">
                  <a:ln>
                    <a:noFill/>
                  </a:ln>
                  <a:effectLst/>
                  <a:uLnTx/>
                  <a:uFillTx/>
                  <a:latin typeface="Calibri" panose="020F0502020204030204"/>
                  <a:ea typeface="+mn-ea"/>
                  <a:cs typeface="+mn-cs"/>
                </a:rPr>
                <a:t>Sandbox Upgrade</a:t>
              </a:r>
            </a:p>
          </p:txBody>
        </p:sp>
        <p:sp>
          <p:nvSpPr>
            <p:cNvPr id="49" name="Textfeld 48">
              <a:extLst>
                <a:ext uri="{FF2B5EF4-FFF2-40B4-BE49-F238E27FC236}">
                  <a16:creationId xmlns:a16="http://schemas.microsoft.com/office/drawing/2014/main" id="{6880BC24-373A-1892-915C-68ADC73F17D7}"/>
                </a:ext>
              </a:extLst>
            </p:cNvPr>
            <p:cNvSpPr txBox="1"/>
            <p:nvPr/>
          </p:nvSpPr>
          <p:spPr>
            <a:xfrm>
              <a:off x="4198549" y="4374335"/>
              <a:ext cx="655235" cy="230832"/>
            </a:xfrm>
            <a:prstGeom prst="rect">
              <a:avLst/>
            </a:prstGeom>
            <a:noFill/>
          </p:spPr>
          <p:txBody>
            <a:bodyPr wrap="square" rtlCol="0">
              <a:spAutoFit/>
            </a:bodyPr>
            <a:lstStyle/>
            <a:p>
              <a:pPr marL="0" marR="0" lvl="0" indent="0" defTabSz="685800" rtl="0" eaLnBrk="1" fontAlgn="auto" latinLnBrk="0" hangingPunct="1">
                <a:lnSpc>
                  <a:spcPct val="100000"/>
                </a:lnSpc>
                <a:spcBef>
                  <a:spcPts val="0"/>
                </a:spcBef>
                <a:spcAft>
                  <a:spcPts val="0"/>
                </a:spcAft>
                <a:buClrTx/>
                <a:buSzTx/>
                <a:buFontTx/>
                <a:buNone/>
                <a:tabLst/>
                <a:defRPr/>
              </a:pPr>
              <a:endParaRPr kumimoji="0" lang="de-DE" sz="900" b="0" i="0" u="none" strike="noStrike" kern="0" cap="none" spc="0" normalizeH="0" baseline="0" noProof="0">
                <a:ln>
                  <a:noFill/>
                </a:ln>
                <a:effectLst/>
                <a:uLnTx/>
                <a:uFillTx/>
                <a:latin typeface="Calibri" panose="020F0502020204030204"/>
                <a:ea typeface="+mn-ea"/>
                <a:cs typeface="+mn-cs"/>
              </a:endParaRPr>
            </a:p>
          </p:txBody>
        </p:sp>
        <p:sp>
          <p:nvSpPr>
            <p:cNvPr id="50" name="OTLSHAPE_SLT_d94df98d21304712a9f5b5559aefe021_Shape">
              <a:extLst>
                <a:ext uri="{FF2B5EF4-FFF2-40B4-BE49-F238E27FC236}">
                  <a16:creationId xmlns:a16="http://schemas.microsoft.com/office/drawing/2014/main" id="{0B8BBB01-6D13-FE3D-5F82-AE5C23AA88EC}"/>
                </a:ext>
              </a:extLst>
            </p:cNvPr>
            <p:cNvSpPr/>
            <p:nvPr>
              <p:custDataLst>
                <p:tags r:id="rId7"/>
              </p:custDataLst>
            </p:nvPr>
          </p:nvSpPr>
          <p:spPr>
            <a:xfrm>
              <a:off x="4676309" y="4128731"/>
              <a:ext cx="293684" cy="252000"/>
            </a:xfrm>
            <a:prstGeom prst="snip2DiagRect">
              <a:avLst>
                <a:gd name="adj1" fmla="val 100000"/>
                <a:gd name="adj2" fmla="val 16667"/>
              </a:avLst>
            </a:prstGeom>
            <a:solidFill>
              <a:srgbClr val="FFE285"/>
            </a:solidFill>
            <a:ln w="19050" cap="flat" cmpd="sng" algn="ctr">
              <a:solidFill>
                <a:sysClr val="window" lastClr="FFFFFF"/>
              </a:solidFill>
              <a:prstDash val="solid"/>
              <a:miter lim="800000"/>
            </a:ln>
            <a:effectLst/>
          </p:spPr>
          <p:txBody>
            <a:bodyPr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de-DE" sz="900" b="0" i="0" u="none" strike="noStrike" kern="0" cap="none" spc="0" normalizeH="0" baseline="0" noProof="0">
                  <a:ln>
                    <a:noFill/>
                  </a:ln>
                  <a:effectLst/>
                  <a:uLnTx/>
                  <a:uFillTx/>
                  <a:latin typeface="Calibri" panose="020F0502020204030204"/>
                  <a:ea typeface="+mn-ea"/>
                  <a:cs typeface="+mn-cs"/>
                </a:rPr>
                <a:t>H4S4 Testing</a:t>
              </a:r>
            </a:p>
          </p:txBody>
        </p:sp>
        <p:sp>
          <p:nvSpPr>
            <p:cNvPr id="51" name="OTLSHAPE_SLT_d94df98d21304712a9f5b5559aefe021_Shape">
              <a:extLst>
                <a:ext uri="{FF2B5EF4-FFF2-40B4-BE49-F238E27FC236}">
                  <a16:creationId xmlns:a16="http://schemas.microsoft.com/office/drawing/2014/main" id="{2637F332-DC09-2320-F085-64BC9877ACCB}"/>
                </a:ext>
              </a:extLst>
            </p:cNvPr>
            <p:cNvSpPr/>
            <p:nvPr>
              <p:custDataLst>
                <p:tags r:id="rId8"/>
              </p:custDataLst>
            </p:nvPr>
          </p:nvSpPr>
          <p:spPr>
            <a:xfrm>
              <a:off x="4924155" y="4128731"/>
              <a:ext cx="871135" cy="252000"/>
            </a:xfrm>
            <a:prstGeom prst="snip2DiagRect">
              <a:avLst>
                <a:gd name="adj1" fmla="val 100000"/>
                <a:gd name="adj2" fmla="val 16667"/>
              </a:avLst>
            </a:prstGeom>
            <a:solidFill>
              <a:srgbClr val="FFE285"/>
            </a:solidFill>
            <a:ln w="19050" cap="flat" cmpd="sng" algn="ctr">
              <a:solidFill>
                <a:sysClr val="window" lastClr="FFFFFF"/>
              </a:solidFill>
              <a:prstDash val="solid"/>
              <a:miter lim="800000"/>
            </a:ln>
            <a:effectLst/>
          </p:spPr>
          <p:txBody>
            <a:bodyPr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de-DE" sz="900" b="0" i="0" u="none" strike="noStrike" kern="0" cap="none" spc="0" normalizeH="0" baseline="0" noProof="0">
                  <a:ln>
                    <a:noFill/>
                  </a:ln>
                  <a:effectLst/>
                  <a:uLnTx/>
                  <a:uFillTx/>
                  <a:latin typeface="Calibri" panose="020F0502020204030204"/>
                  <a:ea typeface="+mn-ea"/>
                  <a:cs typeface="+mn-cs"/>
                </a:rPr>
                <a:t>H4S4 Produktiv Upgrade</a:t>
              </a:r>
            </a:p>
          </p:txBody>
        </p:sp>
      </p:grpSp>
      <p:grpSp>
        <p:nvGrpSpPr>
          <p:cNvPr id="53" name="Gruppieren 52">
            <a:extLst>
              <a:ext uri="{FF2B5EF4-FFF2-40B4-BE49-F238E27FC236}">
                <a16:creationId xmlns:a16="http://schemas.microsoft.com/office/drawing/2014/main" id="{7CDF772E-CEE2-F776-7F8D-1155971178A7}"/>
              </a:ext>
            </a:extLst>
          </p:cNvPr>
          <p:cNvGrpSpPr/>
          <p:nvPr/>
        </p:nvGrpSpPr>
        <p:grpSpPr>
          <a:xfrm>
            <a:off x="6821018" y="2972046"/>
            <a:ext cx="1066028" cy="476436"/>
            <a:chOff x="4198549" y="4128731"/>
            <a:chExt cx="655235" cy="476436"/>
          </a:xfrm>
        </p:grpSpPr>
        <p:sp>
          <p:nvSpPr>
            <p:cNvPr id="54" name="OTLSHAPE_SLT_d94df98d21304712a9f5b5559aefe021_Shape">
              <a:extLst>
                <a:ext uri="{FF2B5EF4-FFF2-40B4-BE49-F238E27FC236}">
                  <a16:creationId xmlns:a16="http://schemas.microsoft.com/office/drawing/2014/main" id="{E7335828-432B-F296-A98B-DF3CB174A8AA}"/>
                </a:ext>
              </a:extLst>
            </p:cNvPr>
            <p:cNvSpPr/>
            <p:nvPr>
              <p:custDataLst>
                <p:tags r:id="rId5"/>
              </p:custDataLst>
            </p:nvPr>
          </p:nvSpPr>
          <p:spPr>
            <a:xfrm>
              <a:off x="4242181" y="4128731"/>
              <a:ext cx="585430" cy="252000"/>
            </a:xfrm>
            <a:prstGeom prst="snip2DiagRect">
              <a:avLst>
                <a:gd name="adj1" fmla="val 100000"/>
                <a:gd name="adj2" fmla="val 16667"/>
              </a:avLst>
            </a:prstGeom>
            <a:solidFill>
              <a:srgbClr val="FFC000"/>
            </a:solidFill>
            <a:ln w="19050" cap="flat" cmpd="sng" algn="ctr">
              <a:solidFill>
                <a:sysClr val="window" lastClr="FFFFFF"/>
              </a:solidFill>
              <a:prstDash val="solid"/>
              <a:miter lim="800000"/>
            </a:ln>
            <a:effectLst/>
          </p:spPr>
          <p:txBody>
            <a:bodyPr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de-DE" sz="800" b="0" i="0" u="none" strike="noStrike" kern="0" cap="none" spc="0" normalizeH="0" baseline="0" noProof="0">
                <a:ln>
                  <a:noFill/>
                </a:ln>
                <a:effectLst/>
                <a:uLnTx/>
                <a:uFillTx/>
                <a:latin typeface="Calibri" panose="020F0502020204030204"/>
                <a:ea typeface="+mn-ea"/>
                <a:cs typeface="+mn-cs"/>
              </a:endParaRPr>
            </a:p>
          </p:txBody>
        </p:sp>
        <p:sp>
          <p:nvSpPr>
            <p:cNvPr id="55" name="Textfeld 54">
              <a:extLst>
                <a:ext uri="{FF2B5EF4-FFF2-40B4-BE49-F238E27FC236}">
                  <a16:creationId xmlns:a16="http://schemas.microsoft.com/office/drawing/2014/main" id="{0C79C4A1-3C29-CC13-9634-EC15AAF7F8F4}"/>
                </a:ext>
              </a:extLst>
            </p:cNvPr>
            <p:cNvSpPr txBox="1"/>
            <p:nvPr/>
          </p:nvSpPr>
          <p:spPr>
            <a:xfrm>
              <a:off x="4198549" y="4374335"/>
              <a:ext cx="655235" cy="230832"/>
            </a:xfrm>
            <a:prstGeom prst="rect">
              <a:avLst/>
            </a:prstGeom>
            <a:noFill/>
          </p:spPr>
          <p:txBody>
            <a:bodyPr wrap="square" rtlCol="0">
              <a:spAutoFit/>
            </a:bodyPr>
            <a:lstStyle/>
            <a:p>
              <a:pPr marL="0" marR="0" lvl="0" indent="0" defTabSz="685800" rtl="0" eaLnBrk="1" fontAlgn="auto" latinLnBrk="0" hangingPunct="1">
                <a:lnSpc>
                  <a:spcPct val="100000"/>
                </a:lnSpc>
                <a:spcBef>
                  <a:spcPts val="0"/>
                </a:spcBef>
                <a:spcAft>
                  <a:spcPts val="0"/>
                </a:spcAft>
                <a:buClrTx/>
                <a:buSzTx/>
                <a:buFontTx/>
                <a:buNone/>
                <a:tabLst/>
                <a:defRPr/>
              </a:pPr>
              <a:r>
                <a:rPr kumimoji="0" lang="de-DE" sz="900" b="0" i="0" u="none" strike="noStrike" kern="0" cap="none" spc="0" normalizeH="0" baseline="0" noProof="0">
                  <a:ln>
                    <a:noFill/>
                  </a:ln>
                  <a:effectLst/>
                  <a:uLnTx/>
                  <a:uFillTx/>
                  <a:latin typeface="Calibri" panose="020F0502020204030204"/>
                  <a:ea typeface="+mn-ea"/>
                  <a:cs typeface="+mn-cs"/>
                </a:rPr>
                <a:t>H4S4 Testing Sandbox</a:t>
              </a:r>
            </a:p>
          </p:txBody>
        </p:sp>
      </p:grpSp>
      <p:cxnSp>
        <p:nvCxnSpPr>
          <p:cNvPr id="65" name="Verbinder: gewinkelt 64">
            <a:extLst>
              <a:ext uri="{FF2B5EF4-FFF2-40B4-BE49-F238E27FC236}">
                <a16:creationId xmlns:a16="http://schemas.microsoft.com/office/drawing/2014/main" id="{767CC214-8FC3-CBF5-97B7-38D0D44FFEA1}"/>
              </a:ext>
            </a:extLst>
          </p:cNvPr>
          <p:cNvCxnSpPr>
            <a:cxnSpLocks/>
            <a:stCxn id="70" idx="0"/>
            <a:endCxn id="73" idx="2"/>
          </p:cNvCxnSpPr>
          <p:nvPr/>
        </p:nvCxnSpPr>
        <p:spPr>
          <a:xfrm flipV="1">
            <a:off x="5117702" y="3815220"/>
            <a:ext cx="758599" cy="1879897"/>
          </a:xfrm>
          <a:prstGeom prst="bentConnector3">
            <a:avLst>
              <a:gd name="adj1" fmla="val 50000"/>
            </a:avLst>
          </a:prstGeom>
          <a:ln>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76" name="Verbinder: gewinkelt 75">
            <a:extLst>
              <a:ext uri="{FF2B5EF4-FFF2-40B4-BE49-F238E27FC236}">
                <a16:creationId xmlns:a16="http://schemas.microsoft.com/office/drawing/2014/main" id="{E57B2475-14CE-C7FA-3F71-804BFB98F1FF}"/>
              </a:ext>
            </a:extLst>
          </p:cNvPr>
          <p:cNvCxnSpPr>
            <a:cxnSpLocks/>
            <a:stCxn id="105" idx="0"/>
            <a:endCxn id="127" idx="2"/>
          </p:cNvCxnSpPr>
          <p:nvPr/>
        </p:nvCxnSpPr>
        <p:spPr>
          <a:xfrm flipV="1">
            <a:off x="6697763" y="2054950"/>
            <a:ext cx="144104" cy="1715"/>
          </a:xfrm>
          <a:prstGeom prst="bentConnector3">
            <a:avLst>
              <a:gd name="adj1" fmla="val 50000"/>
            </a:avLst>
          </a:prstGeom>
          <a:ln>
            <a:solidFill>
              <a:srgbClr val="4472C4"/>
            </a:solidFill>
            <a:tailEnd type="triangle"/>
          </a:ln>
        </p:spPr>
        <p:style>
          <a:lnRef idx="1">
            <a:schemeClr val="accent1"/>
          </a:lnRef>
          <a:fillRef idx="0">
            <a:schemeClr val="accent1"/>
          </a:fillRef>
          <a:effectRef idx="0">
            <a:schemeClr val="accent1"/>
          </a:effectRef>
          <a:fontRef idx="minor">
            <a:schemeClr val="tx1"/>
          </a:fontRef>
        </p:style>
      </p:cxnSp>
      <p:grpSp>
        <p:nvGrpSpPr>
          <p:cNvPr id="82" name="Gruppieren 81">
            <a:extLst>
              <a:ext uri="{FF2B5EF4-FFF2-40B4-BE49-F238E27FC236}">
                <a16:creationId xmlns:a16="http://schemas.microsoft.com/office/drawing/2014/main" id="{40412CAC-F59B-CBD5-73A4-DF696D64FA04}"/>
              </a:ext>
            </a:extLst>
          </p:cNvPr>
          <p:cNvGrpSpPr/>
          <p:nvPr/>
        </p:nvGrpSpPr>
        <p:grpSpPr>
          <a:xfrm>
            <a:off x="7726122" y="4977898"/>
            <a:ext cx="1662336" cy="614936"/>
            <a:chOff x="4198549" y="4128731"/>
            <a:chExt cx="655235" cy="614936"/>
          </a:xfrm>
        </p:grpSpPr>
        <p:sp>
          <p:nvSpPr>
            <p:cNvPr id="83" name="OTLSHAPE_SLT_d94df98d21304712a9f5b5559aefe021_Shape">
              <a:extLst>
                <a:ext uri="{FF2B5EF4-FFF2-40B4-BE49-F238E27FC236}">
                  <a16:creationId xmlns:a16="http://schemas.microsoft.com/office/drawing/2014/main" id="{7F48FD3A-47EB-4D07-5A69-4A87F7EE3617}"/>
                </a:ext>
              </a:extLst>
            </p:cNvPr>
            <p:cNvSpPr/>
            <p:nvPr>
              <p:custDataLst>
                <p:tags r:id="rId4"/>
              </p:custDataLst>
            </p:nvPr>
          </p:nvSpPr>
          <p:spPr>
            <a:xfrm>
              <a:off x="4242181" y="4128731"/>
              <a:ext cx="585430" cy="252000"/>
            </a:xfrm>
            <a:prstGeom prst="snip2DiagRect">
              <a:avLst>
                <a:gd name="adj1" fmla="val 100000"/>
                <a:gd name="adj2" fmla="val 16667"/>
              </a:avLst>
            </a:prstGeom>
            <a:solidFill>
              <a:srgbClr val="FFC000"/>
            </a:solidFill>
            <a:ln w="19050" cap="flat" cmpd="sng" algn="ctr">
              <a:solidFill>
                <a:sysClr val="window" lastClr="FFFFFF"/>
              </a:solidFill>
              <a:prstDash val="solid"/>
              <a:miter lim="800000"/>
            </a:ln>
            <a:effectLst/>
          </p:spPr>
          <p:txBody>
            <a:bodyPr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de-DE" sz="800" b="0" i="0" u="none" strike="noStrike" kern="0" cap="none" spc="0" normalizeH="0" baseline="0" noProof="0">
                <a:ln>
                  <a:noFill/>
                </a:ln>
                <a:effectLst/>
                <a:uLnTx/>
                <a:uFillTx/>
                <a:latin typeface="Calibri" panose="020F0502020204030204"/>
                <a:ea typeface="+mn-ea"/>
                <a:cs typeface="+mn-cs"/>
              </a:endParaRPr>
            </a:p>
          </p:txBody>
        </p:sp>
        <p:sp>
          <p:nvSpPr>
            <p:cNvPr id="84" name="Textfeld 83">
              <a:extLst>
                <a:ext uri="{FF2B5EF4-FFF2-40B4-BE49-F238E27FC236}">
                  <a16:creationId xmlns:a16="http://schemas.microsoft.com/office/drawing/2014/main" id="{EC2DA6AE-BFDC-5E06-D00F-A70E6C2B06D5}"/>
                </a:ext>
              </a:extLst>
            </p:cNvPr>
            <p:cNvSpPr txBox="1"/>
            <p:nvPr/>
          </p:nvSpPr>
          <p:spPr>
            <a:xfrm>
              <a:off x="4198549" y="4374335"/>
              <a:ext cx="655235" cy="369332"/>
            </a:xfrm>
            <a:prstGeom prst="rect">
              <a:avLst/>
            </a:prstGeom>
            <a:noFill/>
          </p:spPr>
          <p:txBody>
            <a:bodyPr wrap="square" rtlCol="0">
              <a:spAutoFit/>
            </a:bodyPr>
            <a:lstStyle/>
            <a:p>
              <a:r>
                <a:rPr lang="de-DE" sz="900"/>
                <a:t>E,Q,P Systemlinie auf HANA DB und Betriebssystem Linux heben</a:t>
              </a:r>
            </a:p>
          </p:txBody>
        </p:sp>
      </p:grpSp>
      <p:grpSp>
        <p:nvGrpSpPr>
          <p:cNvPr id="93" name="Gruppieren 92">
            <a:extLst>
              <a:ext uri="{FF2B5EF4-FFF2-40B4-BE49-F238E27FC236}">
                <a16:creationId xmlns:a16="http://schemas.microsoft.com/office/drawing/2014/main" id="{E4F2ADEC-1FB9-C77A-0CD9-D55D4EC5A8D6}"/>
              </a:ext>
            </a:extLst>
          </p:cNvPr>
          <p:cNvGrpSpPr/>
          <p:nvPr/>
        </p:nvGrpSpPr>
        <p:grpSpPr>
          <a:xfrm>
            <a:off x="8259215" y="5906692"/>
            <a:ext cx="1290245" cy="476436"/>
            <a:chOff x="4198549" y="4128731"/>
            <a:chExt cx="655235" cy="476436"/>
          </a:xfrm>
        </p:grpSpPr>
        <p:sp>
          <p:nvSpPr>
            <p:cNvPr id="96" name="OTLSHAPE_SLT_d94df98d21304712a9f5b5559aefe021_Shape">
              <a:extLst>
                <a:ext uri="{FF2B5EF4-FFF2-40B4-BE49-F238E27FC236}">
                  <a16:creationId xmlns:a16="http://schemas.microsoft.com/office/drawing/2014/main" id="{5B99CF49-F00E-38E5-1F61-022CD73C6B1C}"/>
                </a:ext>
              </a:extLst>
            </p:cNvPr>
            <p:cNvSpPr/>
            <p:nvPr>
              <p:custDataLst>
                <p:tags r:id="rId3"/>
              </p:custDataLst>
            </p:nvPr>
          </p:nvSpPr>
          <p:spPr>
            <a:xfrm>
              <a:off x="4242181" y="4128731"/>
              <a:ext cx="585430" cy="252000"/>
            </a:xfrm>
            <a:prstGeom prst="snip2DiagRect">
              <a:avLst>
                <a:gd name="adj1" fmla="val 100000"/>
                <a:gd name="adj2" fmla="val 16667"/>
              </a:avLst>
            </a:prstGeom>
            <a:solidFill>
              <a:srgbClr val="FFC000"/>
            </a:solidFill>
            <a:ln w="19050" cap="flat" cmpd="sng" algn="ctr">
              <a:solidFill>
                <a:sysClr val="window" lastClr="FFFFFF"/>
              </a:solidFill>
              <a:prstDash val="solid"/>
              <a:miter lim="800000"/>
            </a:ln>
            <a:effectLst/>
          </p:spPr>
          <p:txBody>
            <a:bodyPr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de-DE" sz="800" b="0" i="0" u="none" strike="noStrike" kern="0" cap="none" spc="0" normalizeH="0" baseline="0" noProof="0">
                <a:ln>
                  <a:noFill/>
                </a:ln>
                <a:effectLst/>
                <a:uLnTx/>
                <a:uFillTx/>
                <a:latin typeface="Calibri" panose="020F0502020204030204"/>
                <a:ea typeface="+mn-ea"/>
                <a:cs typeface="+mn-cs"/>
              </a:endParaRPr>
            </a:p>
          </p:txBody>
        </p:sp>
        <p:sp>
          <p:nvSpPr>
            <p:cNvPr id="98" name="Textfeld 97">
              <a:extLst>
                <a:ext uri="{FF2B5EF4-FFF2-40B4-BE49-F238E27FC236}">
                  <a16:creationId xmlns:a16="http://schemas.microsoft.com/office/drawing/2014/main" id="{2FA21059-5F9C-2DB1-FF67-E9944850988D}"/>
                </a:ext>
              </a:extLst>
            </p:cNvPr>
            <p:cNvSpPr txBox="1"/>
            <p:nvPr/>
          </p:nvSpPr>
          <p:spPr>
            <a:xfrm>
              <a:off x="4198549" y="4374335"/>
              <a:ext cx="655235" cy="230832"/>
            </a:xfrm>
            <a:prstGeom prst="rect">
              <a:avLst/>
            </a:prstGeom>
            <a:noFill/>
          </p:spPr>
          <p:txBody>
            <a:bodyPr wrap="square" rtlCol="0">
              <a:spAutoFit/>
            </a:bodyPr>
            <a:lstStyle/>
            <a:p>
              <a:pPr marL="0" marR="0" lvl="0" indent="0" defTabSz="685800" rtl="0" eaLnBrk="1" fontAlgn="auto" latinLnBrk="0" hangingPunct="1">
                <a:lnSpc>
                  <a:spcPct val="100000"/>
                </a:lnSpc>
                <a:spcBef>
                  <a:spcPts val="0"/>
                </a:spcBef>
                <a:spcAft>
                  <a:spcPts val="0"/>
                </a:spcAft>
                <a:buClrTx/>
                <a:buSzTx/>
                <a:buFontTx/>
                <a:buNone/>
                <a:tabLst/>
                <a:defRPr/>
              </a:pPr>
              <a:r>
                <a:rPr kumimoji="0" lang="de-DE" sz="900" b="0" i="0" u="none" strike="noStrike" kern="0" cap="none" spc="0" normalizeH="0" baseline="0" noProof="0">
                  <a:ln>
                    <a:noFill/>
                  </a:ln>
                  <a:effectLst/>
                  <a:uLnTx/>
                  <a:uFillTx/>
                  <a:latin typeface="Calibri" panose="020F0502020204030204"/>
                  <a:ea typeface="+mn-ea"/>
                  <a:cs typeface="+mn-cs"/>
                </a:rPr>
                <a:t>H4S4 Testing</a:t>
              </a:r>
            </a:p>
          </p:txBody>
        </p:sp>
      </p:grpSp>
      <p:grpSp>
        <p:nvGrpSpPr>
          <p:cNvPr id="99" name="Gruppieren 98">
            <a:extLst>
              <a:ext uri="{FF2B5EF4-FFF2-40B4-BE49-F238E27FC236}">
                <a16:creationId xmlns:a16="http://schemas.microsoft.com/office/drawing/2014/main" id="{C1DE4550-FE7E-22F3-8F61-07FE236F1D38}"/>
              </a:ext>
            </a:extLst>
          </p:cNvPr>
          <p:cNvGrpSpPr/>
          <p:nvPr/>
        </p:nvGrpSpPr>
        <p:grpSpPr>
          <a:xfrm>
            <a:off x="9442424" y="4978658"/>
            <a:ext cx="987051" cy="476436"/>
            <a:chOff x="4198549" y="4128731"/>
            <a:chExt cx="655235" cy="476436"/>
          </a:xfrm>
        </p:grpSpPr>
        <p:sp>
          <p:nvSpPr>
            <p:cNvPr id="100" name="OTLSHAPE_SLT_d94df98d21304712a9f5b5559aefe021_Shape">
              <a:extLst>
                <a:ext uri="{FF2B5EF4-FFF2-40B4-BE49-F238E27FC236}">
                  <a16:creationId xmlns:a16="http://schemas.microsoft.com/office/drawing/2014/main" id="{41D9A6F4-7899-0DAE-F608-9BAB5E3A7135}"/>
                </a:ext>
              </a:extLst>
            </p:cNvPr>
            <p:cNvSpPr/>
            <p:nvPr>
              <p:custDataLst>
                <p:tags r:id="rId2"/>
              </p:custDataLst>
            </p:nvPr>
          </p:nvSpPr>
          <p:spPr>
            <a:xfrm>
              <a:off x="4242181" y="4128731"/>
              <a:ext cx="585430" cy="252000"/>
            </a:xfrm>
            <a:prstGeom prst="snip2DiagRect">
              <a:avLst>
                <a:gd name="adj1" fmla="val 100000"/>
                <a:gd name="adj2" fmla="val 16667"/>
              </a:avLst>
            </a:prstGeom>
            <a:solidFill>
              <a:srgbClr val="FFC000"/>
            </a:solidFill>
            <a:ln w="19050" cap="flat" cmpd="sng" algn="ctr">
              <a:solidFill>
                <a:sysClr val="window" lastClr="FFFFFF"/>
              </a:solidFill>
              <a:prstDash val="solid"/>
              <a:miter lim="800000"/>
            </a:ln>
            <a:effectLst/>
          </p:spPr>
          <p:txBody>
            <a:bodyPr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de-DE" sz="800" b="0" i="0" u="none" strike="noStrike" kern="0" cap="none" spc="0" normalizeH="0" baseline="0" noProof="0">
                <a:ln>
                  <a:noFill/>
                </a:ln>
                <a:effectLst/>
                <a:uLnTx/>
                <a:uFillTx/>
                <a:latin typeface="Calibri" panose="020F0502020204030204"/>
                <a:ea typeface="+mn-ea"/>
                <a:cs typeface="+mn-cs"/>
              </a:endParaRPr>
            </a:p>
          </p:txBody>
        </p:sp>
        <p:sp>
          <p:nvSpPr>
            <p:cNvPr id="101" name="Textfeld 100">
              <a:extLst>
                <a:ext uri="{FF2B5EF4-FFF2-40B4-BE49-F238E27FC236}">
                  <a16:creationId xmlns:a16="http://schemas.microsoft.com/office/drawing/2014/main" id="{09B40E00-73F4-7314-418E-BFE3E3509EF2}"/>
                </a:ext>
              </a:extLst>
            </p:cNvPr>
            <p:cNvSpPr txBox="1"/>
            <p:nvPr/>
          </p:nvSpPr>
          <p:spPr>
            <a:xfrm>
              <a:off x="4198549" y="4374335"/>
              <a:ext cx="655235" cy="230832"/>
            </a:xfrm>
            <a:prstGeom prst="rect">
              <a:avLst/>
            </a:prstGeom>
            <a:noFill/>
          </p:spPr>
          <p:txBody>
            <a:bodyPr wrap="square" rtlCol="0">
              <a:spAutoFit/>
            </a:bodyPr>
            <a:lstStyle/>
            <a:p>
              <a:r>
                <a:rPr lang="de-DE" sz="900"/>
                <a:t>H4S4 Aktivierung</a:t>
              </a:r>
            </a:p>
          </p:txBody>
        </p:sp>
      </p:grpSp>
      <p:cxnSp>
        <p:nvCxnSpPr>
          <p:cNvPr id="102" name="Verbinder: gewinkelt 101">
            <a:extLst>
              <a:ext uri="{FF2B5EF4-FFF2-40B4-BE49-F238E27FC236}">
                <a16:creationId xmlns:a16="http://schemas.microsoft.com/office/drawing/2014/main" id="{01AE59DF-60D8-EB25-8551-179A55F5D50E}"/>
              </a:ext>
            </a:extLst>
          </p:cNvPr>
          <p:cNvCxnSpPr>
            <a:cxnSpLocks/>
            <a:stCxn id="83" idx="0"/>
            <a:endCxn id="100" idx="2"/>
          </p:cNvCxnSpPr>
          <p:nvPr/>
        </p:nvCxnSpPr>
        <p:spPr>
          <a:xfrm>
            <a:off x="9322057" y="5103898"/>
            <a:ext cx="186095" cy="760"/>
          </a:xfrm>
          <a:prstGeom prst="bentConnector3">
            <a:avLst>
              <a:gd name="adj1" fmla="val 50000"/>
            </a:avLst>
          </a:prstGeom>
          <a:ln>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134" name="Verbinder: gewinkelt 133">
            <a:extLst>
              <a:ext uri="{FF2B5EF4-FFF2-40B4-BE49-F238E27FC236}">
                <a16:creationId xmlns:a16="http://schemas.microsoft.com/office/drawing/2014/main" id="{341037E3-21E4-4FD0-0337-B4EA4F2F6A9F}"/>
              </a:ext>
            </a:extLst>
          </p:cNvPr>
          <p:cNvCxnSpPr>
            <a:cxnSpLocks/>
            <a:endCxn id="83" idx="3"/>
          </p:cNvCxnSpPr>
          <p:nvPr/>
        </p:nvCxnSpPr>
        <p:spPr>
          <a:xfrm rot="16200000" flipH="1">
            <a:off x="7479517" y="3877978"/>
            <a:ext cx="2198146" cy="1694"/>
          </a:xfrm>
          <a:prstGeom prst="bentConnector3">
            <a:avLst>
              <a:gd name="adj1" fmla="val 50000"/>
            </a:avLst>
          </a:prstGeom>
          <a:ln>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142" name="Verbinder: gewinkelt 141">
            <a:extLst>
              <a:ext uri="{FF2B5EF4-FFF2-40B4-BE49-F238E27FC236}">
                <a16:creationId xmlns:a16="http://schemas.microsoft.com/office/drawing/2014/main" id="{37A2BA15-208F-5FC5-5340-0B941892CA0D}"/>
              </a:ext>
            </a:extLst>
          </p:cNvPr>
          <p:cNvCxnSpPr>
            <a:cxnSpLocks/>
            <a:endCxn id="96" idx="3"/>
          </p:cNvCxnSpPr>
          <p:nvPr/>
        </p:nvCxnSpPr>
        <p:spPr>
          <a:xfrm>
            <a:off x="8594159" y="5581776"/>
            <a:ext cx="327368" cy="324916"/>
          </a:xfrm>
          <a:prstGeom prst="bentConnector2">
            <a:avLst/>
          </a:prstGeom>
          <a:ln>
            <a:solidFill>
              <a:srgbClr val="4472C4"/>
            </a:solidFill>
            <a:tailEnd type="triangle"/>
          </a:ln>
        </p:spPr>
        <p:style>
          <a:lnRef idx="1">
            <a:schemeClr val="accent1"/>
          </a:lnRef>
          <a:fillRef idx="0">
            <a:schemeClr val="accent1"/>
          </a:fillRef>
          <a:effectRef idx="0">
            <a:schemeClr val="accent1"/>
          </a:effectRef>
          <a:fontRef idx="minor">
            <a:schemeClr val="tx1"/>
          </a:fontRef>
        </p:style>
      </p:cxnSp>
      <p:sp>
        <p:nvSpPr>
          <p:cNvPr id="146" name="Freihandform: Form 145">
            <a:extLst>
              <a:ext uri="{FF2B5EF4-FFF2-40B4-BE49-F238E27FC236}">
                <a16:creationId xmlns:a16="http://schemas.microsoft.com/office/drawing/2014/main" id="{872AB12B-B9C8-5780-4A81-3EC83B8141C6}"/>
              </a:ext>
            </a:extLst>
          </p:cNvPr>
          <p:cNvSpPr>
            <a:spLocks noChangeAspect="1"/>
          </p:cNvSpPr>
          <p:nvPr/>
        </p:nvSpPr>
        <p:spPr>
          <a:xfrm>
            <a:off x="9601442" y="4873667"/>
            <a:ext cx="171116" cy="170735"/>
          </a:xfrm>
          <a:custGeom>
            <a:avLst/>
            <a:gdLst>
              <a:gd name="connsiteX0" fmla="*/ 222663 w 228155"/>
              <a:gd name="connsiteY0" fmla="*/ 100965 h 227647"/>
              <a:gd name="connsiteX1" fmla="*/ 227425 w 228155"/>
              <a:gd name="connsiteY1" fmla="*/ 83820 h 227647"/>
              <a:gd name="connsiteX2" fmla="*/ 213138 w 228155"/>
              <a:gd name="connsiteY2" fmla="*/ 73342 h 227647"/>
              <a:gd name="connsiteX3" fmla="*/ 160750 w 228155"/>
              <a:gd name="connsiteY3" fmla="*/ 73342 h 227647"/>
              <a:gd name="connsiteX4" fmla="*/ 146463 w 228155"/>
              <a:gd name="connsiteY4" fmla="*/ 62865 h 227647"/>
              <a:gd name="connsiteX5" fmla="*/ 129317 w 228155"/>
              <a:gd name="connsiteY5" fmla="*/ 11430 h 227647"/>
              <a:gd name="connsiteX6" fmla="*/ 114078 w 228155"/>
              <a:gd name="connsiteY6" fmla="*/ 0 h 227647"/>
              <a:gd name="connsiteX7" fmla="*/ 98838 w 228155"/>
              <a:gd name="connsiteY7" fmla="*/ 10477 h 227647"/>
              <a:gd name="connsiteX8" fmla="*/ 81692 w 228155"/>
              <a:gd name="connsiteY8" fmla="*/ 61913 h 227647"/>
              <a:gd name="connsiteX9" fmla="*/ 67405 w 228155"/>
              <a:gd name="connsiteY9" fmla="*/ 72390 h 227647"/>
              <a:gd name="connsiteX10" fmla="*/ 15017 w 228155"/>
              <a:gd name="connsiteY10" fmla="*/ 72390 h 227647"/>
              <a:gd name="connsiteX11" fmla="*/ 730 w 228155"/>
              <a:gd name="connsiteY11" fmla="*/ 82867 h 227647"/>
              <a:gd name="connsiteX12" fmla="*/ 5492 w 228155"/>
              <a:gd name="connsiteY12" fmla="*/ 100013 h 227647"/>
              <a:gd name="connsiteX13" fmla="*/ 23590 w 228155"/>
              <a:gd name="connsiteY13" fmla="*/ 116205 h 227647"/>
              <a:gd name="connsiteX14" fmla="*/ 46450 w 228155"/>
              <a:gd name="connsiteY14" fmla="*/ 137160 h 227647"/>
              <a:gd name="connsiteX15" fmla="*/ 51213 w 228155"/>
              <a:gd name="connsiteY15" fmla="*/ 144780 h 227647"/>
              <a:gd name="connsiteX16" fmla="*/ 51213 w 228155"/>
              <a:gd name="connsiteY16" fmla="*/ 153352 h 227647"/>
              <a:gd name="connsiteX17" fmla="*/ 35020 w 228155"/>
              <a:gd name="connsiteY17" fmla="*/ 207645 h 227647"/>
              <a:gd name="connsiteX18" fmla="*/ 40735 w 228155"/>
              <a:gd name="connsiteY18" fmla="*/ 224790 h 227647"/>
              <a:gd name="connsiteX19" fmla="*/ 58833 w 228155"/>
              <a:gd name="connsiteY19" fmla="*/ 224790 h 227647"/>
              <a:gd name="connsiteX20" fmla="*/ 104553 w 228155"/>
              <a:gd name="connsiteY20" fmla="*/ 192405 h 227647"/>
              <a:gd name="connsiteX21" fmla="*/ 122650 w 228155"/>
              <a:gd name="connsiteY21" fmla="*/ 192405 h 227647"/>
              <a:gd name="connsiteX22" fmla="*/ 168370 w 228155"/>
              <a:gd name="connsiteY22" fmla="*/ 224790 h 227647"/>
              <a:gd name="connsiteX23" fmla="*/ 186467 w 228155"/>
              <a:gd name="connsiteY23" fmla="*/ 224790 h 227647"/>
              <a:gd name="connsiteX24" fmla="*/ 192183 w 228155"/>
              <a:gd name="connsiteY24" fmla="*/ 207645 h 227647"/>
              <a:gd name="connsiteX25" fmla="*/ 175990 w 228155"/>
              <a:gd name="connsiteY25" fmla="*/ 153352 h 227647"/>
              <a:gd name="connsiteX26" fmla="*/ 180753 w 228155"/>
              <a:gd name="connsiteY26" fmla="*/ 137160 h 227647"/>
              <a:gd name="connsiteX27" fmla="*/ 222663 w 228155"/>
              <a:gd name="connsiteY27" fmla="*/ 100965 h 227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28155" h="227647">
                <a:moveTo>
                  <a:pt x="222663" y="100965"/>
                </a:moveTo>
                <a:cubicBezTo>
                  <a:pt x="227425" y="96202"/>
                  <a:pt x="229330" y="89535"/>
                  <a:pt x="227425" y="83820"/>
                </a:cubicBezTo>
                <a:cubicBezTo>
                  <a:pt x="225520" y="78105"/>
                  <a:pt x="218853" y="73342"/>
                  <a:pt x="213138" y="73342"/>
                </a:cubicBezTo>
                <a:lnTo>
                  <a:pt x="160750" y="73342"/>
                </a:lnTo>
                <a:cubicBezTo>
                  <a:pt x="154083" y="73342"/>
                  <a:pt x="148367" y="68580"/>
                  <a:pt x="146463" y="62865"/>
                </a:cubicBezTo>
                <a:lnTo>
                  <a:pt x="129317" y="11430"/>
                </a:lnTo>
                <a:cubicBezTo>
                  <a:pt x="126460" y="4763"/>
                  <a:pt x="120745" y="0"/>
                  <a:pt x="114078" y="0"/>
                </a:cubicBezTo>
                <a:cubicBezTo>
                  <a:pt x="107410" y="0"/>
                  <a:pt x="101695" y="4763"/>
                  <a:pt x="98838" y="10477"/>
                </a:cubicBezTo>
                <a:lnTo>
                  <a:pt x="81692" y="61913"/>
                </a:lnTo>
                <a:cubicBezTo>
                  <a:pt x="79788" y="68580"/>
                  <a:pt x="74073" y="72390"/>
                  <a:pt x="67405" y="72390"/>
                </a:cubicBezTo>
                <a:lnTo>
                  <a:pt x="15017" y="72390"/>
                </a:lnTo>
                <a:cubicBezTo>
                  <a:pt x="8350" y="72390"/>
                  <a:pt x="2635" y="76200"/>
                  <a:pt x="730" y="82867"/>
                </a:cubicBezTo>
                <a:cubicBezTo>
                  <a:pt x="-1175" y="88583"/>
                  <a:pt x="730" y="96202"/>
                  <a:pt x="5492" y="100013"/>
                </a:cubicBezTo>
                <a:lnTo>
                  <a:pt x="23590" y="116205"/>
                </a:lnTo>
                <a:lnTo>
                  <a:pt x="46450" y="137160"/>
                </a:lnTo>
                <a:cubicBezTo>
                  <a:pt x="48355" y="139065"/>
                  <a:pt x="50260" y="141923"/>
                  <a:pt x="51213" y="144780"/>
                </a:cubicBezTo>
                <a:cubicBezTo>
                  <a:pt x="52165" y="147638"/>
                  <a:pt x="52165" y="150495"/>
                  <a:pt x="51213" y="153352"/>
                </a:cubicBezTo>
                <a:lnTo>
                  <a:pt x="35020" y="207645"/>
                </a:lnTo>
                <a:cubicBezTo>
                  <a:pt x="33115" y="214313"/>
                  <a:pt x="35020" y="220980"/>
                  <a:pt x="40735" y="224790"/>
                </a:cubicBezTo>
                <a:cubicBezTo>
                  <a:pt x="46450" y="228600"/>
                  <a:pt x="53117" y="228600"/>
                  <a:pt x="58833" y="224790"/>
                </a:cubicBezTo>
                <a:lnTo>
                  <a:pt x="104553" y="192405"/>
                </a:lnTo>
                <a:cubicBezTo>
                  <a:pt x="110267" y="188595"/>
                  <a:pt x="116935" y="188595"/>
                  <a:pt x="122650" y="192405"/>
                </a:cubicBezTo>
                <a:lnTo>
                  <a:pt x="168370" y="224790"/>
                </a:lnTo>
                <a:cubicBezTo>
                  <a:pt x="174085" y="228600"/>
                  <a:pt x="180753" y="228600"/>
                  <a:pt x="186467" y="224790"/>
                </a:cubicBezTo>
                <a:cubicBezTo>
                  <a:pt x="192183" y="220980"/>
                  <a:pt x="194088" y="213360"/>
                  <a:pt x="192183" y="207645"/>
                </a:cubicBezTo>
                <a:lnTo>
                  <a:pt x="175990" y="153352"/>
                </a:lnTo>
                <a:cubicBezTo>
                  <a:pt x="174085" y="147638"/>
                  <a:pt x="175990" y="140970"/>
                  <a:pt x="180753" y="137160"/>
                </a:cubicBezTo>
                <a:lnTo>
                  <a:pt x="222663" y="100965"/>
                </a:lnTo>
                <a:close/>
              </a:path>
            </a:pathLst>
          </a:custGeom>
          <a:solidFill>
            <a:srgbClr val="4472C4"/>
          </a:solidFill>
          <a:ln w="9525" cap="flat">
            <a:solidFill>
              <a:schemeClr val="bg1"/>
            </a:solidFill>
            <a:prstDash val="solid"/>
            <a:miter/>
          </a:ln>
        </p:spPr>
        <p:txBody>
          <a:bodyPr rtlCol="0" anchor="ctr"/>
          <a:lstStyle/>
          <a:p>
            <a:endParaRPr lang="de-DE"/>
          </a:p>
        </p:txBody>
      </p:sp>
    </p:spTree>
    <p:extLst>
      <p:ext uri="{BB962C8B-B14F-4D97-AF65-F5344CB8AC3E}">
        <p14:creationId xmlns:p14="http://schemas.microsoft.com/office/powerpoint/2010/main" val="28165917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B8FD3707-66AC-5CBE-6AB9-EF4C78A5CBED}"/>
              </a:ext>
            </a:extLst>
          </p:cNvPr>
          <p:cNvSpPr>
            <a:spLocks noGrp="1"/>
          </p:cNvSpPr>
          <p:nvPr>
            <p:ph type="sldNum" sz="quarter" idx="12"/>
          </p:nvPr>
        </p:nvSpPr>
        <p:spPr/>
        <p:txBody>
          <a:bodyPr/>
          <a:lstStyle/>
          <a:p>
            <a:fld id="{B4256C18-6D8C-4341-B569-3B1E941D5C64}" type="slidenum">
              <a:rPr lang="de-DE" smtClean="0"/>
              <a:t>7</a:t>
            </a:fld>
            <a:endParaRPr lang="de-DE"/>
          </a:p>
        </p:txBody>
      </p:sp>
      <p:sp>
        <p:nvSpPr>
          <p:cNvPr id="3" name="Titel 2">
            <a:extLst>
              <a:ext uri="{FF2B5EF4-FFF2-40B4-BE49-F238E27FC236}">
                <a16:creationId xmlns:a16="http://schemas.microsoft.com/office/drawing/2014/main" id="{95C4DF8E-D981-D591-5B3E-12623292C976}"/>
              </a:ext>
            </a:extLst>
          </p:cNvPr>
          <p:cNvSpPr>
            <a:spLocks noGrp="1"/>
          </p:cNvSpPr>
          <p:nvPr>
            <p:ph type="title"/>
          </p:nvPr>
        </p:nvSpPr>
        <p:spPr>
          <a:xfrm>
            <a:off x="187482" y="292321"/>
            <a:ext cx="10153261" cy="325340"/>
          </a:xfrm>
          <a:prstGeom prst="rect">
            <a:avLst/>
          </a:prstGeom>
        </p:spPr>
        <p:txBody>
          <a:bodyPr/>
          <a:lstStyle/>
          <a:p>
            <a:r>
              <a:rPr lang="de-DE"/>
              <a:t>Angebotene Pakete aus dem Schritt 1 – Technische Grundlagen schaffen</a:t>
            </a:r>
          </a:p>
        </p:txBody>
      </p:sp>
      <p:sp>
        <p:nvSpPr>
          <p:cNvPr id="42" name="Inhaltsplatzhalter 3">
            <a:extLst>
              <a:ext uri="{FF2B5EF4-FFF2-40B4-BE49-F238E27FC236}">
                <a16:creationId xmlns:a16="http://schemas.microsoft.com/office/drawing/2014/main" id="{655097EC-7782-FED3-AF02-3F1D4C30706B}"/>
              </a:ext>
            </a:extLst>
          </p:cNvPr>
          <p:cNvSpPr>
            <a:spLocks noGrp="1"/>
          </p:cNvSpPr>
          <p:nvPr>
            <p:ph idx="1"/>
          </p:nvPr>
        </p:nvSpPr>
        <p:spPr>
          <a:xfrm>
            <a:off x="388906" y="2422349"/>
            <a:ext cx="2419608" cy="2507879"/>
          </a:xfrm>
        </p:spPr>
        <p:txBody>
          <a:bodyPr>
            <a:normAutofit fontScale="92500" lnSpcReduction="10000"/>
          </a:bodyPr>
          <a:lstStyle/>
          <a:p>
            <a:r>
              <a:rPr lang="de-DE" sz="1400"/>
              <a:t>H4S4 </a:t>
            </a:r>
            <a:r>
              <a:rPr lang="de-DE" sz="1400" err="1"/>
              <a:t>Readiness</a:t>
            </a:r>
            <a:r>
              <a:rPr lang="de-DE" sz="1400"/>
              <a:t> Check</a:t>
            </a:r>
          </a:p>
          <a:p>
            <a:r>
              <a:rPr lang="de-DE" sz="1400"/>
              <a:t>Bestehende Systemlinie technisch in der Grundlage modernisieren</a:t>
            </a:r>
          </a:p>
          <a:p>
            <a:pPr lvl="1"/>
            <a:r>
              <a:rPr lang="de-DE" sz="1300"/>
              <a:t>Code Clean</a:t>
            </a:r>
          </a:p>
          <a:p>
            <a:pPr lvl="1"/>
            <a:r>
              <a:rPr lang="de-DE" sz="1300"/>
              <a:t>Unicode</a:t>
            </a:r>
          </a:p>
          <a:p>
            <a:pPr lvl="1"/>
            <a:r>
              <a:rPr lang="de-DE" sz="1300" err="1"/>
              <a:t>AddOns</a:t>
            </a:r>
            <a:r>
              <a:rPr lang="de-DE" sz="1300"/>
              <a:t> Check &amp; Update</a:t>
            </a:r>
          </a:p>
          <a:p>
            <a:pPr lvl="1"/>
            <a:r>
              <a:rPr lang="de-DE" sz="1300"/>
              <a:t>EhP8 Upgrade</a:t>
            </a:r>
          </a:p>
          <a:p>
            <a:r>
              <a:rPr lang="de-DE" sz="1400"/>
              <a:t>Aufbau SAP BTP </a:t>
            </a:r>
            <a:r>
              <a:rPr lang="de-DE" sz="1400">
                <a:sym typeface="Wingdings" pitchFamily="2" charset="2"/>
              </a:rPr>
              <a:t> </a:t>
            </a:r>
            <a:r>
              <a:rPr lang="de-DE" sz="1400" err="1">
                <a:sym typeface="Wingdings" pitchFamily="2" charset="2"/>
              </a:rPr>
              <a:t>Fori</a:t>
            </a:r>
            <a:r>
              <a:rPr lang="de-DE" sz="1400">
                <a:sym typeface="Wingdings" pitchFamily="2" charset="2"/>
              </a:rPr>
              <a:t> App Umzug</a:t>
            </a:r>
          </a:p>
          <a:p>
            <a:r>
              <a:rPr lang="de-DE" sz="1400">
                <a:sym typeface="Wingdings" pitchFamily="2" charset="2"/>
              </a:rPr>
              <a:t>Archivierung</a:t>
            </a:r>
            <a:endParaRPr lang="de-DE" sz="1400"/>
          </a:p>
        </p:txBody>
      </p:sp>
      <p:sp>
        <p:nvSpPr>
          <p:cNvPr id="5" name="Freeform 2">
            <a:extLst>
              <a:ext uri="{FF2B5EF4-FFF2-40B4-BE49-F238E27FC236}">
                <a16:creationId xmlns:a16="http://schemas.microsoft.com/office/drawing/2014/main" id="{C4B18FC2-67AC-E906-2CF8-C90518955E39}"/>
              </a:ext>
            </a:extLst>
          </p:cNvPr>
          <p:cNvSpPr>
            <a:spLocks noChangeArrowheads="1"/>
          </p:cNvSpPr>
          <p:nvPr/>
        </p:nvSpPr>
        <p:spPr bwMode="auto">
          <a:xfrm>
            <a:off x="300208" y="1624562"/>
            <a:ext cx="2665220" cy="4538748"/>
          </a:xfrm>
          <a:custGeom>
            <a:avLst/>
            <a:gdLst>
              <a:gd name="T0" fmla="*/ 204 w 3773"/>
              <a:gd name="T1" fmla="*/ 51 h 5351"/>
              <a:gd name="T2" fmla="*/ 204 w 3773"/>
              <a:gd name="T3" fmla="*/ 51 h 5351"/>
              <a:gd name="T4" fmla="*/ 51 w 3773"/>
              <a:gd name="T5" fmla="*/ 203 h 5351"/>
              <a:gd name="T6" fmla="*/ 51 w 3773"/>
              <a:gd name="T7" fmla="*/ 5146 h 5351"/>
              <a:gd name="T8" fmla="*/ 51 w 3773"/>
              <a:gd name="T9" fmla="*/ 5146 h 5351"/>
              <a:gd name="T10" fmla="*/ 204 w 3773"/>
              <a:gd name="T11" fmla="*/ 5299 h 5351"/>
              <a:gd name="T12" fmla="*/ 3568 w 3773"/>
              <a:gd name="T13" fmla="*/ 5299 h 5351"/>
              <a:gd name="T14" fmla="*/ 3568 w 3773"/>
              <a:gd name="T15" fmla="*/ 5299 h 5351"/>
              <a:gd name="T16" fmla="*/ 3721 w 3773"/>
              <a:gd name="T17" fmla="*/ 5146 h 5351"/>
              <a:gd name="T18" fmla="*/ 3721 w 3773"/>
              <a:gd name="T19" fmla="*/ 203 h 5351"/>
              <a:gd name="T20" fmla="*/ 3721 w 3773"/>
              <a:gd name="T21" fmla="*/ 203 h 5351"/>
              <a:gd name="T22" fmla="*/ 3568 w 3773"/>
              <a:gd name="T23" fmla="*/ 51 h 5351"/>
              <a:gd name="T24" fmla="*/ 204 w 3773"/>
              <a:gd name="T25" fmla="*/ 51 h 5351"/>
              <a:gd name="T26" fmla="*/ 3568 w 3773"/>
              <a:gd name="T27" fmla="*/ 5350 h 5351"/>
              <a:gd name="T28" fmla="*/ 204 w 3773"/>
              <a:gd name="T29" fmla="*/ 5350 h 5351"/>
              <a:gd name="T30" fmla="*/ 204 w 3773"/>
              <a:gd name="T31" fmla="*/ 5350 h 5351"/>
              <a:gd name="T32" fmla="*/ 0 w 3773"/>
              <a:gd name="T33" fmla="*/ 5146 h 5351"/>
              <a:gd name="T34" fmla="*/ 0 w 3773"/>
              <a:gd name="T35" fmla="*/ 203 h 5351"/>
              <a:gd name="T36" fmla="*/ 0 w 3773"/>
              <a:gd name="T37" fmla="*/ 203 h 5351"/>
              <a:gd name="T38" fmla="*/ 204 w 3773"/>
              <a:gd name="T39" fmla="*/ 0 h 5351"/>
              <a:gd name="T40" fmla="*/ 3568 w 3773"/>
              <a:gd name="T41" fmla="*/ 0 h 5351"/>
              <a:gd name="T42" fmla="*/ 3568 w 3773"/>
              <a:gd name="T43" fmla="*/ 0 h 5351"/>
              <a:gd name="T44" fmla="*/ 3772 w 3773"/>
              <a:gd name="T45" fmla="*/ 203 h 5351"/>
              <a:gd name="T46" fmla="*/ 3772 w 3773"/>
              <a:gd name="T47" fmla="*/ 5146 h 5351"/>
              <a:gd name="T48" fmla="*/ 3772 w 3773"/>
              <a:gd name="T49" fmla="*/ 5146 h 5351"/>
              <a:gd name="T50" fmla="*/ 3568 w 3773"/>
              <a:gd name="T51" fmla="*/ 5350 h 53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773" h="5351">
                <a:moveTo>
                  <a:pt x="204" y="51"/>
                </a:moveTo>
                <a:lnTo>
                  <a:pt x="204" y="51"/>
                </a:lnTo>
                <a:cubicBezTo>
                  <a:pt x="120" y="51"/>
                  <a:pt x="51" y="119"/>
                  <a:pt x="51" y="203"/>
                </a:cubicBezTo>
                <a:lnTo>
                  <a:pt x="51" y="5146"/>
                </a:lnTo>
                <a:lnTo>
                  <a:pt x="51" y="5146"/>
                </a:lnTo>
                <a:cubicBezTo>
                  <a:pt x="51" y="5231"/>
                  <a:pt x="120" y="5299"/>
                  <a:pt x="204" y="5299"/>
                </a:cubicBezTo>
                <a:lnTo>
                  <a:pt x="3568" y="5299"/>
                </a:lnTo>
                <a:lnTo>
                  <a:pt x="3568" y="5299"/>
                </a:lnTo>
                <a:cubicBezTo>
                  <a:pt x="3652" y="5299"/>
                  <a:pt x="3721" y="5231"/>
                  <a:pt x="3721" y="5146"/>
                </a:cubicBezTo>
                <a:lnTo>
                  <a:pt x="3721" y="203"/>
                </a:lnTo>
                <a:lnTo>
                  <a:pt x="3721" y="203"/>
                </a:lnTo>
                <a:cubicBezTo>
                  <a:pt x="3721" y="119"/>
                  <a:pt x="3652" y="51"/>
                  <a:pt x="3568" y="51"/>
                </a:cubicBezTo>
                <a:lnTo>
                  <a:pt x="204" y="51"/>
                </a:lnTo>
                <a:close/>
                <a:moveTo>
                  <a:pt x="3568" y="5350"/>
                </a:moveTo>
                <a:lnTo>
                  <a:pt x="204" y="5350"/>
                </a:lnTo>
                <a:lnTo>
                  <a:pt x="204" y="5350"/>
                </a:lnTo>
                <a:cubicBezTo>
                  <a:pt x="92" y="5350"/>
                  <a:pt x="0" y="5258"/>
                  <a:pt x="0" y="5146"/>
                </a:cubicBezTo>
                <a:lnTo>
                  <a:pt x="0" y="203"/>
                </a:lnTo>
                <a:lnTo>
                  <a:pt x="0" y="203"/>
                </a:lnTo>
                <a:cubicBezTo>
                  <a:pt x="0" y="92"/>
                  <a:pt x="92" y="0"/>
                  <a:pt x="204" y="0"/>
                </a:cubicBezTo>
                <a:lnTo>
                  <a:pt x="3568" y="0"/>
                </a:lnTo>
                <a:lnTo>
                  <a:pt x="3568" y="0"/>
                </a:lnTo>
                <a:cubicBezTo>
                  <a:pt x="3680" y="0"/>
                  <a:pt x="3772" y="92"/>
                  <a:pt x="3772" y="203"/>
                </a:cubicBezTo>
                <a:lnTo>
                  <a:pt x="3772" y="5146"/>
                </a:lnTo>
                <a:lnTo>
                  <a:pt x="3772" y="5146"/>
                </a:lnTo>
                <a:cubicBezTo>
                  <a:pt x="3772" y="5258"/>
                  <a:pt x="3680" y="5350"/>
                  <a:pt x="3568" y="5350"/>
                </a:cubicBezTo>
                <a:close/>
              </a:path>
            </a:pathLst>
          </a:custGeom>
          <a:solidFill>
            <a:schemeClr val="bg1">
              <a:lumMod val="85000"/>
            </a:schemeClr>
          </a:solidFill>
          <a:ln>
            <a:noFill/>
          </a:ln>
          <a:effectLst/>
        </p:spPr>
        <p:txBody>
          <a:bodyPr wrap="none" anchor="ctr"/>
          <a:lstStyle/>
          <a:p>
            <a:endParaRPr lang="en-US" sz="4000">
              <a:latin typeface="Lato Light" panose="020F0502020204030203" pitchFamily="34" charset="0"/>
            </a:endParaRPr>
          </a:p>
        </p:txBody>
      </p:sp>
      <p:sp>
        <p:nvSpPr>
          <p:cNvPr id="6" name="Freeform 62">
            <a:extLst>
              <a:ext uri="{FF2B5EF4-FFF2-40B4-BE49-F238E27FC236}">
                <a16:creationId xmlns:a16="http://schemas.microsoft.com/office/drawing/2014/main" id="{5253E8EB-6D77-6890-0E26-38C36098B44A}"/>
              </a:ext>
            </a:extLst>
          </p:cNvPr>
          <p:cNvSpPr>
            <a:spLocks noChangeArrowheads="1"/>
          </p:cNvSpPr>
          <p:nvPr/>
        </p:nvSpPr>
        <p:spPr bwMode="auto">
          <a:xfrm>
            <a:off x="54449" y="4930230"/>
            <a:ext cx="3181649" cy="1090646"/>
          </a:xfrm>
          <a:custGeom>
            <a:avLst/>
            <a:gdLst>
              <a:gd name="T0" fmla="*/ 674 w 5254"/>
              <a:gd name="T1" fmla="*/ 563 h 1225"/>
              <a:gd name="T2" fmla="*/ 42 w 5254"/>
              <a:gd name="T3" fmla="*/ 92 h 1225"/>
              <a:gd name="T4" fmla="*/ 42 w 5254"/>
              <a:gd name="T5" fmla="*/ 92 h 1225"/>
              <a:gd name="T6" fmla="*/ 72 w 5254"/>
              <a:gd name="T7" fmla="*/ 0 h 1225"/>
              <a:gd name="T8" fmla="*/ 4442 w 5254"/>
              <a:gd name="T9" fmla="*/ 0 h 1225"/>
              <a:gd name="T10" fmla="*/ 4442 w 5254"/>
              <a:gd name="T11" fmla="*/ 0 h 1225"/>
              <a:gd name="T12" fmla="*/ 4472 w 5254"/>
              <a:gd name="T13" fmla="*/ 10 h 1225"/>
              <a:gd name="T14" fmla="*/ 5226 w 5254"/>
              <a:gd name="T15" fmla="*/ 563 h 1225"/>
              <a:gd name="T16" fmla="*/ 5226 w 5254"/>
              <a:gd name="T17" fmla="*/ 563 h 1225"/>
              <a:gd name="T18" fmla="*/ 5226 w 5254"/>
              <a:gd name="T19" fmla="*/ 644 h 1225"/>
              <a:gd name="T20" fmla="*/ 4472 w 5254"/>
              <a:gd name="T21" fmla="*/ 1213 h 1225"/>
              <a:gd name="T22" fmla="*/ 4472 w 5254"/>
              <a:gd name="T23" fmla="*/ 1213 h 1225"/>
              <a:gd name="T24" fmla="*/ 4441 w 5254"/>
              <a:gd name="T25" fmla="*/ 1224 h 1225"/>
              <a:gd name="T26" fmla="*/ 69 w 5254"/>
              <a:gd name="T27" fmla="*/ 1224 h 1225"/>
              <a:gd name="T28" fmla="*/ 69 w 5254"/>
              <a:gd name="T29" fmla="*/ 1224 h 1225"/>
              <a:gd name="T30" fmla="*/ 38 w 5254"/>
              <a:gd name="T31" fmla="*/ 1132 h 1225"/>
              <a:gd name="T32" fmla="*/ 674 w 5254"/>
              <a:gd name="T33" fmla="*/ 644 h 1225"/>
              <a:gd name="T34" fmla="*/ 674 w 5254"/>
              <a:gd name="T35" fmla="*/ 644 h 1225"/>
              <a:gd name="T36" fmla="*/ 674 w 5254"/>
              <a:gd name="T37" fmla="*/ 563 h 1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254" h="1225">
                <a:moveTo>
                  <a:pt x="674" y="563"/>
                </a:moveTo>
                <a:lnTo>
                  <a:pt x="42" y="92"/>
                </a:lnTo>
                <a:lnTo>
                  <a:pt x="42" y="92"/>
                </a:lnTo>
                <a:cubicBezTo>
                  <a:pt x="3" y="63"/>
                  <a:pt x="24" y="0"/>
                  <a:pt x="72" y="0"/>
                </a:cubicBezTo>
                <a:lnTo>
                  <a:pt x="4442" y="0"/>
                </a:lnTo>
                <a:lnTo>
                  <a:pt x="4442" y="0"/>
                </a:lnTo>
                <a:cubicBezTo>
                  <a:pt x="4453" y="0"/>
                  <a:pt x="4463" y="3"/>
                  <a:pt x="4472" y="10"/>
                </a:cubicBezTo>
                <a:lnTo>
                  <a:pt x="5226" y="563"/>
                </a:lnTo>
                <a:lnTo>
                  <a:pt x="5226" y="563"/>
                </a:lnTo>
                <a:cubicBezTo>
                  <a:pt x="5253" y="583"/>
                  <a:pt x="5253" y="624"/>
                  <a:pt x="5226" y="644"/>
                </a:cubicBezTo>
                <a:lnTo>
                  <a:pt x="4472" y="1213"/>
                </a:lnTo>
                <a:lnTo>
                  <a:pt x="4472" y="1213"/>
                </a:lnTo>
                <a:cubicBezTo>
                  <a:pt x="4463" y="1220"/>
                  <a:pt x="4452" y="1224"/>
                  <a:pt x="4441" y="1224"/>
                </a:cubicBezTo>
                <a:lnTo>
                  <a:pt x="69" y="1224"/>
                </a:lnTo>
                <a:lnTo>
                  <a:pt x="69" y="1224"/>
                </a:lnTo>
                <a:cubicBezTo>
                  <a:pt x="20" y="1224"/>
                  <a:pt x="0" y="1162"/>
                  <a:pt x="38" y="1132"/>
                </a:cubicBezTo>
                <a:lnTo>
                  <a:pt x="674" y="644"/>
                </a:lnTo>
                <a:lnTo>
                  <a:pt x="674" y="644"/>
                </a:lnTo>
                <a:cubicBezTo>
                  <a:pt x="701" y="624"/>
                  <a:pt x="701" y="583"/>
                  <a:pt x="674" y="563"/>
                </a:cubicBezTo>
              </a:path>
            </a:pathLst>
          </a:custGeom>
          <a:solidFill>
            <a:schemeClr val="tx2"/>
          </a:solidFill>
          <a:ln>
            <a:noFill/>
          </a:ln>
          <a:effectLst/>
        </p:spPr>
        <p:txBody>
          <a:bodyPr wrap="none" anchor="ctr"/>
          <a:lstStyle/>
          <a:p>
            <a:endParaRPr lang="en-US" sz="4000">
              <a:latin typeface="Lato Light" panose="020F0502020204030203" pitchFamily="34" charset="0"/>
            </a:endParaRPr>
          </a:p>
        </p:txBody>
      </p:sp>
      <p:sp>
        <p:nvSpPr>
          <p:cNvPr id="7" name="Freeform 67">
            <a:extLst>
              <a:ext uri="{FF2B5EF4-FFF2-40B4-BE49-F238E27FC236}">
                <a16:creationId xmlns:a16="http://schemas.microsoft.com/office/drawing/2014/main" id="{16291B7A-EBEB-49C1-278C-32E4FCA92007}"/>
              </a:ext>
            </a:extLst>
          </p:cNvPr>
          <p:cNvSpPr>
            <a:spLocks noChangeArrowheads="1"/>
          </p:cNvSpPr>
          <p:nvPr/>
        </p:nvSpPr>
        <p:spPr bwMode="auto">
          <a:xfrm>
            <a:off x="1648385" y="1161860"/>
            <a:ext cx="899824" cy="922217"/>
          </a:xfrm>
          <a:custGeom>
            <a:avLst/>
            <a:gdLst>
              <a:gd name="T0" fmla="*/ 637 w 1274"/>
              <a:gd name="T1" fmla="*/ 0 h 1275"/>
              <a:gd name="T2" fmla="*/ 637 w 1274"/>
              <a:gd name="T3" fmla="*/ 0 h 1275"/>
              <a:gd name="T4" fmla="*/ 1273 w 1274"/>
              <a:gd name="T5" fmla="*/ 637 h 1275"/>
              <a:gd name="T6" fmla="*/ 1273 w 1274"/>
              <a:gd name="T7" fmla="*/ 637 h 1275"/>
              <a:gd name="T8" fmla="*/ 637 w 1274"/>
              <a:gd name="T9" fmla="*/ 1274 h 1275"/>
              <a:gd name="T10" fmla="*/ 637 w 1274"/>
              <a:gd name="T11" fmla="*/ 1274 h 1275"/>
              <a:gd name="T12" fmla="*/ 0 w 1274"/>
              <a:gd name="T13" fmla="*/ 637 h 1275"/>
              <a:gd name="T14" fmla="*/ 0 w 1274"/>
              <a:gd name="T15" fmla="*/ 637 h 1275"/>
              <a:gd name="T16" fmla="*/ 637 w 1274"/>
              <a:gd name="T17" fmla="*/ 0 h 1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4" h="1275">
                <a:moveTo>
                  <a:pt x="637" y="0"/>
                </a:moveTo>
                <a:lnTo>
                  <a:pt x="637" y="0"/>
                </a:lnTo>
                <a:cubicBezTo>
                  <a:pt x="988" y="0"/>
                  <a:pt x="1273" y="285"/>
                  <a:pt x="1273" y="637"/>
                </a:cubicBezTo>
                <a:lnTo>
                  <a:pt x="1273" y="637"/>
                </a:lnTo>
                <a:cubicBezTo>
                  <a:pt x="1273" y="988"/>
                  <a:pt x="988" y="1274"/>
                  <a:pt x="637" y="1274"/>
                </a:cubicBezTo>
                <a:lnTo>
                  <a:pt x="637" y="1274"/>
                </a:lnTo>
                <a:cubicBezTo>
                  <a:pt x="284" y="1274"/>
                  <a:pt x="0" y="988"/>
                  <a:pt x="0" y="637"/>
                </a:cubicBezTo>
                <a:lnTo>
                  <a:pt x="0" y="637"/>
                </a:lnTo>
                <a:cubicBezTo>
                  <a:pt x="0" y="285"/>
                  <a:pt x="284" y="0"/>
                  <a:pt x="637" y="0"/>
                </a:cubicBezTo>
              </a:path>
            </a:pathLst>
          </a:custGeom>
          <a:solidFill>
            <a:schemeClr val="bg1"/>
          </a:solidFill>
          <a:ln>
            <a:noFill/>
          </a:ln>
          <a:effectLst/>
        </p:spPr>
        <p:txBody>
          <a:bodyPr wrap="none" anchor="ctr"/>
          <a:lstStyle/>
          <a:p>
            <a:endParaRPr lang="en-US" sz="4000">
              <a:latin typeface="Lato Light" panose="020F0502020204030203" pitchFamily="34" charset="0"/>
            </a:endParaRPr>
          </a:p>
        </p:txBody>
      </p:sp>
      <p:sp>
        <p:nvSpPr>
          <p:cNvPr id="8" name="Freeform 68">
            <a:extLst>
              <a:ext uri="{FF2B5EF4-FFF2-40B4-BE49-F238E27FC236}">
                <a16:creationId xmlns:a16="http://schemas.microsoft.com/office/drawing/2014/main" id="{DF78C9CF-F9AF-ED67-330C-364AD0C673CC}"/>
              </a:ext>
            </a:extLst>
          </p:cNvPr>
          <p:cNvSpPr>
            <a:spLocks noChangeArrowheads="1"/>
          </p:cNvSpPr>
          <p:nvPr/>
        </p:nvSpPr>
        <p:spPr bwMode="auto">
          <a:xfrm>
            <a:off x="1629704" y="1145902"/>
            <a:ext cx="937186" cy="960513"/>
          </a:xfrm>
          <a:custGeom>
            <a:avLst/>
            <a:gdLst>
              <a:gd name="T0" fmla="*/ 663 w 1326"/>
              <a:gd name="T1" fmla="*/ 51 h 1326"/>
              <a:gd name="T2" fmla="*/ 663 w 1326"/>
              <a:gd name="T3" fmla="*/ 51 h 1326"/>
              <a:gd name="T4" fmla="*/ 51 w 1326"/>
              <a:gd name="T5" fmla="*/ 663 h 1326"/>
              <a:gd name="T6" fmla="*/ 51 w 1326"/>
              <a:gd name="T7" fmla="*/ 663 h 1326"/>
              <a:gd name="T8" fmla="*/ 663 w 1326"/>
              <a:gd name="T9" fmla="*/ 1274 h 1326"/>
              <a:gd name="T10" fmla="*/ 663 w 1326"/>
              <a:gd name="T11" fmla="*/ 1274 h 1326"/>
              <a:gd name="T12" fmla="*/ 1274 w 1326"/>
              <a:gd name="T13" fmla="*/ 663 h 1326"/>
              <a:gd name="T14" fmla="*/ 1274 w 1326"/>
              <a:gd name="T15" fmla="*/ 663 h 1326"/>
              <a:gd name="T16" fmla="*/ 663 w 1326"/>
              <a:gd name="T17" fmla="*/ 51 h 1326"/>
              <a:gd name="T18" fmla="*/ 663 w 1326"/>
              <a:gd name="T19" fmla="*/ 1325 h 1326"/>
              <a:gd name="T20" fmla="*/ 663 w 1326"/>
              <a:gd name="T21" fmla="*/ 1325 h 1326"/>
              <a:gd name="T22" fmla="*/ 0 w 1326"/>
              <a:gd name="T23" fmla="*/ 663 h 1326"/>
              <a:gd name="T24" fmla="*/ 0 w 1326"/>
              <a:gd name="T25" fmla="*/ 663 h 1326"/>
              <a:gd name="T26" fmla="*/ 663 w 1326"/>
              <a:gd name="T27" fmla="*/ 0 h 1326"/>
              <a:gd name="T28" fmla="*/ 663 w 1326"/>
              <a:gd name="T29" fmla="*/ 0 h 1326"/>
              <a:gd name="T30" fmla="*/ 1325 w 1326"/>
              <a:gd name="T31" fmla="*/ 663 h 1326"/>
              <a:gd name="T32" fmla="*/ 1325 w 1326"/>
              <a:gd name="T33" fmla="*/ 663 h 1326"/>
              <a:gd name="T34" fmla="*/ 663 w 1326"/>
              <a:gd name="T35" fmla="*/ 1325 h 1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326" h="1326">
                <a:moveTo>
                  <a:pt x="663" y="51"/>
                </a:moveTo>
                <a:lnTo>
                  <a:pt x="663" y="51"/>
                </a:lnTo>
                <a:cubicBezTo>
                  <a:pt x="325" y="51"/>
                  <a:pt x="51" y="326"/>
                  <a:pt x="51" y="663"/>
                </a:cubicBezTo>
                <a:lnTo>
                  <a:pt x="51" y="663"/>
                </a:lnTo>
                <a:cubicBezTo>
                  <a:pt x="51" y="1000"/>
                  <a:pt x="325" y="1274"/>
                  <a:pt x="663" y="1274"/>
                </a:cubicBezTo>
                <a:lnTo>
                  <a:pt x="663" y="1274"/>
                </a:lnTo>
                <a:cubicBezTo>
                  <a:pt x="1000" y="1274"/>
                  <a:pt x="1274" y="1000"/>
                  <a:pt x="1274" y="663"/>
                </a:cubicBezTo>
                <a:lnTo>
                  <a:pt x="1274" y="663"/>
                </a:lnTo>
                <a:cubicBezTo>
                  <a:pt x="1274" y="326"/>
                  <a:pt x="1000" y="51"/>
                  <a:pt x="663" y="51"/>
                </a:cubicBezTo>
                <a:close/>
                <a:moveTo>
                  <a:pt x="663" y="1325"/>
                </a:moveTo>
                <a:lnTo>
                  <a:pt x="663" y="1325"/>
                </a:lnTo>
                <a:cubicBezTo>
                  <a:pt x="297" y="1325"/>
                  <a:pt x="0" y="1028"/>
                  <a:pt x="0" y="663"/>
                </a:cubicBezTo>
                <a:lnTo>
                  <a:pt x="0" y="663"/>
                </a:lnTo>
                <a:cubicBezTo>
                  <a:pt x="0" y="297"/>
                  <a:pt x="297" y="0"/>
                  <a:pt x="663" y="0"/>
                </a:cubicBezTo>
                <a:lnTo>
                  <a:pt x="663" y="0"/>
                </a:lnTo>
                <a:cubicBezTo>
                  <a:pt x="1028" y="0"/>
                  <a:pt x="1325" y="297"/>
                  <a:pt x="1325" y="663"/>
                </a:cubicBezTo>
                <a:lnTo>
                  <a:pt x="1325" y="663"/>
                </a:lnTo>
                <a:cubicBezTo>
                  <a:pt x="1325" y="1028"/>
                  <a:pt x="1028" y="1325"/>
                  <a:pt x="663" y="1325"/>
                </a:cubicBezTo>
                <a:close/>
              </a:path>
            </a:pathLst>
          </a:custGeom>
          <a:solidFill>
            <a:schemeClr val="bg1">
              <a:lumMod val="85000"/>
            </a:schemeClr>
          </a:solidFill>
          <a:ln>
            <a:noFill/>
          </a:ln>
          <a:effectLst/>
        </p:spPr>
        <p:txBody>
          <a:bodyPr wrap="none" anchor="ctr"/>
          <a:lstStyle/>
          <a:p>
            <a:endParaRPr lang="en-US" sz="4000">
              <a:latin typeface="Lato Light" panose="020F0502020204030203" pitchFamily="34" charset="0"/>
            </a:endParaRPr>
          </a:p>
        </p:txBody>
      </p:sp>
      <p:sp>
        <p:nvSpPr>
          <p:cNvPr id="21" name="TextBox 45">
            <a:extLst>
              <a:ext uri="{FF2B5EF4-FFF2-40B4-BE49-F238E27FC236}">
                <a16:creationId xmlns:a16="http://schemas.microsoft.com/office/drawing/2014/main" id="{07FB8B0F-4BC2-4EC5-80DC-6F2AD3602396}"/>
              </a:ext>
            </a:extLst>
          </p:cNvPr>
          <p:cNvSpPr txBox="1"/>
          <p:nvPr/>
        </p:nvSpPr>
        <p:spPr>
          <a:xfrm>
            <a:off x="996699" y="5213942"/>
            <a:ext cx="1297150" cy="523220"/>
          </a:xfrm>
          <a:prstGeom prst="rect">
            <a:avLst/>
          </a:prstGeom>
          <a:noFill/>
        </p:spPr>
        <p:txBody>
          <a:bodyPr wrap="none" rtlCol="0" anchor="ctr">
            <a:spAutoFit/>
          </a:bodyPr>
          <a:lstStyle/>
          <a:p>
            <a:pPr algn="ctr"/>
            <a:r>
              <a:rPr lang="en-US" sz="2800" b="1">
                <a:solidFill>
                  <a:schemeClr val="bg1"/>
                </a:solidFill>
                <a:latin typeface="Poppins" pitchFamily="2" charset="77"/>
                <a:cs typeface="Poppins" pitchFamily="2" charset="77"/>
              </a:rPr>
              <a:t>Q4/23</a:t>
            </a:r>
          </a:p>
        </p:txBody>
      </p:sp>
      <p:sp>
        <p:nvSpPr>
          <p:cNvPr id="26" name="TextBox 50">
            <a:extLst>
              <a:ext uri="{FF2B5EF4-FFF2-40B4-BE49-F238E27FC236}">
                <a16:creationId xmlns:a16="http://schemas.microsoft.com/office/drawing/2014/main" id="{52D5EDD2-C7A4-30E9-958B-A26FCBA58251}"/>
              </a:ext>
            </a:extLst>
          </p:cNvPr>
          <p:cNvSpPr txBox="1"/>
          <p:nvPr/>
        </p:nvSpPr>
        <p:spPr>
          <a:xfrm>
            <a:off x="347143" y="2085447"/>
            <a:ext cx="2565126" cy="338554"/>
          </a:xfrm>
          <a:prstGeom prst="rect">
            <a:avLst/>
          </a:prstGeom>
          <a:noFill/>
        </p:spPr>
        <p:txBody>
          <a:bodyPr wrap="none" rtlCol="0" anchor="b" anchorCtr="0">
            <a:spAutoFit/>
          </a:bodyPr>
          <a:lstStyle/>
          <a:p>
            <a:pPr algn="ctr"/>
            <a:r>
              <a:rPr lang="en-US" sz="1600" b="1" err="1">
                <a:latin typeface="Poppins" pitchFamily="2" charset="77"/>
                <a:ea typeface="League Spartan" charset="0"/>
                <a:cs typeface="Poppins" pitchFamily="2" charset="77"/>
              </a:rPr>
              <a:t>Technische</a:t>
            </a:r>
            <a:r>
              <a:rPr lang="en-US" sz="1600" b="1">
                <a:latin typeface="Poppins" pitchFamily="2" charset="77"/>
                <a:ea typeface="League Spartan" charset="0"/>
                <a:cs typeface="Poppins" pitchFamily="2" charset="77"/>
              </a:rPr>
              <a:t> </a:t>
            </a:r>
            <a:r>
              <a:rPr lang="en-US" sz="1600" b="1" err="1">
                <a:latin typeface="Poppins" pitchFamily="2" charset="77"/>
                <a:ea typeface="League Spartan" charset="0"/>
                <a:cs typeface="Poppins" pitchFamily="2" charset="77"/>
              </a:rPr>
              <a:t>Grundlage</a:t>
            </a:r>
            <a:endParaRPr lang="en-US" sz="1600" b="1">
              <a:latin typeface="Poppins" pitchFamily="2" charset="77"/>
              <a:ea typeface="League Spartan" charset="0"/>
              <a:cs typeface="Poppins" pitchFamily="2" charset="77"/>
            </a:endParaRPr>
          </a:p>
        </p:txBody>
      </p:sp>
      <p:sp>
        <p:nvSpPr>
          <p:cNvPr id="34" name="Freeform 1033">
            <a:extLst>
              <a:ext uri="{FF2B5EF4-FFF2-40B4-BE49-F238E27FC236}">
                <a16:creationId xmlns:a16="http://schemas.microsoft.com/office/drawing/2014/main" id="{89B0425C-638B-EF97-1D73-DAC2014B3F02}"/>
              </a:ext>
            </a:extLst>
          </p:cNvPr>
          <p:cNvSpPr>
            <a:spLocks noChangeAspect="1" noChangeArrowheads="1"/>
          </p:cNvSpPr>
          <p:nvPr/>
        </p:nvSpPr>
        <p:spPr bwMode="auto">
          <a:xfrm>
            <a:off x="1872731" y="1444322"/>
            <a:ext cx="408294" cy="360479"/>
          </a:xfrm>
          <a:custGeom>
            <a:avLst/>
            <a:gdLst>
              <a:gd name="T0" fmla="*/ 44610316 w 290152"/>
              <a:gd name="T1" fmla="*/ 43543067 h 250467"/>
              <a:gd name="T2" fmla="*/ 24261540 w 290152"/>
              <a:gd name="T3" fmla="*/ 43543067 h 250467"/>
              <a:gd name="T4" fmla="*/ 5869932 w 290152"/>
              <a:gd name="T5" fmla="*/ 51582464 h 250467"/>
              <a:gd name="T6" fmla="*/ 1956269 w 290152"/>
              <a:gd name="T7" fmla="*/ 47601133 h 250467"/>
              <a:gd name="T8" fmla="*/ 62923742 w 290152"/>
              <a:gd name="T9" fmla="*/ 47601133 h 250467"/>
              <a:gd name="T10" fmla="*/ 47641867 w 290152"/>
              <a:gd name="T11" fmla="*/ 25353693 h 250467"/>
              <a:gd name="T12" fmla="*/ 49881259 w 290152"/>
              <a:gd name="T13" fmla="*/ 29422458 h 250467"/>
              <a:gd name="T14" fmla="*/ 46911515 w 290152"/>
              <a:gd name="T15" fmla="*/ 19215497 h 250467"/>
              <a:gd name="T16" fmla="*/ 43498583 w 290152"/>
              <a:gd name="T17" fmla="*/ 23229919 h 250467"/>
              <a:gd name="T18" fmla="*/ 43498583 w 290152"/>
              <a:gd name="T19" fmla="*/ 27630461 h 250467"/>
              <a:gd name="T20" fmla="*/ 46989349 w 290152"/>
              <a:gd name="T21" fmla="*/ 31645088 h 250467"/>
              <a:gd name="T22" fmla="*/ 52263952 w 290152"/>
              <a:gd name="T23" fmla="*/ 31953782 h 250467"/>
              <a:gd name="T24" fmla="*/ 56297327 w 290152"/>
              <a:gd name="T25" fmla="*/ 28479865 h 250467"/>
              <a:gd name="T26" fmla="*/ 57460822 w 290152"/>
              <a:gd name="T27" fmla="*/ 23847895 h 250467"/>
              <a:gd name="T28" fmla="*/ 54125420 w 290152"/>
              <a:gd name="T29" fmla="*/ 19138185 h 250467"/>
              <a:gd name="T30" fmla="*/ 48075059 w 290152"/>
              <a:gd name="T31" fmla="*/ 13116259 h 250467"/>
              <a:gd name="T32" fmla="*/ 57383023 w 290152"/>
              <a:gd name="T33" fmla="*/ 15278161 h 250467"/>
              <a:gd name="T34" fmla="*/ 62424996 w 290152"/>
              <a:gd name="T35" fmla="*/ 23384395 h 250467"/>
              <a:gd name="T36" fmla="*/ 60253274 w 290152"/>
              <a:gd name="T37" fmla="*/ 32726172 h 250467"/>
              <a:gd name="T38" fmla="*/ 52108465 w 290152"/>
              <a:gd name="T39" fmla="*/ 37744348 h 250467"/>
              <a:gd name="T40" fmla="*/ 43886513 w 290152"/>
              <a:gd name="T41" fmla="*/ 35582449 h 250467"/>
              <a:gd name="T42" fmla="*/ 38456736 w 290152"/>
              <a:gd name="T43" fmla="*/ 28248191 h 250467"/>
              <a:gd name="T44" fmla="*/ 41947443 w 290152"/>
              <a:gd name="T45" fmla="*/ 22072019 h 250467"/>
              <a:gd name="T46" fmla="*/ 46756691 w 290152"/>
              <a:gd name="T47" fmla="*/ 17285472 h 250467"/>
              <a:gd name="T48" fmla="*/ 25916885 w 290152"/>
              <a:gd name="T49" fmla="*/ 18271320 h 250467"/>
              <a:gd name="T50" fmla="*/ 18590774 w 290152"/>
              <a:gd name="T51" fmla="*/ 9155015 h 250467"/>
              <a:gd name="T52" fmla="*/ 49922188 w 290152"/>
              <a:gd name="T53" fmla="*/ 8929091 h 250467"/>
              <a:gd name="T54" fmla="*/ 17262916 w 290152"/>
              <a:gd name="T55" fmla="*/ 1846001 h 250467"/>
              <a:gd name="T56" fmla="*/ 9060858 w 290152"/>
              <a:gd name="T57" fmla="*/ 4692919 h 250467"/>
              <a:gd name="T58" fmla="*/ 3514646 w 290152"/>
              <a:gd name="T59" fmla="*/ 11155311 h 250467"/>
              <a:gd name="T60" fmla="*/ 1952567 w 290152"/>
              <a:gd name="T61" fmla="*/ 19540754 h 250467"/>
              <a:gd name="T62" fmla="*/ 4843141 w 290152"/>
              <a:gd name="T63" fmla="*/ 27618573 h 250467"/>
              <a:gd name="T64" fmla="*/ 11404611 w 290152"/>
              <a:gd name="T65" fmla="*/ 33080833 h 250467"/>
              <a:gd name="T66" fmla="*/ 17341043 w 290152"/>
              <a:gd name="T67" fmla="*/ 34696634 h 250467"/>
              <a:gd name="T68" fmla="*/ 25855195 w 290152"/>
              <a:gd name="T69" fmla="*/ 33157754 h 250467"/>
              <a:gd name="T70" fmla="*/ 32416445 w 290152"/>
              <a:gd name="T71" fmla="*/ 27541718 h 250467"/>
              <a:gd name="T72" fmla="*/ 35306984 w 290152"/>
              <a:gd name="T73" fmla="*/ 19463671 h 250467"/>
              <a:gd name="T74" fmla="*/ 33666187 w 290152"/>
              <a:gd name="T75" fmla="*/ 11078074 h 250467"/>
              <a:gd name="T76" fmla="*/ 28042323 w 290152"/>
              <a:gd name="T77" fmla="*/ 4538860 h 250467"/>
              <a:gd name="T78" fmla="*/ 19840519 w 290152"/>
              <a:gd name="T79" fmla="*/ 1769704 h 250467"/>
              <a:gd name="T80" fmla="*/ 37707911 w 290152"/>
              <a:gd name="T81" fmla="*/ 5873922 h 250467"/>
              <a:gd name="T82" fmla="*/ 19918687 w 290152"/>
              <a:gd name="T83" fmla="*/ 0 h 250467"/>
              <a:gd name="T84" fmla="*/ 28979629 w 290152"/>
              <a:gd name="T85" fmla="*/ 3077794 h 250467"/>
              <a:gd name="T86" fmla="*/ 32807044 w 290152"/>
              <a:gd name="T87" fmla="*/ 7154649 h 250467"/>
              <a:gd name="T88" fmla="*/ 33744834 w 290152"/>
              <a:gd name="T89" fmla="*/ 15155629 h 250467"/>
              <a:gd name="T90" fmla="*/ 33275795 w 290152"/>
              <a:gd name="T91" fmla="*/ 23002722 h 250467"/>
              <a:gd name="T92" fmla="*/ 31479527 w 290152"/>
              <a:gd name="T93" fmla="*/ 29157210 h 250467"/>
              <a:gd name="T94" fmla="*/ 26714463 w 290152"/>
              <a:gd name="T95" fmla="*/ 34696634 h 250467"/>
              <a:gd name="T96" fmla="*/ 17262916 w 290152"/>
              <a:gd name="T97" fmla="*/ 36542700 h 250467"/>
              <a:gd name="T98" fmla="*/ 8124061 w 290152"/>
              <a:gd name="T99" fmla="*/ 33388376 h 250467"/>
              <a:gd name="T100" fmla="*/ 3202091 w 290152"/>
              <a:gd name="T101" fmla="*/ 28541671 h 250467"/>
              <a:gd name="T102" fmla="*/ 1796166 w 290152"/>
              <a:gd name="T103" fmla="*/ 21387201 h 250467"/>
              <a:gd name="T104" fmla="*/ 2499070 w 290152"/>
              <a:gd name="T105" fmla="*/ 12693632 h 250467"/>
              <a:gd name="T106" fmla="*/ 8280430 w 290152"/>
              <a:gd name="T107" fmla="*/ 6846985 h 250467"/>
              <a:gd name="T108" fmla="*/ 13747607 w 290152"/>
              <a:gd name="T109" fmla="*/ 3769430 h 250467"/>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290152" h="250467">
                <a:moveTo>
                  <a:pt x="205705" y="203866"/>
                </a:moveTo>
                <a:lnTo>
                  <a:pt x="167451" y="241505"/>
                </a:lnTo>
                <a:lnTo>
                  <a:pt x="262364" y="241505"/>
                </a:lnTo>
                <a:cubicBezTo>
                  <a:pt x="272830" y="241505"/>
                  <a:pt x="281491" y="233260"/>
                  <a:pt x="281491" y="222865"/>
                </a:cubicBezTo>
                <a:cubicBezTo>
                  <a:pt x="281491" y="212470"/>
                  <a:pt x="272830" y="203866"/>
                  <a:pt x="262364" y="203866"/>
                </a:cubicBezTo>
                <a:lnTo>
                  <a:pt x="205705" y="203866"/>
                </a:lnTo>
                <a:close/>
                <a:moveTo>
                  <a:pt x="158790" y="203866"/>
                </a:moveTo>
                <a:lnTo>
                  <a:pt x="120536" y="241505"/>
                </a:lnTo>
                <a:lnTo>
                  <a:pt x="155181" y="241505"/>
                </a:lnTo>
                <a:lnTo>
                  <a:pt x="193435" y="203866"/>
                </a:lnTo>
                <a:lnTo>
                  <a:pt x="158790" y="203866"/>
                </a:lnTo>
                <a:close/>
                <a:moveTo>
                  <a:pt x="111874" y="203866"/>
                </a:moveTo>
                <a:lnTo>
                  <a:pt x="73621" y="241505"/>
                </a:lnTo>
                <a:lnTo>
                  <a:pt x="107905" y="241505"/>
                </a:lnTo>
                <a:lnTo>
                  <a:pt x="146159" y="203866"/>
                </a:lnTo>
                <a:lnTo>
                  <a:pt x="111874" y="203866"/>
                </a:lnTo>
                <a:close/>
                <a:moveTo>
                  <a:pt x="64959" y="203866"/>
                </a:moveTo>
                <a:lnTo>
                  <a:pt x="27066" y="241505"/>
                </a:lnTo>
                <a:cubicBezTo>
                  <a:pt x="27427" y="241505"/>
                  <a:pt x="27427" y="241505"/>
                  <a:pt x="27788" y="241505"/>
                </a:cubicBezTo>
                <a:lnTo>
                  <a:pt x="61350" y="241505"/>
                </a:lnTo>
                <a:lnTo>
                  <a:pt x="99243" y="203866"/>
                </a:lnTo>
                <a:lnTo>
                  <a:pt x="64959" y="203866"/>
                </a:lnTo>
                <a:close/>
                <a:moveTo>
                  <a:pt x="27788" y="203866"/>
                </a:moveTo>
                <a:cubicBezTo>
                  <a:pt x="17322" y="203866"/>
                  <a:pt x="9022" y="212470"/>
                  <a:pt x="9022" y="222865"/>
                </a:cubicBezTo>
                <a:cubicBezTo>
                  <a:pt x="9022" y="229317"/>
                  <a:pt x="12270" y="235053"/>
                  <a:pt x="17683" y="238637"/>
                </a:cubicBezTo>
                <a:lnTo>
                  <a:pt x="52689" y="203866"/>
                </a:lnTo>
                <a:lnTo>
                  <a:pt x="27788" y="203866"/>
                </a:lnTo>
                <a:close/>
                <a:moveTo>
                  <a:pt x="27788" y="195263"/>
                </a:moveTo>
                <a:lnTo>
                  <a:pt x="262364" y="195263"/>
                </a:lnTo>
                <a:cubicBezTo>
                  <a:pt x="277882" y="195263"/>
                  <a:pt x="290152" y="207451"/>
                  <a:pt x="290152" y="222865"/>
                </a:cubicBezTo>
                <a:cubicBezTo>
                  <a:pt x="290152" y="237921"/>
                  <a:pt x="277882" y="250467"/>
                  <a:pt x="262364" y="250467"/>
                </a:cubicBezTo>
                <a:lnTo>
                  <a:pt x="27788" y="250467"/>
                </a:lnTo>
                <a:cubicBezTo>
                  <a:pt x="12631" y="250467"/>
                  <a:pt x="0" y="237921"/>
                  <a:pt x="0" y="222865"/>
                </a:cubicBezTo>
                <a:cubicBezTo>
                  <a:pt x="0" y="207451"/>
                  <a:pt x="12631" y="195263"/>
                  <a:pt x="27788" y="195263"/>
                </a:cubicBezTo>
                <a:close/>
                <a:moveTo>
                  <a:pt x="230010" y="108640"/>
                </a:moveTo>
                <a:cubicBezTo>
                  <a:pt x="224313" y="108640"/>
                  <a:pt x="219684" y="113312"/>
                  <a:pt x="219684" y="118704"/>
                </a:cubicBezTo>
                <a:cubicBezTo>
                  <a:pt x="219684" y="124455"/>
                  <a:pt x="224313" y="129127"/>
                  <a:pt x="230010" y="129127"/>
                </a:cubicBezTo>
                <a:cubicBezTo>
                  <a:pt x="235351" y="129127"/>
                  <a:pt x="239980" y="124455"/>
                  <a:pt x="239980" y="118704"/>
                </a:cubicBezTo>
                <a:cubicBezTo>
                  <a:pt x="239980" y="113312"/>
                  <a:pt x="235351" y="108640"/>
                  <a:pt x="230010" y="108640"/>
                </a:cubicBezTo>
                <a:close/>
                <a:moveTo>
                  <a:pt x="230010" y="100013"/>
                </a:moveTo>
                <a:cubicBezTo>
                  <a:pt x="240336" y="100013"/>
                  <a:pt x="248882" y="108280"/>
                  <a:pt x="248882" y="118704"/>
                </a:cubicBezTo>
                <a:cubicBezTo>
                  <a:pt x="248882" y="129487"/>
                  <a:pt x="240336" y="137754"/>
                  <a:pt x="230010" y="137754"/>
                </a:cubicBezTo>
                <a:cubicBezTo>
                  <a:pt x="219684" y="137754"/>
                  <a:pt x="211138" y="129487"/>
                  <a:pt x="211138" y="118704"/>
                </a:cubicBezTo>
                <a:cubicBezTo>
                  <a:pt x="211138" y="108280"/>
                  <a:pt x="219684" y="100013"/>
                  <a:pt x="230010" y="100013"/>
                </a:cubicBezTo>
                <a:close/>
                <a:moveTo>
                  <a:pt x="225974" y="69723"/>
                </a:moveTo>
                <a:lnTo>
                  <a:pt x="223470" y="84905"/>
                </a:lnTo>
                <a:cubicBezTo>
                  <a:pt x="223470" y="86350"/>
                  <a:pt x="222397" y="87796"/>
                  <a:pt x="220609" y="88519"/>
                </a:cubicBezTo>
                <a:cubicBezTo>
                  <a:pt x="219178" y="88881"/>
                  <a:pt x="218105" y="89604"/>
                  <a:pt x="216317" y="89965"/>
                </a:cubicBezTo>
                <a:cubicBezTo>
                  <a:pt x="215244" y="90688"/>
                  <a:pt x="213456" y="90688"/>
                  <a:pt x="212025" y="89604"/>
                </a:cubicBezTo>
                <a:lnTo>
                  <a:pt x="199864" y="80929"/>
                </a:lnTo>
                <a:cubicBezTo>
                  <a:pt x="197360" y="82736"/>
                  <a:pt x="195214" y="85266"/>
                  <a:pt x="193068" y="87796"/>
                </a:cubicBezTo>
                <a:lnTo>
                  <a:pt x="201652" y="100086"/>
                </a:lnTo>
                <a:cubicBezTo>
                  <a:pt x="202725" y="101170"/>
                  <a:pt x="202725" y="103339"/>
                  <a:pt x="202368" y="104424"/>
                </a:cubicBezTo>
                <a:cubicBezTo>
                  <a:pt x="201652" y="105869"/>
                  <a:pt x="200937" y="107315"/>
                  <a:pt x="200579" y="108761"/>
                </a:cubicBezTo>
                <a:cubicBezTo>
                  <a:pt x="200221" y="110207"/>
                  <a:pt x="198791" y="111653"/>
                  <a:pt x="197360" y="111653"/>
                </a:cubicBezTo>
                <a:lnTo>
                  <a:pt x="181980" y="114183"/>
                </a:lnTo>
                <a:cubicBezTo>
                  <a:pt x="181980" y="115629"/>
                  <a:pt x="181980" y="117436"/>
                  <a:pt x="181980" y="118882"/>
                </a:cubicBezTo>
                <a:cubicBezTo>
                  <a:pt x="181980" y="120689"/>
                  <a:pt x="181980" y="122497"/>
                  <a:pt x="181980" y="123942"/>
                </a:cubicBezTo>
                <a:lnTo>
                  <a:pt x="197002" y="126473"/>
                </a:lnTo>
                <a:cubicBezTo>
                  <a:pt x="198791" y="126473"/>
                  <a:pt x="200221" y="127919"/>
                  <a:pt x="200579" y="129364"/>
                </a:cubicBezTo>
                <a:cubicBezTo>
                  <a:pt x="200937" y="130810"/>
                  <a:pt x="201652" y="132256"/>
                  <a:pt x="202368" y="133340"/>
                </a:cubicBezTo>
                <a:cubicBezTo>
                  <a:pt x="202725" y="134786"/>
                  <a:pt x="202725" y="136955"/>
                  <a:pt x="201652" y="138039"/>
                </a:cubicBezTo>
                <a:lnTo>
                  <a:pt x="193068" y="150329"/>
                </a:lnTo>
                <a:cubicBezTo>
                  <a:pt x="195214" y="152859"/>
                  <a:pt x="197360" y="155390"/>
                  <a:pt x="199864" y="157558"/>
                </a:cubicBezTo>
                <a:lnTo>
                  <a:pt x="212025" y="148522"/>
                </a:lnTo>
                <a:cubicBezTo>
                  <a:pt x="213456" y="147437"/>
                  <a:pt x="215244" y="147437"/>
                  <a:pt x="216675" y="148160"/>
                </a:cubicBezTo>
                <a:cubicBezTo>
                  <a:pt x="218105" y="148522"/>
                  <a:pt x="219178" y="149245"/>
                  <a:pt x="220609" y="149606"/>
                </a:cubicBezTo>
                <a:cubicBezTo>
                  <a:pt x="222397" y="150329"/>
                  <a:pt x="223470" y="151775"/>
                  <a:pt x="223470" y="153221"/>
                </a:cubicBezTo>
                <a:lnTo>
                  <a:pt x="225974" y="168402"/>
                </a:lnTo>
                <a:cubicBezTo>
                  <a:pt x="229193" y="168764"/>
                  <a:pt x="232412" y="168764"/>
                  <a:pt x="235989" y="168402"/>
                </a:cubicBezTo>
                <a:lnTo>
                  <a:pt x="238135" y="153221"/>
                </a:lnTo>
                <a:cubicBezTo>
                  <a:pt x="238493" y="151775"/>
                  <a:pt x="239566" y="150329"/>
                  <a:pt x="240997" y="149606"/>
                </a:cubicBezTo>
                <a:cubicBezTo>
                  <a:pt x="242427" y="149245"/>
                  <a:pt x="243858" y="148522"/>
                  <a:pt x="245289" y="148160"/>
                </a:cubicBezTo>
                <a:cubicBezTo>
                  <a:pt x="246719" y="147437"/>
                  <a:pt x="248508" y="147437"/>
                  <a:pt x="249581" y="148522"/>
                </a:cubicBezTo>
                <a:lnTo>
                  <a:pt x="262099" y="157558"/>
                </a:lnTo>
                <a:cubicBezTo>
                  <a:pt x="264603" y="155390"/>
                  <a:pt x="266749" y="152859"/>
                  <a:pt x="268895" y="150329"/>
                </a:cubicBezTo>
                <a:lnTo>
                  <a:pt x="259953" y="138039"/>
                </a:lnTo>
                <a:cubicBezTo>
                  <a:pt x="258880" y="136955"/>
                  <a:pt x="258880" y="134786"/>
                  <a:pt x="259596" y="133340"/>
                </a:cubicBezTo>
                <a:cubicBezTo>
                  <a:pt x="260311" y="132256"/>
                  <a:pt x="261026" y="130810"/>
                  <a:pt x="261384" y="129364"/>
                </a:cubicBezTo>
                <a:cubicBezTo>
                  <a:pt x="262099" y="127919"/>
                  <a:pt x="263172" y="126473"/>
                  <a:pt x="264961" y="126473"/>
                </a:cubicBezTo>
                <a:lnTo>
                  <a:pt x="279626" y="123942"/>
                </a:lnTo>
                <a:cubicBezTo>
                  <a:pt x="279983" y="122497"/>
                  <a:pt x="279983" y="120689"/>
                  <a:pt x="279983" y="118882"/>
                </a:cubicBezTo>
                <a:cubicBezTo>
                  <a:pt x="279983" y="117436"/>
                  <a:pt x="279983" y="115629"/>
                  <a:pt x="279626" y="114183"/>
                </a:cubicBezTo>
                <a:lnTo>
                  <a:pt x="264961" y="111653"/>
                </a:lnTo>
                <a:cubicBezTo>
                  <a:pt x="263172" y="111653"/>
                  <a:pt x="262099" y="110207"/>
                  <a:pt x="261384" y="108761"/>
                </a:cubicBezTo>
                <a:cubicBezTo>
                  <a:pt x="261026" y="107315"/>
                  <a:pt x="260311" y="105869"/>
                  <a:pt x="259596" y="104424"/>
                </a:cubicBezTo>
                <a:cubicBezTo>
                  <a:pt x="258880" y="103339"/>
                  <a:pt x="258880" y="101170"/>
                  <a:pt x="259953" y="100086"/>
                </a:cubicBezTo>
                <a:lnTo>
                  <a:pt x="268895" y="87435"/>
                </a:lnTo>
                <a:cubicBezTo>
                  <a:pt x="266749" y="85266"/>
                  <a:pt x="264603" y="82736"/>
                  <a:pt x="262099" y="80929"/>
                </a:cubicBezTo>
                <a:lnTo>
                  <a:pt x="249581" y="89604"/>
                </a:lnTo>
                <a:cubicBezTo>
                  <a:pt x="248508" y="90688"/>
                  <a:pt x="246719" y="90688"/>
                  <a:pt x="244931" y="89965"/>
                </a:cubicBezTo>
                <a:cubicBezTo>
                  <a:pt x="243858" y="89604"/>
                  <a:pt x="242427" y="88881"/>
                  <a:pt x="240997" y="88519"/>
                </a:cubicBezTo>
                <a:cubicBezTo>
                  <a:pt x="239566" y="87796"/>
                  <a:pt x="238493" y="86350"/>
                  <a:pt x="238135" y="84905"/>
                </a:cubicBezTo>
                <a:lnTo>
                  <a:pt x="235989" y="69723"/>
                </a:lnTo>
                <a:cubicBezTo>
                  <a:pt x="232770" y="69362"/>
                  <a:pt x="229193" y="69362"/>
                  <a:pt x="225974" y="69723"/>
                </a:cubicBezTo>
                <a:close/>
                <a:moveTo>
                  <a:pt x="221682" y="61410"/>
                </a:moveTo>
                <a:cubicBezTo>
                  <a:pt x="227763" y="60325"/>
                  <a:pt x="234201" y="60325"/>
                  <a:pt x="240281" y="61410"/>
                </a:cubicBezTo>
                <a:cubicBezTo>
                  <a:pt x="242070" y="61771"/>
                  <a:pt x="243500" y="63217"/>
                  <a:pt x="243858" y="65024"/>
                </a:cubicBezTo>
                <a:lnTo>
                  <a:pt x="246362" y="80929"/>
                </a:lnTo>
                <a:cubicBezTo>
                  <a:pt x="246719" y="80929"/>
                  <a:pt x="246719" y="80929"/>
                  <a:pt x="246719" y="80929"/>
                </a:cubicBezTo>
                <a:lnTo>
                  <a:pt x="259596" y="71531"/>
                </a:lnTo>
                <a:cubicBezTo>
                  <a:pt x="261026" y="70808"/>
                  <a:pt x="263172" y="70808"/>
                  <a:pt x="264603" y="71531"/>
                </a:cubicBezTo>
                <a:cubicBezTo>
                  <a:pt x="269611" y="75507"/>
                  <a:pt x="274260" y="79844"/>
                  <a:pt x="277837" y="84905"/>
                </a:cubicBezTo>
                <a:cubicBezTo>
                  <a:pt x="278910" y="86350"/>
                  <a:pt x="278910" y="88519"/>
                  <a:pt x="277837" y="89965"/>
                </a:cubicBezTo>
                <a:lnTo>
                  <a:pt x="268538" y="102978"/>
                </a:lnTo>
                <a:cubicBezTo>
                  <a:pt x="268538" y="103339"/>
                  <a:pt x="268538" y="103339"/>
                  <a:pt x="268538" y="103701"/>
                </a:cubicBezTo>
                <a:lnTo>
                  <a:pt x="284275" y="105869"/>
                </a:lnTo>
                <a:cubicBezTo>
                  <a:pt x="286421" y="106231"/>
                  <a:pt x="287494" y="107677"/>
                  <a:pt x="287852" y="109484"/>
                </a:cubicBezTo>
                <a:cubicBezTo>
                  <a:pt x="288210" y="112737"/>
                  <a:pt x="288567" y="115629"/>
                  <a:pt x="288567" y="118882"/>
                </a:cubicBezTo>
                <a:cubicBezTo>
                  <a:pt x="288567" y="122135"/>
                  <a:pt x="288210" y="125388"/>
                  <a:pt x="287852" y="128641"/>
                </a:cubicBezTo>
                <a:cubicBezTo>
                  <a:pt x="287494" y="130449"/>
                  <a:pt x="286421" y="131895"/>
                  <a:pt x="284275" y="132256"/>
                </a:cubicBezTo>
                <a:lnTo>
                  <a:pt x="268538" y="134786"/>
                </a:lnTo>
                <a:lnTo>
                  <a:pt x="277837" y="147799"/>
                </a:lnTo>
                <a:cubicBezTo>
                  <a:pt x="278910" y="149606"/>
                  <a:pt x="278910" y="151414"/>
                  <a:pt x="277837" y="153221"/>
                </a:cubicBezTo>
                <a:cubicBezTo>
                  <a:pt x="274260" y="158281"/>
                  <a:pt x="269611" y="162619"/>
                  <a:pt x="264603" y="166595"/>
                </a:cubicBezTo>
                <a:cubicBezTo>
                  <a:pt x="263172" y="167679"/>
                  <a:pt x="261026" y="167679"/>
                  <a:pt x="259596" y="166595"/>
                </a:cubicBezTo>
                <a:lnTo>
                  <a:pt x="246719" y="156835"/>
                </a:lnTo>
                <a:cubicBezTo>
                  <a:pt x="246719" y="157197"/>
                  <a:pt x="246719" y="157197"/>
                  <a:pt x="246362" y="157197"/>
                </a:cubicBezTo>
                <a:lnTo>
                  <a:pt x="243858" y="173101"/>
                </a:lnTo>
                <a:cubicBezTo>
                  <a:pt x="243500" y="174909"/>
                  <a:pt x="242070" y="176354"/>
                  <a:pt x="240281" y="176716"/>
                </a:cubicBezTo>
                <a:cubicBezTo>
                  <a:pt x="237420" y="177077"/>
                  <a:pt x="233843" y="177439"/>
                  <a:pt x="230982" y="177439"/>
                </a:cubicBezTo>
                <a:cubicBezTo>
                  <a:pt x="227763" y="177439"/>
                  <a:pt x="224543" y="177077"/>
                  <a:pt x="221682" y="176716"/>
                </a:cubicBezTo>
                <a:cubicBezTo>
                  <a:pt x="219536" y="176354"/>
                  <a:pt x="218105" y="174909"/>
                  <a:pt x="218105" y="173101"/>
                </a:cubicBezTo>
                <a:lnTo>
                  <a:pt x="215602" y="157197"/>
                </a:lnTo>
                <a:cubicBezTo>
                  <a:pt x="215244" y="157197"/>
                  <a:pt x="215244" y="157197"/>
                  <a:pt x="215244" y="156835"/>
                </a:cubicBezTo>
                <a:lnTo>
                  <a:pt x="202368" y="166595"/>
                </a:lnTo>
                <a:cubicBezTo>
                  <a:pt x="200937" y="167679"/>
                  <a:pt x="198791" y="167679"/>
                  <a:pt x="197360" y="166595"/>
                </a:cubicBezTo>
                <a:cubicBezTo>
                  <a:pt x="191995" y="162619"/>
                  <a:pt x="187703" y="158281"/>
                  <a:pt x="183768" y="153221"/>
                </a:cubicBezTo>
                <a:cubicBezTo>
                  <a:pt x="183053" y="151414"/>
                  <a:pt x="183053" y="149606"/>
                  <a:pt x="183768" y="147799"/>
                </a:cubicBezTo>
                <a:lnTo>
                  <a:pt x="193426" y="134786"/>
                </a:lnTo>
                <a:cubicBezTo>
                  <a:pt x="193068" y="134786"/>
                  <a:pt x="193068" y="134786"/>
                  <a:pt x="193068" y="134786"/>
                </a:cubicBezTo>
                <a:lnTo>
                  <a:pt x="177330" y="132256"/>
                </a:lnTo>
                <a:cubicBezTo>
                  <a:pt x="175900" y="131895"/>
                  <a:pt x="174469" y="130449"/>
                  <a:pt x="173753" y="128641"/>
                </a:cubicBezTo>
                <a:cubicBezTo>
                  <a:pt x="173396" y="125388"/>
                  <a:pt x="173038" y="122135"/>
                  <a:pt x="173038" y="118882"/>
                </a:cubicBezTo>
                <a:cubicBezTo>
                  <a:pt x="173038" y="115629"/>
                  <a:pt x="173396" y="112737"/>
                  <a:pt x="173753" y="109484"/>
                </a:cubicBezTo>
                <a:cubicBezTo>
                  <a:pt x="174469" y="107677"/>
                  <a:pt x="175900" y="106231"/>
                  <a:pt x="177330" y="105869"/>
                </a:cubicBezTo>
                <a:lnTo>
                  <a:pt x="193068" y="103701"/>
                </a:lnTo>
                <a:cubicBezTo>
                  <a:pt x="193068" y="103339"/>
                  <a:pt x="193068" y="103339"/>
                  <a:pt x="193426" y="103339"/>
                </a:cubicBezTo>
                <a:lnTo>
                  <a:pt x="183768" y="89965"/>
                </a:lnTo>
                <a:cubicBezTo>
                  <a:pt x="183053" y="88519"/>
                  <a:pt x="183053" y="86350"/>
                  <a:pt x="183768" y="84905"/>
                </a:cubicBezTo>
                <a:cubicBezTo>
                  <a:pt x="187345" y="79844"/>
                  <a:pt x="191995" y="75507"/>
                  <a:pt x="197360" y="71531"/>
                </a:cubicBezTo>
                <a:cubicBezTo>
                  <a:pt x="198791" y="70808"/>
                  <a:pt x="200937" y="70808"/>
                  <a:pt x="202368" y="71531"/>
                </a:cubicBezTo>
                <a:lnTo>
                  <a:pt x="215244" y="80929"/>
                </a:lnTo>
                <a:lnTo>
                  <a:pt x="215602" y="80929"/>
                </a:lnTo>
                <a:lnTo>
                  <a:pt x="218105" y="65024"/>
                </a:lnTo>
                <a:cubicBezTo>
                  <a:pt x="218105" y="63217"/>
                  <a:pt x="219536" y="61771"/>
                  <a:pt x="221682" y="61410"/>
                </a:cubicBezTo>
                <a:close/>
                <a:moveTo>
                  <a:pt x="85725" y="51906"/>
                </a:moveTo>
                <a:cubicBezTo>
                  <a:pt x="66837" y="51906"/>
                  <a:pt x="51581" y="67098"/>
                  <a:pt x="51581" y="85545"/>
                </a:cubicBezTo>
                <a:cubicBezTo>
                  <a:pt x="51581" y="104354"/>
                  <a:pt x="66837" y="119546"/>
                  <a:pt x="85725" y="119546"/>
                </a:cubicBezTo>
                <a:cubicBezTo>
                  <a:pt x="104251" y="119546"/>
                  <a:pt x="119507" y="104354"/>
                  <a:pt x="119507" y="85545"/>
                </a:cubicBezTo>
                <a:cubicBezTo>
                  <a:pt x="119507" y="67098"/>
                  <a:pt x="104251" y="51906"/>
                  <a:pt x="85725" y="51906"/>
                </a:cubicBezTo>
                <a:close/>
                <a:moveTo>
                  <a:pt x="85725" y="42863"/>
                </a:moveTo>
                <a:cubicBezTo>
                  <a:pt x="109336" y="42863"/>
                  <a:pt x="128225" y="62034"/>
                  <a:pt x="128225" y="85545"/>
                </a:cubicBezTo>
                <a:cubicBezTo>
                  <a:pt x="128225" y="109056"/>
                  <a:pt x="109336" y="128227"/>
                  <a:pt x="85725" y="128227"/>
                </a:cubicBezTo>
                <a:cubicBezTo>
                  <a:pt x="62115" y="128227"/>
                  <a:pt x="42863" y="109056"/>
                  <a:pt x="42863" y="85545"/>
                </a:cubicBezTo>
                <a:cubicBezTo>
                  <a:pt x="42863" y="62034"/>
                  <a:pt x="62115" y="42863"/>
                  <a:pt x="85725" y="42863"/>
                </a:cubicBezTo>
                <a:close/>
                <a:moveTo>
                  <a:pt x="230200" y="33338"/>
                </a:moveTo>
                <a:cubicBezTo>
                  <a:pt x="250968" y="33338"/>
                  <a:pt x="270663" y="40747"/>
                  <a:pt x="286777" y="54152"/>
                </a:cubicBezTo>
                <a:cubicBezTo>
                  <a:pt x="288209" y="55563"/>
                  <a:pt x="288567" y="58385"/>
                  <a:pt x="287135" y="60149"/>
                </a:cubicBezTo>
                <a:cubicBezTo>
                  <a:pt x="286060" y="61208"/>
                  <a:pt x="284986" y="61560"/>
                  <a:pt x="283554" y="61560"/>
                </a:cubicBezTo>
                <a:cubicBezTo>
                  <a:pt x="282480" y="61560"/>
                  <a:pt x="281405" y="61208"/>
                  <a:pt x="280689" y="60502"/>
                </a:cubicBezTo>
                <a:cubicBezTo>
                  <a:pt x="266724" y="48508"/>
                  <a:pt x="248820" y="41805"/>
                  <a:pt x="230200" y="41805"/>
                </a:cubicBezTo>
                <a:cubicBezTo>
                  <a:pt x="219815" y="41805"/>
                  <a:pt x="209789" y="43922"/>
                  <a:pt x="200479" y="47802"/>
                </a:cubicBezTo>
                <a:cubicBezTo>
                  <a:pt x="198330" y="48508"/>
                  <a:pt x="195824" y="47449"/>
                  <a:pt x="194749" y="45333"/>
                </a:cubicBezTo>
                <a:cubicBezTo>
                  <a:pt x="193675" y="43216"/>
                  <a:pt x="194749" y="40747"/>
                  <a:pt x="196898" y="39688"/>
                </a:cubicBezTo>
                <a:cubicBezTo>
                  <a:pt x="207640" y="35455"/>
                  <a:pt x="218741" y="33338"/>
                  <a:pt x="230200" y="33338"/>
                </a:cubicBezTo>
                <a:close/>
                <a:moveTo>
                  <a:pt x="91488" y="8285"/>
                </a:moveTo>
                <a:lnTo>
                  <a:pt x="79602" y="8645"/>
                </a:lnTo>
                <a:lnTo>
                  <a:pt x="79962" y="19450"/>
                </a:lnTo>
                <a:cubicBezTo>
                  <a:pt x="79962" y="21251"/>
                  <a:pt x="78161" y="23052"/>
                  <a:pt x="76360" y="23773"/>
                </a:cubicBezTo>
                <a:cubicBezTo>
                  <a:pt x="71677" y="24133"/>
                  <a:pt x="67355" y="25574"/>
                  <a:pt x="62673" y="27375"/>
                </a:cubicBezTo>
                <a:cubicBezTo>
                  <a:pt x="60872" y="27735"/>
                  <a:pt x="58711" y="27375"/>
                  <a:pt x="57630" y="25213"/>
                </a:cubicBezTo>
                <a:lnTo>
                  <a:pt x="51867" y="15849"/>
                </a:lnTo>
                <a:lnTo>
                  <a:pt x="41782" y="21972"/>
                </a:lnTo>
                <a:lnTo>
                  <a:pt x="47545" y="30977"/>
                </a:lnTo>
                <a:cubicBezTo>
                  <a:pt x="48625" y="32777"/>
                  <a:pt x="48265" y="35299"/>
                  <a:pt x="46464" y="36740"/>
                </a:cubicBezTo>
                <a:cubicBezTo>
                  <a:pt x="42862" y="39261"/>
                  <a:pt x="39981" y="42863"/>
                  <a:pt x="36739" y="46104"/>
                </a:cubicBezTo>
                <a:cubicBezTo>
                  <a:pt x="35659" y="48266"/>
                  <a:pt x="33137" y="48626"/>
                  <a:pt x="31336" y="47185"/>
                </a:cubicBezTo>
                <a:lnTo>
                  <a:pt x="21971" y="42142"/>
                </a:lnTo>
                <a:lnTo>
                  <a:pt x="16208" y="52228"/>
                </a:lnTo>
                <a:lnTo>
                  <a:pt x="25573" y="57270"/>
                </a:lnTo>
                <a:cubicBezTo>
                  <a:pt x="27374" y="58351"/>
                  <a:pt x="28095" y="60872"/>
                  <a:pt x="27374" y="62673"/>
                </a:cubicBezTo>
                <a:cubicBezTo>
                  <a:pt x="25573" y="66995"/>
                  <a:pt x="24493" y="71318"/>
                  <a:pt x="23772" y="76000"/>
                </a:cubicBezTo>
                <a:cubicBezTo>
                  <a:pt x="23412" y="78161"/>
                  <a:pt x="21611" y="79602"/>
                  <a:pt x="19450" y="79602"/>
                </a:cubicBezTo>
                <a:lnTo>
                  <a:pt x="8284" y="79602"/>
                </a:lnTo>
                <a:lnTo>
                  <a:pt x="9005" y="91488"/>
                </a:lnTo>
                <a:lnTo>
                  <a:pt x="19450" y="91128"/>
                </a:lnTo>
                <a:cubicBezTo>
                  <a:pt x="21611" y="91128"/>
                  <a:pt x="23412" y="92929"/>
                  <a:pt x="23772" y="94730"/>
                </a:cubicBezTo>
                <a:cubicBezTo>
                  <a:pt x="24493" y="99412"/>
                  <a:pt x="25573" y="103735"/>
                  <a:pt x="27374" y="108057"/>
                </a:cubicBezTo>
                <a:cubicBezTo>
                  <a:pt x="28095" y="110218"/>
                  <a:pt x="27374" y="112379"/>
                  <a:pt x="25573" y="113460"/>
                </a:cubicBezTo>
                <a:lnTo>
                  <a:pt x="16208" y="118863"/>
                </a:lnTo>
                <a:lnTo>
                  <a:pt x="22332" y="129308"/>
                </a:lnTo>
                <a:lnTo>
                  <a:pt x="31336" y="123545"/>
                </a:lnTo>
                <a:cubicBezTo>
                  <a:pt x="33137" y="122465"/>
                  <a:pt x="35659" y="122825"/>
                  <a:pt x="36739" y="124626"/>
                </a:cubicBezTo>
                <a:cubicBezTo>
                  <a:pt x="39981" y="128228"/>
                  <a:pt x="42862" y="131469"/>
                  <a:pt x="46464" y="134351"/>
                </a:cubicBezTo>
                <a:cubicBezTo>
                  <a:pt x="48265" y="135792"/>
                  <a:pt x="48625" y="137953"/>
                  <a:pt x="47545" y="140114"/>
                </a:cubicBezTo>
                <a:lnTo>
                  <a:pt x="42142" y="149479"/>
                </a:lnTo>
                <a:lnTo>
                  <a:pt x="52587" y="154882"/>
                </a:lnTo>
                <a:lnTo>
                  <a:pt x="57630" y="145517"/>
                </a:lnTo>
                <a:cubicBezTo>
                  <a:pt x="58351" y="144076"/>
                  <a:pt x="59791" y="143716"/>
                  <a:pt x="61232" y="143716"/>
                </a:cubicBezTo>
                <a:cubicBezTo>
                  <a:pt x="61952" y="143716"/>
                  <a:pt x="62313" y="143716"/>
                  <a:pt x="62673" y="143716"/>
                </a:cubicBezTo>
                <a:cubicBezTo>
                  <a:pt x="67355" y="145517"/>
                  <a:pt x="71677" y="146597"/>
                  <a:pt x="76360" y="147318"/>
                </a:cubicBezTo>
                <a:cubicBezTo>
                  <a:pt x="78161" y="147678"/>
                  <a:pt x="79962" y="149479"/>
                  <a:pt x="79962" y="151640"/>
                </a:cubicBezTo>
                <a:lnTo>
                  <a:pt x="79962" y="162446"/>
                </a:lnTo>
                <a:lnTo>
                  <a:pt x="91848" y="162085"/>
                </a:lnTo>
                <a:lnTo>
                  <a:pt x="91488" y="151640"/>
                </a:lnTo>
                <a:cubicBezTo>
                  <a:pt x="91488" y="149479"/>
                  <a:pt x="92929" y="147678"/>
                  <a:pt x="95090" y="147318"/>
                </a:cubicBezTo>
                <a:cubicBezTo>
                  <a:pt x="99772" y="146597"/>
                  <a:pt x="104095" y="145517"/>
                  <a:pt x="108417" y="143716"/>
                </a:cubicBezTo>
                <a:cubicBezTo>
                  <a:pt x="110578" y="142995"/>
                  <a:pt x="112739" y="143716"/>
                  <a:pt x="113820" y="145517"/>
                </a:cubicBezTo>
                <a:lnTo>
                  <a:pt x="119222" y="155242"/>
                </a:lnTo>
                <a:lnTo>
                  <a:pt x="129308" y="148758"/>
                </a:lnTo>
                <a:lnTo>
                  <a:pt x="123905" y="140114"/>
                </a:lnTo>
                <a:cubicBezTo>
                  <a:pt x="122824" y="137953"/>
                  <a:pt x="123185" y="135792"/>
                  <a:pt x="124985" y="134351"/>
                </a:cubicBezTo>
                <a:cubicBezTo>
                  <a:pt x="128587" y="131469"/>
                  <a:pt x="131469" y="128228"/>
                  <a:pt x="134711" y="124626"/>
                </a:cubicBezTo>
                <a:cubicBezTo>
                  <a:pt x="135791" y="122825"/>
                  <a:pt x="138312" y="122465"/>
                  <a:pt x="140113" y="123545"/>
                </a:cubicBezTo>
                <a:lnTo>
                  <a:pt x="149478" y="128948"/>
                </a:lnTo>
                <a:lnTo>
                  <a:pt x="155241" y="118502"/>
                </a:lnTo>
                <a:lnTo>
                  <a:pt x="145876" y="113460"/>
                </a:lnTo>
                <a:cubicBezTo>
                  <a:pt x="144075" y="112379"/>
                  <a:pt x="143355" y="110218"/>
                  <a:pt x="144075" y="108057"/>
                </a:cubicBezTo>
                <a:cubicBezTo>
                  <a:pt x="145516" y="104095"/>
                  <a:pt x="146957" y="99412"/>
                  <a:pt x="147317" y="94730"/>
                </a:cubicBezTo>
                <a:cubicBezTo>
                  <a:pt x="147677" y="92929"/>
                  <a:pt x="149839" y="91128"/>
                  <a:pt x="152000" y="91128"/>
                </a:cubicBezTo>
                <a:lnTo>
                  <a:pt x="162805" y="91128"/>
                </a:lnTo>
                <a:lnTo>
                  <a:pt x="162445" y="79602"/>
                </a:lnTo>
                <a:lnTo>
                  <a:pt x="152000" y="79602"/>
                </a:lnTo>
                <a:cubicBezTo>
                  <a:pt x="149839" y="79602"/>
                  <a:pt x="147677" y="78161"/>
                  <a:pt x="147317" y="76000"/>
                </a:cubicBezTo>
                <a:cubicBezTo>
                  <a:pt x="146957" y="71318"/>
                  <a:pt x="145516" y="66995"/>
                  <a:pt x="144075" y="62673"/>
                </a:cubicBezTo>
                <a:cubicBezTo>
                  <a:pt x="143355" y="60872"/>
                  <a:pt x="144075" y="58351"/>
                  <a:pt x="145876" y="57270"/>
                </a:cubicBezTo>
                <a:lnTo>
                  <a:pt x="155241" y="51867"/>
                </a:lnTo>
                <a:lnTo>
                  <a:pt x="149118" y="41782"/>
                </a:lnTo>
                <a:lnTo>
                  <a:pt x="140113" y="47185"/>
                </a:lnTo>
                <a:cubicBezTo>
                  <a:pt x="138312" y="48626"/>
                  <a:pt x="135791" y="48266"/>
                  <a:pt x="134711" y="46104"/>
                </a:cubicBezTo>
                <a:cubicBezTo>
                  <a:pt x="131469" y="42863"/>
                  <a:pt x="128587" y="39261"/>
                  <a:pt x="124985" y="36740"/>
                </a:cubicBezTo>
                <a:cubicBezTo>
                  <a:pt x="123185" y="35299"/>
                  <a:pt x="122824" y="32777"/>
                  <a:pt x="123905" y="30977"/>
                </a:cubicBezTo>
                <a:lnTo>
                  <a:pt x="129308" y="21251"/>
                </a:lnTo>
                <a:lnTo>
                  <a:pt x="118502" y="15849"/>
                </a:lnTo>
                <a:lnTo>
                  <a:pt x="113820" y="25213"/>
                </a:lnTo>
                <a:cubicBezTo>
                  <a:pt x="112739" y="27375"/>
                  <a:pt x="110578" y="28095"/>
                  <a:pt x="108417" y="27375"/>
                </a:cubicBezTo>
                <a:cubicBezTo>
                  <a:pt x="104095" y="25574"/>
                  <a:pt x="99772" y="24133"/>
                  <a:pt x="95090" y="23773"/>
                </a:cubicBezTo>
                <a:cubicBezTo>
                  <a:pt x="92929" y="23052"/>
                  <a:pt x="91488" y="21251"/>
                  <a:pt x="91488" y="19450"/>
                </a:cubicBezTo>
                <a:lnTo>
                  <a:pt x="91488" y="8285"/>
                </a:lnTo>
                <a:close/>
                <a:moveTo>
                  <a:pt x="229949" y="3175"/>
                </a:moveTo>
                <a:cubicBezTo>
                  <a:pt x="239294" y="3175"/>
                  <a:pt x="248639" y="4248"/>
                  <a:pt x="257625" y="6395"/>
                </a:cubicBezTo>
                <a:cubicBezTo>
                  <a:pt x="260141" y="7110"/>
                  <a:pt x="261579" y="9257"/>
                  <a:pt x="261219" y="11761"/>
                </a:cubicBezTo>
                <a:cubicBezTo>
                  <a:pt x="260500" y="13908"/>
                  <a:pt x="257984" y="15339"/>
                  <a:pt x="255468" y="14981"/>
                </a:cubicBezTo>
                <a:cubicBezTo>
                  <a:pt x="247201" y="12834"/>
                  <a:pt x="238575" y="11761"/>
                  <a:pt x="229949" y="11761"/>
                </a:cubicBezTo>
                <a:cubicBezTo>
                  <a:pt x="210180" y="11761"/>
                  <a:pt x="190770" y="17127"/>
                  <a:pt x="173877" y="27502"/>
                </a:cubicBezTo>
                <a:cubicBezTo>
                  <a:pt x="173158" y="27860"/>
                  <a:pt x="172439" y="28218"/>
                  <a:pt x="171361" y="28218"/>
                </a:cubicBezTo>
                <a:cubicBezTo>
                  <a:pt x="169923" y="28218"/>
                  <a:pt x="168845" y="27502"/>
                  <a:pt x="167766" y="26071"/>
                </a:cubicBezTo>
                <a:cubicBezTo>
                  <a:pt x="166688" y="23925"/>
                  <a:pt x="167407" y="21420"/>
                  <a:pt x="169204" y="20347"/>
                </a:cubicBezTo>
                <a:cubicBezTo>
                  <a:pt x="187535" y="8899"/>
                  <a:pt x="208382" y="3175"/>
                  <a:pt x="229949" y="3175"/>
                </a:cubicBezTo>
                <a:close/>
                <a:moveTo>
                  <a:pt x="79602" y="0"/>
                </a:moveTo>
                <a:lnTo>
                  <a:pt x="91848" y="0"/>
                </a:lnTo>
                <a:cubicBezTo>
                  <a:pt x="96531" y="0"/>
                  <a:pt x="100132" y="3602"/>
                  <a:pt x="100132" y="8285"/>
                </a:cubicBezTo>
                <a:lnTo>
                  <a:pt x="100132" y="15488"/>
                </a:lnTo>
                <a:cubicBezTo>
                  <a:pt x="102654" y="16209"/>
                  <a:pt x="105535" y="16929"/>
                  <a:pt x="107696" y="17650"/>
                </a:cubicBezTo>
                <a:lnTo>
                  <a:pt x="111658" y="11166"/>
                </a:lnTo>
                <a:cubicBezTo>
                  <a:pt x="114180" y="7204"/>
                  <a:pt x="119222" y="6123"/>
                  <a:pt x="123185" y="8285"/>
                </a:cubicBezTo>
                <a:lnTo>
                  <a:pt x="133630" y="14408"/>
                </a:lnTo>
                <a:cubicBezTo>
                  <a:pt x="135431" y="15488"/>
                  <a:pt x="136872" y="17289"/>
                  <a:pt x="137592" y="19450"/>
                </a:cubicBezTo>
                <a:cubicBezTo>
                  <a:pt x="138312" y="21612"/>
                  <a:pt x="137952" y="24133"/>
                  <a:pt x="136872" y="25934"/>
                </a:cubicBezTo>
                <a:lnTo>
                  <a:pt x="132910" y="32057"/>
                </a:lnTo>
                <a:cubicBezTo>
                  <a:pt x="135071" y="33858"/>
                  <a:pt x="136872" y="35659"/>
                  <a:pt x="138673" y="37820"/>
                </a:cubicBezTo>
                <a:lnTo>
                  <a:pt x="145156" y="34218"/>
                </a:lnTo>
                <a:cubicBezTo>
                  <a:pt x="146957" y="33138"/>
                  <a:pt x="149478" y="32777"/>
                  <a:pt x="151279" y="33498"/>
                </a:cubicBezTo>
                <a:cubicBezTo>
                  <a:pt x="153801" y="33858"/>
                  <a:pt x="155602" y="35299"/>
                  <a:pt x="156682" y="37460"/>
                </a:cubicBezTo>
                <a:lnTo>
                  <a:pt x="162805" y="47905"/>
                </a:lnTo>
                <a:cubicBezTo>
                  <a:pt x="163886" y="49706"/>
                  <a:pt x="164246" y="52228"/>
                  <a:pt x="163886" y="54029"/>
                </a:cubicBezTo>
                <a:cubicBezTo>
                  <a:pt x="163166" y="56550"/>
                  <a:pt x="161725" y="58351"/>
                  <a:pt x="159564" y="59431"/>
                </a:cubicBezTo>
                <a:lnTo>
                  <a:pt x="153440" y="63033"/>
                </a:lnTo>
                <a:cubicBezTo>
                  <a:pt x="154161" y="65555"/>
                  <a:pt x="154881" y="68076"/>
                  <a:pt x="155602" y="70957"/>
                </a:cubicBezTo>
                <a:lnTo>
                  <a:pt x="162805" y="70957"/>
                </a:lnTo>
                <a:cubicBezTo>
                  <a:pt x="167488" y="70957"/>
                  <a:pt x="171090" y="74920"/>
                  <a:pt x="171090" y="79242"/>
                </a:cubicBezTo>
                <a:lnTo>
                  <a:pt x="171090" y="91488"/>
                </a:lnTo>
                <a:cubicBezTo>
                  <a:pt x="171090" y="96171"/>
                  <a:pt x="167488" y="100133"/>
                  <a:pt x="162805" y="100133"/>
                </a:cubicBezTo>
                <a:lnTo>
                  <a:pt x="155602" y="100133"/>
                </a:lnTo>
                <a:cubicBezTo>
                  <a:pt x="154881" y="102654"/>
                  <a:pt x="154161" y="105175"/>
                  <a:pt x="153440" y="107697"/>
                </a:cubicBezTo>
                <a:lnTo>
                  <a:pt x="159564" y="111299"/>
                </a:lnTo>
                <a:cubicBezTo>
                  <a:pt x="161725" y="112739"/>
                  <a:pt x="163166" y="114540"/>
                  <a:pt x="163886" y="116341"/>
                </a:cubicBezTo>
                <a:cubicBezTo>
                  <a:pt x="164246" y="118863"/>
                  <a:pt x="163886" y="121024"/>
                  <a:pt x="162805" y="122825"/>
                </a:cubicBezTo>
                <a:lnTo>
                  <a:pt x="156682" y="133630"/>
                </a:lnTo>
                <a:cubicBezTo>
                  <a:pt x="155602" y="135431"/>
                  <a:pt x="153801" y="136872"/>
                  <a:pt x="151639" y="137232"/>
                </a:cubicBezTo>
                <a:cubicBezTo>
                  <a:pt x="149478" y="137953"/>
                  <a:pt x="146957" y="137953"/>
                  <a:pt x="145156" y="136512"/>
                </a:cubicBezTo>
                <a:lnTo>
                  <a:pt x="138673" y="132910"/>
                </a:lnTo>
                <a:cubicBezTo>
                  <a:pt x="136872" y="135071"/>
                  <a:pt x="135071" y="136872"/>
                  <a:pt x="132910" y="138673"/>
                </a:cubicBezTo>
                <a:lnTo>
                  <a:pt x="136872" y="145156"/>
                </a:lnTo>
                <a:cubicBezTo>
                  <a:pt x="137952" y="146957"/>
                  <a:pt x="138312" y="149119"/>
                  <a:pt x="137592" y="151280"/>
                </a:cubicBezTo>
                <a:cubicBezTo>
                  <a:pt x="136872" y="153441"/>
                  <a:pt x="135431" y="155242"/>
                  <a:pt x="133630" y="156322"/>
                </a:cubicBezTo>
                <a:lnTo>
                  <a:pt x="123185" y="162446"/>
                </a:lnTo>
                <a:cubicBezTo>
                  <a:pt x="119222" y="164967"/>
                  <a:pt x="114180" y="163526"/>
                  <a:pt x="111658" y="159564"/>
                </a:cubicBezTo>
                <a:lnTo>
                  <a:pt x="107696" y="153081"/>
                </a:lnTo>
                <a:cubicBezTo>
                  <a:pt x="105535" y="154161"/>
                  <a:pt x="102654" y="154882"/>
                  <a:pt x="100132" y="155242"/>
                </a:cubicBezTo>
                <a:lnTo>
                  <a:pt x="100132" y="162446"/>
                </a:lnTo>
                <a:cubicBezTo>
                  <a:pt x="100132" y="167128"/>
                  <a:pt x="96531" y="171090"/>
                  <a:pt x="91848" y="171090"/>
                </a:cubicBezTo>
                <a:lnTo>
                  <a:pt x="79602" y="171090"/>
                </a:lnTo>
                <a:cubicBezTo>
                  <a:pt x="74919" y="171090"/>
                  <a:pt x="70957" y="167128"/>
                  <a:pt x="70957" y="162446"/>
                </a:cubicBezTo>
                <a:lnTo>
                  <a:pt x="70957" y="155242"/>
                </a:lnTo>
                <a:cubicBezTo>
                  <a:pt x="68436" y="154882"/>
                  <a:pt x="65914" y="154161"/>
                  <a:pt x="63393" y="153081"/>
                </a:cubicBezTo>
                <a:lnTo>
                  <a:pt x="59791" y="159564"/>
                </a:lnTo>
                <a:cubicBezTo>
                  <a:pt x="57270" y="163526"/>
                  <a:pt x="52227" y="164967"/>
                  <a:pt x="48265" y="162446"/>
                </a:cubicBezTo>
                <a:lnTo>
                  <a:pt x="37460" y="156322"/>
                </a:lnTo>
                <a:cubicBezTo>
                  <a:pt x="35659" y="155242"/>
                  <a:pt x="34218" y="153441"/>
                  <a:pt x="33497" y="151280"/>
                </a:cubicBezTo>
                <a:cubicBezTo>
                  <a:pt x="33137" y="149119"/>
                  <a:pt x="33497" y="146957"/>
                  <a:pt x="34578" y="145156"/>
                </a:cubicBezTo>
                <a:lnTo>
                  <a:pt x="38180" y="138673"/>
                </a:lnTo>
                <a:cubicBezTo>
                  <a:pt x="36379" y="136872"/>
                  <a:pt x="34218" y="135071"/>
                  <a:pt x="32417" y="132910"/>
                </a:cubicBezTo>
                <a:lnTo>
                  <a:pt x="26294" y="136512"/>
                </a:lnTo>
                <a:cubicBezTo>
                  <a:pt x="21971" y="139033"/>
                  <a:pt x="16929" y="137592"/>
                  <a:pt x="14768" y="133630"/>
                </a:cubicBezTo>
                <a:lnTo>
                  <a:pt x="8284" y="122825"/>
                </a:lnTo>
                <a:cubicBezTo>
                  <a:pt x="7564" y="121024"/>
                  <a:pt x="6843" y="118863"/>
                  <a:pt x="7564" y="116341"/>
                </a:cubicBezTo>
                <a:cubicBezTo>
                  <a:pt x="8284" y="114540"/>
                  <a:pt x="9725" y="112739"/>
                  <a:pt x="11526" y="111299"/>
                </a:cubicBezTo>
                <a:lnTo>
                  <a:pt x="17649" y="107697"/>
                </a:lnTo>
                <a:cubicBezTo>
                  <a:pt x="16929" y="105175"/>
                  <a:pt x="16208" y="102654"/>
                  <a:pt x="15848" y="100133"/>
                </a:cubicBezTo>
                <a:lnTo>
                  <a:pt x="8284" y="100133"/>
                </a:lnTo>
                <a:cubicBezTo>
                  <a:pt x="3962" y="100133"/>
                  <a:pt x="0" y="96171"/>
                  <a:pt x="0" y="91488"/>
                </a:cubicBezTo>
                <a:lnTo>
                  <a:pt x="0" y="79242"/>
                </a:lnTo>
                <a:cubicBezTo>
                  <a:pt x="0" y="74920"/>
                  <a:pt x="3962" y="70957"/>
                  <a:pt x="8284" y="70957"/>
                </a:cubicBezTo>
                <a:lnTo>
                  <a:pt x="15848" y="70957"/>
                </a:lnTo>
                <a:cubicBezTo>
                  <a:pt x="16208" y="68076"/>
                  <a:pt x="16929" y="65555"/>
                  <a:pt x="17649" y="63033"/>
                </a:cubicBezTo>
                <a:lnTo>
                  <a:pt x="11526" y="59431"/>
                </a:lnTo>
                <a:cubicBezTo>
                  <a:pt x="9725" y="58351"/>
                  <a:pt x="8284" y="56550"/>
                  <a:pt x="7564" y="54029"/>
                </a:cubicBezTo>
                <a:cubicBezTo>
                  <a:pt x="6843" y="52228"/>
                  <a:pt x="7564" y="49706"/>
                  <a:pt x="8284" y="47905"/>
                </a:cubicBezTo>
                <a:lnTo>
                  <a:pt x="14768" y="37460"/>
                </a:lnTo>
                <a:cubicBezTo>
                  <a:pt x="16929" y="33138"/>
                  <a:pt x="22332" y="32057"/>
                  <a:pt x="25933" y="34218"/>
                </a:cubicBezTo>
                <a:lnTo>
                  <a:pt x="32417" y="37820"/>
                </a:lnTo>
                <a:cubicBezTo>
                  <a:pt x="34218" y="35659"/>
                  <a:pt x="36379" y="33858"/>
                  <a:pt x="38180" y="32057"/>
                </a:cubicBezTo>
                <a:lnTo>
                  <a:pt x="34578" y="25934"/>
                </a:lnTo>
                <a:cubicBezTo>
                  <a:pt x="33497" y="24133"/>
                  <a:pt x="33137" y="21612"/>
                  <a:pt x="33497" y="19450"/>
                </a:cubicBezTo>
                <a:cubicBezTo>
                  <a:pt x="34218" y="17289"/>
                  <a:pt x="35659" y="15488"/>
                  <a:pt x="37460" y="14408"/>
                </a:cubicBezTo>
                <a:lnTo>
                  <a:pt x="48265" y="8285"/>
                </a:lnTo>
                <a:cubicBezTo>
                  <a:pt x="52227" y="6123"/>
                  <a:pt x="57270" y="7204"/>
                  <a:pt x="59791" y="11166"/>
                </a:cubicBezTo>
                <a:lnTo>
                  <a:pt x="63393" y="17650"/>
                </a:lnTo>
                <a:cubicBezTo>
                  <a:pt x="65914" y="16929"/>
                  <a:pt x="68436" y="16209"/>
                  <a:pt x="70957" y="15488"/>
                </a:cubicBezTo>
                <a:lnTo>
                  <a:pt x="70957" y="8285"/>
                </a:lnTo>
                <a:cubicBezTo>
                  <a:pt x="70957" y="3602"/>
                  <a:pt x="74919" y="0"/>
                  <a:pt x="79602" y="0"/>
                </a:cubicBezTo>
                <a:close/>
              </a:path>
            </a:pathLst>
          </a:custGeom>
          <a:solidFill>
            <a:schemeClr val="tx2"/>
          </a:solidFill>
          <a:ln>
            <a:noFill/>
          </a:ln>
          <a:effectLst/>
        </p:spPr>
        <p:txBody>
          <a:bodyPr anchor="ctr"/>
          <a:lstStyle/>
          <a:p>
            <a:endParaRPr lang="en-US" sz="1050">
              <a:latin typeface="Lato Light" panose="020F0502020204030203" pitchFamily="34" charset="0"/>
            </a:endParaRPr>
          </a:p>
        </p:txBody>
      </p:sp>
      <p:grpSp>
        <p:nvGrpSpPr>
          <p:cNvPr id="38" name="Gruppieren 37">
            <a:extLst>
              <a:ext uri="{FF2B5EF4-FFF2-40B4-BE49-F238E27FC236}">
                <a16:creationId xmlns:a16="http://schemas.microsoft.com/office/drawing/2014/main" id="{8553548C-D179-DA2B-DE29-9E427D9C9EA0}"/>
              </a:ext>
            </a:extLst>
          </p:cNvPr>
          <p:cNvGrpSpPr/>
          <p:nvPr/>
        </p:nvGrpSpPr>
        <p:grpSpPr>
          <a:xfrm>
            <a:off x="4286277" y="973859"/>
            <a:ext cx="7683715" cy="960514"/>
            <a:chOff x="4663440" y="1956605"/>
            <a:chExt cx="3240000" cy="960514"/>
          </a:xfrm>
          <a:solidFill>
            <a:schemeClr val="bg1"/>
          </a:solidFill>
        </p:grpSpPr>
        <p:sp>
          <p:nvSpPr>
            <p:cNvPr id="25" name="Rechteck 24">
              <a:extLst>
                <a:ext uri="{FF2B5EF4-FFF2-40B4-BE49-F238E27FC236}">
                  <a16:creationId xmlns:a16="http://schemas.microsoft.com/office/drawing/2014/main" id="{6111ACA2-7F60-6319-A200-E850B3830C1C}"/>
                </a:ext>
              </a:extLst>
            </p:cNvPr>
            <p:cNvSpPr/>
            <p:nvPr/>
          </p:nvSpPr>
          <p:spPr>
            <a:xfrm>
              <a:off x="5339534" y="1956606"/>
              <a:ext cx="2563906" cy="960513"/>
            </a:xfrm>
            <a:prstGeom prst="rect">
              <a:avLst/>
            </a:prstGeom>
            <a:grpFill/>
            <a:ln>
              <a:solidFill>
                <a:schemeClr val="tx2"/>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a:solidFill>
                    <a:schemeClr val="tx1"/>
                  </a:solidFill>
                </a:rPr>
                <a:t>Durchführung eines umfangreichen </a:t>
              </a:r>
              <a:r>
                <a:rPr lang="de-DE" sz="1400" b="1">
                  <a:solidFill>
                    <a:schemeClr val="tx2"/>
                  </a:solidFill>
                </a:rPr>
                <a:t>H4S4 </a:t>
              </a:r>
              <a:r>
                <a:rPr lang="de-DE" sz="1400" b="1" err="1">
                  <a:solidFill>
                    <a:schemeClr val="tx2"/>
                  </a:solidFill>
                </a:rPr>
                <a:t>Readiness</a:t>
              </a:r>
              <a:r>
                <a:rPr lang="de-DE" sz="1400" b="1">
                  <a:solidFill>
                    <a:schemeClr val="tx2"/>
                  </a:solidFill>
                </a:rPr>
                <a:t> Check</a:t>
              </a:r>
              <a:r>
                <a:rPr lang="de-DE" sz="1400">
                  <a:solidFill>
                    <a:schemeClr val="tx1"/>
                  </a:solidFill>
                </a:rPr>
                <a:t> und Bewertung der notwendigen Maßnahmen</a:t>
              </a:r>
            </a:p>
          </p:txBody>
        </p:sp>
        <p:sp>
          <p:nvSpPr>
            <p:cNvPr id="37" name="Rechteck 36">
              <a:extLst>
                <a:ext uri="{FF2B5EF4-FFF2-40B4-BE49-F238E27FC236}">
                  <a16:creationId xmlns:a16="http://schemas.microsoft.com/office/drawing/2014/main" id="{50211716-9F04-F84A-7B70-B4AA2F819464}"/>
                </a:ext>
              </a:extLst>
            </p:cNvPr>
            <p:cNvSpPr/>
            <p:nvPr/>
          </p:nvSpPr>
          <p:spPr>
            <a:xfrm>
              <a:off x="4663440" y="1956605"/>
              <a:ext cx="676094" cy="960513"/>
            </a:xfrm>
            <a:prstGeom prst="rect">
              <a:avLst/>
            </a:prstGeom>
            <a:solidFill>
              <a:schemeClr val="tx2">
                <a:alpha val="20000"/>
              </a:schemeClr>
            </a:solidFill>
            <a:ln>
              <a:solidFill>
                <a:schemeClr val="tx2"/>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b="1">
                  <a:solidFill>
                    <a:schemeClr val="tx1"/>
                  </a:solidFill>
                </a:rPr>
                <a:t>Paket 1</a:t>
              </a:r>
            </a:p>
          </p:txBody>
        </p:sp>
      </p:grpSp>
      <p:grpSp>
        <p:nvGrpSpPr>
          <p:cNvPr id="64" name="Gruppieren 63">
            <a:extLst>
              <a:ext uri="{FF2B5EF4-FFF2-40B4-BE49-F238E27FC236}">
                <a16:creationId xmlns:a16="http://schemas.microsoft.com/office/drawing/2014/main" id="{CF66C594-F4CB-7450-7BF2-0FBA26145225}"/>
              </a:ext>
            </a:extLst>
          </p:cNvPr>
          <p:cNvGrpSpPr/>
          <p:nvPr/>
        </p:nvGrpSpPr>
        <p:grpSpPr>
          <a:xfrm>
            <a:off x="4286277" y="2079353"/>
            <a:ext cx="7683715" cy="960514"/>
            <a:chOff x="4663440" y="1956605"/>
            <a:chExt cx="3240000" cy="960514"/>
          </a:xfrm>
          <a:solidFill>
            <a:schemeClr val="bg1"/>
          </a:solidFill>
        </p:grpSpPr>
        <p:sp>
          <p:nvSpPr>
            <p:cNvPr id="65" name="Rechteck 64">
              <a:extLst>
                <a:ext uri="{FF2B5EF4-FFF2-40B4-BE49-F238E27FC236}">
                  <a16:creationId xmlns:a16="http://schemas.microsoft.com/office/drawing/2014/main" id="{B912BCCA-0291-905D-AEA9-89EDCB80A095}"/>
                </a:ext>
              </a:extLst>
            </p:cNvPr>
            <p:cNvSpPr/>
            <p:nvPr/>
          </p:nvSpPr>
          <p:spPr>
            <a:xfrm>
              <a:off x="5339534" y="1956606"/>
              <a:ext cx="2563906" cy="960513"/>
            </a:xfrm>
            <a:prstGeom prst="rect">
              <a:avLst/>
            </a:prstGeom>
            <a:grpFill/>
            <a:ln>
              <a:solidFill>
                <a:schemeClr val="tx2"/>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a:solidFill>
                    <a:schemeClr val="tx1"/>
                  </a:solidFill>
                </a:rPr>
                <a:t>Unterstützungsleistung bei der </a:t>
              </a:r>
              <a:r>
                <a:rPr lang="de-DE" sz="1400" b="1">
                  <a:solidFill>
                    <a:schemeClr val="tx2"/>
                  </a:solidFill>
                </a:rPr>
                <a:t>Anpassung des kundenindividuellen Programmcodes</a:t>
              </a:r>
              <a:r>
                <a:rPr lang="de-DE" sz="1400" b="1">
                  <a:solidFill>
                    <a:srgbClr val="ED7D31"/>
                  </a:solidFill>
                </a:rPr>
                <a:t> </a:t>
              </a:r>
              <a:r>
                <a:rPr lang="de-DE" sz="1400">
                  <a:solidFill>
                    <a:schemeClr val="tx1"/>
                  </a:solidFill>
                </a:rPr>
                <a:t>auf die Hana DB</a:t>
              </a:r>
            </a:p>
          </p:txBody>
        </p:sp>
        <p:sp>
          <p:nvSpPr>
            <p:cNvPr id="66" name="Rechteck 65">
              <a:extLst>
                <a:ext uri="{FF2B5EF4-FFF2-40B4-BE49-F238E27FC236}">
                  <a16:creationId xmlns:a16="http://schemas.microsoft.com/office/drawing/2014/main" id="{145E5761-B7AC-CFC6-BF9F-8F98BF8B28F8}"/>
                </a:ext>
              </a:extLst>
            </p:cNvPr>
            <p:cNvSpPr/>
            <p:nvPr/>
          </p:nvSpPr>
          <p:spPr>
            <a:xfrm>
              <a:off x="4663440" y="1956605"/>
              <a:ext cx="676094" cy="960513"/>
            </a:xfrm>
            <a:prstGeom prst="rect">
              <a:avLst/>
            </a:prstGeom>
            <a:solidFill>
              <a:schemeClr val="tx2">
                <a:alpha val="20000"/>
              </a:schemeClr>
            </a:solidFill>
            <a:ln>
              <a:solidFill>
                <a:schemeClr val="tx2"/>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b="1">
                  <a:solidFill>
                    <a:schemeClr val="tx1"/>
                  </a:solidFill>
                </a:rPr>
                <a:t>Paket 2</a:t>
              </a:r>
            </a:p>
          </p:txBody>
        </p:sp>
      </p:grpSp>
      <p:grpSp>
        <p:nvGrpSpPr>
          <p:cNvPr id="67" name="Gruppieren 66">
            <a:extLst>
              <a:ext uri="{FF2B5EF4-FFF2-40B4-BE49-F238E27FC236}">
                <a16:creationId xmlns:a16="http://schemas.microsoft.com/office/drawing/2014/main" id="{506A2190-E391-3FB1-2130-1E191A5796F5}"/>
              </a:ext>
            </a:extLst>
          </p:cNvPr>
          <p:cNvGrpSpPr/>
          <p:nvPr/>
        </p:nvGrpSpPr>
        <p:grpSpPr>
          <a:xfrm>
            <a:off x="4286277" y="3184847"/>
            <a:ext cx="7683715" cy="960514"/>
            <a:chOff x="4663440" y="1956605"/>
            <a:chExt cx="3240000" cy="960514"/>
          </a:xfrm>
          <a:solidFill>
            <a:schemeClr val="bg1"/>
          </a:solidFill>
        </p:grpSpPr>
        <p:sp>
          <p:nvSpPr>
            <p:cNvPr id="68" name="Rechteck 67">
              <a:extLst>
                <a:ext uri="{FF2B5EF4-FFF2-40B4-BE49-F238E27FC236}">
                  <a16:creationId xmlns:a16="http://schemas.microsoft.com/office/drawing/2014/main" id="{AB132A7D-B757-C178-FDF5-E8D219AB7AF6}"/>
                </a:ext>
              </a:extLst>
            </p:cNvPr>
            <p:cNvSpPr/>
            <p:nvPr/>
          </p:nvSpPr>
          <p:spPr>
            <a:xfrm>
              <a:off x="5339534" y="1956606"/>
              <a:ext cx="2563906" cy="960513"/>
            </a:xfrm>
            <a:prstGeom prst="rect">
              <a:avLst/>
            </a:prstGeom>
            <a:grpFill/>
            <a:ln>
              <a:solidFill>
                <a:schemeClr val="tx2"/>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a:solidFill>
                    <a:schemeClr val="tx1"/>
                  </a:solidFill>
                </a:rPr>
                <a:t>Unterstützungsleistung in der </a:t>
              </a:r>
              <a:r>
                <a:rPr lang="de-DE" sz="1400" b="1">
                  <a:solidFill>
                    <a:schemeClr val="tx2"/>
                  </a:solidFill>
                </a:rPr>
                <a:t>Unicode</a:t>
              </a:r>
              <a:r>
                <a:rPr lang="de-DE" sz="1400">
                  <a:solidFill>
                    <a:schemeClr val="tx1"/>
                  </a:solidFill>
                </a:rPr>
                <a:t> Anpassung einzelner Programme und dem Unicode Update</a:t>
              </a:r>
            </a:p>
          </p:txBody>
        </p:sp>
        <p:sp>
          <p:nvSpPr>
            <p:cNvPr id="69" name="Rechteck 68">
              <a:extLst>
                <a:ext uri="{FF2B5EF4-FFF2-40B4-BE49-F238E27FC236}">
                  <a16:creationId xmlns:a16="http://schemas.microsoft.com/office/drawing/2014/main" id="{A0E37E88-C18F-FF2E-8930-9921171A779B}"/>
                </a:ext>
              </a:extLst>
            </p:cNvPr>
            <p:cNvSpPr/>
            <p:nvPr/>
          </p:nvSpPr>
          <p:spPr>
            <a:xfrm>
              <a:off x="4663440" y="1956605"/>
              <a:ext cx="676094" cy="960513"/>
            </a:xfrm>
            <a:prstGeom prst="rect">
              <a:avLst/>
            </a:prstGeom>
            <a:solidFill>
              <a:schemeClr val="tx2">
                <a:alpha val="20000"/>
              </a:schemeClr>
            </a:solidFill>
            <a:ln>
              <a:solidFill>
                <a:schemeClr val="tx2"/>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b="1">
                  <a:solidFill>
                    <a:schemeClr val="tx1"/>
                  </a:solidFill>
                </a:rPr>
                <a:t>Paket 3</a:t>
              </a:r>
            </a:p>
          </p:txBody>
        </p:sp>
      </p:grpSp>
      <p:grpSp>
        <p:nvGrpSpPr>
          <p:cNvPr id="70" name="Gruppieren 69">
            <a:extLst>
              <a:ext uri="{FF2B5EF4-FFF2-40B4-BE49-F238E27FC236}">
                <a16:creationId xmlns:a16="http://schemas.microsoft.com/office/drawing/2014/main" id="{C376E377-2C30-2B40-9DC5-44419F41EACA}"/>
              </a:ext>
            </a:extLst>
          </p:cNvPr>
          <p:cNvGrpSpPr/>
          <p:nvPr/>
        </p:nvGrpSpPr>
        <p:grpSpPr>
          <a:xfrm>
            <a:off x="4286277" y="4290341"/>
            <a:ext cx="7683715" cy="960514"/>
            <a:chOff x="4663440" y="1956605"/>
            <a:chExt cx="3240000" cy="960514"/>
          </a:xfrm>
          <a:solidFill>
            <a:schemeClr val="bg1"/>
          </a:solidFill>
        </p:grpSpPr>
        <p:sp>
          <p:nvSpPr>
            <p:cNvPr id="71" name="Rechteck 70">
              <a:extLst>
                <a:ext uri="{FF2B5EF4-FFF2-40B4-BE49-F238E27FC236}">
                  <a16:creationId xmlns:a16="http://schemas.microsoft.com/office/drawing/2014/main" id="{7B45E9AC-B21B-0D40-B4EC-4A700D1D961C}"/>
                </a:ext>
              </a:extLst>
            </p:cNvPr>
            <p:cNvSpPr/>
            <p:nvPr/>
          </p:nvSpPr>
          <p:spPr>
            <a:xfrm>
              <a:off x="5339534" y="1956606"/>
              <a:ext cx="2563906" cy="960513"/>
            </a:xfrm>
            <a:prstGeom prst="rect">
              <a:avLst/>
            </a:prstGeom>
            <a:grpFill/>
            <a:ln>
              <a:solidFill>
                <a:schemeClr val="tx2"/>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a:solidFill>
                    <a:schemeClr val="tx1"/>
                  </a:solidFill>
                </a:rPr>
                <a:t>Unterstützungsleistung bei der Einrichtung der </a:t>
              </a:r>
              <a:r>
                <a:rPr lang="de-DE" sz="1400" b="1">
                  <a:solidFill>
                    <a:schemeClr val="tx2"/>
                  </a:solidFill>
                </a:rPr>
                <a:t>Archivierung</a:t>
              </a:r>
              <a:r>
                <a:rPr lang="de-DE" sz="1400">
                  <a:solidFill>
                    <a:schemeClr val="tx1"/>
                  </a:solidFill>
                </a:rPr>
                <a:t> mit DocuWare</a:t>
              </a:r>
            </a:p>
          </p:txBody>
        </p:sp>
        <p:sp>
          <p:nvSpPr>
            <p:cNvPr id="72" name="Rechteck 71">
              <a:extLst>
                <a:ext uri="{FF2B5EF4-FFF2-40B4-BE49-F238E27FC236}">
                  <a16:creationId xmlns:a16="http://schemas.microsoft.com/office/drawing/2014/main" id="{504C6B5E-4C9B-2D25-282A-EADD4A67263E}"/>
                </a:ext>
              </a:extLst>
            </p:cNvPr>
            <p:cNvSpPr/>
            <p:nvPr/>
          </p:nvSpPr>
          <p:spPr>
            <a:xfrm>
              <a:off x="4663440" y="1956605"/>
              <a:ext cx="676094" cy="960513"/>
            </a:xfrm>
            <a:prstGeom prst="rect">
              <a:avLst/>
            </a:prstGeom>
            <a:solidFill>
              <a:schemeClr val="tx2">
                <a:alpha val="20000"/>
              </a:schemeClr>
            </a:solidFill>
            <a:ln>
              <a:solidFill>
                <a:schemeClr val="tx2"/>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b="1">
                  <a:solidFill>
                    <a:schemeClr val="tx1"/>
                  </a:solidFill>
                </a:rPr>
                <a:t>Paket 4</a:t>
              </a:r>
            </a:p>
          </p:txBody>
        </p:sp>
      </p:grpSp>
      <p:grpSp>
        <p:nvGrpSpPr>
          <p:cNvPr id="73" name="Gruppieren 72">
            <a:extLst>
              <a:ext uri="{FF2B5EF4-FFF2-40B4-BE49-F238E27FC236}">
                <a16:creationId xmlns:a16="http://schemas.microsoft.com/office/drawing/2014/main" id="{93BBE76A-CC39-8D8B-7572-49CC5615B3E3}"/>
              </a:ext>
            </a:extLst>
          </p:cNvPr>
          <p:cNvGrpSpPr/>
          <p:nvPr/>
        </p:nvGrpSpPr>
        <p:grpSpPr>
          <a:xfrm>
            <a:off x="4286277" y="5395835"/>
            <a:ext cx="7683715" cy="960514"/>
            <a:chOff x="4663440" y="1956605"/>
            <a:chExt cx="3240000" cy="960514"/>
          </a:xfrm>
          <a:solidFill>
            <a:schemeClr val="bg1"/>
          </a:solidFill>
        </p:grpSpPr>
        <p:sp>
          <p:nvSpPr>
            <p:cNvPr id="74" name="Rechteck 73">
              <a:extLst>
                <a:ext uri="{FF2B5EF4-FFF2-40B4-BE49-F238E27FC236}">
                  <a16:creationId xmlns:a16="http://schemas.microsoft.com/office/drawing/2014/main" id="{6F126E7A-0458-64B3-7BFA-95F3C51E9896}"/>
                </a:ext>
              </a:extLst>
            </p:cNvPr>
            <p:cNvSpPr/>
            <p:nvPr/>
          </p:nvSpPr>
          <p:spPr>
            <a:xfrm>
              <a:off x="5339534" y="1956606"/>
              <a:ext cx="2563906" cy="960513"/>
            </a:xfrm>
            <a:prstGeom prst="rect">
              <a:avLst/>
            </a:prstGeom>
            <a:grpFill/>
            <a:ln>
              <a:solidFill>
                <a:schemeClr val="tx2"/>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a:solidFill>
                    <a:schemeClr val="tx1"/>
                  </a:solidFill>
                </a:rPr>
                <a:t>Unterstützungsleistung beim </a:t>
              </a:r>
              <a:r>
                <a:rPr lang="de-DE" sz="1400" b="1">
                  <a:solidFill>
                    <a:schemeClr val="tx2"/>
                  </a:solidFill>
                </a:rPr>
                <a:t>EhP8 Upgrade </a:t>
              </a:r>
              <a:r>
                <a:rPr lang="de-DE" sz="1400">
                  <a:solidFill>
                    <a:schemeClr val="tx1"/>
                  </a:solidFill>
                </a:rPr>
                <a:t>des SAP HCM Systems</a:t>
              </a:r>
            </a:p>
            <a:p>
              <a:pPr algn="ctr"/>
              <a:r>
                <a:rPr lang="de-DE" sz="1200">
                  <a:solidFill>
                    <a:schemeClr val="tx1"/>
                  </a:solidFill>
                </a:rPr>
                <a:t>(Abhängig vom Unicode Umstellung)</a:t>
              </a:r>
            </a:p>
          </p:txBody>
        </p:sp>
        <p:sp>
          <p:nvSpPr>
            <p:cNvPr id="75" name="Rechteck 74">
              <a:extLst>
                <a:ext uri="{FF2B5EF4-FFF2-40B4-BE49-F238E27FC236}">
                  <a16:creationId xmlns:a16="http://schemas.microsoft.com/office/drawing/2014/main" id="{0E9A927F-4103-461D-6FBA-104B350BF85A}"/>
                </a:ext>
              </a:extLst>
            </p:cNvPr>
            <p:cNvSpPr/>
            <p:nvPr/>
          </p:nvSpPr>
          <p:spPr>
            <a:xfrm>
              <a:off x="4663440" y="1956605"/>
              <a:ext cx="676094" cy="960513"/>
            </a:xfrm>
            <a:prstGeom prst="rect">
              <a:avLst/>
            </a:prstGeom>
            <a:solidFill>
              <a:schemeClr val="tx2">
                <a:alpha val="20000"/>
              </a:schemeClr>
            </a:solidFill>
            <a:ln>
              <a:solidFill>
                <a:schemeClr val="tx2"/>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b="1">
                  <a:solidFill>
                    <a:schemeClr val="tx1"/>
                  </a:solidFill>
                </a:rPr>
                <a:t>Paket 5</a:t>
              </a:r>
            </a:p>
          </p:txBody>
        </p:sp>
      </p:grpSp>
      <p:cxnSp>
        <p:nvCxnSpPr>
          <p:cNvPr id="82" name="Gekrümmte Verbindung 81">
            <a:extLst>
              <a:ext uri="{FF2B5EF4-FFF2-40B4-BE49-F238E27FC236}">
                <a16:creationId xmlns:a16="http://schemas.microsoft.com/office/drawing/2014/main" id="{6E052B74-27EB-6ECC-2E7A-9C0066CF0F61}"/>
              </a:ext>
            </a:extLst>
          </p:cNvPr>
          <p:cNvCxnSpPr>
            <a:cxnSpLocks/>
            <a:endCxn id="37" idx="1"/>
          </p:cNvCxnSpPr>
          <p:nvPr/>
        </p:nvCxnSpPr>
        <p:spPr>
          <a:xfrm rot="5400000" flipH="1" flipV="1">
            <a:off x="2427590" y="1991954"/>
            <a:ext cx="2396524" cy="1320849"/>
          </a:xfrm>
          <a:prstGeom prst="curvedConnector2">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86" name="Gekrümmte Verbindung 85">
            <a:extLst>
              <a:ext uri="{FF2B5EF4-FFF2-40B4-BE49-F238E27FC236}">
                <a16:creationId xmlns:a16="http://schemas.microsoft.com/office/drawing/2014/main" id="{5AC62C7F-C702-DDAA-DA74-D9D522C6FCF8}"/>
              </a:ext>
            </a:extLst>
          </p:cNvPr>
          <p:cNvCxnSpPr>
            <a:cxnSpLocks/>
          </p:cNvCxnSpPr>
          <p:nvPr/>
        </p:nvCxnSpPr>
        <p:spPr>
          <a:xfrm flipV="1">
            <a:off x="2965425" y="2559610"/>
            <a:ext cx="1320852" cy="1120868"/>
          </a:xfrm>
          <a:prstGeom prst="curvedConnector3">
            <a:avLst>
              <a:gd name="adj1" fmla="val 50000"/>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87" name="Gekrümmte Verbindung 86">
            <a:extLst>
              <a:ext uri="{FF2B5EF4-FFF2-40B4-BE49-F238E27FC236}">
                <a16:creationId xmlns:a16="http://schemas.microsoft.com/office/drawing/2014/main" id="{40EC48EC-056C-E358-9F91-498865E2136B}"/>
              </a:ext>
            </a:extLst>
          </p:cNvPr>
          <p:cNvCxnSpPr>
            <a:cxnSpLocks/>
            <a:endCxn id="69" idx="1"/>
          </p:cNvCxnSpPr>
          <p:nvPr/>
        </p:nvCxnSpPr>
        <p:spPr>
          <a:xfrm flipV="1">
            <a:off x="2949773" y="3665104"/>
            <a:ext cx="1336504" cy="15374"/>
          </a:xfrm>
          <a:prstGeom prst="curvedConnector3">
            <a:avLst>
              <a:gd name="adj1" fmla="val 50000"/>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89" name="Gekrümmte Verbindung 88">
            <a:extLst>
              <a:ext uri="{FF2B5EF4-FFF2-40B4-BE49-F238E27FC236}">
                <a16:creationId xmlns:a16="http://schemas.microsoft.com/office/drawing/2014/main" id="{CB391C57-3F91-F449-6E0A-5F864F7A0DCD}"/>
              </a:ext>
            </a:extLst>
          </p:cNvPr>
          <p:cNvCxnSpPr>
            <a:cxnSpLocks/>
            <a:endCxn id="72" idx="1"/>
          </p:cNvCxnSpPr>
          <p:nvPr/>
        </p:nvCxnSpPr>
        <p:spPr>
          <a:xfrm>
            <a:off x="2949772" y="3680478"/>
            <a:ext cx="1336505" cy="1090120"/>
          </a:xfrm>
          <a:prstGeom prst="curvedConnector3">
            <a:avLst>
              <a:gd name="adj1" fmla="val 50000"/>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92" name="Gekrümmte Verbindung 91">
            <a:extLst>
              <a:ext uri="{FF2B5EF4-FFF2-40B4-BE49-F238E27FC236}">
                <a16:creationId xmlns:a16="http://schemas.microsoft.com/office/drawing/2014/main" id="{20FE1521-47F8-04FB-C735-D76D515D7FCA}"/>
              </a:ext>
            </a:extLst>
          </p:cNvPr>
          <p:cNvCxnSpPr>
            <a:cxnSpLocks/>
            <a:endCxn id="75" idx="1"/>
          </p:cNvCxnSpPr>
          <p:nvPr/>
        </p:nvCxnSpPr>
        <p:spPr>
          <a:xfrm rot="16200000" flipH="1">
            <a:off x="2613125" y="4202940"/>
            <a:ext cx="2025452" cy="1320852"/>
          </a:xfrm>
          <a:prstGeom prst="curvedConnector2">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957534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B8FD3707-66AC-5CBE-6AB9-EF4C78A5CBED}"/>
              </a:ext>
            </a:extLst>
          </p:cNvPr>
          <p:cNvSpPr>
            <a:spLocks noGrp="1"/>
          </p:cNvSpPr>
          <p:nvPr>
            <p:ph type="sldNum" sz="quarter" idx="12"/>
          </p:nvPr>
        </p:nvSpPr>
        <p:spPr/>
        <p:txBody>
          <a:bodyPr/>
          <a:lstStyle/>
          <a:p>
            <a:fld id="{B4256C18-6D8C-4341-B569-3B1E941D5C64}" type="slidenum">
              <a:rPr lang="de-DE" smtClean="0"/>
              <a:t>8</a:t>
            </a:fld>
            <a:endParaRPr lang="de-DE"/>
          </a:p>
        </p:txBody>
      </p:sp>
      <p:sp>
        <p:nvSpPr>
          <p:cNvPr id="3" name="Titel 2">
            <a:extLst>
              <a:ext uri="{FF2B5EF4-FFF2-40B4-BE49-F238E27FC236}">
                <a16:creationId xmlns:a16="http://schemas.microsoft.com/office/drawing/2014/main" id="{95C4DF8E-D981-D591-5B3E-12623292C976}"/>
              </a:ext>
            </a:extLst>
          </p:cNvPr>
          <p:cNvSpPr>
            <a:spLocks noGrp="1"/>
          </p:cNvSpPr>
          <p:nvPr>
            <p:ph type="title"/>
          </p:nvPr>
        </p:nvSpPr>
        <p:spPr>
          <a:xfrm>
            <a:off x="187482" y="292321"/>
            <a:ext cx="10153261" cy="325340"/>
          </a:xfrm>
          <a:prstGeom prst="rect">
            <a:avLst/>
          </a:prstGeom>
        </p:spPr>
        <p:txBody>
          <a:bodyPr/>
          <a:lstStyle/>
          <a:p>
            <a:r>
              <a:rPr lang="de-DE"/>
              <a:t>Angebotene Pakete aus dem Schritt 1 – Technische Grundlagen schaffen</a:t>
            </a:r>
          </a:p>
        </p:txBody>
      </p:sp>
      <p:sp>
        <p:nvSpPr>
          <p:cNvPr id="42" name="Inhaltsplatzhalter 3">
            <a:extLst>
              <a:ext uri="{FF2B5EF4-FFF2-40B4-BE49-F238E27FC236}">
                <a16:creationId xmlns:a16="http://schemas.microsoft.com/office/drawing/2014/main" id="{655097EC-7782-FED3-AF02-3F1D4C30706B}"/>
              </a:ext>
            </a:extLst>
          </p:cNvPr>
          <p:cNvSpPr>
            <a:spLocks noGrp="1"/>
          </p:cNvSpPr>
          <p:nvPr>
            <p:ph idx="1"/>
          </p:nvPr>
        </p:nvSpPr>
        <p:spPr>
          <a:xfrm>
            <a:off x="388906" y="2422349"/>
            <a:ext cx="2419608" cy="2507879"/>
          </a:xfrm>
        </p:spPr>
        <p:txBody>
          <a:bodyPr>
            <a:normAutofit fontScale="92500" lnSpcReduction="10000"/>
          </a:bodyPr>
          <a:lstStyle/>
          <a:p>
            <a:r>
              <a:rPr lang="de-DE" sz="1400"/>
              <a:t>H4S4 </a:t>
            </a:r>
            <a:r>
              <a:rPr lang="de-DE" sz="1400" err="1"/>
              <a:t>Readiness</a:t>
            </a:r>
            <a:r>
              <a:rPr lang="de-DE" sz="1400"/>
              <a:t> Check</a:t>
            </a:r>
          </a:p>
          <a:p>
            <a:r>
              <a:rPr lang="de-DE" sz="1400"/>
              <a:t>Bestehende Systemlinie technisch in der Grundlage modernisieren</a:t>
            </a:r>
          </a:p>
          <a:p>
            <a:pPr lvl="1"/>
            <a:r>
              <a:rPr lang="de-DE" sz="1300"/>
              <a:t>Code Clean</a:t>
            </a:r>
          </a:p>
          <a:p>
            <a:pPr lvl="1"/>
            <a:r>
              <a:rPr lang="de-DE" sz="1300"/>
              <a:t>Unicode</a:t>
            </a:r>
          </a:p>
          <a:p>
            <a:pPr lvl="1"/>
            <a:r>
              <a:rPr lang="de-DE" sz="1300" err="1"/>
              <a:t>AddOns</a:t>
            </a:r>
            <a:r>
              <a:rPr lang="de-DE" sz="1300"/>
              <a:t> Check &amp; Update</a:t>
            </a:r>
          </a:p>
          <a:p>
            <a:pPr lvl="1"/>
            <a:r>
              <a:rPr lang="de-DE" sz="1300"/>
              <a:t>EhP8 Upgrade</a:t>
            </a:r>
          </a:p>
          <a:p>
            <a:r>
              <a:rPr lang="de-DE" sz="1400"/>
              <a:t>Aufbau SAP BTP </a:t>
            </a:r>
            <a:r>
              <a:rPr lang="de-DE" sz="1400">
                <a:sym typeface="Wingdings" pitchFamily="2" charset="2"/>
              </a:rPr>
              <a:t> </a:t>
            </a:r>
            <a:r>
              <a:rPr lang="de-DE" sz="1400" err="1">
                <a:sym typeface="Wingdings" pitchFamily="2" charset="2"/>
              </a:rPr>
              <a:t>Fori</a:t>
            </a:r>
            <a:r>
              <a:rPr lang="de-DE" sz="1400">
                <a:sym typeface="Wingdings" pitchFamily="2" charset="2"/>
              </a:rPr>
              <a:t> App Umzug</a:t>
            </a:r>
          </a:p>
          <a:p>
            <a:r>
              <a:rPr lang="de-DE" sz="1400">
                <a:sym typeface="Wingdings" pitchFamily="2" charset="2"/>
              </a:rPr>
              <a:t>Archivierung</a:t>
            </a:r>
            <a:endParaRPr lang="de-DE" sz="1400"/>
          </a:p>
        </p:txBody>
      </p:sp>
      <p:sp>
        <p:nvSpPr>
          <p:cNvPr id="5" name="Freeform 2">
            <a:extLst>
              <a:ext uri="{FF2B5EF4-FFF2-40B4-BE49-F238E27FC236}">
                <a16:creationId xmlns:a16="http://schemas.microsoft.com/office/drawing/2014/main" id="{C4B18FC2-67AC-E906-2CF8-C90518955E39}"/>
              </a:ext>
            </a:extLst>
          </p:cNvPr>
          <p:cNvSpPr>
            <a:spLocks noChangeArrowheads="1"/>
          </p:cNvSpPr>
          <p:nvPr/>
        </p:nvSpPr>
        <p:spPr bwMode="auto">
          <a:xfrm>
            <a:off x="300208" y="1624562"/>
            <a:ext cx="2665220" cy="4538748"/>
          </a:xfrm>
          <a:custGeom>
            <a:avLst/>
            <a:gdLst>
              <a:gd name="T0" fmla="*/ 204 w 3773"/>
              <a:gd name="T1" fmla="*/ 51 h 5351"/>
              <a:gd name="T2" fmla="*/ 204 w 3773"/>
              <a:gd name="T3" fmla="*/ 51 h 5351"/>
              <a:gd name="T4" fmla="*/ 51 w 3773"/>
              <a:gd name="T5" fmla="*/ 203 h 5351"/>
              <a:gd name="T6" fmla="*/ 51 w 3773"/>
              <a:gd name="T7" fmla="*/ 5146 h 5351"/>
              <a:gd name="T8" fmla="*/ 51 w 3773"/>
              <a:gd name="T9" fmla="*/ 5146 h 5351"/>
              <a:gd name="T10" fmla="*/ 204 w 3773"/>
              <a:gd name="T11" fmla="*/ 5299 h 5351"/>
              <a:gd name="T12" fmla="*/ 3568 w 3773"/>
              <a:gd name="T13" fmla="*/ 5299 h 5351"/>
              <a:gd name="T14" fmla="*/ 3568 w 3773"/>
              <a:gd name="T15" fmla="*/ 5299 h 5351"/>
              <a:gd name="T16" fmla="*/ 3721 w 3773"/>
              <a:gd name="T17" fmla="*/ 5146 h 5351"/>
              <a:gd name="T18" fmla="*/ 3721 w 3773"/>
              <a:gd name="T19" fmla="*/ 203 h 5351"/>
              <a:gd name="T20" fmla="*/ 3721 w 3773"/>
              <a:gd name="T21" fmla="*/ 203 h 5351"/>
              <a:gd name="T22" fmla="*/ 3568 w 3773"/>
              <a:gd name="T23" fmla="*/ 51 h 5351"/>
              <a:gd name="T24" fmla="*/ 204 w 3773"/>
              <a:gd name="T25" fmla="*/ 51 h 5351"/>
              <a:gd name="T26" fmla="*/ 3568 w 3773"/>
              <a:gd name="T27" fmla="*/ 5350 h 5351"/>
              <a:gd name="T28" fmla="*/ 204 w 3773"/>
              <a:gd name="T29" fmla="*/ 5350 h 5351"/>
              <a:gd name="T30" fmla="*/ 204 w 3773"/>
              <a:gd name="T31" fmla="*/ 5350 h 5351"/>
              <a:gd name="T32" fmla="*/ 0 w 3773"/>
              <a:gd name="T33" fmla="*/ 5146 h 5351"/>
              <a:gd name="T34" fmla="*/ 0 w 3773"/>
              <a:gd name="T35" fmla="*/ 203 h 5351"/>
              <a:gd name="T36" fmla="*/ 0 w 3773"/>
              <a:gd name="T37" fmla="*/ 203 h 5351"/>
              <a:gd name="T38" fmla="*/ 204 w 3773"/>
              <a:gd name="T39" fmla="*/ 0 h 5351"/>
              <a:gd name="T40" fmla="*/ 3568 w 3773"/>
              <a:gd name="T41" fmla="*/ 0 h 5351"/>
              <a:gd name="T42" fmla="*/ 3568 w 3773"/>
              <a:gd name="T43" fmla="*/ 0 h 5351"/>
              <a:gd name="T44" fmla="*/ 3772 w 3773"/>
              <a:gd name="T45" fmla="*/ 203 h 5351"/>
              <a:gd name="T46" fmla="*/ 3772 w 3773"/>
              <a:gd name="T47" fmla="*/ 5146 h 5351"/>
              <a:gd name="T48" fmla="*/ 3772 w 3773"/>
              <a:gd name="T49" fmla="*/ 5146 h 5351"/>
              <a:gd name="T50" fmla="*/ 3568 w 3773"/>
              <a:gd name="T51" fmla="*/ 5350 h 53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773" h="5351">
                <a:moveTo>
                  <a:pt x="204" y="51"/>
                </a:moveTo>
                <a:lnTo>
                  <a:pt x="204" y="51"/>
                </a:lnTo>
                <a:cubicBezTo>
                  <a:pt x="120" y="51"/>
                  <a:pt x="51" y="119"/>
                  <a:pt x="51" y="203"/>
                </a:cubicBezTo>
                <a:lnTo>
                  <a:pt x="51" y="5146"/>
                </a:lnTo>
                <a:lnTo>
                  <a:pt x="51" y="5146"/>
                </a:lnTo>
                <a:cubicBezTo>
                  <a:pt x="51" y="5231"/>
                  <a:pt x="120" y="5299"/>
                  <a:pt x="204" y="5299"/>
                </a:cubicBezTo>
                <a:lnTo>
                  <a:pt x="3568" y="5299"/>
                </a:lnTo>
                <a:lnTo>
                  <a:pt x="3568" y="5299"/>
                </a:lnTo>
                <a:cubicBezTo>
                  <a:pt x="3652" y="5299"/>
                  <a:pt x="3721" y="5231"/>
                  <a:pt x="3721" y="5146"/>
                </a:cubicBezTo>
                <a:lnTo>
                  <a:pt x="3721" y="203"/>
                </a:lnTo>
                <a:lnTo>
                  <a:pt x="3721" y="203"/>
                </a:lnTo>
                <a:cubicBezTo>
                  <a:pt x="3721" y="119"/>
                  <a:pt x="3652" y="51"/>
                  <a:pt x="3568" y="51"/>
                </a:cubicBezTo>
                <a:lnTo>
                  <a:pt x="204" y="51"/>
                </a:lnTo>
                <a:close/>
                <a:moveTo>
                  <a:pt x="3568" y="5350"/>
                </a:moveTo>
                <a:lnTo>
                  <a:pt x="204" y="5350"/>
                </a:lnTo>
                <a:lnTo>
                  <a:pt x="204" y="5350"/>
                </a:lnTo>
                <a:cubicBezTo>
                  <a:pt x="92" y="5350"/>
                  <a:pt x="0" y="5258"/>
                  <a:pt x="0" y="5146"/>
                </a:cubicBezTo>
                <a:lnTo>
                  <a:pt x="0" y="203"/>
                </a:lnTo>
                <a:lnTo>
                  <a:pt x="0" y="203"/>
                </a:lnTo>
                <a:cubicBezTo>
                  <a:pt x="0" y="92"/>
                  <a:pt x="92" y="0"/>
                  <a:pt x="204" y="0"/>
                </a:cubicBezTo>
                <a:lnTo>
                  <a:pt x="3568" y="0"/>
                </a:lnTo>
                <a:lnTo>
                  <a:pt x="3568" y="0"/>
                </a:lnTo>
                <a:cubicBezTo>
                  <a:pt x="3680" y="0"/>
                  <a:pt x="3772" y="92"/>
                  <a:pt x="3772" y="203"/>
                </a:cubicBezTo>
                <a:lnTo>
                  <a:pt x="3772" y="5146"/>
                </a:lnTo>
                <a:lnTo>
                  <a:pt x="3772" y="5146"/>
                </a:lnTo>
                <a:cubicBezTo>
                  <a:pt x="3772" y="5258"/>
                  <a:pt x="3680" y="5350"/>
                  <a:pt x="3568" y="5350"/>
                </a:cubicBezTo>
                <a:close/>
              </a:path>
            </a:pathLst>
          </a:custGeom>
          <a:solidFill>
            <a:schemeClr val="bg1">
              <a:lumMod val="85000"/>
            </a:schemeClr>
          </a:solidFill>
          <a:ln>
            <a:noFill/>
          </a:ln>
          <a:effectLst/>
        </p:spPr>
        <p:txBody>
          <a:bodyPr wrap="none" anchor="ctr"/>
          <a:lstStyle/>
          <a:p>
            <a:endParaRPr lang="en-US" sz="4000">
              <a:latin typeface="Lato Light" panose="020F0502020204030203" pitchFamily="34" charset="0"/>
            </a:endParaRPr>
          </a:p>
        </p:txBody>
      </p:sp>
      <p:sp>
        <p:nvSpPr>
          <p:cNvPr id="6" name="Freeform 62">
            <a:extLst>
              <a:ext uri="{FF2B5EF4-FFF2-40B4-BE49-F238E27FC236}">
                <a16:creationId xmlns:a16="http://schemas.microsoft.com/office/drawing/2014/main" id="{5253E8EB-6D77-6890-0E26-38C36098B44A}"/>
              </a:ext>
            </a:extLst>
          </p:cNvPr>
          <p:cNvSpPr>
            <a:spLocks noChangeArrowheads="1"/>
          </p:cNvSpPr>
          <p:nvPr/>
        </p:nvSpPr>
        <p:spPr bwMode="auto">
          <a:xfrm>
            <a:off x="54449" y="4930230"/>
            <a:ext cx="3181649" cy="1090646"/>
          </a:xfrm>
          <a:custGeom>
            <a:avLst/>
            <a:gdLst>
              <a:gd name="T0" fmla="*/ 674 w 5254"/>
              <a:gd name="T1" fmla="*/ 563 h 1225"/>
              <a:gd name="T2" fmla="*/ 42 w 5254"/>
              <a:gd name="T3" fmla="*/ 92 h 1225"/>
              <a:gd name="T4" fmla="*/ 42 w 5254"/>
              <a:gd name="T5" fmla="*/ 92 h 1225"/>
              <a:gd name="T6" fmla="*/ 72 w 5254"/>
              <a:gd name="T7" fmla="*/ 0 h 1225"/>
              <a:gd name="T8" fmla="*/ 4442 w 5254"/>
              <a:gd name="T9" fmla="*/ 0 h 1225"/>
              <a:gd name="T10" fmla="*/ 4442 w 5254"/>
              <a:gd name="T11" fmla="*/ 0 h 1225"/>
              <a:gd name="T12" fmla="*/ 4472 w 5254"/>
              <a:gd name="T13" fmla="*/ 10 h 1225"/>
              <a:gd name="T14" fmla="*/ 5226 w 5254"/>
              <a:gd name="T15" fmla="*/ 563 h 1225"/>
              <a:gd name="T16" fmla="*/ 5226 w 5254"/>
              <a:gd name="T17" fmla="*/ 563 h 1225"/>
              <a:gd name="T18" fmla="*/ 5226 w 5254"/>
              <a:gd name="T19" fmla="*/ 644 h 1225"/>
              <a:gd name="T20" fmla="*/ 4472 w 5254"/>
              <a:gd name="T21" fmla="*/ 1213 h 1225"/>
              <a:gd name="T22" fmla="*/ 4472 w 5254"/>
              <a:gd name="T23" fmla="*/ 1213 h 1225"/>
              <a:gd name="T24" fmla="*/ 4441 w 5254"/>
              <a:gd name="T25" fmla="*/ 1224 h 1225"/>
              <a:gd name="T26" fmla="*/ 69 w 5254"/>
              <a:gd name="T27" fmla="*/ 1224 h 1225"/>
              <a:gd name="T28" fmla="*/ 69 w 5254"/>
              <a:gd name="T29" fmla="*/ 1224 h 1225"/>
              <a:gd name="T30" fmla="*/ 38 w 5254"/>
              <a:gd name="T31" fmla="*/ 1132 h 1225"/>
              <a:gd name="T32" fmla="*/ 674 w 5254"/>
              <a:gd name="T33" fmla="*/ 644 h 1225"/>
              <a:gd name="T34" fmla="*/ 674 w 5254"/>
              <a:gd name="T35" fmla="*/ 644 h 1225"/>
              <a:gd name="T36" fmla="*/ 674 w 5254"/>
              <a:gd name="T37" fmla="*/ 563 h 1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254" h="1225">
                <a:moveTo>
                  <a:pt x="674" y="563"/>
                </a:moveTo>
                <a:lnTo>
                  <a:pt x="42" y="92"/>
                </a:lnTo>
                <a:lnTo>
                  <a:pt x="42" y="92"/>
                </a:lnTo>
                <a:cubicBezTo>
                  <a:pt x="3" y="63"/>
                  <a:pt x="24" y="0"/>
                  <a:pt x="72" y="0"/>
                </a:cubicBezTo>
                <a:lnTo>
                  <a:pt x="4442" y="0"/>
                </a:lnTo>
                <a:lnTo>
                  <a:pt x="4442" y="0"/>
                </a:lnTo>
                <a:cubicBezTo>
                  <a:pt x="4453" y="0"/>
                  <a:pt x="4463" y="3"/>
                  <a:pt x="4472" y="10"/>
                </a:cubicBezTo>
                <a:lnTo>
                  <a:pt x="5226" y="563"/>
                </a:lnTo>
                <a:lnTo>
                  <a:pt x="5226" y="563"/>
                </a:lnTo>
                <a:cubicBezTo>
                  <a:pt x="5253" y="583"/>
                  <a:pt x="5253" y="624"/>
                  <a:pt x="5226" y="644"/>
                </a:cubicBezTo>
                <a:lnTo>
                  <a:pt x="4472" y="1213"/>
                </a:lnTo>
                <a:lnTo>
                  <a:pt x="4472" y="1213"/>
                </a:lnTo>
                <a:cubicBezTo>
                  <a:pt x="4463" y="1220"/>
                  <a:pt x="4452" y="1224"/>
                  <a:pt x="4441" y="1224"/>
                </a:cubicBezTo>
                <a:lnTo>
                  <a:pt x="69" y="1224"/>
                </a:lnTo>
                <a:lnTo>
                  <a:pt x="69" y="1224"/>
                </a:lnTo>
                <a:cubicBezTo>
                  <a:pt x="20" y="1224"/>
                  <a:pt x="0" y="1162"/>
                  <a:pt x="38" y="1132"/>
                </a:cubicBezTo>
                <a:lnTo>
                  <a:pt x="674" y="644"/>
                </a:lnTo>
                <a:lnTo>
                  <a:pt x="674" y="644"/>
                </a:lnTo>
                <a:cubicBezTo>
                  <a:pt x="701" y="624"/>
                  <a:pt x="701" y="583"/>
                  <a:pt x="674" y="563"/>
                </a:cubicBezTo>
              </a:path>
            </a:pathLst>
          </a:custGeom>
          <a:solidFill>
            <a:schemeClr val="tx2"/>
          </a:solidFill>
          <a:ln>
            <a:noFill/>
          </a:ln>
          <a:effectLst/>
        </p:spPr>
        <p:txBody>
          <a:bodyPr wrap="none" anchor="ctr"/>
          <a:lstStyle/>
          <a:p>
            <a:endParaRPr lang="en-US" sz="4000">
              <a:latin typeface="Lato Light" panose="020F0502020204030203" pitchFamily="34" charset="0"/>
            </a:endParaRPr>
          </a:p>
        </p:txBody>
      </p:sp>
      <p:sp>
        <p:nvSpPr>
          <p:cNvPr id="7" name="Freeform 67">
            <a:extLst>
              <a:ext uri="{FF2B5EF4-FFF2-40B4-BE49-F238E27FC236}">
                <a16:creationId xmlns:a16="http://schemas.microsoft.com/office/drawing/2014/main" id="{16291B7A-EBEB-49C1-278C-32E4FCA92007}"/>
              </a:ext>
            </a:extLst>
          </p:cNvPr>
          <p:cNvSpPr>
            <a:spLocks noChangeArrowheads="1"/>
          </p:cNvSpPr>
          <p:nvPr/>
        </p:nvSpPr>
        <p:spPr bwMode="auto">
          <a:xfrm>
            <a:off x="1648385" y="1161860"/>
            <a:ext cx="899824" cy="922217"/>
          </a:xfrm>
          <a:custGeom>
            <a:avLst/>
            <a:gdLst>
              <a:gd name="T0" fmla="*/ 637 w 1274"/>
              <a:gd name="T1" fmla="*/ 0 h 1275"/>
              <a:gd name="T2" fmla="*/ 637 w 1274"/>
              <a:gd name="T3" fmla="*/ 0 h 1275"/>
              <a:gd name="T4" fmla="*/ 1273 w 1274"/>
              <a:gd name="T5" fmla="*/ 637 h 1275"/>
              <a:gd name="T6" fmla="*/ 1273 w 1274"/>
              <a:gd name="T7" fmla="*/ 637 h 1275"/>
              <a:gd name="T8" fmla="*/ 637 w 1274"/>
              <a:gd name="T9" fmla="*/ 1274 h 1275"/>
              <a:gd name="T10" fmla="*/ 637 w 1274"/>
              <a:gd name="T11" fmla="*/ 1274 h 1275"/>
              <a:gd name="T12" fmla="*/ 0 w 1274"/>
              <a:gd name="T13" fmla="*/ 637 h 1275"/>
              <a:gd name="T14" fmla="*/ 0 w 1274"/>
              <a:gd name="T15" fmla="*/ 637 h 1275"/>
              <a:gd name="T16" fmla="*/ 637 w 1274"/>
              <a:gd name="T17" fmla="*/ 0 h 1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4" h="1275">
                <a:moveTo>
                  <a:pt x="637" y="0"/>
                </a:moveTo>
                <a:lnTo>
                  <a:pt x="637" y="0"/>
                </a:lnTo>
                <a:cubicBezTo>
                  <a:pt x="988" y="0"/>
                  <a:pt x="1273" y="285"/>
                  <a:pt x="1273" y="637"/>
                </a:cubicBezTo>
                <a:lnTo>
                  <a:pt x="1273" y="637"/>
                </a:lnTo>
                <a:cubicBezTo>
                  <a:pt x="1273" y="988"/>
                  <a:pt x="988" y="1274"/>
                  <a:pt x="637" y="1274"/>
                </a:cubicBezTo>
                <a:lnTo>
                  <a:pt x="637" y="1274"/>
                </a:lnTo>
                <a:cubicBezTo>
                  <a:pt x="284" y="1274"/>
                  <a:pt x="0" y="988"/>
                  <a:pt x="0" y="637"/>
                </a:cubicBezTo>
                <a:lnTo>
                  <a:pt x="0" y="637"/>
                </a:lnTo>
                <a:cubicBezTo>
                  <a:pt x="0" y="285"/>
                  <a:pt x="284" y="0"/>
                  <a:pt x="637" y="0"/>
                </a:cubicBezTo>
              </a:path>
            </a:pathLst>
          </a:custGeom>
          <a:solidFill>
            <a:schemeClr val="bg1"/>
          </a:solidFill>
          <a:ln>
            <a:noFill/>
          </a:ln>
          <a:effectLst/>
        </p:spPr>
        <p:txBody>
          <a:bodyPr wrap="none" anchor="ctr"/>
          <a:lstStyle/>
          <a:p>
            <a:endParaRPr lang="en-US" sz="4000">
              <a:latin typeface="Lato Light" panose="020F0502020204030203" pitchFamily="34" charset="0"/>
            </a:endParaRPr>
          </a:p>
        </p:txBody>
      </p:sp>
      <p:sp>
        <p:nvSpPr>
          <p:cNvPr id="8" name="Freeform 68">
            <a:extLst>
              <a:ext uri="{FF2B5EF4-FFF2-40B4-BE49-F238E27FC236}">
                <a16:creationId xmlns:a16="http://schemas.microsoft.com/office/drawing/2014/main" id="{DF78C9CF-F9AF-ED67-330C-364AD0C673CC}"/>
              </a:ext>
            </a:extLst>
          </p:cNvPr>
          <p:cNvSpPr>
            <a:spLocks noChangeArrowheads="1"/>
          </p:cNvSpPr>
          <p:nvPr/>
        </p:nvSpPr>
        <p:spPr bwMode="auto">
          <a:xfrm>
            <a:off x="1629704" y="1145902"/>
            <a:ext cx="937186" cy="960513"/>
          </a:xfrm>
          <a:custGeom>
            <a:avLst/>
            <a:gdLst>
              <a:gd name="T0" fmla="*/ 663 w 1326"/>
              <a:gd name="T1" fmla="*/ 51 h 1326"/>
              <a:gd name="T2" fmla="*/ 663 w 1326"/>
              <a:gd name="T3" fmla="*/ 51 h 1326"/>
              <a:gd name="T4" fmla="*/ 51 w 1326"/>
              <a:gd name="T5" fmla="*/ 663 h 1326"/>
              <a:gd name="T6" fmla="*/ 51 w 1326"/>
              <a:gd name="T7" fmla="*/ 663 h 1326"/>
              <a:gd name="T8" fmla="*/ 663 w 1326"/>
              <a:gd name="T9" fmla="*/ 1274 h 1326"/>
              <a:gd name="T10" fmla="*/ 663 w 1326"/>
              <a:gd name="T11" fmla="*/ 1274 h 1326"/>
              <a:gd name="T12" fmla="*/ 1274 w 1326"/>
              <a:gd name="T13" fmla="*/ 663 h 1326"/>
              <a:gd name="T14" fmla="*/ 1274 w 1326"/>
              <a:gd name="T15" fmla="*/ 663 h 1326"/>
              <a:gd name="T16" fmla="*/ 663 w 1326"/>
              <a:gd name="T17" fmla="*/ 51 h 1326"/>
              <a:gd name="T18" fmla="*/ 663 w 1326"/>
              <a:gd name="T19" fmla="*/ 1325 h 1326"/>
              <a:gd name="T20" fmla="*/ 663 w 1326"/>
              <a:gd name="T21" fmla="*/ 1325 h 1326"/>
              <a:gd name="T22" fmla="*/ 0 w 1326"/>
              <a:gd name="T23" fmla="*/ 663 h 1326"/>
              <a:gd name="T24" fmla="*/ 0 w 1326"/>
              <a:gd name="T25" fmla="*/ 663 h 1326"/>
              <a:gd name="T26" fmla="*/ 663 w 1326"/>
              <a:gd name="T27" fmla="*/ 0 h 1326"/>
              <a:gd name="T28" fmla="*/ 663 w 1326"/>
              <a:gd name="T29" fmla="*/ 0 h 1326"/>
              <a:gd name="T30" fmla="*/ 1325 w 1326"/>
              <a:gd name="T31" fmla="*/ 663 h 1326"/>
              <a:gd name="T32" fmla="*/ 1325 w 1326"/>
              <a:gd name="T33" fmla="*/ 663 h 1326"/>
              <a:gd name="T34" fmla="*/ 663 w 1326"/>
              <a:gd name="T35" fmla="*/ 1325 h 1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326" h="1326">
                <a:moveTo>
                  <a:pt x="663" y="51"/>
                </a:moveTo>
                <a:lnTo>
                  <a:pt x="663" y="51"/>
                </a:lnTo>
                <a:cubicBezTo>
                  <a:pt x="325" y="51"/>
                  <a:pt x="51" y="326"/>
                  <a:pt x="51" y="663"/>
                </a:cubicBezTo>
                <a:lnTo>
                  <a:pt x="51" y="663"/>
                </a:lnTo>
                <a:cubicBezTo>
                  <a:pt x="51" y="1000"/>
                  <a:pt x="325" y="1274"/>
                  <a:pt x="663" y="1274"/>
                </a:cubicBezTo>
                <a:lnTo>
                  <a:pt x="663" y="1274"/>
                </a:lnTo>
                <a:cubicBezTo>
                  <a:pt x="1000" y="1274"/>
                  <a:pt x="1274" y="1000"/>
                  <a:pt x="1274" y="663"/>
                </a:cubicBezTo>
                <a:lnTo>
                  <a:pt x="1274" y="663"/>
                </a:lnTo>
                <a:cubicBezTo>
                  <a:pt x="1274" y="326"/>
                  <a:pt x="1000" y="51"/>
                  <a:pt x="663" y="51"/>
                </a:cubicBezTo>
                <a:close/>
                <a:moveTo>
                  <a:pt x="663" y="1325"/>
                </a:moveTo>
                <a:lnTo>
                  <a:pt x="663" y="1325"/>
                </a:lnTo>
                <a:cubicBezTo>
                  <a:pt x="297" y="1325"/>
                  <a:pt x="0" y="1028"/>
                  <a:pt x="0" y="663"/>
                </a:cubicBezTo>
                <a:lnTo>
                  <a:pt x="0" y="663"/>
                </a:lnTo>
                <a:cubicBezTo>
                  <a:pt x="0" y="297"/>
                  <a:pt x="297" y="0"/>
                  <a:pt x="663" y="0"/>
                </a:cubicBezTo>
                <a:lnTo>
                  <a:pt x="663" y="0"/>
                </a:lnTo>
                <a:cubicBezTo>
                  <a:pt x="1028" y="0"/>
                  <a:pt x="1325" y="297"/>
                  <a:pt x="1325" y="663"/>
                </a:cubicBezTo>
                <a:lnTo>
                  <a:pt x="1325" y="663"/>
                </a:lnTo>
                <a:cubicBezTo>
                  <a:pt x="1325" y="1028"/>
                  <a:pt x="1028" y="1325"/>
                  <a:pt x="663" y="1325"/>
                </a:cubicBezTo>
                <a:close/>
              </a:path>
            </a:pathLst>
          </a:custGeom>
          <a:solidFill>
            <a:schemeClr val="bg1">
              <a:lumMod val="85000"/>
            </a:schemeClr>
          </a:solidFill>
          <a:ln>
            <a:noFill/>
          </a:ln>
          <a:effectLst/>
        </p:spPr>
        <p:txBody>
          <a:bodyPr wrap="none" anchor="ctr"/>
          <a:lstStyle/>
          <a:p>
            <a:endParaRPr lang="en-US" sz="4000">
              <a:latin typeface="Lato Light" panose="020F0502020204030203" pitchFamily="34" charset="0"/>
            </a:endParaRPr>
          </a:p>
        </p:txBody>
      </p:sp>
      <p:sp>
        <p:nvSpPr>
          <p:cNvPr id="21" name="TextBox 45">
            <a:extLst>
              <a:ext uri="{FF2B5EF4-FFF2-40B4-BE49-F238E27FC236}">
                <a16:creationId xmlns:a16="http://schemas.microsoft.com/office/drawing/2014/main" id="{07FB8B0F-4BC2-4EC5-80DC-6F2AD3602396}"/>
              </a:ext>
            </a:extLst>
          </p:cNvPr>
          <p:cNvSpPr txBox="1"/>
          <p:nvPr/>
        </p:nvSpPr>
        <p:spPr>
          <a:xfrm>
            <a:off x="996699" y="5213942"/>
            <a:ext cx="1297150" cy="523220"/>
          </a:xfrm>
          <a:prstGeom prst="rect">
            <a:avLst/>
          </a:prstGeom>
          <a:noFill/>
        </p:spPr>
        <p:txBody>
          <a:bodyPr wrap="none" rtlCol="0" anchor="ctr">
            <a:spAutoFit/>
          </a:bodyPr>
          <a:lstStyle/>
          <a:p>
            <a:pPr algn="ctr"/>
            <a:r>
              <a:rPr lang="en-US" sz="2800" b="1">
                <a:solidFill>
                  <a:schemeClr val="bg1"/>
                </a:solidFill>
                <a:latin typeface="Poppins" pitchFamily="2" charset="77"/>
                <a:cs typeface="Poppins" pitchFamily="2" charset="77"/>
              </a:rPr>
              <a:t>Q4/23</a:t>
            </a:r>
          </a:p>
        </p:txBody>
      </p:sp>
      <p:sp>
        <p:nvSpPr>
          <p:cNvPr id="26" name="TextBox 50">
            <a:extLst>
              <a:ext uri="{FF2B5EF4-FFF2-40B4-BE49-F238E27FC236}">
                <a16:creationId xmlns:a16="http://schemas.microsoft.com/office/drawing/2014/main" id="{52D5EDD2-C7A4-30E9-958B-A26FCBA58251}"/>
              </a:ext>
            </a:extLst>
          </p:cNvPr>
          <p:cNvSpPr txBox="1"/>
          <p:nvPr/>
        </p:nvSpPr>
        <p:spPr>
          <a:xfrm>
            <a:off x="347143" y="2085447"/>
            <a:ext cx="2565126" cy="338554"/>
          </a:xfrm>
          <a:prstGeom prst="rect">
            <a:avLst/>
          </a:prstGeom>
          <a:noFill/>
        </p:spPr>
        <p:txBody>
          <a:bodyPr wrap="none" rtlCol="0" anchor="b" anchorCtr="0">
            <a:spAutoFit/>
          </a:bodyPr>
          <a:lstStyle/>
          <a:p>
            <a:pPr algn="ctr"/>
            <a:r>
              <a:rPr lang="en-US" sz="1600" b="1" err="1">
                <a:latin typeface="Poppins" pitchFamily="2" charset="77"/>
                <a:ea typeface="League Spartan" charset="0"/>
                <a:cs typeface="Poppins" pitchFamily="2" charset="77"/>
              </a:rPr>
              <a:t>Technische</a:t>
            </a:r>
            <a:r>
              <a:rPr lang="en-US" sz="1600" b="1">
                <a:latin typeface="Poppins" pitchFamily="2" charset="77"/>
                <a:ea typeface="League Spartan" charset="0"/>
                <a:cs typeface="Poppins" pitchFamily="2" charset="77"/>
              </a:rPr>
              <a:t> </a:t>
            </a:r>
            <a:r>
              <a:rPr lang="en-US" sz="1600" b="1" err="1">
                <a:latin typeface="Poppins" pitchFamily="2" charset="77"/>
                <a:ea typeface="League Spartan" charset="0"/>
                <a:cs typeface="Poppins" pitchFamily="2" charset="77"/>
              </a:rPr>
              <a:t>Grundlage</a:t>
            </a:r>
            <a:endParaRPr lang="en-US" sz="1600" b="1">
              <a:latin typeface="Poppins" pitchFamily="2" charset="77"/>
              <a:ea typeface="League Spartan" charset="0"/>
              <a:cs typeface="Poppins" pitchFamily="2" charset="77"/>
            </a:endParaRPr>
          </a:p>
        </p:txBody>
      </p:sp>
      <p:sp>
        <p:nvSpPr>
          <p:cNvPr id="34" name="Freeform 1033">
            <a:extLst>
              <a:ext uri="{FF2B5EF4-FFF2-40B4-BE49-F238E27FC236}">
                <a16:creationId xmlns:a16="http://schemas.microsoft.com/office/drawing/2014/main" id="{89B0425C-638B-EF97-1D73-DAC2014B3F02}"/>
              </a:ext>
            </a:extLst>
          </p:cNvPr>
          <p:cNvSpPr>
            <a:spLocks noChangeAspect="1" noChangeArrowheads="1"/>
          </p:cNvSpPr>
          <p:nvPr/>
        </p:nvSpPr>
        <p:spPr bwMode="auto">
          <a:xfrm>
            <a:off x="1872731" y="1444322"/>
            <a:ext cx="408294" cy="360479"/>
          </a:xfrm>
          <a:custGeom>
            <a:avLst/>
            <a:gdLst>
              <a:gd name="T0" fmla="*/ 44610316 w 290152"/>
              <a:gd name="T1" fmla="*/ 43543067 h 250467"/>
              <a:gd name="T2" fmla="*/ 24261540 w 290152"/>
              <a:gd name="T3" fmla="*/ 43543067 h 250467"/>
              <a:gd name="T4" fmla="*/ 5869932 w 290152"/>
              <a:gd name="T5" fmla="*/ 51582464 h 250467"/>
              <a:gd name="T6" fmla="*/ 1956269 w 290152"/>
              <a:gd name="T7" fmla="*/ 47601133 h 250467"/>
              <a:gd name="T8" fmla="*/ 62923742 w 290152"/>
              <a:gd name="T9" fmla="*/ 47601133 h 250467"/>
              <a:gd name="T10" fmla="*/ 47641867 w 290152"/>
              <a:gd name="T11" fmla="*/ 25353693 h 250467"/>
              <a:gd name="T12" fmla="*/ 49881259 w 290152"/>
              <a:gd name="T13" fmla="*/ 29422458 h 250467"/>
              <a:gd name="T14" fmla="*/ 46911515 w 290152"/>
              <a:gd name="T15" fmla="*/ 19215497 h 250467"/>
              <a:gd name="T16" fmla="*/ 43498583 w 290152"/>
              <a:gd name="T17" fmla="*/ 23229919 h 250467"/>
              <a:gd name="T18" fmla="*/ 43498583 w 290152"/>
              <a:gd name="T19" fmla="*/ 27630461 h 250467"/>
              <a:gd name="T20" fmla="*/ 46989349 w 290152"/>
              <a:gd name="T21" fmla="*/ 31645088 h 250467"/>
              <a:gd name="T22" fmla="*/ 52263952 w 290152"/>
              <a:gd name="T23" fmla="*/ 31953782 h 250467"/>
              <a:gd name="T24" fmla="*/ 56297327 w 290152"/>
              <a:gd name="T25" fmla="*/ 28479865 h 250467"/>
              <a:gd name="T26" fmla="*/ 57460822 w 290152"/>
              <a:gd name="T27" fmla="*/ 23847895 h 250467"/>
              <a:gd name="T28" fmla="*/ 54125420 w 290152"/>
              <a:gd name="T29" fmla="*/ 19138185 h 250467"/>
              <a:gd name="T30" fmla="*/ 48075059 w 290152"/>
              <a:gd name="T31" fmla="*/ 13116259 h 250467"/>
              <a:gd name="T32" fmla="*/ 57383023 w 290152"/>
              <a:gd name="T33" fmla="*/ 15278161 h 250467"/>
              <a:gd name="T34" fmla="*/ 62424996 w 290152"/>
              <a:gd name="T35" fmla="*/ 23384395 h 250467"/>
              <a:gd name="T36" fmla="*/ 60253274 w 290152"/>
              <a:gd name="T37" fmla="*/ 32726172 h 250467"/>
              <a:gd name="T38" fmla="*/ 52108465 w 290152"/>
              <a:gd name="T39" fmla="*/ 37744348 h 250467"/>
              <a:gd name="T40" fmla="*/ 43886513 w 290152"/>
              <a:gd name="T41" fmla="*/ 35582449 h 250467"/>
              <a:gd name="T42" fmla="*/ 38456736 w 290152"/>
              <a:gd name="T43" fmla="*/ 28248191 h 250467"/>
              <a:gd name="T44" fmla="*/ 41947443 w 290152"/>
              <a:gd name="T45" fmla="*/ 22072019 h 250467"/>
              <a:gd name="T46" fmla="*/ 46756691 w 290152"/>
              <a:gd name="T47" fmla="*/ 17285472 h 250467"/>
              <a:gd name="T48" fmla="*/ 25916885 w 290152"/>
              <a:gd name="T49" fmla="*/ 18271320 h 250467"/>
              <a:gd name="T50" fmla="*/ 18590774 w 290152"/>
              <a:gd name="T51" fmla="*/ 9155015 h 250467"/>
              <a:gd name="T52" fmla="*/ 49922188 w 290152"/>
              <a:gd name="T53" fmla="*/ 8929091 h 250467"/>
              <a:gd name="T54" fmla="*/ 17262916 w 290152"/>
              <a:gd name="T55" fmla="*/ 1846001 h 250467"/>
              <a:gd name="T56" fmla="*/ 9060858 w 290152"/>
              <a:gd name="T57" fmla="*/ 4692919 h 250467"/>
              <a:gd name="T58" fmla="*/ 3514646 w 290152"/>
              <a:gd name="T59" fmla="*/ 11155311 h 250467"/>
              <a:gd name="T60" fmla="*/ 1952567 w 290152"/>
              <a:gd name="T61" fmla="*/ 19540754 h 250467"/>
              <a:gd name="T62" fmla="*/ 4843141 w 290152"/>
              <a:gd name="T63" fmla="*/ 27618573 h 250467"/>
              <a:gd name="T64" fmla="*/ 11404611 w 290152"/>
              <a:gd name="T65" fmla="*/ 33080833 h 250467"/>
              <a:gd name="T66" fmla="*/ 17341043 w 290152"/>
              <a:gd name="T67" fmla="*/ 34696634 h 250467"/>
              <a:gd name="T68" fmla="*/ 25855195 w 290152"/>
              <a:gd name="T69" fmla="*/ 33157754 h 250467"/>
              <a:gd name="T70" fmla="*/ 32416445 w 290152"/>
              <a:gd name="T71" fmla="*/ 27541718 h 250467"/>
              <a:gd name="T72" fmla="*/ 35306984 w 290152"/>
              <a:gd name="T73" fmla="*/ 19463671 h 250467"/>
              <a:gd name="T74" fmla="*/ 33666187 w 290152"/>
              <a:gd name="T75" fmla="*/ 11078074 h 250467"/>
              <a:gd name="T76" fmla="*/ 28042323 w 290152"/>
              <a:gd name="T77" fmla="*/ 4538860 h 250467"/>
              <a:gd name="T78" fmla="*/ 19840519 w 290152"/>
              <a:gd name="T79" fmla="*/ 1769704 h 250467"/>
              <a:gd name="T80" fmla="*/ 37707911 w 290152"/>
              <a:gd name="T81" fmla="*/ 5873922 h 250467"/>
              <a:gd name="T82" fmla="*/ 19918687 w 290152"/>
              <a:gd name="T83" fmla="*/ 0 h 250467"/>
              <a:gd name="T84" fmla="*/ 28979629 w 290152"/>
              <a:gd name="T85" fmla="*/ 3077794 h 250467"/>
              <a:gd name="T86" fmla="*/ 32807044 w 290152"/>
              <a:gd name="T87" fmla="*/ 7154649 h 250467"/>
              <a:gd name="T88" fmla="*/ 33744834 w 290152"/>
              <a:gd name="T89" fmla="*/ 15155629 h 250467"/>
              <a:gd name="T90" fmla="*/ 33275795 w 290152"/>
              <a:gd name="T91" fmla="*/ 23002722 h 250467"/>
              <a:gd name="T92" fmla="*/ 31479527 w 290152"/>
              <a:gd name="T93" fmla="*/ 29157210 h 250467"/>
              <a:gd name="T94" fmla="*/ 26714463 w 290152"/>
              <a:gd name="T95" fmla="*/ 34696634 h 250467"/>
              <a:gd name="T96" fmla="*/ 17262916 w 290152"/>
              <a:gd name="T97" fmla="*/ 36542700 h 250467"/>
              <a:gd name="T98" fmla="*/ 8124061 w 290152"/>
              <a:gd name="T99" fmla="*/ 33388376 h 250467"/>
              <a:gd name="T100" fmla="*/ 3202091 w 290152"/>
              <a:gd name="T101" fmla="*/ 28541671 h 250467"/>
              <a:gd name="T102" fmla="*/ 1796166 w 290152"/>
              <a:gd name="T103" fmla="*/ 21387201 h 250467"/>
              <a:gd name="T104" fmla="*/ 2499070 w 290152"/>
              <a:gd name="T105" fmla="*/ 12693632 h 250467"/>
              <a:gd name="T106" fmla="*/ 8280430 w 290152"/>
              <a:gd name="T107" fmla="*/ 6846985 h 250467"/>
              <a:gd name="T108" fmla="*/ 13747607 w 290152"/>
              <a:gd name="T109" fmla="*/ 3769430 h 250467"/>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290152" h="250467">
                <a:moveTo>
                  <a:pt x="205705" y="203866"/>
                </a:moveTo>
                <a:lnTo>
                  <a:pt x="167451" y="241505"/>
                </a:lnTo>
                <a:lnTo>
                  <a:pt x="262364" y="241505"/>
                </a:lnTo>
                <a:cubicBezTo>
                  <a:pt x="272830" y="241505"/>
                  <a:pt x="281491" y="233260"/>
                  <a:pt x="281491" y="222865"/>
                </a:cubicBezTo>
                <a:cubicBezTo>
                  <a:pt x="281491" y="212470"/>
                  <a:pt x="272830" y="203866"/>
                  <a:pt x="262364" y="203866"/>
                </a:cubicBezTo>
                <a:lnTo>
                  <a:pt x="205705" y="203866"/>
                </a:lnTo>
                <a:close/>
                <a:moveTo>
                  <a:pt x="158790" y="203866"/>
                </a:moveTo>
                <a:lnTo>
                  <a:pt x="120536" y="241505"/>
                </a:lnTo>
                <a:lnTo>
                  <a:pt x="155181" y="241505"/>
                </a:lnTo>
                <a:lnTo>
                  <a:pt x="193435" y="203866"/>
                </a:lnTo>
                <a:lnTo>
                  <a:pt x="158790" y="203866"/>
                </a:lnTo>
                <a:close/>
                <a:moveTo>
                  <a:pt x="111874" y="203866"/>
                </a:moveTo>
                <a:lnTo>
                  <a:pt x="73621" y="241505"/>
                </a:lnTo>
                <a:lnTo>
                  <a:pt x="107905" y="241505"/>
                </a:lnTo>
                <a:lnTo>
                  <a:pt x="146159" y="203866"/>
                </a:lnTo>
                <a:lnTo>
                  <a:pt x="111874" y="203866"/>
                </a:lnTo>
                <a:close/>
                <a:moveTo>
                  <a:pt x="64959" y="203866"/>
                </a:moveTo>
                <a:lnTo>
                  <a:pt x="27066" y="241505"/>
                </a:lnTo>
                <a:cubicBezTo>
                  <a:pt x="27427" y="241505"/>
                  <a:pt x="27427" y="241505"/>
                  <a:pt x="27788" y="241505"/>
                </a:cubicBezTo>
                <a:lnTo>
                  <a:pt x="61350" y="241505"/>
                </a:lnTo>
                <a:lnTo>
                  <a:pt x="99243" y="203866"/>
                </a:lnTo>
                <a:lnTo>
                  <a:pt x="64959" y="203866"/>
                </a:lnTo>
                <a:close/>
                <a:moveTo>
                  <a:pt x="27788" y="203866"/>
                </a:moveTo>
                <a:cubicBezTo>
                  <a:pt x="17322" y="203866"/>
                  <a:pt x="9022" y="212470"/>
                  <a:pt x="9022" y="222865"/>
                </a:cubicBezTo>
                <a:cubicBezTo>
                  <a:pt x="9022" y="229317"/>
                  <a:pt x="12270" y="235053"/>
                  <a:pt x="17683" y="238637"/>
                </a:cubicBezTo>
                <a:lnTo>
                  <a:pt x="52689" y="203866"/>
                </a:lnTo>
                <a:lnTo>
                  <a:pt x="27788" y="203866"/>
                </a:lnTo>
                <a:close/>
                <a:moveTo>
                  <a:pt x="27788" y="195263"/>
                </a:moveTo>
                <a:lnTo>
                  <a:pt x="262364" y="195263"/>
                </a:lnTo>
                <a:cubicBezTo>
                  <a:pt x="277882" y="195263"/>
                  <a:pt x="290152" y="207451"/>
                  <a:pt x="290152" y="222865"/>
                </a:cubicBezTo>
                <a:cubicBezTo>
                  <a:pt x="290152" y="237921"/>
                  <a:pt x="277882" y="250467"/>
                  <a:pt x="262364" y="250467"/>
                </a:cubicBezTo>
                <a:lnTo>
                  <a:pt x="27788" y="250467"/>
                </a:lnTo>
                <a:cubicBezTo>
                  <a:pt x="12631" y="250467"/>
                  <a:pt x="0" y="237921"/>
                  <a:pt x="0" y="222865"/>
                </a:cubicBezTo>
                <a:cubicBezTo>
                  <a:pt x="0" y="207451"/>
                  <a:pt x="12631" y="195263"/>
                  <a:pt x="27788" y="195263"/>
                </a:cubicBezTo>
                <a:close/>
                <a:moveTo>
                  <a:pt x="230010" y="108640"/>
                </a:moveTo>
                <a:cubicBezTo>
                  <a:pt x="224313" y="108640"/>
                  <a:pt x="219684" y="113312"/>
                  <a:pt x="219684" y="118704"/>
                </a:cubicBezTo>
                <a:cubicBezTo>
                  <a:pt x="219684" y="124455"/>
                  <a:pt x="224313" y="129127"/>
                  <a:pt x="230010" y="129127"/>
                </a:cubicBezTo>
                <a:cubicBezTo>
                  <a:pt x="235351" y="129127"/>
                  <a:pt x="239980" y="124455"/>
                  <a:pt x="239980" y="118704"/>
                </a:cubicBezTo>
                <a:cubicBezTo>
                  <a:pt x="239980" y="113312"/>
                  <a:pt x="235351" y="108640"/>
                  <a:pt x="230010" y="108640"/>
                </a:cubicBezTo>
                <a:close/>
                <a:moveTo>
                  <a:pt x="230010" y="100013"/>
                </a:moveTo>
                <a:cubicBezTo>
                  <a:pt x="240336" y="100013"/>
                  <a:pt x="248882" y="108280"/>
                  <a:pt x="248882" y="118704"/>
                </a:cubicBezTo>
                <a:cubicBezTo>
                  <a:pt x="248882" y="129487"/>
                  <a:pt x="240336" y="137754"/>
                  <a:pt x="230010" y="137754"/>
                </a:cubicBezTo>
                <a:cubicBezTo>
                  <a:pt x="219684" y="137754"/>
                  <a:pt x="211138" y="129487"/>
                  <a:pt x="211138" y="118704"/>
                </a:cubicBezTo>
                <a:cubicBezTo>
                  <a:pt x="211138" y="108280"/>
                  <a:pt x="219684" y="100013"/>
                  <a:pt x="230010" y="100013"/>
                </a:cubicBezTo>
                <a:close/>
                <a:moveTo>
                  <a:pt x="225974" y="69723"/>
                </a:moveTo>
                <a:lnTo>
                  <a:pt x="223470" y="84905"/>
                </a:lnTo>
                <a:cubicBezTo>
                  <a:pt x="223470" y="86350"/>
                  <a:pt x="222397" y="87796"/>
                  <a:pt x="220609" y="88519"/>
                </a:cubicBezTo>
                <a:cubicBezTo>
                  <a:pt x="219178" y="88881"/>
                  <a:pt x="218105" y="89604"/>
                  <a:pt x="216317" y="89965"/>
                </a:cubicBezTo>
                <a:cubicBezTo>
                  <a:pt x="215244" y="90688"/>
                  <a:pt x="213456" y="90688"/>
                  <a:pt x="212025" y="89604"/>
                </a:cubicBezTo>
                <a:lnTo>
                  <a:pt x="199864" y="80929"/>
                </a:lnTo>
                <a:cubicBezTo>
                  <a:pt x="197360" y="82736"/>
                  <a:pt x="195214" y="85266"/>
                  <a:pt x="193068" y="87796"/>
                </a:cubicBezTo>
                <a:lnTo>
                  <a:pt x="201652" y="100086"/>
                </a:lnTo>
                <a:cubicBezTo>
                  <a:pt x="202725" y="101170"/>
                  <a:pt x="202725" y="103339"/>
                  <a:pt x="202368" y="104424"/>
                </a:cubicBezTo>
                <a:cubicBezTo>
                  <a:pt x="201652" y="105869"/>
                  <a:pt x="200937" y="107315"/>
                  <a:pt x="200579" y="108761"/>
                </a:cubicBezTo>
                <a:cubicBezTo>
                  <a:pt x="200221" y="110207"/>
                  <a:pt x="198791" y="111653"/>
                  <a:pt x="197360" y="111653"/>
                </a:cubicBezTo>
                <a:lnTo>
                  <a:pt x="181980" y="114183"/>
                </a:lnTo>
                <a:cubicBezTo>
                  <a:pt x="181980" y="115629"/>
                  <a:pt x="181980" y="117436"/>
                  <a:pt x="181980" y="118882"/>
                </a:cubicBezTo>
                <a:cubicBezTo>
                  <a:pt x="181980" y="120689"/>
                  <a:pt x="181980" y="122497"/>
                  <a:pt x="181980" y="123942"/>
                </a:cubicBezTo>
                <a:lnTo>
                  <a:pt x="197002" y="126473"/>
                </a:lnTo>
                <a:cubicBezTo>
                  <a:pt x="198791" y="126473"/>
                  <a:pt x="200221" y="127919"/>
                  <a:pt x="200579" y="129364"/>
                </a:cubicBezTo>
                <a:cubicBezTo>
                  <a:pt x="200937" y="130810"/>
                  <a:pt x="201652" y="132256"/>
                  <a:pt x="202368" y="133340"/>
                </a:cubicBezTo>
                <a:cubicBezTo>
                  <a:pt x="202725" y="134786"/>
                  <a:pt x="202725" y="136955"/>
                  <a:pt x="201652" y="138039"/>
                </a:cubicBezTo>
                <a:lnTo>
                  <a:pt x="193068" y="150329"/>
                </a:lnTo>
                <a:cubicBezTo>
                  <a:pt x="195214" y="152859"/>
                  <a:pt x="197360" y="155390"/>
                  <a:pt x="199864" y="157558"/>
                </a:cubicBezTo>
                <a:lnTo>
                  <a:pt x="212025" y="148522"/>
                </a:lnTo>
                <a:cubicBezTo>
                  <a:pt x="213456" y="147437"/>
                  <a:pt x="215244" y="147437"/>
                  <a:pt x="216675" y="148160"/>
                </a:cubicBezTo>
                <a:cubicBezTo>
                  <a:pt x="218105" y="148522"/>
                  <a:pt x="219178" y="149245"/>
                  <a:pt x="220609" y="149606"/>
                </a:cubicBezTo>
                <a:cubicBezTo>
                  <a:pt x="222397" y="150329"/>
                  <a:pt x="223470" y="151775"/>
                  <a:pt x="223470" y="153221"/>
                </a:cubicBezTo>
                <a:lnTo>
                  <a:pt x="225974" y="168402"/>
                </a:lnTo>
                <a:cubicBezTo>
                  <a:pt x="229193" y="168764"/>
                  <a:pt x="232412" y="168764"/>
                  <a:pt x="235989" y="168402"/>
                </a:cubicBezTo>
                <a:lnTo>
                  <a:pt x="238135" y="153221"/>
                </a:lnTo>
                <a:cubicBezTo>
                  <a:pt x="238493" y="151775"/>
                  <a:pt x="239566" y="150329"/>
                  <a:pt x="240997" y="149606"/>
                </a:cubicBezTo>
                <a:cubicBezTo>
                  <a:pt x="242427" y="149245"/>
                  <a:pt x="243858" y="148522"/>
                  <a:pt x="245289" y="148160"/>
                </a:cubicBezTo>
                <a:cubicBezTo>
                  <a:pt x="246719" y="147437"/>
                  <a:pt x="248508" y="147437"/>
                  <a:pt x="249581" y="148522"/>
                </a:cubicBezTo>
                <a:lnTo>
                  <a:pt x="262099" y="157558"/>
                </a:lnTo>
                <a:cubicBezTo>
                  <a:pt x="264603" y="155390"/>
                  <a:pt x="266749" y="152859"/>
                  <a:pt x="268895" y="150329"/>
                </a:cubicBezTo>
                <a:lnTo>
                  <a:pt x="259953" y="138039"/>
                </a:lnTo>
                <a:cubicBezTo>
                  <a:pt x="258880" y="136955"/>
                  <a:pt x="258880" y="134786"/>
                  <a:pt x="259596" y="133340"/>
                </a:cubicBezTo>
                <a:cubicBezTo>
                  <a:pt x="260311" y="132256"/>
                  <a:pt x="261026" y="130810"/>
                  <a:pt x="261384" y="129364"/>
                </a:cubicBezTo>
                <a:cubicBezTo>
                  <a:pt x="262099" y="127919"/>
                  <a:pt x="263172" y="126473"/>
                  <a:pt x="264961" y="126473"/>
                </a:cubicBezTo>
                <a:lnTo>
                  <a:pt x="279626" y="123942"/>
                </a:lnTo>
                <a:cubicBezTo>
                  <a:pt x="279983" y="122497"/>
                  <a:pt x="279983" y="120689"/>
                  <a:pt x="279983" y="118882"/>
                </a:cubicBezTo>
                <a:cubicBezTo>
                  <a:pt x="279983" y="117436"/>
                  <a:pt x="279983" y="115629"/>
                  <a:pt x="279626" y="114183"/>
                </a:cubicBezTo>
                <a:lnTo>
                  <a:pt x="264961" y="111653"/>
                </a:lnTo>
                <a:cubicBezTo>
                  <a:pt x="263172" y="111653"/>
                  <a:pt x="262099" y="110207"/>
                  <a:pt x="261384" y="108761"/>
                </a:cubicBezTo>
                <a:cubicBezTo>
                  <a:pt x="261026" y="107315"/>
                  <a:pt x="260311" y="105869"/>
                  <a:pt x="259596" y="104424"/>
                </a:cubicBezTo>
                <a:cubicBezTo>
                  <a:pt x="258880" y="103339"/>
                  <a:pt x="258880" y="101170"/>
                  <a:pt x="259953" y="100086"/>
                </a:cubicBezTo>
                <a:lnTo>
                  <a:pt x="268895" y="87435"/>
                </a:lnTo>
                <a:cubicBezTo>
                  <a:pt x="266749" y="85266"/>
                  <a:pt x="264603" y="82736"/>
                  <a:pt x="262099" y="80929"/>
                </a:cubicBezTo>
                <a:lnTo>
                  <a:pt x="249581" y="89604"/>
                </a:lnTo>
                <a:cubicBezTo>
                  <a:pt x="248508" y="90688"/>
                  <a:pt x="246719" y="90688"/>
                  <a:pt x="244931" y="89965"/>
                </a:cubicBezTo>
                <a:cubicBezTo>
                  <a:pt x="243858" y="89604"/>
                  <a:pt x="242427" y="88881"/>
                  <a:pt x="240997" y="88519"/>
                </a:cubicBezTo>
                <a:cubicBezTo>
                  <a:pt x="239566" y="87796"/>
                  <a:pt x="238493" y="86350"/>
                  <a:pt x="238135" y="84905"/>
                </a:cubicBezTo>
                <a:lnTo>
                  <a:pt x="235989" y="69723"/>
                </a:lnTo>
                <a:cubicBezTo>
                  <a:pt x="232770" y="69362"/>
                  <a:pt x="229193" y="69362"/>
                  <a:pt x="225974" y="69723"/>
                </a:cubicBezTo>
                <a:close/>
                <a:moveTo>
                  <a:pt x="221682" y="61410"/>
                </a:moveTo>
                <a:cubicBezTo>
                  <a:pt x="227763" y="60325"/>
                  <a:pt x="234201" y="60325"/>
                  <a:pt x="240281" y="61410"/>
                </a:cubicBezTo>
                <a:cubicBezTo>
                  <a:pt x="242070" y="61771"/>
                  <a:pt x="243500" y="63217"/>
                  <a:pt x="243858" y="65024"/>
                </a:cubicBezTo>
                <a:lnTo>
                  <a:pt x="246362" y="80929"/>
                </a:lnTo>
                <a:cubicBezTo>
                  <a:pt x="246719" y="80929"/>
                  <a:pt x="246719" y="80929"/>
                  <a:pt x="246719" y="80929"/>
                </a:cubicBezTo>
                <a:lnTo>
                  <a:pt x="259596" y="71531"/>
                </a:lnTo>
                <a:cubicBezTo>
                  <a:pt x="261026" y="70808"/>
                  <a:pt x="263172" y="70808"/>
                  <a:pt x="264603" y="71531"/>
                </a:cubicBezTo>
                <a:cubicBezTo>
                  <a:pt x="269611" y="75507"/>
                  <a:pt x="274260" y="79844"/>
                  <a:pt x="277837" y="84905"/>
                </a:cubicBezTo>
                <a:cubicBezTo>
                  <a:pt x="278910" y="86350"/>
                  <a:pt x="278910" y="88519"/>
                  <a:pt x="277837" y="89965"/>
                </a:cubicBezTo>
                <a:lnTo>
                  <a:pt x="268538" y="102978"/>
                </a:lnTo>
                <a:cubicBezTo>
                  <a:pt x="268538" y="103339"/>
                  <a:pt x="268538" y="103339"/>
                  <a:pt x="268538" y="103701"/>
                </a:cubicBezTo>
                <a:lnTo>
                  <a:pt x="284275" y="105869"/>
                </a:lnTo>
                <a:cubicBezTo>
                  <a:pt x="286421" y="106231"/>
                  <a:pt x="287494" y="107677"/>
                  <a:pt x="287852" y="109484"/>
                </a:cubicBezTo>
                <a:cubicBezTo>
                  <a:pt x="288210" y="112737"/>
                  <a:pt x="288567" y="115629"/>
                  <a:pt x="288567" y="118882"/>
                </a:cubicBezTo>
                <a:cubicBezTo>
                  <a:pt x="288567" y="122135"/>
                  <a:pt x="288210" y="125388"/>
                  <a:pt x="287852" y="128641"/>
                </a:cubicBezTo>
                <a:cubicBezTo>
                  <a:pt x="287494" y="130449"/>
                  <a:pt x="286421" y="131895"/>
                  <a:pt x="284275" y="132256"/>
                </a:cubicBezTo>
                <a:lnTo>
                  <a:pt x="268538" y="134786"/>
                </a:lnTo>
                <a:lnTo>
                  <a:pt x="277837" y="147799"/>
                </a:lnTo>
                <a:cubicBezTo>
                  <a:pt x="278910" y="149606"/>
                  <a:pt x="278910" y="151414"/>
                  <a:pt x="277837" y="153221"/>
                </a:cubicBezTo>
                <a:cubicBezTo>
                  <a:pt x="274260" y="158281"/>
                  <a:pt x="269611" y="162619"/>
                  <a:pt x="264603" y="166595"/>
                </a:cubicBezTo>
                <a:cubicBezTo>
                  <a:pt x="263172" y="167679"/>
                  <a:pt x="261026" y="167679"/>
                  <a:pt x="259596" y="166595"/>
                </a:cubicBezTo>
                <a:lnTo>
                  <a:pt x="246719" y="156835"/>
                </a:lnTo>
                <a:cubicBezTo>
                  <a:pt x="246719" y="157197"/>
                  <a:pt x="246719" y="157197"/>
                  <a:pt x="246362" y="157197"/>
                </a:cubicBezTo>
                <a:lnTo>
                  <a:pt x="243858" y="173101"/>
                </a:lnTo>
                <a:cubicBezTo>
                  <a:pt x="243500" y="174909"/>
                  <a:pt x="242070" y="176354"/>
                  <a:pt x="240281" y="176716"/>
                </a:cubicBezTo>
                <a:cubicBezTo>
                  <a:pt x="237420" y="177077"/>
                  <a:pt x="233843" y="177439"/>
                  <a:pt x="230982" y="177439"/>
                </a:cubicBezTo>
                <a:cubicBezTo>
                  <a:pt x="227763" y="177439"/>
                  <a:pt x="224543" y="177077"/>
                  <a:pt x="221682" y="176716"/>
                </a:cubicBezTo>
                <a:cubicBezTo>
                  <a:pt x="219536" y="176354"/>
                  <a:pt x="218105" y="174909"/>
                  <a:pt x="218105" y="173101"/>
                </a:cubicBezTo>
                <a:lnTo>
                  <a:pt x="215602" y="157197"/>
                </a:lnTo>
                <a:cubicBezTo>
                  <a:pt x="215244" y="157197"/>
                  <a:pt x="215244" y="157197"/>
                  <a:pt x="215244" y="156835"/>
                </a:cubicBezTo>
                <a:lnTo>
                  <a:pt x="202368" y="166595"/>
                </a:lnTo>
                <a:cubicBezTo>
                  <a:pt x="200937" y="167679"/>
                  <a:pt x="198791" y="167679"/>
                  <a:pt x="197360" y="166595"/>
                </a:cubicBezTo>
                <a:cubicBezTo>
                  <a:pt x="191995" y="162619"/>
                  <a:pt x="187703" y="158281"/>
                  <a:pt x="183768" y="153221"/>
                </a:cubicBezTo>
                <a:cubicBezTo>
                  <a:pt x="183053" y="151414"/>
                  <a:pt x="183053" y="149606"/>
                  <a:pt x="183768" y="147799"/>
                </a:cubicBezTo>
                <a:lnTo>
                  <a:pt x="193426" y="134786"/>
                </a:lnTo>
                <a:cubicBezTo>
                  <a:pt x="193068" y="134786"/>
                  <a:pt x="193068" y="134786"/>
                  <a:pt x="193068" y="134786"/>
                </a:cubicBezTo>
                <a:lnTo>
                  <a:pt x="177330" y="132256"/>
                </a:lnTo>
                <a:cubicBezTo>
                  <a:pt x="175900" y="131895"/>
                  <a:pt x="174469" y="130449"/>
                  <a:pt x="173753" y="128641"/>
                </a:cubicBezTo>
                <a:cubicBezTo>
                  <a:pt x="173396" y="125388"/>
                  <a:pt x="173038" y="122135"/>
                  <a:pt x="173038" y="118882"/>
                </a:cubicBezTo>
                <a:cubicBezTo>
                  <a:pt x="173038" y="115629"/>
                  <a:pt x="173396" y="112737"/>
                  <a:pt x="173753" y="109484"/>
                </a:cubicBezTo>
                <a:cubicBezTo>
                  <a:pt x="174469" y="107677"/>
                  <a:pt x="175900" y="106231"/>
                  <a:pt x="177330" y="105869"/>
                </a:cubicBezTo>
                <a:lnTo>
                  <a:pt x="193068" y="103701"/>
                </a:lnTo>
                <a:cubicBezTo>
                  <a:pt x="193068" y="103339"/>
                  <a:pt x="193068" y="103339"/>
                  <a:pt x="193426" y="103339"/>
                </a:cubicBezTo>
                <a:lnTo>
                  <a:pt x="183768" y="89965"/>
                </a:lnTo>
                <a:cubicBezTo>
                  <a:pt x="183053" y="88519"/>
                  <a:pt x="183053" y="86350"/>
                  <a:pt x="183768" y="84905"/>
                </a:cubicBezTo>
                <a:cubicBezTo>
                  <a:pt x="187345" y="79844"/>
                  <a:pt x="191995" y="75507"/>
                  <a:pt x="197360" y="71531"/>
                </a:cubicBezTo>
                <a:cubicBezTo>
                  <a:pt x="198791" y="70808"/>
                  <a:pt x="200937" y="70808"/>
                  <a:pt x="202368" y="71531"/>
                </a:cubicBezTo>
                <a:lnTo>
                  <a:pt x="215244" y="80929"/>
                </a:lnTo>
                <a:lnTo>
                  <a:pt x="215602" y="80929"/>
                </a:lnTo>
                <a:lnTo>
                  <a:pt x="218105" y="65024"/>
                </a:lnTo>
                <a:cubicBezTo>
                  <a:pt x="218105" y="63217"/>
                  <a:pt x="219536" y="61771"/>
                  <a:pt x="221682" y="61410"/>
                </a:cubicBezTo>
                <a:close/>
                <a:moveTo>
                  <a:pt x="85725" y="51906"/>
                </a:moveTo>
                <a:cubicBezTo>
                  <a:pt x="66837" y="51906"/>
                  <a:pt x="51581" y="67098"/>
                  <a:pt x="51581" y="85545"/>
                </a:cubicBezTo>
                <a:cubicBezTo>
                  <a:pt x="51581" y="104354"/>
                  <a:pt x="66837" y="119546"/>
                  <a:pt x="85725" y="119546"/>
                </a:cubicBezTo>
                <a:cubicBezTo>
                  <a:pt x="104251" y="119546"/>
                  <a:pt x="119507" y="104354"/>
                  <a:pt x="119507" y="85545"/>
                </a:cubicBezTo>
                <a:cubicBezTo>
                  <a:pt x="119507" y="67098"/>
                  <a:pt x="104251" y="51906"/>
                  <a:pt x="85725" y="51906"/>
                </a:cubicBezTo>
                <a:close/>
                <a:moveTo>
                  <a:pt x="85725" y="42863"/>
                </a:moveTo>
                <a:cubicBezTo>
                  <a:pt x="109336" y="42863"/>
                  <a:pt x="128225" y="62034"/>
                  <a:pt x="128225" y="85545"/>
                </a:cubicBezTo>
                <a:cubicBezTo>
                  <a:pt x="128225" y="109056"/>
                  <a:pt x="109336" y="128227"/>
                  <a:pt x="85725" y="128227"/>
                </a:cubicBezTo>
                <a:cubicBezTo>
                  <a:pt x="62115" y="128227"/>
                  <a:pt x="42863" y="109056"/>
                  <a:pt x="42863" y="85545"/>
                </a:cubicBezTo>
                <a:cubicBezTo>
                  <a:pt x="42863" y="62034"/>
                  <a:pt x="62115" y="42863"/>
                  <a:pt x="85725" y="42863"/>
                </a:cubicBezTo>
                <a:close/>
                <a:moveTo>
                  <a:pt x="230200" y="33338"/>
                </a:moveTo>
                <a:cubicBezTo>
                  <a:pt x="250968" y="33338"/>
                  <a:pt x="270663" y="40747"/>
                  <a:pt x="286777" y="54152"/>
                </a:cubicBezTo>
                <a:cubicBezTo>
                  <a:pt x="288209" y="55563"/>
                  <a:pt x="288567" y="58385"/>
                  <a:pt x="287135" y="60149"/>
                </a:cubicBezTo>
                <a:cubicBezTo>
                  <a:pt x="286060" y="61208"/>
                  <a:pt x="284986" y="61560"/>
                  <a:pt x="283554" y="61560"/>
                </a:cubicBezTo>
                <a:cubicBezTo>
                  <a:pt x="282480" y="61560"/>
                  <a:pt x="281405" y="61208"/>
                  <a:pt x="280689" y="60502"/>
                </a:cubicBezTo>
                <a:cubicBezTo>
                  <a:pt x="266724" y="48508"/>
                  <a:pt x="248820" y="41805"/>
                  <a:pt x="230200" y="41805"/>
                </a:cubicBezTo>
                <a:cubicBezTo>
                  <a:pt x="219815" y="41805"/>
                  <a:pt x="209789" y="43922"/>
                  <a:pt x="200479" y="47802"/>
                </a:cubicBezTo>
                <a:cubicBezTo>
                  <a:pt x="198330" y="48508"/>
                  <a:pt x="195824" y="47449"/>
                  <a:pt x="194749" y="45333"/>
                </a:cubicBezTo>
                <a:cubicBezTo>
                  <a:pt x="193675" y="43216"/>
                  <a:pt x="194749" y="40747"/>
                  <a:pt x="196898" y="39688"/>
                </a:cubicBezTo>
                <a:cubicBezTo>
                  <a:pt x="207640" y="35455"/>
                  <a:pt x="218741" y="33338"/>
                  <a:pt x="230200" y="33338"/>
                </a:cubicBezTo>
                <a:close/>
                <a:moveTo>
                  <a:pt x="91488" y="8285"/>
                </a:moveTo>
                <a:lnTo>
                  <a:pt x="79602" y="8645"/>
                </a:lnTo>
                <a:lnTo>
                  <a:pt x="79962" y="19450"/>
                </a:lnTo>
                <a:cubicBezTo>
                  <a:pt x="79962" y="21251"/>
                  <a:pt x="78161" y="23052"/>
                  <a:pt x="76360" y="23773"/>
                </a:cubicBezTo>
                <a:cubicBezTo>
                  <a:pt x="71677" y="24133"/>
                  <a:pt x="67355" y="25574"/>
                  <a:pt x="62673" y="27375"/>
                </a:cubicBezTo>
                <a:cubicBezTo>
                  <a:pt x="60872" y="27735"/>
                  <a:pt x="58711" y="27375"/>
                  <a:pt x="57630" y="25213"/>
                </a:cubicBezTo>
                <a:lnTo>
                  <a:pt x="51867" y="15849"/>
                </a:lnTo>
                <a:lnTo>
                  <a:pt x="41782" y="21972"/>
                </a:lnTo>
                <a:lnTo>
                  <a:pt x="47545" y="30977"/>
                </a:lnTo>
                <a:cubicBezTo>
                  <a:pt x="48625" y="32777"/>
                  <a:pt x="48265" y="35299"/>
                  <a:pt x="46464" y="36740"/>
                </a:cubicBezTo>
                <a:cubicBezTo>
                  <a:pt x="42862" y="39261"/>
                  <a:pt x="39981" y="42863"/>
                  <a:pt x="36739" y="46104"/>
                </a:cubicBezTo>
                <a:cubicBezTo>
                  <a:pt x="35659" y="48266"/>
                  <a:pt x="33137" y="48626"/>
                  <a:pt x="31336" y="47185"/>
                </a:cubicBezTo>
                <a:lnTo>
                  <a:pt x="21971" y="42142"/>
                </a:lnTo>
                <a:lnTo>
                  <a:pt x="16208" y="52228"/>
                </a:lnTo>
                <a:lnTo>
                  <a:pt x="25573" y="57270"/>
                </a:lnTo>
                <a:cubicBezTo>
                  <a:pt x="27374" y="58351"/>
                  <a:pt x="28095" y="60872"/>
                  <a:pt x="27374" y="62673"/>
                </a:cubicBezTo>
                <a:cubicBezTo>
                  <a:pt x="25573" y="66995"/>
                  <a:pt x="24493" y="71318"/>
                  <a:pt x="23772" y="76000"/>
                </a:cubicBezTo>
                <a:cubicBezTo>
                  <a:pt x="23412" y="78161"/>
                  <a:pt x="21611" y="79602"/>
                  <a:pt x="19450" y="79602"/>
                </a:cubicBezTo>
                <a:lnTo>
                  <a:pt x="8284" y="79602"/>
                </a:lnTo>
                <a:lnTo>
                  <a:pt x="9005" y="91488"/>
                </a:lnTo>
                <a:lnTo>
                  <a:pt x="19450" y="91128"/>
                </a:lnTo>
                <a:cubicBezTo>
                  <a:pt x="21611" y="91128"/>
                  <a:pt x="23412" y="92929"/>
                  <a:pt x="23772" y="94730"/>
                </a:cubicBezTo>
                <a:cubicBezTo>
                  <a:pt x="24493" y="99412"/>
                  <a:pt x="25573" y="103735"/>
                  <a:pt x="27374" y="108057"/>
                </a:cubicBezTo>
                <a:cubicBezTo>
                  <a:pt x="28095" y="110218"/>
                  <a:pt x="27374" y="112379"/>
                  <a:pt x="25573" y="113460"/>
                </a:cubicBezTo>
                <a:lnTo>
                  <a:pt x="16208" y="118863"/>
                </a:lnTo>
                <a:lnTo>
                  <a:pt x="22332" y="129308"/>
                </a:lnTo>
                <a:lnTo>
                  <a:pt x="31336" y="123545"/>
                </a:lnTo>
                <a:cubicBezTo>
                  <a:pt x="33137" y="122465"/>
                  <a:pt x="35659" y="122825"/>
                  <a:pt x="36739" y="124626"/>
                </a:cubicBezTo>
                <a:cubicBezTo>
                  <a:pt x="39981" y="128228"/>
                  <a:pt x="42862" y="131469"/>
                  <a:pt x="46464" y="134351"/>
                </a:cubicBezTo>
                <a:cubicBezTo>
                  <a:pt x="48265" y="135792"/>
                  <a:pt x="48625" y="137953"/>
                  <a:pt x="47545" y="140114"/>
                </a:cubicBezTo>
                <a:lnTo>
                  <a:pt x="42142" y="149479"/>
                </a:lnTo>
                <a:lnTo>
                  <a:pt x="52587" y="154882"/>
                </a:lnTo>
                <a:lnTo>
                  <a:pt x="57630" y="145517"/>
                </a:lnTo>
                <a:cubicBezTo>
                  <a:pt x="58351" y="144076"/>
                  <a:pt x="59791" y="143716"/>
                  <a:pt x="61232" y="143716"/>
                </a:cubicBezTo>
                <a:cubicBezTo>
                  <a:pt x="61952" y="143716"/>
                  <a:pt x="62313" y="143716"/>
                  <a:pt x="62673" y="143716"/>
                </a:cubicBezTo>
                <a:cubicBezTo>
                  <a:pt x="67355" y="145517"/>
                  <a:pt x="71677" y="146597"/>
                  <a:pt x="76360" y="147318"/>
                </a:cubicBezTo>
                <a:cubicBezTo>
                  <a:pt x="78161" y="147678"/>
                  <a:pt x="79962" y="149479"/>
                  <a:pt x="79962" y="151640"/>
                </a:cubicBezTo>
                <a:lnTo>
                  <a:pt x="79962" y="162446"/>
                </a:lnTo>
                <a:lnTo>
                  <a:pt x="91848" y="162085"/>
                </a:lnTo>
                <a:lnTo>
                  <a:pt x="91488" y="151640"/>
                </a:lnTo>
                <a:cubicBezTo>
                  <a:pt x="91488" y="149479"/>
                  <a:pt x="92929" y="147678"/>
                  <a:pt x="95090" y="147318"/>
                </a:cubicBezTo>
                <a:cubicBezTo>
                  <a:pt x="99772" y="146597"/>
                  <a:pt x="104095" y="145517"/>
                  <a:pt x="108417" y="143716"/>
                </a:cubicBezTo>
                <a:cubicBezTo>
                  <a:pt x="110578" y="142995"/>
                  <a:pt x="112739" y="143716"/>
                  <a:pt x="113820" y="145517"/>
                </a:cubicBezTo>
                <a:lnTo>
                  <a:pt x="119222" y="155242"/>
                </a:lnTo>
                <a:lnTo>
                  <a:pt x="129308" y="148758"/>
                </a:lnTo>
                <a:lnTo>
                  <a:pt x="123905" y="140114"/>
                </a:lnTo>
                <a:cubicBezTo>
                  <a:pt x="122824" y="137953"/>
                  <a:pt x="123185" y="135792"/>
                  <a:pt x="124985" y="134351"/>
                </a:cubicBezTo>
                <a:cubicBezTo>
                  <a:pt x="128587" y="131469"/>
                  <a:pt x="131469" y="128228"/>
                  <a:pt x="134711" y="124626"/>
                </a:cubicBezTo>
                <a:cubicBezTo>
                  <a:pt x="135791" y="122825"/>
                  <a:pt x="138312" y="122465"/>
                  <a:pt x="140113" y="123545"/>
                </a:cubicBezTo>
                <a:lnTo>
                  <a:pt x="149478" y="128948"/>
                </a:lnTo>
                <a:lnTo>
                  <a:pt x="155241" y="118502"/>
                </a:lnTo>
                <a:lnTo>
                  <a:pt x="145876" y="113460"/>
                </a:lnTo>
                <a:cubicBezTo>
                  <a:pt x="144075" y="112379"/>
                  <a:pt x="143355" y="110218"/>
                  <a:pt x="144075" y="108057"/>
                </a:cubicBezTo>
                <a:cubicBezTo>
                  <a:pt x="145516" y="104095"/>
                  <a:pt x="146957" y="99412"/>
                  <a:pt x="147317" y="94730"/>
                </a:cubicBezTo>
                <a:cubicBezTo>
                  <a:pt x="147677" y="92929"/>
                  <a:pt x="149839" y="91128"/>
                  <a:pt x="152000" y="91128"/>
                </a:cubicBezTo>
                <a:lnTo>
                  <a:pt x="162805" y="91128"/>
                </a:lnTo>
                <a:lnTo>
                  <a:pt x="162445" y="79602"/>
                </a:lnTo>
                <a:lnTo>
                  <a:pt x="152000" y="79602"/>
                </a:lnTo>
                <a:cubicBezTo>
                  <a:pt x="149839" y="79602"/>
                  <a:pt x="147677" y="78161"/>
                  <a:pt x="147317" y="76000"/>
                </a:cubicBezTo>
                <a:cubicBezTo>
                  <a:pt x="146957" y="71318"/>
                  <a:pt x="145516" y="66995"/>
                  <a:pt x="144075" y="62673"/>
                </a:cubicBezTo>
                <a:cubicBezTo>
                  <a:pt x="143355" y="60872"/>
                  <a:pt x="144075" y="58351"/>
                  <a:pt x="145876" y="57270"/>
                </a:cubicBezTo>
                <a:lnTo>
                  <a:pt x="155241" y="51867"/>
                </a:lnTo>
                <a:lnTo>
                  <a:pt x="149118" y="41782"/>
                </a:lnTo>
                <a:lnTo>
                  <a:pt x="140113" y="47185"/>
                </a:lnTo>
                <a:cubicBezTo>
                  <a:pt x="138312" y="48626"/>
                  <a:pt x="135791" y="48266"/>
                  <a:pt x="134711" y="46104"/>
                </a:cubicBezTo>
                <a:cubicBezTo>
                  <a:pt x="131469" y="42863"/>
                  <a:pt x="128587" y="39261"/>
                  <a:pt x="124985" y="36740"/>
                </a:cubicBezTo>
                <a:cubicBezTo>
                  <a:pt x="123185" y="35299"/>
                  <a:pt x="122824" y="32777"/>
                  <a:pt x="123905" y="30977"/>
                </a:cubicBezTo>
                <a:lnTo>
                  <a:pt x="129308" y="21251"/>
                </a:lnTo>
                <a:lnTo>
                  <a:pt x="118502" y="15849"/>
                </a:lnTo>
                <a:lnTo>
                  <a:pt x="113820" y="25213"/>
                </a:lnTo>
                <a:cubicBezTo>
                  <a:pt x="112739" y="27375"/>
                  <a:pt x="110578" y="28095"/>
                  <a:pt x="108417" y="27375"/>
                </a:cubicBezTo>
                <a:cubicBezTo>
                  <a:pt x="104095" y="25574"/>
                  <a:pt x="99772" y="24133"/>
                  <a:pt x="95090" y="23773"/>
                </a:cubicBezTo>
                <a:cubicBezTo>
                  <a:pt x="92929" y="23052"/>
                  <a:pt x="91488" y="21251"/>
                  <a:pt x="91488" y="19450"/>
                </a:cubicBezTo>
                <a:lnTo>
                  <a:pt x="91488" y="8285"/>
                </a:lnTo>
                <a:close/>
                <a:moveTo>
                  <a:pt x="229949" y="3175"/>
                </a:moveTo>
                <a:cubicBezTo>
                  <a:pt x="239294" y="3175"/>
                  <a:pt x="248639" y="4248"/>
                  <a:pt x="257625" y="6395"/>
                </a:cubicBezTo>
                <a:cubicBezTo>
                  <a:pt x="260141" y="7110"/>
                  <a:pt x="261579" y="9257"/>
                  <a:pt x="261219" y="11761"/>
                </a:cubicBezTo>
                <a:cubicBezTo>
                  <a:pt x="260500" y="13908"/>
                  <a:pt x="257984" y="15339"/>
                  <a:pt x="255468" y="14981"/>
                </a:cubicBezTo>
                <a:cubicBezTo>
                  <a:pt x="247201" y="12834"/>
                  <a:pt x="238575" y="11761"/>
                  <a:pt x="229949" y="11761"/>
                </a:cubicBezTo>
                <a:cubicBezTo>
                  <a:pt x="210180" y="11761"/>
                  <a:pt x="190770" y="17127"/>
                  <a:pt x="173877" y="27502"/>
                </a:cubicBezTo>
                <a:cubicBezTo>
                  <a:pt x="173158" y="27860"/>
                  <a:pt x="172439" y="28218"/>
                  <a:pt x="171361" y="28218"/>
                </a:cubicBezTo>
                <a:cubicBezTo>
                  <a:pt x="169923" y="28218"/>
                  <a:pt x="168845" y="27502"/>
                  <a:pt x="167766" y="26071"/>
                </a:cubicBezTo>
                <a:cubicBezTo>
                  <a:pt x="166688" y="23925"/>
                  <a:pt x="167407" y="21420"/>
                  <a:pt x="169204" y="20347"/>
                </a:cubicBezTo>
                <a:cubicBezTo>
                  <a:pt x="187535" y="8899"/>
                  <a:pt x="208382" y="3175"/>
                  <a:pt x="229949" y="3175"/>
                </a:cubicBezTo>
                <a:close/>
                <a:moveTo>
                  <a:pt x="79602" y="0"/>
                </a:moveTo>
                <a:lnTo>
                  <a:pt x="91848" y="0"/>
                </a:lnTo>
                <a:cubicBezTo>
                  <a:pt x="96531" y="0"/>
                  <a:pt x="100132" y="3602"/>
                  <a:pt x="100132" y="8285"/>
                </a:cubicBezTo>
                <a:lnTo>
                  <a:pt x="100132" y="15488"/>
                </a:lnTo>
                <a:cubicBezTo>
                  <a:pt x="102654" y="16209"/>
                  <a:pt x="105535" y="16929"/>
                  <a:pt x="107696" y="17650"/>
                </a:cubicBezTo>
                <a:lnTo>
                  <a:pt x="111658" y="11166"/>
                </a:lnTo>
                <a:cubicBezTo>
                  <a:pt x="114180" y="7204"/>
                  <a:pt x="119222" y="6123"/>
                  <a:pt x="123185" y="8285"/>
                </a:cubicBezTo>
                <a:lnTo>
                  <a:pt x="133630" y="14408"/>
                </a:lnTo>
                <a:cubicBezTo>
                  <a:pt x="135431" y="15488"/>
                  <a:pt x="136872" y="17289"/>
                  <a:pt x="137592" y="19450"/>
                </a:cubicBezTo>
                <a:cubicBezTo>
                  <a:pt x="138312" y="21612"/>
                  <a:pt x="137952" y="24133"/>
                  <a:pt x="136872" y="25934"/>
                </a:cubicBezTo>
                <a:lnTo>
                  <a:pt x="132910" y="32057"/>
                </a:lnTo>
                <a:cubicBezTo>
                  <a:pt x="135071" y="33858"/>
                  <a:pt x="136872" y="35659"/>
                  <a:pt x="138673" y="37820"/>
                </a:cubicBezTo>
                <a:lnTo>
                  <a:pt x="145156" y="34218"/>
                </a:lnTo>
                <a:cubicBezTo>
                  <a:pt x="146957" y="33138"/>
                  <a:pt x="149478" y="32777"/>
                  <a:pt x="151279" y="33498"/>
                </a:cubicBezTo>
                <a:cubicBezTo>
                  <a:pt x="153801" y="33858"/>
                  <a:pt x="155602" y="35299"/>
                  <a:pt x="156682" y="37460"/>
                </a:cubicBezTo>
                <a:lnTo>
                  <a:pt x="162805" y="47905"/>
                </a:lnTo>
                <a:cubicBezTo>
                  <a:pt x="163886" y="49706"/>
                  <a:pt x="164246" y="52228"/>
                  <a:pt x="163886" y="54029"/>
                </a:cubicBezTo>
                <a:cubicBezTo>
                  <a:pt x="163166" y="56550"/>
                  <a:pt x="161725" y="58351"/>
                  <a:pt x="159564" y="59431"/>
                </a:cubicBezTo>
                <a:lnTo>
                  <a:pt x="153440" y="63033"/>
                </a:lnTo>
                <a:cubicBezTo>
                  <a:pt x="154161" y="65555"/>
                  <a:pt x="154881" y="68076"/>
                  <a:pt x="155602" y="70957"/>
                </a:cubicBezTo>
                <a:lnTo>
                  <a:pt x="162805" y="70957"/>
                </a:lnTo>
                <a:cubicBezTo>
                  <a:pt x="167488" y="70957"/>
                  <a:pt x="171090" y="74920"/>
                  <a:pt x="171090" y="79242"/>
                </a:cubicBezTo>
                <a:lnTo>
                  <a:pt x="171090" y="91488"/>
                </a:lnTo>
                <a:cubicBezTo>
                  <a:pt x="171090" y="96171"/>
                  <a:pt x="167488" y="100133"/>
                  <a:pt x="162805" y="100133"/>
                </a:cubicBezTo>
                <a:lnTo>
                  <a:pt x="155602" y="100133"/>
                </a:lnTo>
                <a:cubicBezTo>
                  <a:pt x="154881" y="102654"/>
                  <a:pt x="154161" y="105175"/>
                  <a:pt x="153440" y="107697"/>
                </a:cubicBezTo>
                <a:lnTo>
                  <a:pt x="159564" y="111299"/>
                </a:lnTo>
                <a:cubicBezTo>
                  <a:pt x="161725" y="112739"/>
                  <a:pt x="163166" y="114540"/>
                  <a:pt x="163886" y="116341"/>
                </a:cubicBezTo>
                <a:cubicBezTo>
                  <a:pt x="164246" y="118863"/>
                  <a:pt x="163886" y="121024"/>
                  <a:pt x="162805" y="122825"/>
                </a:cubicBezTo>
                <a:lnTo>
                  <a:pt x="156682" y="133630"/>
                </a:lnTo>
                <a:cubicBezTo>
                  <a:pt x="155602" y="135431"/>
                  <a:pt x="153801" y="136872"/>
                  <a:pt x="151639" y="137232"/>
                </a:cubicBezTo>
                <a:cubicBezTo>
                  <a:pt x="149478" y="137953"/>
                  <a:pt x="146957" y="137953"/>
                  <a:pt x="145156" y="136512"/>
                </a:cubicBezTo>
                <a:lnTo>
                  <a:pt x="138673" y="132910"/>
                </a:lnTo>
                <a:cubicBezTo>
                  <a:pt x="136872" y="135071"/>
                  <a:pt x="135071" y="136872"/>
                  <a:pt x="132910" y="138673"/>
                </a:cubicBezTo>
                <a:lnTo>
                  <a:pt x="136872" y="145156"/>
                </a:lnTo>
                <a:cubicBezTo>
                  <a:pt x="137952" y="146957"/>
                  <a:pt x="138312" y="149119"/>
                  <a:pt x="137592" y="151280"/>
                </a:cubicBezTo>
                <a:cubicBezTo>
                  <a:pt x="136872" y="153441"/>
                  <a:pt x="135431" y="155242"/>
                  <a:pt x="133630" y="156322"/>
                </a:cubicBezTo>
                <a:lnTo>
                  <a:pt x="123185" y="162446"/>
                </a:lnTo>
                <a:cubicBezTo>
                  <a:pt x="119222" y="164967"/>
                  <a:pt x="114180" y="163526"/>
                  <a:pt x="111658" y="159564"/>
                </a:cubicBezTo>
                <a:lnTo>
                  <a:pt x="107696" y="153081"/>
                </a:lnTo>
                <a:cubicBezTo>
                  <a:pt x="105535" y="154161"/>
                  <a:pt x="102654" y="154882"/>
                  <a:pt x="100132" y="155242"/>
                </a:cubicBezTo>
                <a:lnTo>
                  <a:pt x="100132" y="162446"/>
                </a:lnTo>
                <a:cubicBezTo>
                  <a:pt x="100132" y="167128"/>
                  <a:pt x="96531" y="171090"/>
                  <a:pt x="91848" y="171090"/>
                </a:cubicBezTo>
                <a:lnTo>
                  <a:pt x="79602" y="171090"/>
                </a:lnTo>
                <a:cubicBezTo>
                  <a:pt x="74919" y="171090"/>
                  <a:pt x="70957" y="167128"/>
                  <a:pt x="70957" y="162446"/>
                </a:cubicBezTo>
                <a:lnTo>
                  <a:pt x="70957" y="155242"/>
                </a:lnTo>
                <a:cubicBezTo>
                  <a:pt x="68436" y="154882"/>
                  <a:pt x="65914" y="154161"/>
                  <a:pt x="63393" y="153081"/>
                </a:cubicBezTo>
                <a:lnTo>
                  <a:pt x="59791" y="159564"/>
                </a:lnTo>
                <a:cubicBezTo>
                  <a:pt x="57270" y="163526"/>
                  <a:pt x="52227" y="164967"/>
                  <a:pt x="48265" y="162446"/>
                </a:cubicBezTo>
                <a:lnTo>
                  <a:pt x="37460" y="156322"/>
                </a:lnTo>
                <a:cubicBezTo>
                  <a:pt x="35659" y="155242"/>
                  <a:pt x="34218" y="153441"/>
                  <a:pt x="33497" y="151280"/>
                </a:cubicBezTo>
                <a:cubicBezTo>
                  <a:pt x="33137" y="149119"/>
                  <a:pt x="33497" y="146957"/>
                  <a:pt x="34578" y="145156"/>
                </a:cubicBezTo>
                <a:lnTo>
                  <a:pt x="38180" y="138673"/>
                </a:lnTo>
                <a:cubicBezTo>
                  <a:pt x="36379" y="136872"/>
                  <a:pt x="34218" y="135071"/>
                  <a:pt x="32417" y="132910"/>
                </a:cubicBezTo>
                <a:lnTo>
                  <a:pt x="26294" y="136512"/>
                </a:lnTo>
                <a:cubicBezTo>
                  <a:pt x="21971" y="139033"/>
                  <a:pt x="16929" y="137592"/>
                  <a:pt x="14768" y="133630"/>
                </a:cubicBezTo>
                <a:lnTo>
                  <a:pt x="8284" y="122825"/>
                </a:lnTo>
                <a:cubicBezTo>
                  <a:pt x="7564" y="121024"/>
                  <a:pt x="6843" y="118863"/>
                  <a:pt x="7564" y="116341"/>
                </a:cubicBezTo>
                <a:cubicBezTo>
                  <a:pt x="8284" y="114540"/>
                  <a:pt x="9725" y="112739"/>
                  <a:pt x="11526" y="111299"/>
                </a:cubicBezTo>
                <a:lnTo>
                  <a:pt x="17649" y="107697"/>
                </a:lnTo>
                <a:cubicBezTo>
                  <a:pt x="16929" y="105175"/>
                  <a:pt x="16208" y="102654"/>
                  <a:pt x="15848" y="100133"/>
                </a:cubicBezTo>
                <a:lnTo>
                  <a:pt x="8284" y="100133"/>
                </a:lnTo>
                <a:cubicBezTo>
                  <a:pt x="3962" y="100133"/>
                  <a:pt x="0" y="96171"/>
                  <a:pt x="0" y="91488"/>
                </a:cubicBezTo>
                <a:lnTo>
                  <a:pt x="0" y="79242"/>
                </a:lnTo>
                <a:cubicBezTo>
                  <a:pt x="0" y="74920"/>
                  <a:pt x="3962" y="70957"/>
                  <a:pt x="8284" y="70957"/>
                </a:cubicBezTo>
                <a:lnTo>
                  <a:pt x="15848" y="70957"/>
                </a:lnTo>
                <a:cubicBezTo>
                  <a:pt x="16208" y="68076"/>
                  <a:pt x="16929" y="65555"/>
                  <a:pt x="17649" y="63033"/>
                </a:cubicBezTo>
                <a:lnTo>
                  <a:pt x="11526" y="59431"/>
                </a:lnTo>
                <a:cubicBezTo>
                  <a:pt x="9725" y="58351"/>
                  <a:pt x="8284" y="56550"/>
                  <a:pt x="7564" y="54029"/>
                </a:cubicBezTo>
                <a:cubicBezTo>
                  <a:pt x="6843" y="52228"/>
                  <a:pt x="7564" y="49706"/>
                  <a:pt x="8284" y="47905"/>
                </a:cubicBezTo>
                <a:lnTo>
                  <a:pt x="14768" y="37460"/>
                </a:lnTo>
                <a:cubicBezTo>
                  <a:pt x="16929" y="33138"/>
                  <a:pt x="22332" y="32057"/>
                  <a:pt x="25933" y="34218"/>
                </a:cubicBezTo>
                <a:lnTo>
                  <a:pt x="32417" y="37820"/>
                </a:lnTo>
                <a:cubicBezTo>
                  <a:pt x="34218" y="35659"/>
                  <a:pt x="36379" y="33858"/>
                  <a:pt x="38180" y="32057"/>
                </a:cubicBezTo>
                <a:lnTo>
                  <a:pt x="34578" y="25934"/>
                </a:lnTo>
                <a:cubicBezTo>
                  <a:pt x="33497" y="24133"/>
                  <a:pt x="33137" y="21612"/>
                  <a:pt x="33497" y="19450"/>
                </a:cubicBezTo>
                <a:cubicBezTo>
                  <a:pt x="34218" y="17289"/>
                  <a:pt x="35659" y="15488"/>
                  <a:pt x="37460" y="14408"/>
                </a:cubicBezTo>
                <a:lnTo>
                  <a:pt x="48265" y="8285"/>
                </a:lnTo>
                <a:cubicBezTo>
                  <a:pt x="52227" y="6123"/>
                  <a:pt x="57270" y="7204"/>
                  <a:pt x="59791" y="11166"/>
                </a:cubicBezTo>
                <a:lnTo>
                  <a:pt x="63393" y="17650"/>
                </a:lnTo>
                <a:cubicBezTo>
                  <a:pt x="65914" y="16929"/>
                  <a:pt x="68436" y="16209"/>
                  <a:pt x="70957" y="15488"/>
                </a:cubicBezTo>
                <a:lnTo>
                  <a:pt x="70957" y="8285"/>
                </a:lnTo>
                <a:cubicBezTo>
                  <a:pt x="70957" y="3602"/>
                  <a:pt x="74919" y="0"/>
                  <a:pt x="79602" y="0"/>
                </a:cubicBezTo>
                <a:close/>
              </a:path>
            </a:pathLst>
          </a:custGeom>
          <a:solidFill>
            <a:schemeClr val="tx2"/>
          </a:solidFill>
          <a:ln>
            <a:noFill/>
          </a:ln>
          <a:effectLst/>
        </p:spPr>
        <p:txBody>
          <a:bodyPr anchor="ctr"/>
          <a:lstStyle/>
          <a:p>
            <a:endParaRPr lang="en-US" sz="1050">
              <a:latin typeface="Lato Light" panose="020F0502020204030203" pitchFamily="34" charset="0"/>
            </a:endParaRPr>
          </a:p>
        </p:txBody>
      </p:sp>
      <p:grpSp>
        <p:nvGrpSpPr>
          <p:cNvPr id="38" name="Gruppieren 37">
            <a:extLst>
              <a:ext uri="{FF2B5EF4-FFF2-40B4-BE49-F238E27FC236}">
                <a16:creationId xmlns:a16="http://schemas.microsoft.com/office/drawing/2014/main" id="{8553548C-D179-DA2B-DE29-9E427D9C9EA0}"/>
              </a:ext>
            </a:extLst>
          </p:cNvPr>
          <p:cNvGrpSpPr/>
          <p:nvPr/>
        </p:nvGrpSpPr>
        <p:grpSpPr>
          <a:xfrm>
            <a:off x="4286277" y="973859"/>
            <a:ext cx="7683715" cy="960514"/>
            <a:chOff x="4663440" y="1956605"/>
            <a:chExt cx="3240000" cy="960514"/>
          </a:xfrm>
          <a:solidFill>
            <a:schemeClr val="accent2">
              <a:lumMod val="20000"/>
              <a:lumOff val="80000"/>
            </a:schemeClr>
          </a:solidFill>
        </p:grpSpPr>
        <p:sp>
          <p:nvSpPr>
            <p:cNvPr id="25" name="Rechteck 24">
              <a:extLst>
                <a:ext uri="{FF2B5EF4-FFF2-40B4-BE49-F238E27FC236}">
                  <a16:creationId xmlns:a16="http://schemas.microsoft.com/office/drawing/2014/main" id="{6111ACA2-7F60-6319-A200-E850B3830C1C}"/>
                </a:ext>
              </a:extLst>
            </p:cNvPr>
            <p:cNvSpPr/>
            <p:nvPr/>
          </p:nvSpPr>
          <p:spPr>
            <a:xfrm>
              <a:off x="5339534" y="1956606"/>
              <a:ext cx="2563906" cy="960513"/>
            </a:xfrm>
            <a:prstGeom prst="rect">
              <a:avLst/>
            </a:prstGeom>
            <a:grpFill/>
            <a:ln>
              <a:solidFill>
                <a:schemeClr val="tx2"/>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a:solidFill>
                    <a:schemeClr val="tx1"/>
                  </a:solidFill>
                </a:rPr>
                <a:t>Durchführung eines umfangreichen </a:t>
              </a:r>
              <a:r>
                <a:rPr lang="de-DE" sz="1400" b="1">
                  <a:solidFill>
                    <a:schemeClr val="tx2"/>
                  </a:solidFill>
                </a:rPr>
                <a:t>H4S4 </a:t>
              </a:r>
              <a:r>
                <a:rPr lang="de-DE" sz="1400" b="1" err="1">
                  <a:solidFill>
                    <a:schemeClr val="tx2"/>
                  </a:solidFill>
                </a:rPr>
                <a:t>Readiness</a:t>
              </a:r>
              <a:r>
                <a:rPr lang="de-DE" sz="1400" b="1">
                  <a:solidFill>
                    <a:schemeClr val="tx2"/>
                  </a:solidFill>
                </a:rPr>
                <a:t> Check</a:t>
              </a:r>
              <a:r>
                <a:rPr lang="de-DE" sz="1400">
                  <a:solidFill>
                    <a:schemeClr val="tx1"/>
                  </a:solidFill>
                </a:rPr>
                <a:t> und Bewertung der notwendigen Maßnahmen</a:t>
              </a:r>
            </a:p>
          </p:txBody>
        </p:sp>
        <p:sp>
          <p:nvSpPr>
            <p:cNvPr id="37" name="Rechteck 36">
              <a:extLst>
                <a:ext uri="{FF2B5EF4-FFF2-40B4-BE49-F238E27FC236}">
                  <a16:creationId xmlns:a16="http://schemas.microsoft.com/office/drawing/2014/main" id="{50211716-9F04-F84A-7B70-B4AA2F819464}"/>
                </a:ext>
              </a:extLst>
            </p:cNvPr>
            <p:cNvSpPr/>
            <p:nvPr/>
          </p:nvSpPr>
          <p:spPr>
            <a:xfrm>
              <a:off x="4663440" y="1956605"/>
              <a:ext cx="676094" cy="960513"/>
            </a:xfrm>
            <a:prstGeom prst="rect">
              <a:avLst/>
            </a:prstGeom>
            <a:grpFill/>
            <a:ln>
              <a:solidFill>
                <a:schemeClr val="tx2"/>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b="1">
                  <a:solidFill>
                    <a:schemeClr val="tx1"/>
                  </a:solidFill>
                </a:rPr>
                <a:t>Paket 1</a:t>
              </a:r>
            </a:p>
          </p:txBody>
        </p:sp>
      </p:grpSp>
      <p:grpSp>
        <p:nvGrpSpPr>
          <p:cNvPr id="64" name="Gruppieren 63">
            <a:extLst>
              <a:ext uri="{FF2B5EF4-FFF2-40B4-BE49-F238E27FC236}">
                <a16:creationId xmlns:a16="http://schemas.microsoft.com/office/drawing/2014/main" id="{CF66C594-F4CB-7450-7BF2-0FBA26145225}"/>
              </a:ext>
            </a:extLst>
          </p:cNvPr>
          <p:cNvGrpSpPr/>
          <p:nvPr/>
        </p:nvGrpSpPr>
        <p:grpSpPr>
          <a:xfrm>
            <a:off x="4286277" y="2079353"/>
            <a:ext cx="7683715" cy="960514"/>
            <a:chOff x="4663440" y="1956605"/>
            <a:chExt cx="3240000" cy="960514"/>
          </a:xfrm>
          <a:solidFill>
            <a:schemeClr val="bg1"/>
          </a:solidFill>
        </p:grpSpPr>
        <p:sp>
          <p:nvSpPr>
            <p:cNvPr id="65" name="Rechteck 64">
              <a:extLst>
                <a:ext uri="{FF2B5EF4-FFF2-40B4-BE49-F238E27FC236}">
                  <a16:creationId xmlns:a16="http://schemas.microsoft.com/office/drawing/2014/main" id="{B912BCCA-0291-905D-AEA9-89EDCB80A095}"/>
                </a:ext>
              </a:extLst>
            </p:cNvPr>
            <p:cNvSpPr/>
            <p:nvPr/>
          </p:nvSpPr>
          <p:spPr>
            <a:xfrm>
              <a:off x="5339534" y="1956606"/>
              <a:ext cx="2563906" cy="960513"/>
            </a:xfrm>
            <a:prstGeom prst="rect">
              <a:avLst/>
            </a:prstGeom>
            <a:grpFill/>
            <a:ln>
              <a:solidFill>
                <a:schemeClr val="tx2"/>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a:solidFill>
                    <a:schemeClr val="tx1"/>
                  </a:solidFill>
                </a:rPr>
                <a:t>Unterstützungsleistung bei der </a:t>
              </a:r>
              <a:r>
                <a:rPr lang="de-DE" sz="1400" b="1">
                  <a:solidFill>
                    <a:schemeClr val="tx2"/>
                  </a:solidFill>
                </a:rPr>
                <a:t>Anpassung des kundenindividuellen Programmcodes</a:t>
              </a:r>
              <a:r>
                <a:rPr lang="de-DE" sz="1400" b="1">
                  <a:solidFill>
                    <a:srgbClr val="ED7D31"/>
                  </a:solidFill>
                </a:rPr>
                <a:t> </a:t>
              </a:r>
              <a:r>
                <a:rPr lang="de-DE" sz="1400">
                  <a:solidFill>
                    <a:schemeClr val="tx1"/>
                  </a:solidFill>
                </a:rPr>
                <a:t>auf die Hana DB</a:t>
              </a:r>
            </a:p>
          </p:txBody>
        </p:sp>
        <p:sp>
          <p:nvSpPr>
            <p:cNvPr id="66" name="Rechteck 65">
              <a:extLst>
                <a:ext uri="{FF2B5EF4-FFF2-40B4-BE49-F238E27FC236}">
                  <a16:creationId xmlns:a16="http://schemas.microsoft.com/office/drawing/2014/main" id="{145E5761-B7AC-CFC6-BF9F-8F98BF8B28F8}"/>
                </a:ext>
              </a:extLst>
            </p:cNvPr>
            <p:cNvSpPr/>
            <p:nvPr/>
          </p:nvSpPr>
          <p:spPr>
            <a:xfrm>
              <a:off x="4663440" y="1956605"/>
              <a:ext cx="676094" cy="960513"/>
            </a:xfrm>
            <a:prstGeom prst="rect">
              <a:avLst/>
            </a:prstGeom>
            <a:solidFill>
              <a:schemeClr val="tx2">
                <a:alpha val="20000"/>
              </a:schemeClr>
            </a:solidFill>
            <a:ln>
              <a:solidFill>
                <a:schemeClr val="tx2"/>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b="1">
                  <a:solidFill>
                    <a:schemeClr val="tx1"/>
                  </a:solidFill>
                </a:rPr>
                <a:t>Paket 2</a:t>
              </a:r>
            </a:p>
          </p:txBody>
        </p:sp>
      </p:grpSp>
      <p:grpSp>
        <p:nvGrpSpPr>
          <p:cNvPr id="67" name="Gruppieren 66">
            <a:extLst>
              <a:ext uri="{FF2B5EF4-FFF2-40B4-BE49-F238E27FC236}">
                <a16:creationId xmlns:a16="http://schemas.microsoft.com/office/drawing/2014/main" id="{506A2190-E391-3FB1-2130-1E191A5796F5}"/>
              </a:ext>
            </a:extLst>
          </p:cNvPr>
          <p:cNvGrpSpPr/>
          <p:nvPr/>
        </p:nvGrpSpPr>
        <p:grpSpPr>
          <a:xfrm>
            <a:off x="4286277" y="3184847"/>
            <a:ext cx="7683715" cy="960514"/>
            <a:chOff x="4663440" y="1956605"/>
            <a:chExt cx="3240000" cy="960514"/>
          </a:xfrm>
          <a:solidFill>
            <a:schemeClr val="bg1"/>
          </a:solidFill>
        </p:grpSpPr>
        <p:sp>
          <p:nvSpPr>
            <p:cNvPr id="68" name="Rechteck 67">
              <a:extLst>
                <a:ext uri="{FF2B5EF4-FFF2-40B4-BE49-F238E27FC236}">
                  <a16:creationId xmlns:a16="http://schemas.microsoft.com/office/drawing/2014/main" id="{AB132A7D-B757-C178-FDF5-E8D219AB7AF6}"/>
                </a:ext>
              </a:extLst>
            </p:cNvPr>
            <p:cNvSpPr/>
            <p:nvPr/>
          </p:nvSpPr>
          <p:spPr>
            <a:xfrm>
              <a:off x="5339534" y="1956606"/>
              <a:ext cx="2563906" cy="960513"/>
            </a:xfrm>
            <a:prstGeom prst="rect">
              <a:avLst/>
            </a:prstGeom>
            <a:grpFill/>
            <a:ln>
              <a:solidFill>
                <a:schemeClr val="tx2"/>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a:solidFill>
                    <a:schemeClr val="tx1"/>
                  </a:solidFill>
                </a:rPr>
                <a:t>Unterstützungsleistung in der </a:t>
              </a:r>
              <a:r>
                <a:rPr lang="de-DE" sz="1400" b="1">
                  <a:solidFill>
                    <a:schemeClr val="tx2"/>
                  </a:solidFill>
                </a:rPr>
                <a:t>Unicode</a:t>
              </a:r>
              <a:r>
                <a:rPr lang="de-DE" sz="1400">
                  <a:solidFill>
                    <a:schemeClr val="tx1"/>
                  </a:solidFill>
                </a:rPr>
                <a:t> Anpassung einzelner Programme und dem Unicode Update</a:t>
              </a:r>
            </a:p>
          </p:txBody>
        </p:sp>
        <p:sp>
          <p:nvSpPr>
            <p:cNvPr id="69" name="Rechteck 68">
              <a:extLst>
                <a:ext uri="{FF2B5EF4-FFF2-40B4-BE49-F238E27FC236}">
                  <a16:creationId xmlns:a16="http://schemas.microsoft.com/office/drawing/2014/main" id="{A0E37E88-C18F-FF2E-8930-9921171A779B}"/>
                </a:ext>
              </a:extLst>
            </p:cNvPr>
            <p:cNvSpPr/>
            <p:nvPr/>
          </p:nvSpPr>
          <p:spPr>
            <a:xfrm>
              <a:off x="4663440" y="1956605"/>
              <a:ext cx="676094" cy="960513"/>
            </a:xfrm>
            <a:prstGeom prst="rect">
              <a:avLst/>
            </a:prstGeom>
            <a:solidFill>
              <a:schemeClr val="tx2">
                <a:alpha val="20000"/>
              </a:schemeClr>
            </a:solidFill>
            <a:ln>
              <a:solidFill>
                <a:schemeClr val="tx2"/>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b="1">
                  <a:solidFill>
                    <a:schemeClr val="tx1"/>
                  </a:solidFill>
                </a:rPr>
                <a:t>Paket 3</a:t>
              </a:r>
            </a:p>
          </p:txBody>
        </p:sp>
      </p:grpSp>
      <p:grpSp>
        <p:nvGrpSpPr>
          <p:cNvPr id="70" name="Gruppieren 69">
            <a:extLst>
              <a:ext uri="{FF2B5EF4-FFF2-40B4-BE49-F238E27FC236}">
                <a16:creationId xmlns:a16="http://schemas.microsoft.com/office/drawing/2014/main" id="{C376E377-2C30-2B40-9DC5-44419F41EACA}"/>
              </a:ext>
            </a:extLst>
          </p:cNvPr>
          <p:cNvGrpSpPr/>
          <p:nvPr/>
        </p:nvGrpSpPr>
        <p:grpSpPr>
          <a:xfrm>
            <a:off x="4286277" y="4290341"/>
            <a:ext cx="7683715" cy="960514"/>
            <a:chOff x="4663440" y="1956605"/>
            <a:chExt cx="3240000" cy="960514"/>
          </a:xfrm>
          <a:solidFill>
            <a:schemeClr val="bg1"/>
          </a:solidFill>
        </p:grpSpPr>
        <p:sp>
          <p:nvSpPr>
            <p:cNvPr id="71" name="Rechteck 70">
              <a:extLst>
                <a:ext uri="{FF2B5EF4-FFF2-40B4-BE49-F238E27FC236}">
                  <a16:creationId xmlns:a16="http://schemas.microsoft.com/office/drawing/2014/main" id="{7B45E9AC-B21B-0D40-B4EC-4A700D1D961C}"/>
                </a:ext>
              </a:extLst>
            </p:cNvPr>
            <p:cNvSpPr/>
            <p:nvPr/>
          </p:nvSpPr>
          <p:spPr>
            <a:xfrm>
              <a:off x="5339534" y="1956606"/>
              <a:ext cx="2563906" cy="960513"/>
            </a:xfrm>
            <a:prstGeom prst="rect">
              <a:avLst/>
            </a:prstGeom>
            <a:grpFill/>
            <a:ln>
              <a:solidFill>
                <a:schemeClr val="tx2"/>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a:solidFill>
                    <a:schemeClr val="tx1"/>
                  </a:solidFill>
                </a:rPr>
                <a:t>Unterstützungsleistung bei der Einrichtung der </a:t>
              </a:r>
              <a:r>
                <a:rPr lang="de-DE" sz="1400" b="1">
                  <a:solidFill>
                    <a:schemeClr val="tx2"/>
                  </a:solidFill>
                </a:rPr>
                <a:t>Archivierung</a:t>
              </a:r>
              <a:r>
                <a:rPr lang="de-DE" sz="1400">
                  <a:solidFill>
                    <a:schemeClr val="tx1"/>
                  </a:solidFill>
                </a:rPr>
                <a:t> mit DocuWare</a:t>
              </a:r>
            </a:p>
          </p:txBody>
        </p:sp>
        <p:sp>
          <p:nvSpPr>
            <p:cNvPr id="72" name="Rechteck 71">
              <a:extLst>
                <a:ext uri="{FF2B5EF4-FFF2-40B4-BE49-F238E27FC236}">
                  <a16:creationId xmlns:a16="http://schemas.microsoft.com/office/drawing/2014/main" id="{504C6B5E-4C9B-2D25-282A-EADD4A67263E}"/>
                </a:ext>
              </a:extLst>
            </p:cNvPr>
            <p:cNvSpPr/>
            <p:nvPr/>
          </p:nvSpPr>
          <p:spPr>
            <a:xfrm>
              <a:off x="4663440" y="1956605"/>
              <a:ext cx="676094" cy="960513"/>
            </a:xfrm>
            <a:prstGeom prst="rect">
              <a:avLst/>
            </a:prstGeom>
            <a:solidFill>
              <a:schemeClr val="tx2">
                <a:alpha val="20000"/>
              </a:schemeClr>
            </a:solidFill>
            <a:ln>
              <a:solidFill>
                <a:schemeClr val="tx2"/>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b="1">
                  <a:solidFill>
                    <a:schemeClr val="tx1"/>
                  </a:solidFill>
                </a:rPr>
                <a:t>Paket 4</a:t>
              </a:r>
            </a:p>
          </p:txBody>
        </p:sp>
      </p:grpSp>
      <p:grpSp>
        <p:nvGrpSpPr>
          <p:cNvPr id="73" name="Gruppieren 72">
            <a:extLst>
              <a:ext uri="{FF2B5EF4-FFF2-40B4-BE49-F238E27FC236}">
                <a16:creationId xmlns:a16="http://schemas.microsoft.com/office/drawing/2014/main" id="{93BBE76A-CC39-8D8B-7572-49CC5615B3E3}"/>
              </a:ext>
            </a:extLst>
          </p:cNvPr>
          <p:cNvGrpSpPr/>
          <p:nvPr/>
        </p:nvGrpSpPr>
        <p:grpSpPr>
          <a:xfrm>
            <a:off x="4286277" y="5395835"/>
            <a:ext cx="7683715" cy="960514"/>
            <a:chOff x="4663440" y="1956605"/>
            <a:chExt cx="3240000" cy="960514"/>
          </a:xfrm>
          <a:solidFill>
            <a:schemeClr val="bg1"/>
          </a:solidFill>
        </p:grpSpPr>
        <p:sp>
          <p:nvSpPr>
            <p:cNvPr id="74" name="Rechteck 73">
              <a:extLst>
                <a:ext uri="{FF2B5EF4-FFF2-40B4-BE49-F238E27FC236}">
                  <a16:creationId xmlns:a16="http://schemas.microsoft.com/office/drawing/2014/main" id="{6F126E7A-0458-64B3-7BFA-95F3C51E9896}"/>
                </a:ext>
              </a:extLst>
            </p:cNvPr>
            <p:cNvSpPr/>
            <p:nvPr/>
          </p:nvSpPr>
          <p:spPr>
            <a:xfrm>
              <a:off x="5339534" y="1956606"/>
              <a:ext cx="2563906" cy="960513"/>
            </a:xfrm>
            <a:prstGeom prst="rect">
              <a:avLst/>
            </a:prstGeom>
            <a:grpFill/>
            <a:ln>
              <a:solidFill>
                <a:schemeClr val="tx2"/>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a:solidFill>
                    <a:schemeClr val="tx1"/>
                  </a:solidFill>
                </a:rPr>
                <a:t>Unterstützungsleistung beim </a:t>
              </a:r>
              <a:r>
                <a:rPr lang="de-DE" sz="1400" b="1">
                  <a:solidFill>
                    <a:schemeClr val="tx2"/>
                  </a:solidFill>
                </a:rPr>
                <a:t>EhP8 Upgrade </a:t>
              </a:r>
              <a:r>
                <a:rPr lang="de-DE" sz="1400">
                  <a:solidFill>
                    <a:schemeClr val="tx1"/>
                  </a:solidFill>
                </a:rPr>
                <a:t>des SAP HCM Systems</a:t>
              </a:r>
            </a:p>
            <a:p>
              <a:pPr algn="ctr"/>
              <a:r>
                <a:rPr lang="de-DE" sz="1200">
                  <a:solidFill>
                    <a:schemeClr val="tx1"/>
                  </a:solidFill>
                </a:rPr>
                <a:t>(Abhängig vom Unicode Umstellung)</a:t>
              </a:r>
            </a:p>
          </p:txBody>
        </p:sp>
        <p:sp>
          <p:nvSpPr>
            <p:cNvPr id="75" name="Rechteck 74">
              <a:extLst>
                <a:ext uri="{FF2B5EF4-FFF2-40B4-BE49-F238E27FC236}">
                  <a16:creationId xmlns:a16="http://schemas.microsoft.com/office/drawing/2014/main" id="{0E9A927F-4103-461D-6FBA-104B350BF85A}"/>
                </a:ext>
              </a:extLst>
            </p:cNvPr>
            <p:cNvSpPr/>
            <p:nvPr/>
          </p:nvSpPr>
          <p:spPr>
            <a:xfrm>
              <a:off x="4663440" y="1956605"/>
              <a:ext cx="676094" cy="960513"/>
            </a:xfrm>
            <a:prstGeom prst="rect">
              <a:avLst/>
            </a:prstGeom>
            <a:solidFill>
              <a:schemeClr val="tx2">
                <a:alpha val="20000"/>
              </a:schemeClr>
            </a:solidFill>
            <a:ln>
              <a:solidFill>
                <a:schemeClr val="tx2"/>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b="1">
                  <a:solidFill>
                    <a:schemeClr val="tx1"/>
                  </a:solidFill>
                </a:rPr>
                <a:t>Paket 5</a:t>
              </a:r>
            </a:p>
          </p:txBody>
        </p:sp>
      </p:grpSp>
      <p:cxnSp>
        <p:nvCxnSpPr>
          <p:cNvPr id="82" name="Gekrümmte Verbindung 81">
            <a:extLst>
              <a:ext uri="{FF2B5EF4-FFF2-40B4-BE49-F238E27FC236}">
                <a16:creationId xmlns:a16="http://schemas.microsoft.com/office/drawing/2014/main" id="{6E052B74-27EB-6ECC-2E7A-9C0066CF0F61}"/>
              </a:ext>
            </a:extLst>
          </p:cNvPr>
          <p:cNvCxnSpPr>
            <a:cxnSpLocks/>
            <a:endCxn id="37" idx="1"/>
          </p:cNvCxnSpPr>
          <p:nvPr/>
        </p:nvCxnSpPr>
        <p:spPr>
          <a:xfrm rot="5400000" flipH="1" flipV="1">
            <a:off x="2427590" y="1991954"/>
            <a:ext cx="2396524" cy="1320849"/>
          </a:xfrm>
          <a:prstGeom prst="curvedConnector2">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86" name="Gekrümmte Verbindung 85">
            <a:extLst>
              <a:ext uri="{FF2B5EF4-FFF2-40B4-BE49-F238E27FC236}">
                <a16:creationId xmlns:a16="http://schemas.microsoft.com/office/drawing/2014/main" id="{5AC62C7F-C702-DDAA-DA74-D9D522C6FCF8}"/>
              </a:ext>
            </a:extLst>
          </p:cNvPr>
          <p:cNvCxnSpPr>
            <a:cxnSpLocks/>
          </p:cNvCxnSpPr>
          <p:nvPr/>
        </p:nvCxnSpPr>
        <p:spPr>
          <a:xfrm flipV="1">
            <a:off x="2965425" y="2559610"/>
            <a:ext cx="1320852" cy="1120868"/>
          </a:xfrm>
          <a:prstGeom prst="curvedConnector3">
            <a:avLst>
              <a:gd name="adj1" fmla="val 50000"/>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87" name="Gekrümmte Verbindung 86">
            <a:extLst>
              <a:ext uri="{FF2B5EF4-FFF2-40B4-BE49-F238E27FC236}">
                <a16:creationId xmlns:a16="http://schemas.microsoft.com/office/drawing/2014/main" id="{40EC48EC-056C-E358-9F91-498865E2136B}"/>
              </a:ext>
            </a:extLst>
          </p:cNvPr>
          <p:cNvCxnSpPr>
            <a:cxnSpLocks/>
            <a:endCxn id="69" idx="1"/>
          </p:cNvCxnSpPr>
          <p:nvPr/>
        </p:nvCxnSpPr>
        <p:spPr>
          <a:xfrm flipV="1">
            <a:off x="2949773" y="3665104"/>
            <a:ext cx="1336504" cy="15374"/>
          </a:xfrm>
          <a:prstGeom prst="curvedConnector3">
            <a:avLst>
              <a:gd name="adj1" fmla="val 50000"/>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89" name="Gekrümmte Verbindung 88">
            <a:extLst>
              <a:ext uri="{FF2B5EF4-FFF2-40B4-BE49-F238E27FC236}">
                <a16:creationId xmlns:a16="http://schemas.microsoft.com/office/drawing/2014/main" id="{CB391C57-3F91-F449-6E0A-5F864F7A0DCD}"/>
              </a:ext>
            </a:extLst>
          </p:cNvPr>
          <p:cNvCxnSpPr>
            <a:cxnSpLocks/>
            <a:endCxn id="72" idx="1"/>
          </p:cNvCxnSpPr>
          <p:nvPr/>
        </p:nvCxnSpPr>
        <p:spPr>
          <a:xfrm>
            <a:off x="2949772" y="3680478"/>
            <a:ext cx="1336505" cy="1090120"/>
          </a:xfrm>
          <a:prstGeom prst="curvedConnector3">
            <a:avLst>
              <a:gd name="adj1" fmla="val 50000"/>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92" name="Gekrümmte Verbindung 91">
            <a:extLst>
              <a:ext uri="{FF2B5EF4-FFF2-40B4-BE49-F238E27FC236}">
                <a16:creationId xmlns:a16="http://schemas.microsoft.com/office/drawing/2014/main" id="{20FE1521-47F8-04FB-C735-D76D515D7FCA}"/>
              </a:ext>
            </a:extLst>
          </p:cNvPr>
          <p:cNvCxnSpPr>
            <a:cxnSpLocks/>
            <a:endCxn id="75" idx="1"/>
          </p:cNvCxnSpPr>
          <p:nvPr/>
        </p:nvCxnSpPr>
        <p:spPr>
          <a:xfrm rot="16200000" flipH="1">
            <a:off x="2613125" y="4202940"/>
            <a:ext cx="2025452" cy="1320852"/>
          </a:xfrm>
          <a:prstGeom prst="curvedConnector2">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64224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Rechteck 82">
            <a:extLst>
              <a:ext uri="{FF2B5EF4-FFF2-40B4-BE49-F238E27FC236}">
                <a16:creationId xmlns:a16="http://schemas.microsoft.com/office/drawing/2014/main" id="{49E8BEAB-5D1C-5150-6A2C-B23EC37C37BE}"/>
              </a:ext>
            </a:extLst>
          </p:cNvPr>
          <p:cNvSpPr/>
          <p:nvPr/>
        </p:nvSpPr>
        <p:spPr>
          <a:xfrm>
            <a:off x="4433050" y="3728761"/>
            <a:ext cx="7530883" cy="2239200"/>
          </a:xfrm>
          <a:prstGeom prst="rect">
            <a:avLst/>
          </a:prstGeom>
          <a:solidFill>
            <a:schemeClr val="bg1">
              <a:lumMod val="95000"/>
            </a:schemeClr>
          </a:solidFill>
          <a:ln>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2" name="Rechteck 81">
            <a:extLst>
              <a:ext uri="{FF2B5EF4-FFF2-40B4-BE49-F238E27FC236}">
                <a16:creationId xmlns:a16="http://schemas.microsoft.com/office/drawing/2014/main" id="{79DF2842-EEC8-FBE4-9FB9-98FCE9DD4A13}"/>
              </a:ext>
            </a:extLst>
          </p:cNvPr>
          <p:cNvSpPr/>
          <p:nvPr/>
        </p:nvSpPr>
        <p:spPr>
          <a:xfrm>
            <a:off x="4433050" y="1378332"/>
            <a:ext cx="7530883" cy="2239200"/>
          </a:xfrm>
          <a:prstGeom prst="rect">
            <a:avLst/>
          </a:prstGeom>
          <a:solidFill>
            <a:schemeClr val="bg1">
              <a:lumMod val="95000"/>
            </a:schemeClr>
          </a:solidFill>
          <a:ln>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Foliennummernplatzhalter 3">
            <a:extLst>
              <a:ext uri="{FF2B5EF4-FFF2-40B4-BE49-F238E27FC236}">
                <a16:creationId xmlns:a16="http://schemas.microsoft.com/office/drawing/2014/main" id="{336973B1-971A-ABF7-AFE8-2A48D2B49BB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70B468E-D727-4ED8-9E0F-C740E9E7B7E5}" type="slidenum">
              <a:rPr kumimoji="0" lang="de-D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de-D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2" name="Titel 1">
            <a:extLst>
              <a:ext uri="{FF2B5EF4-FFF2-40B4-BE49-F238E27FC236}">
                <a16:creationId xmlns:a16="http://schemas.microsoft.com/office/drawing/2014/main" id="{505259B3-CC30-230C-95FF-51A28DD9649D}"/>
              </a:ext>
            </a:extLst>
          </p:cNvPr>
          <p:cNvSpPr>
            <a:spLocks noGrp="1"/>
          </p:cNvSpPr>
          <p:nvPr>
            <p:ph type="title"/>
          </p:nvPr>
        </p:nvSpPr>
        <p:spPr/>
        <p:txBody>
          <a:bodyPr/>
          <a:lstStyle/>
          <a:p>
            <a:r>
              <a:rPr lang="de-DE"/>
              <a:t>H4S4 kann als Nachfolger vom SAP HCM in der Cloud oder On-</a:t>
            </a:r>
            <a:r>
              <a:rPr lang="de-DE" err="1"/>
              <a:t>Premise</a:t>
            </a:r>
            <a:r>
              <a:rPr lang="de-DE"/>
              <a:t> abgebildet werden</a:t>
            </a:r>
          </a:p>
        </p:txBody>
      </p:sp>
      <p:grpSp>
        <p:nvGrpSpPr>
          <p:cNvPr id="49" name="Gruppieren 48">
            <a:extLst>
              <a:ext uri="{FF2B5EF4-FFF2-40B4-BE49-F238E27FC236}">
                <a16:creationId xmlns:a16="http://schemas.microsoft.com/office/drawing/2014/main" id="{6E26A737-0F5B-0305-ED0B-67D200E927B9}"/>
              </a:ext>
            </a:extLst>
          </p:cNvPr>
          <p:cNvGrpSpPr/>
          <p:nvPr/>
        </p:nvGrpSpPr>
        <p:grpSpPr>
          <a:xfrm>
            <a:off x="4423740" y="3728761"/>
            <a:ext cx="2885277" cy="2239200"/>
            <a:chOff x="232804" y="1859545"/>
            <a:chExt cx="2885277" cy="2239200"/>
          </a:xfrm>
          <a:effectLst/>
        </p:grpSpPr>
        <p:sp>
          <p:nvSpPr>
            <p:cNvPr id="122" name="Rechteck 121">
              <a:extLst>
                <a:ext uri="{FF2B5EF4-FFF2-40B4-BE49-F238E27FC236}">
                  <a16:creationId xmlns:a16="http://schemas.microsoft.com/office/drawing/2014/main" id="{33FD6894-9938-4B68-8C24-69D7F4CF0F32}"/>
                </a:ext>
              </a:extLst>
            </p:cNvPr>
            <p:cNvSpPr/>
            <p:nvPr/>
          </p:nvSpPr>
          <p:spPr>
            <a:xfrm>
              <a:off x="232804" y="1859545"/>
              <a:ext cx="2885277" cy="2239200"/>
            </a:xfrm>
            <a:prstGeom prst="rect">
              <a:avLst/>
            </a:prstGeom>
            <a:solidFill>
              <a:schemeClr val="bg1"/>
            </a:solidFill>
            <a:ln>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Textfeld 12">
              <a:extLst>
                <a:ext uri="{FF2B5EF4-FFF2-40B4-BE49-F238E27FC236}">
                  <a16:creationId xmlns:a16="http://schemas.microsoft.com/office/drawing/2014/main" id="{C128C726-2B98-A48E-5D85-9ECA9B8438E1}"/>
                </a:ext>
              </a:extLst>
            </p:cNvPr>
            <p:cNvSpPr txBox="1"/>
            <p:nvPr/>
          </p:nvSpPr>
          <p:spPr>
            <a:xfrm>
              <a:off x="240242" y="3045740"/>
              <a:ext cx="2877839"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a:ln>
                    <a:noFill/>
                  </a:ln>
                  <a:solidFill>
                    <a:prstClr val="black"/>
                  </a:solidFill>
                  <a:effectLst/>
                  <a:uLnTx/>
                  <a:uFillTx/>
                  <a:latin typeface="Calibri" panose="020F0502020204030204"/>
                  <a:ea typeface="+mn-ea"/>
                  <a:cs typeface="+mn-cs"/>
                </a:rPr>
                <a:t>SAP HCM for S/4HANA (H4S4)</a:t>
              </a:r>
            </a:p>
          </p:txBody>
        </p:sp>
        <p:pic>
          <p:nvPicPr>
            <p:cNvPr id="16" name="Grafik 15" descr="Server mit einfarbiger Füllung">
              <a:extLst>
                <a:ext uri="{FF2B5EF4-FFF2-40B4-BE49-F238E27FC236}">
                  <a16:creationId xmlns:a16="http://schemas.microsoft.com/office/drawing/2014/main" id="{E423222B-DBBE-C6F6-CB2E-FD1B70728EE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55225" y="2368251"/>
              <a:ext cx="540000" cy="540000"/>
            </a:xfrm>
            <a:prstGeom prst="rect">
              <a:avLst/>
            </a:prstGeom>
          </p:spPr>
        </p:pic>
      </p:grpSp>
      <p:grpSp>
        <p:nvGrpSpPr>
          <p:cNvPr id="46" name="Gruppieren 45">
            <a:extLst>
              <a:ext uri="{FF2B5EF4-FFF2-40B4-BE49-F238E27FC236}">
                <a16:creationId xmlns:a16="http://schemas.microsoft.com/office/drawing/2014/main" id="{54F5D250-C608-6683-65CF-10208B7E188A}"/>
              </a:ext>
            </a:extLst>
          </p:cNvPr>
          <p:cNvGrpSpPr/>
          <p:nvPr/>
        </p:nvGrpSpPr>
        <p:grpSpPr>
          <a:xfrm>
            <a:off x="4431178" y="1378332"/>
            <a:ext cx="2891225" cy="2239200"/>
            <a:chOff x="230932" y="4139983"/>
            <a:chExt cx="2891225" cy="2239200"/>
          </a:xfrm>
          <a:effectLst/>
        </p:grpSpPr>
        <p:sp>
          <p:nvSpPr>
            <p:cNvPr id="135" name="Rechteck 134">
              <a:extLst>
                <a:ext uri="{FF2B5EF4-FFF2-40B4-BE49-F238E27FC236}">
                  <a16:creationId xmlns:a16="http://schemas.microsoft.com/office/drawing/2014/main" id="{FED7B81B-7E9A-4109-A306-FEEA609F11F7}"/>
                </a:ext>
              </a:extLst>
            </p:cNvPr>
            <p:cNvSpPr/>
            <p:nvPr/>
          </p:nvSpPr>
          <p:spPr>
            <a:xfrm>
              <a:off x="232804" y="4139983"/>
              <a:ext cx="2889353" cy="2239200"/>
            </a:xfrm>
            <a:prstGeom prst="rect">
              <a:avLst/>
            </a:prstGeom>
            <a:solidFill>
              <a:schemeClr val="bg1"/>
            </a:solidFill>
            <a:ln>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hteck 11">
              <a:extLst>
                <a:ext uri="{FF2B5EF4-FFF2-40B4-BE49-F238E27FC236}">
                  <a16:creationId xmlns:a16="http://schemas.microsoft.com/office/drawing/2014/main" id="{0CB3ACF2-9261-E844-34ED-949398240F87}"/>
                </a:ext>
              </a:extLst>
            </p:cNvPr>
            <p:cNvSpPr/>
            <p:nvPr/>
          </p:nvSpPr>
          <p:spPr>
            <a:xfrm>
              <a:off x="230932" y="5190359"/>
              <a:ext cx="2881693" cy="646331"/>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a:ln>
                    <a:noFill/>
                  </a:ln>
                  <a:solidFill>
                    <a:prstClr val="black"/>
                  </a:solidFill>
                  <a:effectLst/>
                  <a:uLnTx/>
                  <a:uFillTx/>
                  <a:latin typeface="Calibri" panose="020F0502020204030204"/>
                  <a:ea typeface="+mn-ea"/>
                  <a:cs typeface="+mn-cs"/>
                </a:rPr>
                <a:t>SAP HCM for S/4HANA Cloud Private Edition (PCE)</a:t>
              </a:r>
            </a:p>
          </p:txBody>
        </p:sp>
        <p:pic>
          <p:nvPicPr>
            <p:cNvPr id="18" name="Grafik 17" descr="Synchronisierende Cloud mit einfarbiger Füllung">
              <a:extLst>
                <a:ext uri="{FF2B5EF4-FFF2-40B4-BE49-F238E27FC236}">
                  <a16:creationId xmlns:a16="http://schemas.microsoft.com/office/drawing/2014/main" id="{BC740DA6-5C75-7A14-211D-A8AD60CC07F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377032" y="4537441"/>
              <a:ext cx="540000" cy="540000"/>
            </a:xfrm>
            <a:prstGeom prst="rect">
              <a:avLst/>
            </a:prstGeom>
          </p:spPr>
        </p:pic>
      </p:grpSp>
      <p:grpSp>
        <p:nvGrpSpPr>
          <p:cNvPr id="50" name="Gruppieren 49">
            <a:extLst>
              <a:ext uri="{FF2B5EF4-FFF2-40B4-BE49-F238E27FC236}">
                <a16:creationId xmlns:a16="http://schemas.microsoft.com/office/drawing/2014/main" id="{B71CF16C-E0C1-A8F9-47DA-8639326FB509}"/>
              </a:ext>
            </a:extLst>
          </p:cNvPr>
          <p:cNvGrpSpPr/>
          <p:nvPr/>
        </p:nvGrpSpPr>
        <p:grpSpPr>
          <a:xfrm>
            <a:off x="619054" y="2865701"/>
            <a:ext cx="1635327" cy="1806645"/>
            <a:chOff x="3979211" y="4096443"/>
            <a:chExt cx="1635327" cy="1806645"/>
          </a:xfrm>
        </p:grpSpPr>
        <p:sp>
          <p:nvSpPr>
            <p:cNvPr id="51" name="Rechteck 50">
              <a:extLst>
                <a:ext uri="{FF2B5EF4-FFF2-40B4-BE49-F238E27FC236}">
                  <a16:creationId xmlns:a16="http://schemas.microsoft.com/office/drawing/2014/main" id="{F3AA69A0-7917-A8AB-D228-386A589B89A8}"/>
                </a:ext>
              </a:extLst>
            </p:cNvPr>
            <p:cNvSpPr/>
            <p:nvPr/>
          </p:nvSpPr>
          <p:spPr>
            <a:xfrm>
              <a:off x="3979211" y="4305781"/>
              <a:ext cx="1635327" cy="1597307"/>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2" name="Rechteck 51">
              <a:extLst>
                <a:ext uri="{FF2B5EF4-FFF2-40B4-BE49-F238E27FC236}">
                  <a16:creationId xmlns:a16="http://schemas.microsoft.com/office/drawing/2014/main" id="{17C30A08-5AB3-64E3-38FF-15B16880BE3C}"/>
                </a:ext>
              </a:extLst>
            </p:cNvPr>
            <p:cNvSpPr/>
            <p:nvPr/>
          </p:nvSpPr>
          <p:spPr>
            <a:xfrm>
              <a:off x="4060360" y="4599503"/>
              <a:ext cx="720000" cy="3600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400" b="0" i="0" u="none" strike="noStrike" kern="1200" cap="none" spc="0" normalizeH="0" baseline="0" noProof="0">
                  <a:ln>
                    <a:noFill/>
                  </a:ln>
                  <a:solidFill>
                    <a:prstClr val="black"/>
                  </a:solidFill>
                  <a:effectLst/>
                  <a:uLnTx/>
                  <a:uFillTx/>
                  <a:latin typeface="Calibri" panose="020F0502020204030204"/>
                  <a:ea typeface="+mn-ea"/>
                  <a:cs typeface="+mn-cs"/>
                </a:rPr>
                <a:t>PA</a:t>
              </a:r>
            </a:p>
          </p:txBody>
        </p:sp>
        <p:sp>
          <p:nvSpPr>
            <p:cNvPr id="53" name="Rechteck 52">
              <a:extLst>
                <a:ext uri="{FF2B5EF4-FFF2-40B4-BE49-F238E27FC236}">
                  <a16:creationId xmlns:a16="http://schemas.microsoft.com/office/drawing/2014/main" id="{5B815253-FD1E-F79B-E4C6-95CB61F22933}"/>
                </a:ext>
              </a:extLst>
            </p:cNvPr>
            <p:cNvSpPr/>
            <p:nvPr/>
          </p:nvSpPr>
          <p:spPr>
            <a:xfrm>
              <a:off x="4060360" y="5030902"/>
              <a:ext cx="720000" cy="3600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400" b="0" i="0" u="none" strike="noStrike" kern="1200" cap="none" spc="0" normalizeH="0" baseline="0" noProof="0">
                  <a:ln>
                    <a:noFill/>
                  </a:ln>
                  <a:solidFill>
                    <a:prstClr val="black"/>
                  </a:solidFill>
                  <a:effectLst/>
                  <a:uLnTx/>
                  <a:uFillTx/>
                  <a:latin typeface="Calibri" panose="020F0502020204030204"/>
                  <a:ea typeface="+mn-ea"/>
                  <a:cs typeface="+mn-cs"/>
                </a:rPr>
                <a:t>PT</a:t>
              </a:r>
            </a:p>
          </p:txBody>
        </p:sp>
        <p:sp>
          <p:nvSpPr>
            <p:cNvPr id="54" name="Rechteck 53">
              <a:extLst>
                <a:ext uri="{FF2B5EF4-FFF2-40B4-BE49-F238E27FC236}">
                  <a16:creationId xmlns:a16="http://schemas.microsoft.com/office/drawing/2014/main" id="{B4B02609-45FD-0164-FD5B-D3BD07182D4E}"/>
                </a:ext>
              </a:extLst>
            </p:cNvPr>
            <p:cNvSpPr/>
            <p:nvPr/>
          </p:nvSpPr>
          <p:spPr>
            <a:xfrm>
              <a:off x="4819102" y="4599503"/>
              <a:ext cx="720000" cy="3600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a:ln>
                    <a:noFill/>
                  </a:ln>
                  <a:solidFill>
                    <a:prstClr val="black"/>
                  </a:solidFill>
                  <a:effectLst/>
                  <a:uLnTx/>
                  <a:uFillTx/>
                  <a:latin typeface="Calibri" panose="020F0502020204030204"/>
                  <a:ea typeface="+mn-ea"/>
                  <a:cs typeface="+mn-cs"/>
                </a:rPr>
                <a:t>ESS/MSS</a:t>
              </a:r>
            </a:p>
          </p:txBody>
        </p:sp>
        <p:sp>
          <p:nvSpPr>
            <p:cNvPr id="55" name="Rechteck 54">
              <a:extLst>
                <a:ext uri="{FF2B5EF4-FFF2-40B4-BE49-F238E27FC236}">
                  <a16:creationId xmlns:a16="http://schemas.microsoft.com/office/drawing/2014/main" id="{B9C94735-7C96-4FC6-D04B-5D7E05FCEC26}"/>
                </a:ext>
              </a:extLst>
            </p:cNvPr>
            <p:cNvSpPr/>
            <p:nvPr/>
          </p:nvSpPr>
          <p:spPr>
            <a:xfrm>
              <a:off x="4819102" y="5030902"/>
              <a:ext cx="720000" cy="3600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400" b="0" i="0" u="none" strike="noStrike" kern="1200" cap="none" spc="0" normalizeH="0" baseline="0" noProof="0">
                  <a:ln>
                    <a:noFill/>
                  </a:ln>
                  <a:solidFill>
                    <a:prstClr val="black"/>
                  </a:solidFill>
                  <a:effectLst/>
                  <a:uLnTx/>
                  <a:uFillTx/>
                  <a:latin typeface="Calibri" panose="020F0502020204030204"/>
                  <a:ea typeface="+mn-ea"/>
                  <a:cs typeface="+mn-cs"/>
                </a:rPr>
                <a:t>PY</a:t>
              </a:r>
            </a:p>
          </p:txBody>
        </p:sp>
        <p:sp>
          <p:nvSpPr>
            <p:cNvPr id="56" name="Rechteck 55">
              <a:extLst>
                <a:ext uri="{FF2B5EF4-FFF2-40B4-BE49-F238E27FC236}">
                  <a16:creationId xmlns:a16="http://schemas.microsoft.com/office/drawing/2014/main" id="{30958916-63DC-0F23-40B2-68CA70DB9870}"/>
                </a:ext>
              </a:extLst>
            </p:cNvPr>
            <p:cNvSpPr/>
            <p:nvPr/>
          </p:nvSpPr>
          <p:spPr>
            <a:xfrm>
              <a:off x="4060360" y="5449081"/>
              <a:ext cx="720000" cy="3600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400" b="0" i="0" u="none" strike="noStrike" kern="1200" cap="none" spc="0" normalizeH="0" baseline="0" noProof="0">
                  <a:ln>
                    <a:noFill/>
                  </a:ln>
                  <a:solidFill>
                    <a:prstClr val="black"/>
                  </a:solidFill>
                  <a:effectLst/>
                  <a:uLnTx/>
                  <a:uFillTx/>
                  <a:latin typeface="Calibri" panose="020F0502020204030204"/>
                  <a:ea typeface="+mn-ea"/>
                  <a:cs typeface="+mn-cs"/>
                </a:rPr>
                <a:t>OM</a:t>
              </a:r>
            </a:p>
          </p:txBody>
        </p:sp>
        <p:pic>
          <p:nvPicPr>
            <p:cNvPr id="58" name="Picture 6" descr="Sap Hr Package - Sap Hr Logo Png | Full Size PNG Download | SeekPNG">
              <a:extLst>
                <a:ext uri="{FF2B5EF4-FFF2-40B4-BE49-F238E27FC236}">
                  <a16:creationId xmlns:a16="http://schemas.microsoft.com/office/drawing/2014/main" id="{9A00467E-0F0D-D893-61FA-4AAEB5702DE8}"/>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254052" y="4096443"/>
              <a:ext cx="1130099" cy="362809"/>
            </a:xfrm>
            <a:prstGeom prst="rect">
              <a:avLst/>
            </a:prstGeom>
          </p:spPr>
        </p:pic>
        <p:sp>
          <p:nvSpPr>
            <p:cNvPr id="68" name="Rechteck 67">
              <a:extLst>
                <a:ext uri="{FF2B5EF4-FFF2-40B4-BE49-F238E27FC236}">
                  <a16:creationId xmlns:a16="http://schemas.microsoft.com/office/drawing/2014/main" id="{7BFA81E9-8FFF-4079-1139-FB1E1A9307B9}"/>
                </a:ext>
              </a:extLst>
            </p:cNvPr>
            <p:cNvSpPr/>
            <p:nvPr/>
          </p:nvSpPr>
          <p:spPr>
            <a:xfrm>
              <a:off x="4819102" y="5449081"/>
              <a:ext cx="720000" cy="3600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400" b="0" i="0" u="none" strike="noStrike" kern="1200" cap="none" spc="0" normalizeH="0" baseline="0" noProof="0">
                  <a:ln>
                    <a:noFill/>
                  </a:ln>
                  <a:solidFill>
                    <a:prstClr val="black"/>
                  </a:solidFill>
                  <a:effectLst/>
                  <a:uLnTx/>
                  <a:uFillTx/>
                  <a:latin typeface="Calibri" panose="020F0502020204030204"/>
                  <a:ea typeface="+mn-ea"/>
                  <a:cs typeface="+mn-cs"/>
                </a:rPr>
                <a:t>…</a:t>
              </a:r>
            </a:p>
          </p:txBody>
        </p:sp>
      </p:grpSp>
      <p:sp>
        <p:nvSpPr>
          <p:cNvPr id="69" name="Pfeil: nach unten 68">
            <a:extLst>
              <a:ext uri="{FF2B5EF4-FFF2-40B4-BE49-F238E27FC236}">
                <a16:creationId xmlns:a16="http://schemas.microsoft.com/office/drawing/2014/main" id="{DC4A8BCE-E30C-B382-EBFE-1D43E455D92C}"/>
              </a:ext>
            </a:extLst>
          </p:cNvPr>
          <p:cNvSpPr/>
          <p:nvPr/>
        </p:nvSpPr>
        <p:spPr>
          <a:xfrm rot="14863271">
            <a:off x="3096803" y="1948113"/>
            <a:ext cx="600557" cy="2277720"/>
          </a:xfrm>
          <a:prstGeom prst="down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a:ln>
                  <a:noFill/>
                </a:ln>
                <a:solidFill>
                  <a:prstClr val="white"/>
                </a:solidFill>
                <a:effectLst/>
                <a:uLnTx/>
                <a:uFillTx/>
                <a:latin typeface="Calibri" panose="020F0502020204030204"/>
                <a:ea typeface="+mn-ea"/>
                <a:cs typeface="+mn-cs"/>
              </a:rPr>
              <a:t>Go Cloud</a:t>
            </a:r>
          </a:p>
        </p:txBody>
      </p:sp>
      <p:sp>
        <p:nvSpPr>
          <p:cNvPr id="70" name="Pfeil: nach unten 69">
            <a:extLst>
              <a:ext uri="{FF2B5EF4-FFF2-40B4-BE49-F238E27FC236}">
                <a16:creationId xmlns:a16="http://schemas.microsoft.com/office/drawing/2014/main" id="{120330B8-9771-CF7F-472F-A1AA2E605EDF}"/>
              </a:ext>
            </a:extLst>
          </p:cNvPr>
          <p:cNvSpPr/>
          <p:nvPr/>
        </p:nvSpPr>
        <p:spPr>
          <a:xfrm rot="6736729" flipV="1">
            <a:off x="3081458" y="3314593"/>
            <a:ext cx="600557" cy="2269871"/>
          </a:xfrm>
          <a:prstGeom prst="down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err="1">
                <a:ln>
                  <a:noFill/>
                </a:ln>
                <a:solidFill>
                  <a:prstClr val="white"/>
                </a:solidFill>
                <a:effectLst/>
                <a:uLnTx/>
                <a:uFillTx/>
                <a:latin typeface="Calibri" panose="020F0502020204030204"/>
                <a:ea typeface="+mn-ea"/>
                <a:cs typeface="+mn-cs"/>
              </a:rPr>
              <a:t>Stay</a:t>
            </a:r>
            <a:r>
              <a:rPr kumimoji="0" lang="de-DE" sz="1800" b="0" i="0" u="none" strike="noStrike" kern="1200" cap="none" spc="0" normalizeH="0" baseline="0" noProof="0">
                <a:ln>
                  <a:noFill/>
                </a:ln>
                <a:solidFill>
                  <a:prstClr val="white"/>
                </a:solidFill>
                <a:effectLst/>
                <a:uLnTx/>
                <a:uFillTx/>
                <a:latin typeface="Calibri" panose="020F0502020204030204"/>
                <a:ea typeface="+mn-ea"/>
                <a:cs typeface="+mn-cs"/>
              </a:rPr>
              <a:t> On-Premise</a:t>
            </a:r>
          </a:p>
        </p:txBody>
      </p:sp>
      <p:sp>
        <p:nvSpPr>
          <p:cNvPr id="84" name="Textfeld 83">
            <a:extLst>
              <a:ext uri="{FF2B5EF4-FFF2-40B4-BE49-F238E27FC236}">
                <a16:creationId xmlns:a16="http://schemas.microsoft.com/office/drawing/2014/main" id="{9C0124C9-1A9F-5D39-E5A4-610B101A3102}"/>
              </a:ext>
            </a:extLst>
          </p:cNvPr>
          <p:cNvSpPr txBox="1"/>
          <p:nvPr/>
        </p:nvSpPr>
        <p:spPr>
          <a:xfrm>
            <a:off x="7322403" y="4130830"/>
            <a:ext cx="4641530" cy="1754326"/>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
                <a:srgbClr val="ED7D31"/>
              </a:buClr>
              <a:buSzPct val="140000"/>
              <a:buFont typeface="Calibri" panose="020F0502020204030204" pitchFamily="34" charset="0"/>
              <a:buChar char="›"/>
              <a:tabLst/>
              <a:defRPr/>
            </a:pPr>
            <a:r>
              <a:rPr kumimoji="0" lang="de-DE" sz="1800" b="0" i="0" u="none" strike="noStrike" kern="1200" cap="none" spc="0" normalizeH="0" baseline="0" noProof="0">
                <a:ln>
                  <a:noFill/>
                </a:ln>
                <a:solidFill>
                  <a:prstClr val="black"/>
                </a:solidFill>
                <a:effectLst/>
                <a:uLnTx/>
                <a:uFillTx/>
                <a:latin typeface="Calibri" panose="020F0502020204030204"/>
                <a:ea typeface="+mn-ea"/>
                <a:cs typeface="+mn-cs"/>
              </a:rPr>
              <a:t>Release Q4 2022</a:t>
            </a:r>
          </a:p>
          <a:p>
            <a:pPr marL="285750" marR="0" lvl="0" indent="-285750" algn="l" defTabSz="914400" rtl="0" eaLnBrk="1" fontAlgn="auto" latinLnBrk="0" hangingPunct="1">
              <a:lnSpc>
                <a:spcPct val="100000"/>
              </a:lnSpc>
              <a:spcBef>
                <a:spcPts val="0"/>
              </a:spcBef>
              <a:spcAft>
                <a:spcPts val="0"/>
              </a:spcAft>
              <a:buClr>
                <a:srgbClr val="ED7D31"/>
              </a:buClr>
              <a:buSzPct val="140000"/>
              <a:buFont typeface="Calibri" panose="020F0502020204030204" pitchFamily="34" charset="0"/>
              <a:buChar char="›"/>
              <a:tabLst/>
              <a:defRPr/>
            </a:pPr>
            <a:r>
              <a:rPr kumimoji="0" lang="de-DE" sz="1800" b="0" i="0" u="none" strike="noStrike" kern="1200" cap="none" spc="0" normalizeH="0" baseline="0" noProof="0">
                <a:ln>
                  <a:noFill/>
                </a:ln>
                <a:solidFill>
                  <a:prstClr val="black"/>
                </a:solidFill>
                <a:effectLst/>
                <a:uLnTx/>
                <a:uFillTx/>
                <a:latin typeface="Calibri" panose="020F0502020204030204"/>
                <a:ea typeface="+mn-ea"/>
                <a:cs typeface="+mn-cs"/>
              </a:rPr>
              <a:t>In Standardwartung bis mindestens 2040</a:t>
            </a:r>
          </a:p>
          <a:p>
            <a:pPr marL="285750" marR="0" lvl="0" indent="-285750" algn="l" defTabSz="914400" rtl="0" eaLnBrk="1" fontAlgn="auto" latinLnBrk="0" hangingPunct="1">
              <a:lnSpc>
                <a:spcPct val="100000"/>
              </a:lnSpc>
              <a:spcBef>
                <a:spcPts val="0"/>
              </a:spcBef>
              <a:spcAft>
                <a:spcPts val="0"/>
              </a:spcAft>
              <a:buClr>
                <a:srgbClr val="ED7D31"/>
              </a:buClr>
              <a:buSzPct val="140000"/>
              <a:buFont typeface="Calibri" panose="020F0502020204030204" pitchFamily="34" charset="0"/>
              <a:buChar char="›"/>
              <a:tabLst/>
              <a:defRPr/>
            </a:pPr>
            <a:r>
              <a:rPr kumimoji="0" lang="de-DE" sz="1800" b="0" i="0" u="none" strike="noStrike" kern="1200" cap="none" spc="0" normalizeH="0" baseline="0" noProof="0">
                <a:ln>
                  <a:noFill/>
                </a:ln>
                <a:solidFill>
                  <a:prstClr val="black"/>
                </a:solidFill>
                <a:effectLst/>
                <a:uLnTx/>
                <a:uFillTx/>
                <a:latin typeface="Calibri" panose="020F0502020204030204"/>
                <a:ea typeface="+mn-ea"/>
                <a:cs typeface="+mn-cs"/>
              </a:rPr>
              <a:t>Weiterhin die </a:t>
            </a:r>
            <a:r>
              <a:rPr kumimoji="0" lang="de-DE" sz="1800" b="0" i="0" u="none" strike="noStrike" kern="1200" cap="none" spc="0" normalizeH="0" baseline="0" noProof="0" err="1">
                <a:ln>
                  <a:noFill/>
                </a:ln>
                <a:solidFill>
                  <a:prstClr val="black"/>
                </a:solidFill>
                <a:effectLst/>
                <a:uLnTx/>
                <a:uFillTx/>
                <a:latin typeface="Calibri" panose="020F0502020204030204"/>
                <a:ea typeface="+mn-ea"/>
                <a:cs typeface="+mn-cs"/>
              </a:rPr>
              <a:t>OnPremise</a:t>
            </a:r>
            <a:r>
              <a:rPr kumimoji="0" lang="de-DE" sz="1800" b="0" i="0" u="none" strike="noStrike" kern="1200" cap="none" spc="0" normalizeH="0" baseline="0" noProof="0">
                <a:ln>
                  <a:noFill/>
                </a:ln>
                <a:solidFill>
                  <a:prstClr val="black"/>
                </a:solidFill>
                <a:effectLst/>
                <a:uLnTx/>
                <a:uFillTx/>
                <a:latin typeface="Calibri" panose="020F0502020204030204"/>
                <a:ea typeface="+mn-ea"/>
                <a:cs typeface="+mn-cs"/>
              </a:rPr>
              <a:t> Lösung</a:t>
            </a:r>
          </a:p>
          <a:p>
            <a:pPr marL="285750" marR="0" lvl="0" indent="-285750" algn="l" defTabSz="914400" rtl="0" eaLnBrk="1" fontAlgn="auto" latinLnBrk="0" hangingPunct="1">
              <a:lnSpc>
                <a:spcPct val="100000"/>
              </a:lnSpc>
              <a:spcBef>
                <a:spcPts val="0"/>
              </a:spcBef>
              <a:spcAft>
                <a:spcPts val="0"/>
              </a:spcAft>
              <a:buClr>
                <a:srgbClr val="ED7D31"/>
              </a:buClr>
              <a:buSzPct val="140000"/>
              <a:buFont typeface="Calibri" panose="020F0502020204030204" pitchFamily="34" charset="0"/>
              <a:buChar char="›"/>
              <a:tabLst/>
              <a:defRPr/>
            </a:pPr>
            <a:r>
              <a:rPr kumimoji="0" lang="de-DE" sz="1800" b="0" i="0" u="none" strike="noStrike" kern="1200" cap="none" spc="0" normalizeH="0" baseline="0" noProof="0">
                <a:ln>
                  <a:noFill/>
                </a:ln>
                <a:solidFill>
                  <a:prstClr val="black"/>
                </a:solidFill>
                <a:effectLst/>
                <a:uLnTx/>
                <a:uFillTx/>
                <a:latin typeface="Calibri" panose="020F0502020204030204"/>
                <a:ea typeface="+mn-ea"/>
                <a:cs typeface="+mn-cs"/>
              </a:rPr>
              <a:t>Innovationen und „</a:t>
            </a:r>
            <a:r>
              <a:rPr kumimoji="0" lang="de-DE" sz="1800" b="0" i="0" u="none" strike="noStrike" kern="1200" cap="none" spc="0" normalizeH="0" baseline="0" noProof="0" err="1">
                <a:ln>
                  <a:noFill/>
                </a:ln>
                <a:solidFill>
                  <a:prstClr val="black"/>
                </a:solidFill>
                <a:effectLst/>
                <a:uLnTx/>
                <a:uFillTx/>
                <a:latin typeface="Calibri" panose="020F0502020204030204"/>
                <a:ea typeface="+mn-ea"/>
                <a:cs typeface="+mn-cs"/>
              </a:rPr>
              <a:t>Simplifications</a:t>
            </a:r>
            <a:r>
              <a:rPr kumimoji="0" lang="de-DE" sz="1800" b="0" i="0" u="none" strike="noStrike" kern="1200" cap="none" spc="0" normalizeH="0" baseline="0" noProof="0">
                <a:ln>
                  <a:noFill/>
                </a:ln>
                <a:solidFill>
                  <a:prstClr val="black"/>
                </a:solidFill>
                <a:effectLst/>
                <a:uLnTx/>
                <a:uFillTx/>
                <a:latin typeface="Calibri" panose="020F0502020204030204"/>
                <a:ea typeface="+mn-ea"/>
                <a:cs typeface="+mn-cs"/>
              </a:rPr>
              <a:t>“</a:t>
            </a:r>
          </a:p>
          <a:p>
            <a:pPr marL="285750" marR="0" lvl="0" indent="-285750" algn="l" defTabSz="914400" rtl="0" eaLnBrk="1" fontAlgn="auto" latinLnBrk="0" hangingPunct="1">
              <a:lnSpc>
                <a:spcPct val="100000"/>
              </a:lnSpc>
              <a:spcBef>
                <a:spcPts val="0"/>
              </a:spcBef>
              <a:spcAft>
                <a:spcPts val="0"/>
              </a:spcAft>
              <a:buClr>
                <a:srgbClr val="ED7D31"/>
              </a:buClr>
              <a:buSzPct val="140000"/>
              <a:buFont typeface="Calibri" panose="020F0502020204030204" pitchFamily="34" charset="0"/>
              <a:buChar char="›"/>
              <a:tabLst/>
              <a:defRPr/>
            </a:pPr>
            <a:r>
              <a:rPr kumimoji="0" lang="de-DE" sz="1800" b="0" i="0" u="none" strike="noStrike" kern="1200" cap="none" spc="0" normalizeH="0" baseline="0" noProof="0">
                <a:ln>
                  <a:noFill/>
                </a:ln>
                <a:solidFill>
                  <a:prstClr val="black"/>
                </a:solidFill>
                <a:effectLst/>
                <a:uLnTx/>
                <a:uFillTx/>
                <a:latin typeface="Calibri" panose="020F0502020204030204"/>
                <a:ea typeface="+mn-ea"/>
                <a:cs typeface="+mn-cs"/>
              </a:rPr>
              <a:t>Auswirkungen der </a:t>
            </a:r>
            <a:r>
              <a:rPr kumimoji="0" lang="de-DE" sz="1800" b="0" i="0" u="none" strike="noStrike" kern="1200" cap="none" spc="0" normalizeH="0" baseline="0" noProof="0" err="1">
                <a:ln>
                  <a:noFill/>
                </a:ln>
                <a:solidFill>
                  <a:prstClr val="black"/>
                </a:solidFill>
                <a:effectLst/>
                <a:uLnTx/>
                <a:uFillTx/>
                <a:latin typeface="Calibri" panose="020F0502020204030204"/>
                <a:ea typeface="+mn-ea"/>
                <a:cs typeface="+mn-cs"/>
              </a:rPr>
              <a:t>Simplifications</a:t>
            </a:r>
            <a:r>
              <a:rPr kumimoji="0" lang="de-DE" sz="1800" b="0" i="0" u="none" strike="noStrike" kern="1200" cap="none" spc="0" normalizeH="0" baseline="0" noProof="0">
                <a:ln>
                  <a:noFill/>
                </a:ln>
                <a:solidFill>
                  <a:prstClr val="black"/>
                </a:solidFill>
                <a:effectLst/>
                <a:uLnTx/>
                <a:uFillTx/>
                <a:latin typeface="Calibri" panose="020F0502020204030204"/>
                <a:ea typeface="+mn-ea"/>
                <a:cs typeface="+mn-cs"/>
              </a:rPr>
              <a:t> müssen individuell geprüft werden</a:t>
            </a:r>
          </a:p>
        </p:txBody>
      </p:sp>
      <p:sp>
        <p:nvSpPr>
          <p:cNvPr id="85" name="Textfeld 84">
            <a:extLst>
              <a:ext uri="{FF2B5EF4-FFF2-40B4-BE49-F238E27FC236}">
                <a16:creationId xmlns:a16="http://schemas.microsoft.com/office/drawing/2014/main" id="{E4D443EB-3747-B906-BD1D-1086666B40F3}"/>
              </a:ext>
            </a:extLst>
          </p:cNvPr>
          <p:cNvSpPr txBox="1"/>
          <p:nvPr/>
        </p:nvSpPr>
        <p:spPr>
          <a:xfrm>
            <a:off x="7322403" y="1829292"/>
            <a:ext cx="4641530" cy="1754326"/>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
                <a:srgbClr val="ED7D31"/>
              </a:buClr>
              <a:buSzPct val="140000"/>
              <a:buFont typeface="Calibri" panose="020F0502020204030204" pitchFamily="34" charset="0"/>
              <a:buChar char="›"/>
              <a:tabLst/>
              <a:defRPr/>
            </a:pPr>
            <a:r>
              <a:rPr kumimoji="0" lang="de-DE" sz="1800" b="0" i="0" u="none" strike="noStrike" kern="1200" cap="none" spc="0" normalizeH="0" baseline="0" noProof="0">
                <a:ln>
                  <a:noFill/>
                </a:ln>
                <a:solidFill>
                  <a:prstClr val="black"/>
                </a:solidFill>
                <a:effectLst/>
                <a:uLnTx/>
                <a:uFillTx/>
                <a:latin typeface="Calibri" panose="020F0502020204030204"/>
                <a:ea typeface="+mn-ea"/>
                <a:cs typeface="+mn-cs"/>
              </a:rPr>
              <a:t>Seit Januar 2021 möglich</a:t>
            </a:r>
          </a:p>
          <a:p>
            <a:pPr marL="285750" marR="0" lvl="0" indent="-285750" algn="l" defTabSz="914400" rtl="0" eaLnBrk="1" fontAlgn="auto" latinLnBrk="0" hangingPunct="1">
              <a:lnSpc>
                <a:spcPct val="100000"/>
              </a:lnSpc>
              <a:spcBef>
                <a:spcPts val="0"/>
              </a:spcBef>
              <a:spcAft>
                <a:spcPts val="0"/>
              </a:spcAft>
              <a:buClr>
                <a:srgbClr val="ED7D31"/>
              </a:buClr>
              <a:buSzPct val="140000"/>
              <a:buFont typeface="Calibri" panose="020F0502020204030204" pitchFamily="34" charset="0"/>
              <a:buChar char="›"/>
              <a:tabLst/>
              <a:defRPr/>
            </a:pPr>
            <a:r>
              <a:rPr kumimoji="0" lang="de-DE" sz="1800" b="0" i="0" u="none" strike="noStrike" kern="1200" cap="none" spc="0" normalizeH="0" baseline="0" noProof="0" err="1">
                <a:ln>
                  <a:noFill/>
                </a:ln>
                <a:solidFill>
                  <a:prstClr val="black"/>
                </a:solidFill>
                <a:effectLst/>
                <a:uLnTx/>
                <a:uFillTx/>
                <a:latin typeface="Calibri" panose="020F0502020204030204"/>
                <a:ea typeface="+mn-ea"/>
                <a:cs typeface="+mn-cs"/>
              </a:rPr>
              <a:t>Corefunktionalitäten</a:t>
            </a:r>
            <a:r>
              <a:rPr kumimoji="0" lang="de-DE" sz="1800" b="0" i="0" u="none" strike="noStrike" kern="1200" cap="none" spc="0" normalizeH="0" baseline="0" noProof="0">
                <a:ln>
                  <a:noFill/>
                </a:ln>
                <a:solidFill>
                  <a:prstClr val="black"/>
                </a:solidFill>
                <a:effectLst/>
                <a:uLnTx/>
                <a:uFillTx/>
                <a:latin typeface="Calibri" panose="020F0502020204030204"/>
                <a:ea typeface="+mn-ea"/>
                <a:cs typeface="+mn-cs"/>
              </a:rPr>
              <a:t>, Payroll und Zeitwirtschaft können beibehalten werden – Migration in ein Cloud Deployment</a:t>
            </a:r>
          </a:p>
          <a:p>
            <a:pPr marL="285750" marR="0" lvl="0" indent="-285750" algn="l" defTabSz="914400" rtl="0" eaLnBrk="1" fontAlgn="auto" latinLnBrk="0" hangingPunct="1">
              <a:lnSpc>
                <a:spcPct val="100000"/>
              </a:lnSpc>
              <a:spcBef>
                <a:spcPts val="0"/>
              </a:spcBef>
              <a:spcAft>
                <a:spcPts val="0"/>
              </a:spcAft>
              <a:buClr>
                <a:srgbClr val="ED7D31"/>
              </a:buClr>
              <a:buSzPct val="140000"/>
              <a:buFont typeface="Calibri" panose="020F0502020204030204" pitchFamily="34" charset="0"/>
              <a:buChar char="›"/>
              <a:tabLst/>
              <a:defRPr/>
            </a:pPr>
            <a:r>
              <a:rPr kumimoji="0" lang="de-DE" sz="1800" b="0" i="0" u="none" strike="noStrike" kern="1200" cap="none" spc="0" normalizeH="0" baseline="0" noProof="0">
                <a:ln>
                  <a:noFill/>
                </a:ln>
                <a:solidFill>
                  <a:prstClr val="black"/>
                </a:solidFill>
                <a:effectLst/>
                <a:uLnTx/>
                <a:uFillTx/>
                <a:latin typeface="Calibri" panose="020F0502020204030204"/>
                <a:ea typeface="+mn-ea"/>
                <a:cs typeface="+mn-cs"/>
              </a:rPr>
              <a:t>Ohne die Module Learning, Recruiting, Talent- und Travelmanagement</a:t>
            </a:r>
          </a:p>
        </p:txBody>
      </p:sp>
      <p:sp>
        <p:nvSpPr>
          <p:cNvPr id="87" name="Textfeld 86">
            <a:extLst>
              <a:ext uri="{FF2B5EF4-FFF2-40B4-BE49-F238E27FC236}">
                <a16:creationId xmlns:a16="http://schemas.microsoft.com/office/drawing/2014/main" id="{B559A93A-15D2-BF7B-67D8-5E3FC0ADFD4C}"/>
              </a:ext>
            </a:extLst>
          </p:cNvPr>
          <p:cNvSpPr txBox="1"/>
          <p:nvPr/>
        </p:nvSpPr>
        <p:spPr>
          <a:xfrm>
            <a:off x="7328768" y="3764660"/>
            <a:ext cx="4635165"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a:ln>
                  <a:noFill/>
                </a:ln>
                <a:solidFill>
                  <a:schemeClr val="tx2"/>
                </a:solidFill>
                <a:effectLst/>
                <a:uLnTx/>
                <a:uFillTx/>
                <a:latin typeface="Calibri" panose="020F0502020204030204"/>
                <a:ea typeface="+mn-ea"/>
                <a:cs typeface="+mn-cs"/>
              </a:rPr>
              <a:t>Nachfolger von SAP HCM</a:t>
            </a:r>
          </a:p>
        </p:txBody>
      </p:sp>
      <p:sp>
        <p:nvSpPr>
          <p:cNvPr id="89" name="Textfeld 88">
            <a:extLst>
              <a:ext uri="{FF2B5EF4-FFF2-40B4-BE49-F238E27FC236}">
                <a16:creationId xmlns:a16="http://schemas.microsoft.com/office/drawing/2014/main" id="{66D3647B-ACBC-1A70-00AE-CCD6C25C6B63}"/>
              </a:ext>
            </a:extLst>
          </p:cNvPr>
          <p:cNvSpPr txBox="1"/>
          <p:nvPr/>
        </p:nvSpPr>
        <p:spPr>
          <a:xfrm>
            <a:off x="7328768" y="1459960"/>
            <a:ext cx="3424136"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a:ln>
                  <a:noFill/>
                </a:ln>
                <a:solidFill>
                  <a:schemeClr val="tx2"/>
                </a:solidFill>
                <a:effectLst/>
                <a:uLnTx/>
                <a:uFillTx/>
                <a:latin typeface="Calibri" panose="020F0502020204030204"/>
                <a:ea typeface="+mn-ea"/>
                <a:cs typeface="+mn-cs"/>
              </a:rPr>
              <a:t>Ihr HCM von SAP gehostet </a:t>
            </a:r>
          </a:p>
        </p:txBody>
      </p:sp>
    </p:spTree>
    <p:extLst>
      <p:ext uri="{BB962C8B-B14F-4D97-AF65-F5344CB8AC3E}">
        <p14:creationId xmlns:p14="http://schemas.microsoft.com/office/powerpoint/2010/main" val="39906332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AFFB64DF-AE11-D96C-9015-07376CE1C8F7}"/>
              </a:ext>
            </a:extLst>
          </p:cNvPr>
          <p:cNvSpPr>
            <a:spLocks noGrp="1"/>
          </p:cNvSpPr>
          <p:nvPr>
            <p:ph type="title"/>
          </p:nvPr>
        </p:nvSpPr>
        <p:spPr>
          <a:xfrm>
            <a:off x="278363" y="48875"/>
            <a:ext cx="10153261" cy="635125"/>
          </a:xfrm>
          <a:prstGeom prst="rect">
            <a:avLst/>
          </a:prstGeom>
        </p:spPr>
        <p:txBody>
          <a:bodyPr/>
          <a:lstStyle/>
          <a:p>
            <a:r>
              <a:rPr lang="de-DE"/>
              <a:t>mindsquare Standard Vorgehensmodell zur SAP HCM </a:t>
            </a:r>
            <a:r>
              <a:rPr lang="de-DE" err="1"/>
              <a:t>for</a:t>
            </a:r>
            <a:r>
              <a:rPr lang="de-DE"/>
              <a:t> S/4HANA (H4S4) Transformation</a:t>
            </a:r>
          </a:p>
        </p:txBody>
      </p:sp>
      <p:sp>
        <p:nvSpPr>
          <p:cNvPr id="5" name="Rechteck 4">
            <a:extLst>
              <a:ext uri="{FF2B5EF4-FFF2-40B4-BE49-F238E27FC236}">
                <a16:creationId xmlns:a16="http://schemas.microsoft.com/office/drawing/2014/main" id="{A5613AB9-69B8-871E-58E4-7CF34DC33F36}"/>
              </a:ext>
            </a:extLst>
          </p:cNvPr>
          <p:cNvSpPr/>
          <p:nvPr/>
        </p:nvSpPr>
        <p:spPr>
          <a:xfrm>
            <a:off x="195484" y="1240249"/>
            <a:ext cx="11745038" cy="479017"/>
          </a:xfrm>
          <a:prstGeom prst="rect">
            <a:avLst/>
          </a:prstGeom>
          <a:solidFill>
            <a:schemeClr val="accent3">
              <a:alpha val="15000"/>
            </a:schemeClr>
          </a:solidFill>
        </p:spPr>
        <p:style>
          <a:lnRef idx="0">
            <a:schemeClr val="accent3"/>
          </a:lnRef>
          <a:fillRef idx="3">
            <a:schemeClr val="accent3"/>
          </a:fillRef>
          <a:effectRef idx="3">
            <a:schemeClr val="accent3"/>
          </a:effectRef>
          <a:fontRef idx="minor">
            <a:schemeClr val="lt1"/>
          </a:fontRef>
        </p:style>
        <p:txBody>
          <a:bodyPr rtlCol="0" anchor="ctr"/>
          <a:lstStyle/>
          <a:p>
            <a:pPr algn="ctr"/>
            <a:endParaRPr lang="de-DE"/>
          </a:p>
        </p:txBody>
      </p:sp>
      <p:grpSp>
        <p:nvGrpSpPr>
          <p:cNvPr id="11" name="Gruppieren 10">
            <a:extLst>
              <a:ext uri="{FF2B5EF4-FFF2-40B4-BE49-F238E27FC236}">
                <a16:creationId xmlns:a16="http://schemas.microsoft.com/office/drawing/2014/main" id="{67159F39-27F6-CF32-440D-4B5D7FB1F351}"/>
              </a:ext>
            </a:extLst>
          </p:cNvPr>
          <p:cNvGrpSpPr/>
          <p:nvPr/>
        </p:nvGrpSpPr>
        <p:grpSpPr>
          <a:xfrm>
            <a:off x="720719" y="1041200"/>
            <a:ext cx="706774" cy="617118"/>
            <a:chOff x="685800" y="993913"/>
            <a:chExt cx="706774" cy="617118"/>
          </a:xfrm>
        </p:grpSpPr>
        <p:sp>
          <p:nvSpPr>
            <p:cNvPr id="6" name="Oval 5">
              <a:extLst>
                <a:ext uri="{FF2B5EF4-FFF2-40B4-BE49-F238E27FC236}">
                  <a16:creationId xmlns:a16="http://schemas.microsoft.com/office/drawing/2014/main" id="{04BD00FA-00A5-157D-7E7B-F45B18FE2E87}"/>
                </a:ext>
              </a:extLst>
            </p:cNvPr>
            <p:cNvSpPr>
              <a:spLocks noChangeAspect="1"/>
            </p:cNvSpPr>
            <p:nvPr/>
          </p:nvSpPr>
          <p:spPr>
            <a:xfrm>
              <a:off x="685800" y="1251031"/>
              <a:ext cx="360000" cy="360000"/>
            </a:xfrm>
            <a:prstGeom prst="ellipse">
              <a:avLst/>
            </a:prstGeom>
            <a:solidFill>
              <a:schemeClr val="accent2"/>
            </a:solidFill>
          </p:spPr>
          <p:style>
            <a:lnRef idx="3">
              <a:schemeClr val="lt1"/>
            </a:lnRef>
            <a:fillRef idx="1">
              <a:schemeClr val="accent4"/>
            </a:fillRef>
            <a:effectRef idx="1">
              <a:schemeClr val="accent4"/>
            </a:effectRef>
            <a:fontRef idx="minor">
              <a:schemeClr val="lt1"/>
            </a:fontRef>
          </p:style>
          <p:txBody>
            <a:bodyPr rtlCol="0" anchor="ctr"/>
            <a:lstStyle/>
            <a:p>
              <a:pPr algn="ctr"/>
              <a:endParaRPr lang="de-DE"/>
            </a:p>
          </p:txBody>
        </p:sp>
        <p:cxnSp>
          <p:nvCxnSpPr>
            <p:cNvPr id="8" name="Gerade Verbindung 7">
              <a:extLst>
                <a:ext uri="{FF2B5EF4-FFF2-40B4-BE49-F238E27FC236}">
                  <a16:creationId xmlns:a16="http://schemas.microsoft.com/office/drawing/2014/main" id="{5A6162B2-0A82-DC0D-AEDD-0293B949CDF9}"/>
                </a:ext>
              </a:extLst>
            </p:cNvPr>
            <p:cNvCxnSpPr>
              <a:stCxn id="6" idx="7"/>
            </p:cNvCxnSpPr>
            <p:nvPr/>
          </p:nvCxnSpPr>
          <p:spPr>
            <a:xfrm flipV="1">
              <a:off x="993079" y="993913"/>
              <a:ext cx="219495" cy="309839"/>
            </a:xfrm>
            <a:prstGeom prst="line">
              <a:avLst/>
            </a:prstGeom>
            <a:ln w="19050"/>
          </p:spPr>
          <p:style>
            <a:lnRef idx="1">
              <a:schemeClr val="accent2"/>
            </a:lnRef>
            <a:fillRef idx="0">
              <a:schemeClr val="accent2"/>
            </a:fillRef>
            <a:effectRef idx="0">
              <a:schemeClr val="accent2"/>
            </a:effectRef>
            <a:fontRef idx="minor">
              <a:schemeClr val="tx1"/>
            </a:fontRef>
          </p:style>
        </p:cxnSp>
        <p:cxnSp>
          <p:nvCxnSpPr>
            <p:cNvPr id="10" name="Gerade Verbindung 9">
              <a:extLst>
                <a:ext uri="{FF2B5EF4-FFF2-40B4-BE49-F238E27FC236}">
                  <a16:creationId xmlns:a16="http://schemas.microsoft.com/office/drawing/2014/main" id="{B79E90D0-3FAD-D096-37F9-C078B80B65BA}"/>
                </a:ext>
              </a:extLst>
            </p:cNvPr>
            <p:cNvCxnSpPr/>
            <p:nvPr/>
          </p:nvCxnSpPr>
          <p:spPr>
            <a:xfrm flipH="1">
              <a:off x="1212574" y="993913"/>
              <a:ext cx="180000" cy="0"/>
            </a:xfrm>
            <a:prstGeom prst="line">
              <a:avLst/>
            </a:prstGeom>
            <a:ln w="19050"/>
          </p:spPr>
          <p:style>
            <a:lnRef idx="1">
              <a:schemeClr val="accent2"/>
            </a:lnRef>
            <a:fillRef idx="0">
              <a:schemeClr val="accent2"/>
            </a:fillRef>
            <a:effectRef idx="0">
              <a:schemeClr val="accent2"/>
            </a:effectRef>
            <a:fontRef idx="minor">
              <a:schemeClr val="tx1"/>
            </a:fontRef>
          </p:style>
        </p:cxnSp>
      </p:grpSp>
      <p:grpSp>
        <p:nvGrpSpPr>
          <p:cNvPr id="4" name="Gruppieren 3">
            <a:extLst>
              <a:ext uri="{FF2B5EF4-FFF2-40B4-BE49-F238E27FC236}">
                <a16:creationId xmlns:a16="http://schemas.microsoft.com/office/drawing/2014/main" id="{55D8E783-3E2E-43DA-90E5-5FFB09A4287D}"/>
              </a:ext>
            </a:extLst>
          </p:cNvPr>
          <p:cNvGrpSpPr/>
          <p:nvPr/>
        </p:nvGrpSpPr>
        <p:grpSpPr>
          <a:xfrm>
            <a:off x="195484" y="2599812"/>
            <a:ext cx="1824039" cy="4042070"/>
            <a:chOff x="195484" y="2599812"/>
            <a:chExt cx="1824040" cy="4042070"/>
          </a:xfrm>
          <a:effectLst/>
        </p:grpSpPr>
        <p:grpSp>
          <p:nvGrpSpPr>
            <p:cNvPr id="17" name="Gruppieren 16">
              <a:extLst>
                <a:ext uri="{FF2B5EF4-FFF2-40B4-BE49-F238E27FC236}">
                  <a16:creationId xmlns:a16="http://schemas.microsoft.com/office/drawing/2014/main" id="{F88550EB-862C-A0C4-BFDE-F890D2F0E249}"/>
                </a:ext>
              </a:extLst>
            </p:cNvPr>
            <p:cNvGrpSpPr/>
            <p:nvPr/>
          </p:nvGrpSpPr>
          <p:grpSpPr>
            <a:xfrm>
              <a:off x="195484" y="2795916"/>
              <a:ext cx="1824040" cy="3845966"/>
              <a:chOff x="164465" y="1638419"/>
              <a:chExt cx="2214588" cy="4664674"/>
            </a:xfrm>
          </p:grpSpPr>
          <p:sp>
            <p:nvSpPr>
              <p:cNvPr id="18" name="Rechteck 17">
                <a:extLst>
                  <a:ext uri="{FF2B5EF4-FFF2-40B4-BE49-F238E27FC236}">
                    <a16:creationId xmlns:a16="http://schemas.microsoft.com/office/drawing/2014/main" id="{8F4E5900-56E0-D9E6-CDEE-A6418314D17E}"/>
                  </a:ext>
                </a:extLst>
              </p:cNvPr>
              <p:cNvSpPr/>
              <p:nvPr/>
            </p:nvSpPr>
            <p:spPr>
              <a:xfrm>
                <a:off x="165052" y="1638419"/>
                <a:ext cx="2214001" cy="4664674"/>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prstClr val="white"/>
                  </a:solidFill>
                  <a:latin typeface="Calibri" panose="020F0502020204030204"/>
                </a:endParaRPr>
              </a:p>
            </p:txBody>
          </p:sp>
          <p:sp>
            <p:nvSpPr>
              <p:cNvPr id="19" name="Textplatzhalter 3">
                <a:extLst>
                  <a:ext uri="{FF2B5EF4-FFF2-40B4-BE49-F238E27FC236}">
                    <a16:creationId xmlns:a16="http://schemas.microsoft.com/office/drawing/2014/main" id="{9AA6699E-14C8-2A11-164B-6BA3DA2BD15B}"/>
                  </a:ext>
                </a:extLst>
              </p:cNvPr>
              <p:cNvSpPr txBox="1">
                <a:spLocks/>
              </p:cNvSpPr>
              <p:nvPr/>
            </p:nvSpPr>
            <p:spPr>
              <a:xfrm>
                <a:off x="164465" y="1723131"/>
                <a:ext cx="2211074" cy="2284513"/>
              </a:xfrm>
              <a:prstGeom prst="rect">
                <a:avLst/>
              </a:prstGeom>
            </p:spPr>
            <p:txBody>
              <a:bodyPr vert="horz" lIns="91440" tIns="45720" rIns="91440" bIns="45720" rtlCol="0">
                <a:noAutofit/>
              </a:bodyPr>
              <a:lstStyle>
                <a:lvl1pPr marL="457189" indent="-457189" algn="l" defTabSz="1219170" rtl="0" eaLnBrk="1" latinLnBrk="0" hangingPunct="1">
                  <a:spcBef>
                    <a:spcPct val="20000"/>
                  </a:spcBef>
                  <a:buClr>
                    <a:srgbClr val="EA5901"/>
                  </a:buClr>
                  <a:buFont typeface="Wingdings" panose="05000000000000000000" pitchFamily="2" charset="2"/>
                  <a:buChar char="§"/>
                  <a:defRPr sz="3200" kern="1200" baseline="0">
                    <a:solidFill>
                      <a:schemeClr val="tx1"/>
                    </a:solidFill>
                    <a:latin typeface="Calibri" panose="020F0502020204030204" pitchFamily="34" charset="0"/>
                    <a:ea typeface="+mn-ea"/>
                    <a:cs typeface="+mn-cs"/>
                  </a:defRPr>
                </a:lvl1pPr>
                <a:lvl2pPr marL="990575" indent="-380990" algn="l" defTabSz="1219170" rtl="0" eaLnBrk="1" latinLnBrk="0" hangingPunct="1">
                  <a:spcBef>
                    <a:spcPct val="20000"/>
                  </a:spcBef>
                  <a:buClr>
                    <a:srgbClr val="EA5901"/>
                  </a:buClr>
                  <a:buFont typeface="Wingdings" panose="05000000000000000000" pitchFamily="2" charset="2"/>
                  <a:buChar char="§"/>
                  <a:defRPr sz="2933" kern="1200" baseline="0">
                    <a:solidFill>
                      <a:schemeClr val="tx1"/>
                    </a:solidFill>
                    <a:latin typeface="Calibri" panose="020F0502020204030204" pitchFamily="34" charset="0"/>
                    <a:ea typeface="+mn-ea"/>
                    <a:cs typeface="+mn-cs"/>
                  </a:defRPr>
                </a:lvl2pPr>
                <a:lvl3pPr marL="1523962" indent="-304792" algn="l" defTabSz="1219170" rtl="0" eaLnBrk="1" latinLnBrk="0" hangingPunct="1">
                  <a:spcBef>
                    <a:spcPct val="20000"/>
                  </a:spcBef>
                  <a:buClr>
                    <a:srgbClr val="EA5901"/>
                  </a:buClr>
                  <a:buFont typeface="Wingdings" panose="05000000000000000000" pitchFamily="2" charset="2"/>
                  <a:buChar char="§"/>
                  <a:defRPr sz="2667" kern="1200" baseline="0">
                    <a:solidFill>
                      <a:schemeClr val="tx1"/>
                    </a:solidFill>
                    <a:latin typeface="Calibri" panose="020F0502020204030204" pitchFamily="34" charset="0"/>
                    <a:ea typeface="+mn-ea"/>
                    <a:cs typeface="+mn-cs"/>
                  </a:defRPr>
                </a:lvl3pPr>
                <a:lvl4pPr marL="2133547" indent="-304792" algn="l" defTabSz="1219170" rtl="0" eaLnBrk="1" latinLnBrk="0" hangingPunct="1">
                  <a:spcBef>
                    <a:spcPct val="20000"/>
                  </a:spcBef>
                  <a:buClr>
                    <a:srgbClr val="EA5901"/>
                  </a:buClr>
                  <a:buFont typeface="Wingdings" panose="05000000000000000000" pitchFamily="2" charset="2"/>
                  <a:buChar char="§"/>
                  <a:defRPr sz="2400" kern="1200" baseline="0">
                    <a:solidFill>
                      <a:schemeClr val="tx1"/>
                    </a:solidFill>
                    <a:latin typeface="Calibri" panose="020F0502020204030204" pitchFamily="34" charset="0"/>
                    <a:ea typeface="+mn-ea"/>
                    <a:cs typeface="+mn-cs"/>
                  </a:defRPr>
                </a:lvl4pPr>
                <a:lvl5pPr marL="2743131" indent="-304792" algn="l" defTabSz="1219170" rtl="0" eaLnBrk="1" latinLnBrk="0" hangingPunct="1">
                  <a:spcBef>
                    <a:spcPct val="20000"/>
                  </a:spcBef>
                  <a:buClr>
                    <a:srgbClr val="EA5901"/>
                  </a:buClr>
                  <a:buFont typeface="Wingdings" panose="05000000000000000000" pitchFamily="2" charset="2"/>
                  <a:buChar char="§"/>
                  <a:defRPr sz="2400" kern="1200" baseline="0">
                    <a:solidFill>
                      <a:schemeClr val="tx1"/>
                    </a:solidFill>
                    <a:latin typeface="Calibri" panose="020F0502020204030204" pitchFamily="34" charset="0"/>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0" indent="0">
                  <a:buNone/>
                  <a:defRPr/>
                </a:pPr>
                <a:endParaRPr lang="de-DE" sz="1300">
                  <a:solidFill>
                    <a:srgbClr val="E7E6E6">
                      <a:lumMod val="25000"/>
                    </a:srgbClr>
                  </a:solidFill>
                </a:endParaRPr>
              </a:p>
              <a:p>
                <a:pPr marL="184150" indent="-184150">
                  <a:spcBef>
                    <a:spcPts val="0"/>
                  </a:spcBef>
                  <a:buClr>
                    <a:schemeClr val="accent2"/>
                  </a:buClr>
                  <a:buSzPct val="100000"/>
                  <a:buFont typeface="Wingdings" pitchFamily="2" charset="2"/>
                  <a:buChar char="ü"/>
                </a:pPr>
                <a:r>
                  <a:rPr lang="de-DE" sz="1200">
                    <a:solidFill>
                      <a:srgbClr val="E7E6E6">
                        <a:lumMod val="25000"/>
                      </a:srgbClr>
                    </a:solidFill>
                    <a:latin typeface="Calibri" panose="020F0502020204030204"/>
                  </a:rPr>
                  <a:t>Strategie Workshop</a:t>
                </a:r>
              </a:p>
              <a:p>
                <a:pPr marL="184150" indent="-184150">
                  <a:spcBef>
                    <a:spcPts val="0"/>
                  </a:spcBef>
                  <a:buClr>
                    <a:schemeClr val="accent2"/>
                  </a:buClr>
                  <a:buSzPct val="100000"/>
                  <a:buFont typeface="Wingdings" pitchFamily="2" charset="2"/>
                  <a:buChar char="ü"/>
                </a:pPr>
                <a:r>
                  <a:rPr lang="de-DE" sz="1200">
                    <a:solidFill>
                      <a:srgbClr val="E7E6E6">
                        <a:lumMod val="25000"/>
                      </a:srgbClr>
                    </a:solidFill>
                    <a:latin typeface="Calibri" panose="020F0502020204030204"/>
                  </a:rPr>
                  <a:t>Systemanalyse – </a:t>
                </a:r>
                <a:r>
                  <a:rPr lang="de-DE" sz="1200" err="1">
                    <a:solidFill>
                      <a:srgbClr val="E7E6E6">
                        <a:lumMod val="25000"/>
                      </a:srgbClr>
                    </a:solidFill>
                    <a:latin typeface="Calibri" panose="020F0502020204030204"/>
                  </a:rPr>
                  <a:t>Simplifications</a:t>
                </a:r>
                <a:r>
                  <a:rPr lang="de-DE" sz="1200">
                    <a:solidFill>
                      <a:srgbClr val="E7E6E6">
                        <a:lumMod val="25000"/>
                      </a:srgbClr>
                    </a:solidFill>
                    <a:latin typeface="Calibri" panose="020F0502020204030204"/>
                  </a:rPr>
                  <a:t> &amp; Eigenentwicklungen</a:t>
                </a:r>
              </a:p>
              <a:p>
                <a:pPr marL="184150" indent="-184150">
                  <a:spcBef>
                    <a:spcPts val="0"/>
                  </a:spcBef>
                  <a:buClr>
                    <a:schemeClr val="accent2"/>
                  </a:buClr>
                  <a:buSzPct val="100000"/>
                  <a:buFont typeface="Wingdings" pitchFamily="2" charset="2"/>
                  <a:buChar char="ü"/>
                </a:pPr>
                <a:r>
                  <a:rPr lang="de-DE" sz="1200">
                    <a:solidFill>
                      <a:srgbClr val="E7E6E6">
                        <a:lumMod val="25000"/>
                      </a:srgbClr>
                    </a:solidFill>
                    <a:latin typeface="Calibri" panose="020F0502020204030204"/>
                  </a:rPr>
                  <a:t>Zielsystemlandschaft definieren (S/4HANA, </a:t>
                </a:r>
                <a:r>
                  <a:rPr lang="de-DE" sz="1200" err="1">
                    <a:solidFill>
                      <a:srgbClr val="E7E6E6">
                        <a:lumMod val="25000"/>
                      </a:srgbClr>
                    </a:solidFill>
                    <a:latin typeface="Calibri" panose="020F0502020204030204"/>
                  </a:rPr>
                  <a:t>SuFa</a:t>
                </a:r>
                <a:r>
                  <a:rPr lang="de-DE" sz="1200">
                    <a:solidFill>
                      <a:srgbClr val="E7E6E6">
                        <a:lumMod val="25000"/>
                      </a:srgbClr>
                    </a:solidFill>
                    <a:latin typeface="Calibri" panose="020F0502020204030204"/>
                  </a:rPr>
                  <a:t>)</a:t>
                </a:r>
              </a:p>
              <a:p>
                <a:pPr marL="184150" indent="-184150">
                  <a:spcBef>
                    <a:spcPts val="0"/>
                  </a:spcBef>
                  <a:buClr>
                    <a:schemeClr val="accent2"/>
                  </a:buClr>
                  <a:buSzPct val="100000"/>
                  <a:buFont typeface="Wingdings" pitchFamily="2" charset="2"/>
                  <a:buChar char="ü"/>
                </a:pPr>
                <a:r>
                  <a:rPr lang="de-DE" sz="1200">
                    <a:solidFill>
                      <a:srgbClr val="E7E6E6">
                        <a:lumMod val="25000"/>
                      </a:srgbClr>
                    </a:solidFill>
                    <a:latin typeface="Calibri" panose="020F0502020204030204"/>
                  </a:rPr>
                  <a:t>Lizenzanalyse</a:t>
                </a:r>
              </a:p>
              <a:p>
                <a:pPr marL="184150" indent="-184150">
                  <a:spcBef>
                    <a:spcPts val="0"/>
                  </a:spcBef>
                  <a:buClr>
                    <a:schemeClr val="accent2"/>
                  </a:buClr>
                  <a:buSzPct val="100000"/>
                  <a:buFont typeface="Wingdings" pitchFamily="2" charset="2"/>
                  <a:buChar char="ü"/>
                </a:pPr>
                <a:r>
                  <a:rPr lang="de-DE" sz="1200">
                    <a:solidFill>
                      <a:srgbClr val="E7E6E6">
                        <a:lumMod val="25000"/>
                      </a:srgbClr>
                    </a:solidFill>
                    <a:latin typeface="Calibri" panose="020F0502020204030204"/>
                  </a:rPr>
                  <a:t>Vorgehen &amp; Zeitplanung</a:t>
                </a:r>
              </a:p>
              <a:p>
                <a:pPr marL="184150" indent="-184150">
                  <a:spcBef>
                    <a:spcPts val="0"/>
                  </a:spcBef>
                  <a:buClr>
                    <a:schemeClr val="accent2"/>
                  </a:buClr>
                  <a:buSzPct val="100000"/>
                  <a:buFont typeface="Wingdings" pitchFamily="2" charset="2"/>
                  <a:buChar char="ü"/>
                </a:pPr>
                <a:r>
                  <a:rPr lang="de-DE" sz="1200">
                    <a:solidFill>
                      <a:srgbClr val="E7E6E6">
                        <a:lumMod val="25000"/>
                      </a:srgbClr>
                    </a:solidFill>
                    <a:latin typeface="Calibri" panose="020F0502020204030204"/>
                  </a:rPr>
                  <a:t>Roadmap als Management Präsentation</a:t>
                </a:r>
              </a:p>
              <a:p>
                <a:pPr marL="184150" indent="-184150">
                  <a:spcBef>
                    <a:spcPts val="0"/>
                  </a:spcBef>
                  <a:buClr>
                    <a:schemeClr val="accent2"/>
                  </a:buClr>
                  <a:buSzPct val="100000"/>
                  <a:buFont typeface="Wingdings" pitchFamily="2" charset="2"/>
                  <a:buChar char="ü"/>
                </a:pPr>
                <a:endParaRPr lang="de-DE" sz="933">
                  <a:solidFill>
                    <a:srgbClr val="E7E6E6">
                      <a:lumMod val="25000"/>
                    </a:srgbClr>
                  </a:solidFill>
                  <a:latin typeface="Calibri" panose="020F0502020204030204"/>
                </a:endParaRPr>
              </a:p>
              <a:p>
                <a:pPr marL="184150" indent="-184150">
                  <a:spcBef>
                    <a:spcPts val="0"/>
                  </a:spcBef>
                  <a:buClr>
                    <a:schemeClr val="accent2"/>
                  </a:buClr>
                  <a:buSzPct val="100000"/>
                  <a:buFont typeface="Wingdings" pitchFamily="2" charset="2"/>
                  <a:buChar char="ü"/>
                </a:pPr>
                <a:endParaRPr lang="de-DE" sz="1300">
                  <a:solidFill>
                    <a:srgbClr val="E7E6E6">
                      <a:lumMod val="25000"/>
                    </a:srgbClr>
                  </a:solidFill>
                  <a:latin typeface="Calibri" panose="020F0502020204030204"/>
                </a:endParaRPr>
              </a:p>
            </p:txBody>
          </p:sp>
        </p:grpSp>
        <p:sp>
          <p:nvSpPr>
            <p:cNvPr id="21" name="Textfeld 20">
              <a:extLst>
                <a:ext uri="{FF2B5EF4-FFF2-40B4-BE49-F238E27FC236}">
                  <a16:creationId xmlns:a16="http://schemas.microsoft.com/office/drawing/2014/main" id="{3EEAD4A7-3983-267D-F8D1-31A4F5CB7254}"/>
                </a:ext>
              </a:extLst>
            </p:cNvPr>
            <p:cNvSpPr txBox="1"/>
            <p:nvPr/>
          </p:nvSpPr>
          <p:spPr bwMode="gray">
            <a:xfrm>
              <a:off x="198736" y="2599812"/>
              <a:ext cx="1817894" cy="184666"/>
            </a:xfrm>
            <a:prstGeom prst="rect">
              <a:avLst/>
            </a:prstGeom>
            <a:ln/>
            <a:effectLst>
              <a:outerShdw blurRad="50800" dist="38100" dir="2700000" algn="tl"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wrap="square" lIns="0" tIns="0" rIns="0" bIns="0" rtlCol="0">
              <a:spAutoFit/>
            </a:bodyPr>
            <a:lstStyle/>
            <a:p>
              <a:pPr marL="0" indent="0" algn="ctr">
                <a:spcBef>
                  <a:spcPts val="0"/>
                </a:spcBef>
                <a:buClr>
                  <a:schemeClr val="accent6"/>
                </a:buClr>
                <a:buSzPct val="140000"/>
                <a:buNone/>
              </a:pPr>
              <a:r>
                <a:rPr lang="de-DE" sz="1200" err="1">
                  <a:solidFill>
                    <a:schemeClr val="bg1"/>
                  </a:solidFill>
                  <a:latin typeface="+mn-lt"/>
                  <a:ea typeface="DIN-Regular" panose="020B0500010101010101" pitchFamily="34" charset="0"/>
                </a:rPr>
                <a:t>Readiness</a:t>
              </a:r>
              <a:r>
                <a:rPr lang="de-DE" sz="1200">
                  <a:solidFill>
                    <a:schemeClr val="bg1"/>
                  </a:solidFill>
                  <a:latin typeface="+mn-lt"/>
                  <a:ea typeface="DIN-Regular" panose="020B0500010101010101" pitchFamily="34" charset="0"/>
                </a:rPr>
                <a:t> Check &amp; Roadmap</a:t>
              </a:r>
            </a:p>
          </p:txBody>
        </p:sp>
      </p:grpSp>
      <p:sp>
        <p:nvSpPr>
          <p:cNvPr id="38" name="Freihandform: Form 37">
            <a:extLst>
              <a:ext uri="{FF2B5EF4-FFF2-40B4-BE49-F238E27FC236}">
                <a16:creationId xmlns:a16="http://schemas.microsoft.com/office/drawing/2014/main" id="{04014D3D-F171-47EF-B475-9A64A6EF130F}"/>
              </a:ext>
            </a:extLst>
          </p:cNvPr>
          <p:cNvSpPr/>
          <p:nvPr/>
        </p:nvSpPr>
        <p:spPr>
          <a:xfrm>
            <a:off x="1470054" y="6059975"/>
            <a:ext cx="115091" cy="188105"/>
          </a:xfrm>
          <a:custGeom>
            <a:avLst/>
            <a:gdLst>
              <a:gd name="connsiteX0" fmla="*/ 57827 w 115091"/>
              <a:gd name="connsiteY0" fmla="*/ 83250 h 188105"/>
              <a:gd name="connsiteX1" fmla="*/ 33077 w 115091"/>
              <a:gd name="connsiteY1" fmla="*/ 58500 h 188105"/>
              <a:gd name="connsiteX2" fmla="*/ 57827 w 115091"/>
              <a:gd name="connsiteY2" fmla="*/ 33750 h 188105"/>
              <a:gd name="connsiteX3" fmla="*/ 82577 w 115091"/>
              <a:gd name="connsiteY3" fmla="*/ 58500 h 188105"/>
              <a:gd name="connsiteX4" fmla="*/ 82577 w 115091"/>
              <a:gd name="connsiteY4" fmla="*/ 58500 h 188105"/>
              <a:gd name="connsiteX5" fmla="*/ 57827 w 115091"/>
              <a:gd name="connsiteY5" fmla="*/ 83250 h 188105"/>
              <a:gd name="connsiteX6" fmla="*/ 57827 w 115091"/>
              <a:gd name="connsiteY6" fmla="*/ 83250 h 188105"/>
              <a:gd name="connsiteX7" fmla="*/ 57827 w 115091"/>
              <a:gd name="connsiteY7" fmla="*/ 0 h 188105"/>
              <a:gd name="connsiteX8" fmla="*/ 10015 w 115091"/>
              <a:gd name="connsiteY8" fmla="*/ 25313 h 188105"/>
              <a:gd name="connsiteX9" fmla="*/ 3827 w 115091"/>
              <a:gd name="connsiteY9" fmla="*/ 79313 h 188105"/>
              <a:gd name="connsiteX10" fmla="*/ 30265 w 115091"/>
              <a:gd name="connsiteY10" fmla="*/ 137250 h 188105"/>
              <a:gd name="connsiteX11" fmla="*/ 52765 w 115091"/>
              <a:gd name="connsiteY11" fmla="*/ 185063 h 188105"/>
              <a:gd name="connsiteX12" fmla="*/ 60077 w 115091"/>
              <a:gd name="connsiteY12" fmla="*/ 187313 h 188105"/>
              <a:gd name="connsiteX13" fmla="*/ 62327 w 115091"/>
              <a:gd name="connsiteY13" fmla="*/ 185063 h 188105"/>
              <a:gd name="connsiteX14" fmla="*/ 84827 w 115091"/>
              <a:gd name="connsiteY14" fmla="*/ 137250 h 188105"/>
              <a:gd name="connsiteX15" fmla="*/ 111265 w 115091"/>
              <a:gd name="connsiteY15" fmla="*/ 79313 h 188105"/>
              <a:gd name="connsiteX16" fmla="*/ 105077 w 115091"/>
              <a:gd name="connsiteY16" fmla="*/ 25313 h 188105"/>
              <a:gd name="connsiteX17" fmla="*/ 57827 w 115091"/>
              <a:gd name="connsiteY17" fmla="*/ 0 h 188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5091" h="188105">
                <a:moveTo>
                  <a:pt x="57827" y="83250"/>
                </a:moveTo>
                <a:cubicBezTo>
                  <a:pt x="44327" y="83250"/>
                  <a:pt x="33077" y="72000"/>
                  <a:pt x="33077" y="58500"/>
                </a:cubicBezTo>
                <a:cubicBezTo>
                  <a:pt x="33077" y="45000"/>
                  <a:pt x="44327" y="33750"/>
                  <a:pt x="57827" y="33750"/>
                </a:cubicBezTo>
                <a:cubicBezTo>
                  <a:pt x="71327" y="33750"/>
                  <a:pt x="82577" y="45000"/>
                  <a:pt x="82577" y="58500"/>
                </a:cubicBezTo>
                <a:lnTo>
                  <a:pt x="82577" y="58500"/>
                </a:lnTo>
                <a:cubicBezTo>
                  <a:pt x="82577" y="72000"/>
                  <a:pt x="71327" y="83250"/>
                  <a:pt x="57827" y="83250"/>
                </a:cubicBezTo>
                <a:cubicBezTo>
                  <a:pt x="57827" y="83250"/>
                  <a:pt x="57827" y="83250"/>
                  <a:pt x="57827" y="83250"/>
                </a:cubicBezTo>
                <a:close/>
                <a:moveTo>
                  <a:pt x="57827" y="0"/>
                </a:moveTo>
                <a:cubicBezTo>
                  <a:pt x="38702" y="0"/>
                  <a:pt x="20702" y="9562"/>
                  <a:pt x="10015" y="25313"/>
                </a:cubicBezTo>
                <a:cubicBezTo>
                  <a:pt x="-673" y="41063"/>
                  <a:pt x="-2923" y="61312"/>
                  <a:pt x="3827" y="79313"/>
                </a:cubicBezTo>
                <a:lnTo>
                  <a:pt x="30265" y="137250"/>
                </a:lnTo>
                <a:lnTo>
                  <a:pt x="52765" y="185063"/>
                </a:lnTo>
                <a:cubicBezTo>
                  <a:pt x="54452" y="187875"/>
                  <a:pt x="57827" y="189000"/>
                  <a:pt x="60077" y="187313"/>
                </a:cubicBezTo>
                <a:cubicBezTo>
                  <a:pt x="61202" y="186750"/>
                  <a:pt x="61765" y="186187"/>
                  <a:pt x="62327" y="185063"/>
                </a:cubicBezTo>
                <a:lnTo>
                  <a:pt x="84827" y="137250"/>
                </a:lnTo>
                <a:lnTo>
                  <a:pt x="111265" y="79313"/>
                </a:lnTo>
                <a:cubicBezTo>
                  <a:pt x="118015" y="61312"/>
                  <a:pt x="115765" y="41063"/>
                  <a:pt x="105077" y="25313"/>
                </a:cubicBezTo>
                <a:cubicBezTo>
                  <a:pt x="94952" y="9562"/>
                  <a:pt x="76952" y="0"/>
                  <a:pt x="57827" y="0"/>
                </a:cubicBezTo>
                <a:close/>
              </a:path>
            </a:pathLst>
          </a:custGeom>
          <a:solidFill>
            <a:schemeClr val="accent4"/>
          </a:solidFill>
          <a:ln w="5556" cap="flat">
            <a:noFill/>
            <a:prstDash val="solid"/>
            <a:miter/>
          </a:ln>
        </p:spPr>
        <p:txBody>
          <a:bodyPr rtlCol="0" anchor="ctr"/>
          <a:lstStyle/>
          <a:p>
            <a:endParaRPr lang="de-DE"/>
          </a:p>
        </p:txBody>
      </p:sp>
      <p:sp>
        <p:nvSpPr>
          <p:cNvPr id="39" name="Freihandform: Form 38">
            <a:extLst>
              <a:ext uri="{FF2B5EF4-FFF2-40B4-BE49-F238E27FC236}">
                <a16:creationId xmlns:a16="http://schemas.microsoft.com/office/drawing/2014/main" id="{ADDAA859-5BFC-4140-91EE-A9DD3F0E9D3C}"/>
              </a:ext>
            </a:extLst>
          </p:cNvPr>
          <p:cNvSpPr/>
          <p:nvPr/>
        </p:nvSpPr>
        <p:spPr>
          <a:xfrm>
            <a:off x="1168862" y="6265287"/>
            <a:ext cx="143888" cy="233087"/>
          </a:xfrm>
          <a:custGeom>
            <a:avLst/>
            <a:gdLst>
              <a:gd name="connsiteX0" fmla="*/ 72144 w 143888"/>
              <a:gd name="connsiteY0" fmla="*/ 102937 h 233087"/>
              <a:gd name="connsiteX1" fmla="*/ 41207 w 143888"/>
              <a:gd name="connsiteY1" fmla="*/ 72000 h 233087"/>
              <a:gd name="connsiteX2" fmla="*/ 72144 w 143888"/>
              <a:gd name="connsiteY2" fmla="*/ 41062 h 233087"/>
              <a:gd name="connsiteX3" fmla="*/ 103082 w 143888"/>
              <a:gd name="connsiteY3" fmla="*/ 72000 h 233087"/>
              <a:gd name="connsiteX4" fmla="*/ 103082 w 143888"/>
              <a:gd name="connsiteY4" fmla="*/ 72000 h 233087"/>
              <a:gd name="connsiteX5" fmla="*/ 72144 w 143888"/>
              <a:gd name="connsiteY5" fmla="*/ 102937 h 233087"/>
              <a:gd name="connsiteX6" fmla="*/ 72144 w 143888"/>
              <a:gd name="connsiteY6" fmla="*/ 102937 h 233087"/>
              <a:gd name="connsiteX7" fmla="*/ 72144 w 143888"/>
              <a:gd name="connsiteY7" fmla="*/ 102937 h 233087"/>
              <a:gd name="connsiteX8" fmla="*/ 72144 w 143888"/>
              <a:gd name="connsiteY8" fmla="*/ 0 h 233087"/>
              <a:gd name="connsiteX9" fmla="*/ 12519 w 143888"/>
              <a:gd name="connsiteY9" fmla="*/ 31500 h 233087"/>
              <a:gd name="connsiteX10" fmla="*/ 5207 w 143888"/>
              <a:gd name="connsiteY10" fmla="*/ 98438 h 233087"/>
              <a:gd name="connsiteX11" fmla="*/ 37832 w 143888"/>
              <a:gd name="connsiteY11" fmla="*/ 170438 h 233087"/>
              <a:gd name="connsiteX12" fmla="*/ 65957 w 143888"/>
              <a:gd name="connsiteY12" fmla="*/ 229500 h 233087"/>
              <a:gd name="connsiteX13" fmla="*/ 75519 w 143888"/>
              <a:gd name="connsiteY13" fmla="*/ 232313 h 233087"/>
              <a:gd name="connsiteX14" fmla="*/ 78332 w 143888"/>
              <a:gd name="connsiteY14" fmla="*/ 229500 h 233087"/>
              <a:gd name="connsiteX15" fmla="*/ 106457 w 143888"/>
              <a:gd name="connsiteY15" fmla="*/ 170438 h 233087"/>
              <a:gd name="connsiteX16" fmla="*/ 139082 w 143888"/>
              <a:gd name="connsiteY16" fmla="*/ 98438 h 233087"/>
              <a:gd name="connsiteX17" fmla="*/ 131769 w 143888"/>
              <a:gd name="connsiteY17" fmla="*/ 31500 h 233087"/>
              <a:gd name="connsiteX18" fmla="*/ 72144 w 143888"/>
              <a:gd name="connsiteY18" fmla="*/ 0 h 233087"/>
              <a:gd name="connsiteX19" fmla="*/ 72144 w 143888"/>
              <a:gd name="connsiteY19" fmla="*/ 0 h 233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43888" h="233087">
                <a:moveTo>
                  <a:pt x="72144" y="102937"/>
                </a:moveTo>
                <a:cubicBezTo>
                  <a:pt x="55269" y="102937"/>
                  <a:pt x="41207" y="88875"/>
                  <a:pt x="41207" y="72000"/>
                </a:cubicBezTo>
                <a:cubicBezTo>
                  <a:pt x="41207" y="55125"/>
                  <a:pt x="55269" y="41062"/>
                  <a:pt x="72144" y="41062"/>
                </a:cubicBezTo>
                <a:cubicBezTo>
                  <a:pt x="89019" y="41062"/>
                  <a:pt x="103082" y="55125"/>
                  <a:pt x="103082" y="72000"/>
                </a:cubicBezTo>
                <a:cubicBezTo>
                  <a:pt x="103082" y="72000"/>
                  <a:pt x="103082" y="72000"/>
                  <a:pt x="103082" y="72000"/>
                </a:cubicBezTo>
                <a:cubicBezTo>
                  <a:pt x="103082" y="88875"/>
                  <a:pt x="89019" y="102937"/>
                  <a:pt x="72144" y="102937"/>
                </a:cubicBezTo>
                <a:cubicBezTo>
                  <a:pt x="72144" y="102937"/>
                  <a:pt x="72144" y="102937"/>
                  <a:pt x="72144" y="102937"/>
                </a:cubicBezTo>
                <a:lnTo>
                  <a:pt x="72144" y="102937"/>
                </a:lnTo>
                <a:close/>
                <a:moveTo>
                  <a:pt x="72144" y="0"/>
                </a:moveTo>
                <a:cubicBezTo>
                  <a:pt x="48519" y="0"/>
                  <a:pt x="26019" y="11812"/>
                  <a:pt x="12519" y="31500"/>
                </a:cubicBezTo>
                <a:cubicBezTo>
                  <a:pt x="-981" y="51187"/>
                  <a:pt x="-3793" y="76500"/>
                  <a:pt x="5207" y="98438"/>
                </a:cubicBezTo>
                <a:lnTo>
                  <a:pt x="37832" y="170438"/>
                </a:lnTo>
                <a:lnTo>
                  <a:pt x="65957" y="229500"/>
                </a:lnTo>
                <a:cubicBezTo>
                  <a:pt x="67644" y="232875"/>
                  <a:pt x="72144" y="234000"/>
                  <a:pt x="75519" y="232313"/>
                </a:cubicBezTo>
                <a:cubicBezTo>
                  <a:pt x="76644" y="231750"/>
                  <a:pt x="77769" y="230625"/>
                  <a:pt x="78332" y="229500"/>
                </a:cubicBezTo>
                <a:lnTo>
                  <a:pt x="106457" y="170438"/>
                </a:lnTo>
                <a:lnTo>
                  <a:pt x="139082" y="98438"/>
                </a:lnTo>
                <a:cubicBezTo>
                  <a:pt x="147519" y="76500"/>
                  <a:pt x="144707" y="51187"/>
                  <a:pt x="131769" y="31500"/>
                </a:cubicBezTo>
                <a:cubicBezTo>
                  <a:pt x="118269" y="11812"/>
                  <a:pt x="95769" y="0"/>
                  <a:pt x="72144" y="0"/>
                </a:cubicBezTo>
                <a:lnTo>
                  <a:pt x="72144" y="0"/>
                </a:lnTo>
                <a:close/>
              </a:path>
            </a:pathLst>
          </a:custGeom>
          <a:solidFill>
            <a:schemeClr val="accent2"/>
          </a:solidFill>
          <a:ln w="5556" cap="flat">
            <a:noFill/>
            <a:prstDash val="solid"/>
            <a:miter/>
          </a:ln>
        </p:spPr>
        <p:txBody>
          <a:bodyPr rtlCol="0" anchor="ctr"/>
          <a:lstStyle/>
          <a:p>
            <a:endParaRPr lang="de-DE"/>
          </a:p>
        </p:txBody>
      </p:sp>
      <p:sp>
        <p:nvSpPr>
          <p:cNvPr id="40" name="Freihandform: Form 39">
            <a:extLst>
              <a:ext uri="{FF2B5EF4-FFF2-40B4-BE49-F238E27FC236}">
                <a16:creationId xmlns:a16="http://schemas.microsoft.com/office/drawing/2014/main" id="{0ECC996A-8E3D-426A-8F2C-4D0728F8E9C9}"/>
              </a:ext>
            </a:extLst>
          </p:cNvPr>
          <p:cNvSpPr/>
          <p:nvPr/>
        </p:nvSpPr>
        <p:spPr>
          <a:xfrm>
            <a:off x="1286006" y="6464975"/>
            <a:ext cx="33750" cy="33750"/>
          </a:xfrm>
          <a:custGeom>
            <a:avLst/>
            <a:gdLst>
              <a:gd name="connsiteX0" fmla="*/ 33750 w 33750"/>
              <a:gd name="connsiteY0" fmla="*/ 33750 h 33750"/>
              <a:gd name="connsiteX1" fmla="*/ 19125 w 33750"/>
              <a:gd name="connsiteY1" fmla="*/ 33750 h 33750"/>
              <a:gd name="connsiteX2" fmla="*/ 0 w 33750"/>
              <a:gd name="connsiteY2" fmla="*/ 33750 h 33750"/>
              <a:gd name="connsiteX3" fmla="*/ 0 w 33750"/>
              <a:gd name="connsiteY3" fmla="*/ 0 h 33750"/>
              <a:gd name="connsiteX4" fmla="*/ 19125 w 33750"/>
              <a:gd name="connsiteY4" fmla="*/ 0 h 33750"/>
              <a:gd name="connsiteX5" fmla="*/ 33750 w 33750"/>
              <a:gd name="connsiteY5" fmla="*/ 0 h 33750"/>
              <a:gd name="connsiteX6" fmla="*/ 33750 w 33750"/>
              <a:gd name="connsiteY6" fmla="*/ 33750 h 33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750" h="33750">
                <a:moveTo>
                  <a:pt x="33750" y="33750"/>
                </a:moveTo>
                <a:lnTo>
                  <a:pt x="19125" y="33750"/>
                </a:lnTo>
                <a:cubicBezTo>
                  <a:pt x="12375" y="33750"/>
                  <a:pt x="6188" y="33750"/>
                  <a:pt x="0" y="33750"/>
                </a:cubicBezTo>
                <a:lnTo>
                  <a:pt x="0" y="0"/>
                </a:lnTo>
                <a:cubicBezTo>
                  <a:pt x="5625" y="0"/>
                  <a:pt x="12375" y="0"/>
                  <a:pt x="19125" y="0"/>
                </a:cubicBezTo>
                <a:lnTo>
                  <a:pt x="33750" y="0"/>
                </a:lnTo>
                <a:lnTo>
                  <a:pt x="33750" y="33750"/>
                </a:lnTo>
                <a:close/>
              </a:path>
            </a:pathLst>
          </a:custGeom>
          <a:solidFill>
            <a:schemeClr val="accent6">
              <a:lumMod val="60000"/>
              <a:lumOff val="40000"/>
            </a:schemeClr>
          </a:solidFill>
          <a:ln w="5556" cap="flat">
            <a:noFill/>
            <a:prstDash val="solid"/>
            <a:miter/>
          </a:ln>
        </p:spPr>
        <p:txBody>
          <a:bodyPr rtlCol="0" anchor="ctr"/>
          <a:lstStyle/>
          <a:p>
            <a:endParaRPr lang="de-DE"/>
          </a:p>
        </p:txBody>
      </p:sp>
      <p:sp>
        <p:nvSpPr>
          <p:cNvPr id="41" name="Freihandform: Form 40">
            <a:extLst>
              <a:ext uri="{FF2B5EF4-FFF2-40B4-BE49-F238E27FC236}">
                <a16:creationId xmlns:a16="http://schemas.microsoft.com/office/drawing/2014/main" id="{974D4882-128D-4358-9918-035B51506B16}"/>
              </a:ext>
            </a:extLst>
          </p:cNvPr>
          <p:cNvSpPr/>
          <p:nvPr/>
        </p:nvSpPr>
        <p:spPr>
          <a:xfrm>
            <a:off x="1342819" y="6464412"/>
            <a:ext cx="34312" cy="34312"/>
          </a:xfrm>
          <a:custGeom>
            <a:avLst/>
            <a:gdLst>
              <a:gd name="connsiteX0" fmla="*/ 0 w 34312"/>
              <a:gd name="connsiteY0" fmla="*/ 34312 h 34312"/>
              <a:gd name="connsiteX1" fmla="*/ 0 w 34312"/>
              <a:gd name="connsiteY1" fmla="*/ 562 h 34312"/>
              <a:gd name="connsiteX2" fmla="*/ 33187 w 34312"/>
              <a:gd name="connsiteY2" fmla="*/ 0 h 34312"/>
              <a:gd name="connsiteX3" fmla="*/ 34312 w 34312"/>
              <a:gd name="connsiteY3" fmla="*/ 33750 h 34312"/>
              <a:gd name="connsiteX4" fmla="*/ 0 w 34312"/>
              <a:gd name="connsiteY4" fmla="*/ 34312 h 343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312" h="34312">
                <a:moveTo>
                  <a:pt x="0" y="34312"/>
                </a:moveTo>
                <a:lnTo>
                  <a:pt x="0" y="562"/>
                </a:lnTo>
                <a:cubicBezTo>
                  <a:pt x="12375" y="562"/>
                  <a:pt x="23062" y="562"/>
                  <a:pt x="33187" y="0"/>
                </a:cubicBezTo>
                <a:lnTo>
                  <a:pt x="34312" y="33750"/>
                </a:lnTo>
                <a:cubicBezTo>
                  <a:pt x="23625" y="34312"/>
                  <a:pt x="12375" y="34312"/>
                  <a:pt x="0" y="34312"/>
                </a:cubicBezTo>
                <a:close/>
              </a:path>
            </a:pathLst>
          </a:custGeom>
          <a:solidFill>
            <a:schemeClr val="accent6">
              <a:lumMod val="60000"/>
              <a:lumOff val="40000"/>
            </a:schemeClr>
          </a:solidFill>
          <a:ln w="5556" cap="flat">
            <a:noFill/>
            <a:prstDash val="solid"/>
            <a:miter/>
          </a:ln>
        </p:spPr>
        <p:txBody>
          <a:bodyPr rtlCol="0" anchor="ctr"/>
          <a:lstStyle/>
          <a:p>
            <a:endParaRPr lang="de-DE"/>
          </a:p>
        </p:txBody>
      </p:sp>
      <p:sp>
        <p:nvSpPr>
          <p:cNvPr id="42" name="Freihandform: Form 41">
            <a:extLst>
              <a:ext uri="{FF2B5EF4-FFF2-40B4-BE49-F238E27FC236}">
                <a16:creationId xmlns:a16="http://schemas.microsoft.com/office/drawing/2014/main" id="{CCCE41DE-DC75-4F21-B25E-425012670159}"/>
              </a:ext>
            </a:extLst>
          </p:cNvPr>
          <p:cNvSpPr/>
          <p:nvPr/>
        </p:nvSpPr>
        <p:spPr>
          <a:xfrm>
            <a:off x="1397944" y="6461037"/>
            <a:ext cx="35999" cy="35999"/>
          </a:xfrm>
          <a:custGeom>
            <a:avLst/>
            <a:gdLst>
              <a:gd name="connsiteX0" fmla="*/ 1687 w 35999"/>
              <a:gd name="connsiteY0" fmla="*/ 36000 h 35999"/>
              <a:gd name="connsiteX1" fmla="*/ 0 w 35999"/>
              <a:gd name="connsiteY1" fmla="*/ 2250 h 35999"/>
              <a:gd name="connsiteX2" fmla="*/ 32625 w 35999"/>
              <a:gd name="connsiteY2" fmla="*/ 0 h 35999"/>
              <a:gd name="connsiteX3" fmla="*/ 36000 w 35999"/>
              <a:gd name="connsiteY3" fmla="*/ 33750 h 35999"/>
              <a:gd name="connsiteX4" fmla="*/ 1687 w 35999"/>
              <a:gd name="connsiteY4" fmla="*/ 36000 h 35999"/>
              <a:gd name="connsiteX5" fmla="*/ 1687 w 35999"/>
              <a:gd name="connsiteY5" fmla="*/ 36000 h 35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999" h="35999">
                <a:moveTo>
                  <a:pt x="1687" y="36000"/>
                </a:moveTo>
                <a:lnTo>
                  <a:pt x="0" y="2250"/>
                </a:lnTo>
                <a:cubicBezTo>
                  <a:pt x="11812" y="1687"/>
                  <a:pt x="23062" y="1125"/>
                  <a:pt x="32625" y="0"/>
                </a:cubicBezTo>
                <a:lnTo>
                  <a:pt x="36000" y="33750"/>
                </a:lnTo>
                <a:cubicBezTo>
                  <a:pt x="25875" y="34875"/>
                  <a:pt x="14063" y="35437"/>
                  <a:pt x="1687" y="36000"/>
                </a:cubicBezTo>
                <a:lnTo>
                  <a:pt x="1687" y="36000"/>
                </a:lnTo>
                <a:close/>
              </a:path>
            </a:pathLst>
          </a:custGeom>
          <a:solidFill>
            <a:schemeClr val="accent6">
              <a:lumMod val="60000"/>
              <a:lumOff val="40000"/>
            </a:schemeClr>
          </a:solidFill>
          <a:ln w="5556" cap="flat">
            <a:noFill/>
            <a:prstDash val="solid"/>
            <a:miter/>
          </a:ln>
        </p:spPr>
        <p:txBody>
          <a:bodyPr rtlCol="0" anchor="ctr"/>
          <a:lstStyle/>
          <a:p>
            <a:endParaRPr lang="de-DE"/>
          </a:p>
        </p:txBody>
      </p:sp>
      <p:sp>
        <p:nvSpPr>
          <p:cNvPr id="43" name="Freihandform: Form 42">
            <a:extLst>
              <a:ext uri="{FF2B5EF4-FFF2-40B4-BE49-F238E27FC236}">
                <a16:creationId xmlns:a16="http://schemas.microsoft.com/office/drawing/2014/main" id="{86DAF725-6EA3-469A-B595-35CBB1D57EFE}"/>
              </a:ext>
            </a:extLst>
          </p:cNvPr>
          <p:cNvSpPr/>
          <p:nvPr/>
        </p:nvSpPr>
        <p:spPr>
          <a:xfrm>
            <a:off x="1452507" y="6452600"/>
            <a:ext cx="39937" cy="39375"/>
          </a:xfrm>
          <a:custGeom>
            <a:avLst/>
            <a:gdLst>
              <a:gd name="connsiteX0" fmla="*/ 5062 w 39937"/>
              <a:gd name="connsiteY0" fmla="*/ 39375 h 39375"/>
              <a:gd name="connsiteX1" fmla="*/ 0 w 39937"/>
              <a:gd name="connsiteY1" fmla="*/ 6187 h 39375"/>
              <a:gd name="connsiteX2" fmla="*/ 30938 w 39937"/>
              <a:gd name="connsiteY2" fmla="*/ 0 h 39375"/>
              <a:gd name="connsiteX3" fmla="*/ 39937 w 39937"/>
              <a:gd name="connsiteY3" fmla="*/ 32625 h 39375"/>
              <a:gd name="connsiteX4" fmla="*/ 5062 w 39937"/>
              <a:gd name="connsiteY4" fmla="*/ 39375 h 393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937" h="39375">
                <a:moveTo>
                  <a:pt x="5062" y="39375"/>
                </a:moveTo>
                <a:lnTo>
                  <a:pt x="0" y="6187"/>
                </a:lnTo>
                <a:cubicBezTo>
                  <a:pt x="10687" y="4500"/>
                  <a:pt x="20812" y="2813"/>
                  <a:pt x="30938" y="0"/>
                </a:cubicBezTo>
                <a:lnTo>
                  <a:pt x="39937" y="32625"/>
                </a:lnTo>
                <a:cubicBezTo>
                  <a:pt x="28125" y="35437"/>
                  <a:pt x="16875" y="37687"/>
                  <a:pt x="5062" y="39375"/>
                </a:cubicBezTo>
                <a:close/>
              </a:path>
            </a:pathLst>
          </a:custGeom>
          <a:solidFill>
            <a:schemeClr val="accent6">
              <a:lumMod val="60000"/>
              <a:lumOff val="40000"/>
            </a:schemeClr>
          </a:solidFill>
          <a:ln w="5556" cap="flat">
            <a:noFill/>
            <a:prstDash val="solid"/>
            <a:miter/>
          </a:ln>
        </p:spPr>
        <p:txBody>
          <a:bodyPr rtlCol="0" anchor="ctr"/>
          <a:lstStyle/>
          <a:p>
            <a:endParaRPr lang="de-DE"/>
          </a:p>
        </p:txBody>
      </p:sp>
      <p:sp>
        <p:nvSpPr>
          <p:cNvPr id="44" name="Freihandform: Form 43">
            <a:extLst>
              <a:ext uri="{FF2B5EF4-FFF2-40B4-BE49-F238E27FC236}">
                <a16:creationId xmlns:a16="http://schemas.microsoft.com/office/drawing/2014/main" id="{285122ED-0545-4E98-9F6C-276E684413CE}"/>
              </a:ext>
            </a:extLst>
          </p:cNvPr>
          <p:cNvSpPr/>
          <p:nvPr/>
        </p:nvSpPr>
        <p:spPr>
          <a:xfrm>
            <a:off x="1502569" y="6432349"/>
            <a:ext cx="47812" cy="44437"/>
          </a:xfrm>
          <a:custGeom>
            <a:avLst/>
            <a:gdLst>
              <a:gd name="connsiteX0" fmla="*/ 13500 w 47812"/>
              <a:gd name="connsiteY0" fmla="*/ 44438 h 44437"/>
              <a:gd name="connsiteX1" fmla="*/ 0 w 47812"/>
              <a:gd name="connsiteY1" fmla="*/ 13500 h 44437"/>
              <a:gd name="connsiteX2" fmla="*/ 18000 w 47812"/>
              <a:gd name="connsiteY2" fmla="*/ 0 h 44437"/>
              <a:gd name="connsiteX3" fmla="*/ 47813 w 47812"/>
              <a:gd name="connsiteY3" fmla="*/ 16313 h 44437"/>
              <a:gd name="connsiteX4" fmla="*/ 13500 w 47812"/>
              <a:gd name="connsiteY4" fmla="*/ 44438 h 44437"/>
              <a:gd name="connsiteX5" fmla="*/ 13500 w 47812"/>
              <a:gd name="connsiteY5" fmla="*/ 44438 h 44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812" h="44437">
                <a:moveTo>
                  <a:pt x="13500" y="44438"/>
                </a:moveTo>
                <a:lnTo>
                  <a:pt x="0" y="13500"/>
                </a:lnTo>
                <a:cubicBezTo>
                  <a:pt x="7312" y="11250"/>
                  <a:pt x="13500" y="6188"/>
                  <a:pt x="18000" y="0"/>
                </a:cubicBezTo>
                <a:lnTo>
                  <a:pt x="47813" y="16313"/>
                </a:lnTo>
                <a:cubicBezTo>
                  <a:pt x="39375" y="29250"/>
                  <a:pt x="27562" y="38813"/>
                  <a:pt x="13500" y="44438"/>
                </a:cubicBezTo>
                <a:lnTo>
                  <a:pt x="13500" y="44438"/>
                </a:lnTo>
                <a:close/>
              </a:path>
            </a:pathLst>
          </a:custGeom>
          <a:solidFill>
            <a:schemeClr val="accent6">
              <a:lumMod val="60000"/>
              <a:lumOff val="40000"/>
            </a:schemeClr>
          </a:solidFill>
          <a:ln w="5556" cap="flat">
            <a:noFill/>
            <a:prstDash val="solid"/>
            <a:miter/>
          </a:ln>
        </p:spPr>
        <p:txBody>
          <a:bodyPr rtlCol="0" anchor="ctr"/>
          <a:lstStyle/>
          <a:p>
            <a:endParaRPr lang="de-DE"/>
          </a:p>
        </p:txBody>
      </p:sp>
      <p:sp>
        <p:nvSpPr>
          <p:cNvPr id="45" name="Freihandform: Form 44">
            <a:extLst>
              <a:ext uri="{FF2B5EF4-FFF2-40B4-BE49-F238E27FC236}">
                <a16:creationId xmlns:a16="http://schemas.microsoft.com/office/drawing/2014/main" id="{E740E933-17D4-4481-B618-F59F5623B8BE}"/>
              </a:ext>
            </a:extLst>
          </p:cNvPr>
          <p:cNvSpPr/>
          <p:nvPr/>
        </p:nvSpPr>
        <p:spPr>
          <a:xfrm>
            <a:off x="1511569" y="6377787"/>
            <a:ext cx="42749" cy="43312"/>
          </a:xfrm>
          <a:custGeom>
            <a:avLst/>
            <a:gdLst>
              <a:gd name="connsiteX0" fmla="*/ 9562 w 42749"/>
              <a:gd name="connsiteY0" fmla="*/ 43312 h 43312"/>
              <a:gd name="connsiteX1" fmla="*/ 0 w 42749"/>
              <a:gd name="connsiteY1" fmla="*/ 23625 h 43312"/>
              <a:gd name="connsiteX2" fmla="*/ 23625 w 42749"/>
              <a:gd name="connsiteY2" fmla="*/ 0 h 43312"/>
              <a:gd name="connsiteX3" fmla="*/ 42750 w 42749"/>
              <a:gd name="connsiteY3" fmla="*/ 39375 h 43312"/>
              <a:gd name="connsiteX4" fmla="*/ 9562 w 42749"/>
              <a:gd name="connsiteY4" fmla="*/ 43312 h 433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749" h="43312">
                <a:moveTo>
                  <a:pt x="9562" y="43312"/>
                </a:moveTo>
                <a:cubicBezTo>
                  <a:pt x="8438" y="36000"/>
                  <a:pt x="5063" y="28687"/>
                  <a:pt x="0" y="23625"/>
                </a:cubicBezTo>
                <a:lnTo>
                  <a:pt x="23625" y="0"/>
                </a:lnTo>
                <a:cubicBezTo>
                  <a:pt x="34312" y="10688"/>
                  <a:pt x="41062" y="24188"/>
                  <a:pt x="42750" y="39375"/>
                </a:cubicBezTo>
                <a:lnTo>
                  <a:pt x="9562" y="43312"/>
                </a:lnTo>
                <a:close/>
              </a:path>
            </a:pathLst>
          </a:custGeom>
          <a:solidFill>
            <a:schemeClr val="accent6">
              <a:lumMod val="60000"/>
              <a:lumOff val="40000"/>
            </a:schemeClr>
          </a:solidFill>
          <a:ln w="5556" cap="flat">
            <a:noFill/>
            <a:prstDash val="solid"/>
            <a:miter/>
          </a:ln>
        </p:spPr>
        <p:txBody>
          <a:bodyPr rtlCol="0" anchor="ctr"/>
          <a:lstStyle/>
          <a:p>
            <a:endParaRPr lang="de-DE"/>
          </a:p>
        </p:txBody>
      </p:sp>
      <p:sp>
        <p:nvSpPr>
          <p:cNvPr id="46" name="Freihandform: Form 45">
            <a:extLst>
              <a:ext uri="{FF2B5EF4-FFF2-40B4-BE49-F238E27FC236}">
                <a16:creationId xmlns:a16="http://schemas.microsoft.com/office/drawing/2014/main" id="{E72B1EAF-8416-471B-9F58-DB247A4F9B99}"/>
              </a:ext>
            </a:extLst>
          </p:cNvPr>
          <p:cNvSpPr/>
          <p:nvPr/>
        </p:nvSpPr>
        <p:spPr>
          <a:xfrm>
            <a:off x="1469382" y="6347975"/>
            <a:ext cx="43874" cy="43312"/>
          </a:xfrm>
          <a:custGeom>
            <a:avLst/>
            <a:gdLst>
              <a:gd name="connsiteX0" fmla="*/ 28125 w 43874"/>
              <a:gd name="connsiteY0" fmla="*/ 43313 h 43312"/>
              <a:gd name="connsiteX1" fmla="*/ 0 w 43874"/>
              <a:gd name="connsiteY1" fmla="*/ 32063 h 43312"/>
              <a:gd name="connsiteX2" fmla="*/ 9562 w 43874"/>
              <a:gd name="connsiteY2" fmla="*/ 0 h 43312"/>
              <a:gd name="connsiteX3" fmla="*/ 43875 w 43874"/>
              <a:gd name="connsiteY3" fmla="*/ 13500 h 43312"/>
              <a:gd name="connsiteX4" fmla="*/ 28125 w 43874"/>
              <a:gd name="connsiteY4" fmla="*/ 43313 h 433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874" h="43312">
                <a:moveTo>
                  <a:pt x="28125" y="43313"/>
                </a:moveTo>
                <a:cubicBezTo>
                  <a:pt x="19125" y="38812"/>
                  <a:pt x="9562" y="34875"/>
                  <a:pt x="0" y="32063"/>
                </a:cubicBezTo>
                <a:lnTo>
                  <a:pt x="9562" y="0"/>
                </a:lnTo>
                <a:cubicBezTo>
                  <a:pt x="21375" y="3375"/>
                  <a:pt x="33188" y="7875"/>
                  <a:pt x="43875" y="13500"/>
                </a:cubicBezTo>
                <a:lnTo>
                  <a:pt x="28125" y="43313"/>
                </a:lnTo>
                <a:close/>
              </a:path>
            </a:pathLst>
          </a:custGeom>
          <a:solidFill>
            <a:schemeClr val="accent6">
              <a:lumMod val="60000"/>
              <a:lumOff val="40000"/>
            </a:schemeClr>
          </a:solidFill>
          <a:ln w="5556" cap="flat">
            <a:noFill/>
            <a:prstDash val="solid"/>
            <a:miter/>
          </a:ln>
        </p:spPr>
        <p:txBody>
          <a:bodyPr rtlCol="0" anchor="ctr"/>
          <a:lstStyle/>
          <a:p>
            <a:endParaRPr lang="de-DE"/>
          </a:p>
        </p:txBody>
      </p:sp>
      <p:sp>
        <p:nvSpPr>
          <p:cNvPr id="47" name="Freihandform: Form 46">
            <a:extLst>
              <a:ext uri="{FF2B5EF4-FFF2-40B4-BE49-F238E27FC236}">
                <a16:creationId xmlns:a16="http://schemas.microsoft.com/office/drawing/2014/main" id="{475ED244-3DF0-4AA5-BFB4-A04E031DB52B}"/>
              </a:ext>
            </a:extLst>
          </p:cNvPr>
          <p:cNvSpPr/>
          <p:nvPr/>
        </p:nvSpPr>
        <p:spPr>
          <a:xfrm>
            <a:off x="1414819" y="6333349"/>
            <a:ext cx="41062" cy="41062"/>
          </a:xfrm>
          <a:custGeom>
            <a:avLst/>
            <a:gdLst>
              <a:gd name="connsiteX0" fmla="*/ 33187 w 41062"/>
              <a:gd name="connsiteY0" fmla="*/ 41063 h 41062"/>
              <a:gd name="connsiteX1" fmla="*/ 24187 w 41062"/>
              <a:gd name="connsiteY1" fmla="*/ 38813 h 41062"/>
              <a:gd name="connsiteX2" fmla="*/ 0 w 41062"/>
              <a:gd name="connsiteY2" fmla="*/ 32625 h 41062"/>
              <a:gd name="connsiteX3" fmla="*/ 9000 w 41062"/>
              <a:gd name="connsiteY3" fmla="*/ 0 h 41062"/>
              <a:gd name="connsiteX4" fmla="*/ 32063 w 41062"/>
              <a:gd name="connsiteY4" fmla="*/ 6188 h 41062"/>
              <a:gd name="connsiteX5" fmla="*/ 41062 w 41062"/>
              <a:gd name="connsiteY5" fmla="*/ 8438 h 41062"/>
              <a:gd name="connsiteX6" fmla="*/ 33187 w 41062"/>
              <a:gd name="connsiteY6" fmla="*/ 41063 h 41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062" h="41062">
                <a:moveTo>
                  <a:pt x="33187" y="41063"/>
                </a:moveTo>
                <a:lnTo>
                  <a:pt x="24187" y="38813"/>
                </a:lnTo>
                <a:cubicBezTo>
                  <a:pt x="16312" y="36563"/>
                  <a:pt x="7875" y="34875"/>
                  <a:pt x="0" y="32625"/>
                </a:cubicBezTo>
                <a:lnTo>
                  <a:pt x="9000" y="0"/>
                </a:lnTo>
                <a:cubicBezTo>
                  <a:pt x="16312" y="2250"/>
                  <a:pt x="24187" y="3938"/>
                  <a:pt x="32063" y="6188"/>
                </a:cubicBezTo>
                <a:lnTo>
                  <a:pt x="41062" y="8438"/>
                </a:lnTo>
                <a:lnTo>
                  <a:pt x="33187" y="41063"/>
                </a:lnTo>
                <a:close/>
              </a:path>
            </a:pathLst>
          </a:custGeom>
          <a:solidFill>
            <a:schemeClr val="accent6">
              <a:lumMod val="60000"/>
              <a:lumOff val="40000"/>
            </a:schemeClr>
          </a:solidFill>
          <a:ln w="5556" cap="flat">
            <a:noFill/>
            <a:prstDash val="solid"/>
            <a:miter/>
          </a:ln>
        </p:spPr>
        <p:txBody>
          <a:bodyPr rtlCol="0" anchor="ctr"/>
          <a:lstStyle/>
          <a:p>
            <a:endParaRPr lang="de-DE"/>
          </a:p>
        </p:txBody>
      </p:sp>
      <p:sp>
        <p:nvSpPr>
          <p:cNvPr id="48" name="Freihandform: Form 47">
            <a:extLst>
              <a:ext uri="{FF2B5EF4-FFF2-40B4-BE49-F238E27FC236}">
                <a16:creationId xmlns:a16="http://schemas.microsoft.com/office/drawing/2014/main" id="{85D50417-CA13-4D26-8A63-5ED6896A837C}"/>
              </a:ext>
            </a:extLst>
          </p:cNvPr>
          <p:cNvSpPr/>
          <p:nvPr/>
        </p:nvSpPr>
        <p:spPr>
          <a:xfrm>
            <a:off x="1356882" y="6314225"/>
            <a:ext cx="47249" cy="43874"/>
          </a:xfrm>
          <a:custGeom>
            <a:avLst/>
            <a:gdLst>
              <a:gd name="connsiteX0" fmla="*/ 34875 w 47249"/>
              <a:gd name="connsiteY0" fmla="*/ 43875 h 43874"/>
              <a:gd name="connsiteX1" fmla="*/ 0 w 47249"/>
              <a:gd name="connsiteY1" fmla="*/ 19125 h 43874"/>
              <a:gd name="connsiteX2" fmla="*/ 27562 w 47249"/>
              <a:gd name="connsiteY2" fmla="*/ 0 h 43874"/>
              <a:gd name="connsiteX3" fmla="*/ 47250 w 47249"/>
              <a:gd name="connsiteY3" fmla="*/ 12937 h 43874"/>
              <a:gd name="connsiteX4" fmla="*/ 34875 w 47249"/>
              <a:gd name="connsiteY4" fmla="*/ 43875 h 438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249" h="43874">
                <a:moveTo>
                  <a:pt x="34875" y="43875"/>
                </a:moveTo>
                <a:cubicBezTo>
                  <a:pt x="21375" y="38812"/>
                  <a:pt x="9000" y="30375"/>
                  <a:pt x="0" y="19125"/>
                </a:cubicBezTo>
                <a:lnTo>
                  <a:pt x="27562" y="0"/>
                </a:lnTo>
                <a:cubicBezTo>
                  <a:pt x="32625" y="6187"/>
                  <a:pt x="39937" y="10687"/>
                  <a:pt x="47250" y="12937"/>
                </a:cubicBezTo>
                <a:lnTo>
                  <a:pt x="34875" y="43875"/>
                </a:lnTo>
                <a:close/>
              </a:path>
            </a:pathLst>
          </a:custGeom>
          <a:solidFill>
            <a:schemeClr val="accent6">
              <a:lumMod val="60000"/>
              <a:lumOff val="40000"/>
            </a:schemeClr>
          </a:solidFill>
          <a:ln w="5556" cap="flat">
            <a:noFill/>
            <a:prstDash val="solid"/>
            <a:miter/>
          </a:ln>
        </p:spPr>
        <p:txBody>
          <a:bodyPr rtlCol="0" anchor="ctr"/>
          <a:lstStyle/>
          <a:p>
            <a:endParaRPr lang="de-DE"/>
          </a:p>
        </p:txBody>
      </p:sp>
      <p:sp>
        <p:nvSpPr>
          <p:cNvPr id="49" name="Freihandform: Form 48">
            <a:extLst>
              <a:ext uri="{FF2B5EF4-FFF2-40B4-BE49-F238E27FC236}">
                <a16:creationId xmlns:a16="http://schemas.microsoft.com/office/drawing/2014/main" id="{819C3307-FD97-4E39-BEF0-98C11D215ACF}"/>
              </a:ext>
            </a:extLst>
          </p:cNvPr>
          <p:cNvSpPr/>
          <p:nvPr/>
        </p:nvSpPr>
        <p:spPr>
          <a:xfrm>
            <a:off x="1348444" y="6260224"/>
            <a:ext cx="43874" cy="42750"/>
          </a:xfrm>
          <a:custGeom>
            <a:avLst/>
            <a:gdLst>
              <a:gd name="connsiteX0" fmla="*/ 33750 w 43874"/>
              <a:gd name="connsiteY0" fmla="*/ 42750 h 42750"/>
              <a:gd name="connsiteX1" fmla="*/ 0 w 43874"/>
              <a:gd name="connsiteY1" fmla="*/ 40500 h 42750"/>
              <a:gd name="connsiteX2" fmla="*/ 23062 w 43874"/>
              <a:gd name="connsiteY2" fmla="*/ 0 h 42750"/>
              <a:gd name="connsiteX3" fmla="*/ 43875 w 43874"/>
              <a:gd name="connsiteY3" fmla="*/ 26438 h 42750"/>
              <a:gd name="connsiteX4" fmla="*/ 33750 w 43874"/>
              <a:gd name="connsiteY4" fmla="*/ 42750 h 42750"/>
              <a:gd name="connsiteX5" fmla="*/ 33750 w 43874"/>
              <a:gd name="connsiteY5" fmla="*/ 42750 h 42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874" h="42750">
                <a:moveTo>
                  <a:pt x="33750" y="42750"/>
                </a:moveTo>
                <a:lnTo>
                  <a:pt x="0" y="40500"/>
                </a:lnTo>
                <a:cubicBezTo>
                  <a:pt x="1125" y="24188"/>
                  <a:pt x="10125" y="9563"/>
                  <a:pt x="23062" y="0"/>
                </a:cubicBezTo>
                <a:lnTo>
                  <a:pt x="43875" y="26438"/>
                </a:lnTo>
                <a:cubicBezTo>
                  <a:pt x="33750" y="34875"/>
                  <a:pt x="33750" y="41063"/>
                  <a:pt x="33750" y="42750"/>
                </a:cubicBezTo>
                <a:lnTo>
                  <a:pt x="33750" y="42750"/>
                </a:lnTo>
                <a:close/>
              </a:path>
            </a:pathLst>
          </a:custGeom>
          <a:solidFill>
            <a:schemeClr val="accent6">
              <a:lumMod val="60000"/>
              <a:lumOff val="40000"/>
            </a:schemeClr>
          </a:solidFill>
          <a:ln w="5556" cap="flat">
            <a:noFill/>
            <a:prstDash val="solid"/>
            <a:miter/>
          </a:ln>
        </p:spPr>
        <p:txBody>
          <a:bodyPr rtlCol="0" anchor="ctr"/>
          <a:lstStyle/>
          <a:p>
            <a:endParaRPr lang="de-DE"/>
          </a:p>
        </p:txBody>
      </p:sp>
      <p:sp>
        <p:nvSpPr>
          <p:cNvPr id="114" name="Freihandform: Form 113">
            <a:extLst>
              <a:ext uri="{FF2B5EF4-FFF2-40B4-BE49-F238E27FC236}">
                <a16:creationId xmlns:a16="http://schemas.microsoft.com/office/drawing/2014/main" id="{39D305CB-1832-4F87-87E0-92BA983D6680}"/>
              </a:ext>
            </a:extLst>
          </p:cNvPr>
          <p:cNvSpPr/>
          <p:nvPr/>
        </p:nvSpPr>
        <p:spPr>
          <a:xfrm>
            <a:off x="1394569" y="6235475"/>
            <a:ext cx="42750" cy="42749"/>
          </a:xfrm>
          <a:custGeom>
            <a:avLst/>
            <a:gdLst>
              <a:gd name="connsiteX0" fmla="*/ 13500 w 42750"/>
              <a:gd name="connsiteY0" fmla="*/ 42750 h 42749"/>
              <a:gd name="connsiteX1" fmla="*/ 0 w 42750"/>
              <a:gd name="connsiteY1" fmla="*/ 11812 h 42749"/>
              <a:gd name="connsiteX2" fmla="*/ 34875 w 42750"/>
              <a:gd name="connsiteY2" fmla="*/ 0 h 42749"/>
              <a:gd name="connsiteX3" fmla="*/ 42750 w 42750"/>
              <a:gd name="connsiteY3" fmla="*/ 32625 h 42749"/>
              <a:gd name="connsiteX4" fmla="*/ 13500 w 42750"/>
              <a:gd name="connsiteY4" fmla="*/ 42750 h 42749"/>
              <a:gd name="connsiteX5" fmla="*/ 13500 w 42750"/>
              <a:gd name="connsiteY5" fmla="*/ 42750 h 42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750" h="42749">
                <a:moveTo>
                  <a:pt x="13500" y="42750"/>
                </a:moveTo>
                <a:lnTo>
                  <a:pt x="0" y="11812"/>
                </a:lnTo>
                <a:cubicBezTo>
                  <a:pt x="11250" y="6750"/>
                  <a:pt x="23063" y="2813"/>
                  <a:pt x="34875" y="0"/>
                </a:cubicBezTo>
                <a:lnTo>
                  <a:pt x="42750" y="32625"/>
                </a:lnTo>
                <a:cubicBezTo>
                  <a:pt x="32625" y="35437"/>
                  <a:pt x="23063" y="38812"/>
                  <a:pt x="13500" y="42750"/>
                </a:cubicBezTo>
                <a:lnTo>
                  <a:pt x="13500" y="42750"/>
                </a:lnTo>
                <a:close/>
              </a:path>
            </a:pathLst>
          </a:custGeom>
          <a:solidFill>
            <a:schemeClr val="accent6">
              <a:lumMod val="60000"/>
              <a:lumOff val="40000"/>
            </a:schemeClr>
          </a:solidFill>
          <a:ln w="5556" cap="flat">
            <a:noFill/>
            <a:prstDash val="solid"/>
            <a:miter/>
          </a:ln>
        </p:spPr>
        <p:txBody>
          <a:bodyPr rtlCol="0" anchor="ctr"/>
          <a:lstStyle/>
          <a:p>
            <a:endParaRPr lang="de-DE"/>
          </a:p>
        </p:txBody>
      </p:sp>
      <p:sp>
        <p:nvSpPr>
          <p:cNvPr id="115" name="Freihandform: Form 114">
            <a:extLst>
              <a:ext uri="{FF2B5EF4-FFF2-40B4-BE49-F238E27FC236}">
                <a16:creationId xmlns:a16="http://schemas.microsoft.com/office/drawing/2014/main" id="{64AB841B-69C0-428B-85E9-722F1C77507A}"/>
              </a:ext>
            </a:extLst>
          </p:cNvPr>
          <p:cNvSpPr/>
          <p:nvPr/>
        </p:nvSpPr>
        <p:spPr>
          <a:xfrm>
            <a:off x="1452507" y="6226474"/>
            <a:ext cx="37687" cy="37687"/>
          </a:xfrm>
          <a:custGeom>
            <a:avLst/>
            <a:gdLst>
              <a:gd name="connsiteX0" fmla="*/ 5625 w 37687"/>
              <a:gd name="connsiteY0" fmla="*/ 37688 h 37687"/>
              <a:gd name="connsiteX1" fmla="*/ 0 w 37687"/>
              <a:gd name="connsiteY1" fmla="*/ 4500 h 37687"/>
              <a:gd name="connsiteX2" fmla="*/ 34875 w 37687"/>
              <a:gd name="connsiteY2" fmla="*/ 0 h 37687"/>
              <a:gd name="connsiteX3" fmla="*/ 37687 w 37687"/>
              <a:gd name="connsiteY3" fmla="*/ 33750 h 37687"/>
              <a:gd name="connsiteX4" fmla="*/ 5625 w 37687"/>
              <a:gd name="connsiteY4" fmla="*/ 37688 h 37687"/>
              <a:gd name="connsiteX5" fmla="*/ 5625 w 37687"/>
              <a:gd name="connsiteY5" fmla="*/ 37688 h 37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687" h="37687">
                <a:moveTo>
                  <a:pt x="5625" y="37688"/>
                </a:moveTo>
                <a:lnTo>
                  <a:pt x="0" y="4500"/>
                </a:lnTo>
                <a:cubicBezTo>
                  <a:pt x="14625" y="2250"/>
                  <a:pt x="27000" y="563"/>
                  <a:pt x="34875" y="0"/>
                </a:cubicBezTo>
                <a:lnTo>
                  <a:pt x="37687" y="33750"/>
                </a:lnTo>
                <a:cubicBezTo>
                  <a:pt x="32062" y="34313"/>
                  <a:pt x="19688" y="35438"/>
                  <a:pt x="5625" y="37688"/>
                </a:cubicBezTo>
                <a:lnTo>
                  <a:pt x="5625" y="37688"/>
                </a:lnTo>
                <a:close/>
              </a:path>
            </a:pathLst>
          </a:custGeom>
          <a:solidFill>
            <a:schemeClr val="accent6">
              <a:lumMod val="60000"/>
              <a:lumOff val="40000"/>
            </a:schemeClr>
          </a:solidFill>
          <a:ln w="5556" cap="flat">
            <a:noFill/>
            <a:prstDash val="solid"/>
            <a:miter/>
          </a:ln>
        </p:spPr>
        <p:txBody>
          <a:bodyPr rtlCol="0" anchor="ctr"/>
          <a:lstStyle/>
          <a:p>
            <a:endParaRPr lang="de-DE"/>
          </a:p>
        </p:txBody>
      </p:sp>
      <p:sp>
        <p:nvSpPr>
          <p:cNvPr id="16" name="Freihandform: Form 15">
            <a:extLst>
              <a:ext uri="{FF2B5EF4-FFF2-40B4-BE49-F238E27FC236}">
                <a16:creationId xmlns:a16="http://schemas.microsoft.com/office/drawing/2014/main" id="{7CCBC22B-E98B-41D4-B23C-BC072B79B1A1}"/>
              </a:ext>
            </a:extLst>
          </p:cNvPr>
          <p:cNvSpPr/>
          <p:nvPr/>
        </p:nvSpPr>
        <p:spPr>
          <a:xfrm>
            <a:off x="456311" y="6065600"/>
            <a:ext cx="348750" cy="450000"/>
          </a:xfrm>
          <a:custGeom>
            <a:avLst/>
            <a:gdLst>
              <a:gd name="connsiteX0" fmla="*/ 33750 w 348750"/>
              <a:gd name="connsiteY0" fmla="*/ 67500 h 450000"/>
              <a:gd name="connsiteX1" fmla="*/ 95625 w 348750"/>
              <a:gd name="connsiteY1" fmla="*/ 67500 h 450000"/>
              <a:gd name="connsiteX2" fmla="*/ 95625 w 348750"/>
              <a:gd name="connsiteY2" fmla="*/ 101250 h 450000"/>
              <a:gd name="connsiteX3" fmla="*/ 253125 w 348750"/>
              <a:gd name="connsiteY3" fmla="*/ 101250 h 450000"/>
              <a:gd name="connsiteX4" fmla="*/ 253125 w 348750"/>
              <a:gd name="connsiteY4" fmla="*/ 67500 h 450000"/>
              <a:gd name="connsiteX5" fmla="*/ 315000 w 348750"/>
              <a:gd name="connsiteY5" fmla="*/ 67500 h 450000"/>
              <a:gd name="connsiteX6" fmla="*/ 315000 w 348750"/>
              <a:gd name="connsiteY6" fmla="*/ 416250 h 450000"/>
              <a:gd name="connsiteX7" fmla="*/ 33750 w 348750"/>
              <a:gd name="connsiteY7" fmla="*/ 416250 h 450000"/>
              <a:gd name="connsiteX8" fmla="*/ 33750 w 348750"/>
              <a:gd name="connsiteY8" fmla="*/ 67500 h 450000"/>
              <a:gd name="connsiteX9" fmla="*/ 174937 w 348750"/>
              <a:gd name="connsiteY9" fmla="*/ 22500 h 450000"/>
              <a:gd name="connsiteX10" fmla="*/ 191250 w 348750"/>
              <a:gd name="connsiteY10" fmla="*/ 39375 h 450000"/>
              <a:gd name="connsiteX11" fmla="*/ 174375 w 348750"/>
              <a:gd name="connsiteY11" fmla="*/ 56250 h 450000"/>
              <a:gd name="connsiteX12" fmla="*/ 157500 w 348750"/>
              <a:gd name="connsiteY12" fmla="*/ 39375 h 450000"/>
              <a:gd name="connsiteX13" fmla="*/ 174937 w 348750"/>
              <a:gd name="connsiteY13" fmla="*/ 22500 h 450000"/>
              <a:gd name="connsiteX14" fmla="*/ 0 w 348750"/>
              <a:gd name="connsiteY14" fmla="*/ 56250 h 450000"/>
              <a:gd name="connsiteX15" fmla="*/ 0 w 348750"/>
              <a:gd name="connsiteY15" fmla="*/ 427500 h 450000"/>
              <a:gd name="connsiteX16" fmla="*/ 22500 w 348750"/>
              <a:gd name="connsiteY16" fmla="*/ 450000 h 450000"/>
              <a:gd name="connsiteX17" fmla="*/ 326250 w 348750"/>
              <a:gd name="connsiteY17" fmla="*/ 450000 h 450000"/>
              <a:gd name="connsiteX18" fmla="*/ 348750 w 348750"/>
              <a:gd name="connsiteY18" fmla="*/ 427500 h 450000"/>
              <a:gd name="connsiteX19" fmla="*/ 348750 w 348750"/>
              <a:gd name="connsiteY19" fmla="*/ 56250 h 450000"/>
              <a:gd name="connsiteX20" fmla="*/ 326250 w 348750"/>
              <a:gd name="connsiteY20" fmla="*/ 33750 h 450000"/>
              <a:gd name="connsiteX21" fmla="*/ 230625 w 348750"/>
              <a:gd name="connsiteY21" fmla="*/ 33750 h 450000"/>
              <a:gd name="connsiteX22" fmla="*/ 230625 w 348750"/>
              <a:gd name="connsiteY22" fmla="*/ 22500 h 450000"/>
              <a:gd name="connsiteX23" fmla="*/ 208125 w 348750"/>
              <a:gd name="connsiteY23" fmla="*/ 0 h 450000"/>
              <a:gd name="connsiteX24" fmla="*/ 140625 w 348750"/>
              <a:gd name="connsiteY24" fmla="*/ 0 h 450000"/>
              <a:gd name="connsiteX25" fmla="*/ 118125 w 348750"/>
              <a:gd name="connsiteY25" fmla="*/ 22500 h 450000"/>
              <a:gd name="connsiteX26" fmla="*/ 118125 w 348750"/>
              <a:gd name="connsiteY26" fmla="*/ 33750 h 450000"/>
              <a:gd name="connsiteX27" fmla="*/ 22500 w 348750"/>
              <a:gd name="connsiteY27" fmla="*/ 33750 h 450000"/>
              <a:gd name="connsiteX28" fmla="*/ 0 w 348750"/>
              <a:gd name="connsiteY28" fmla="*/ 56250 h 45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48750" h="450000">
                <a:moveTo>
                  <a:pt x="33750" y="67500"/>
                </a:moveTo>
                <a:lnTo>
                  <a:pt x="95625" y="67500"/>
                </a:lnTo>
                <a:lnTo>
                  <a:pt x="95625" y="101250"/>
                </a:lnTo>
                <a:lnTo>
                  <a:pt x="253125" y="101250"/>
                </a:lnTo>
                <a:lnTo>
                  <a:pt x="253125" y="67500"/>
                </a:lnTo>
                <a:lnTo>
                  <a:pt x="315000" y="67500"/>
                </a:lnTo>
                <a:lnTo>
                  <a:pt x="315000" y="416250"/>
                </a:lnTo>
                <a:lnTo>
                  <a:pt x="33750" y="416250"/>
                </a:lnTo>
                <a:lnTo>
                  <a:pt x="33750" y="67500"/>
                </a:lnTo>
                <a:close/>
                <a:moveTo>
                  <a:pt x="174937" y="22500"/>
                </a:moveTo>
                <a:cubicBezTo>
                  <a:pt x="183938" y="22500"/>
                  <a:pt x="191250" y="30375"/>
                  <a:pt x="191250" y="39375"/>
                </a:cubicBezTo>
                <a:cubicBezTo>
                  <a:pt x="191250" y="48938"/>
                  <a:pt x="183938" y="56250"/>
                  <a:pt x="174375" y="56250"/>
                </a:cubicBezTo>
                <a:cubicBezTo>
                  <a:pt x="164813" y="56250"/>
                  <a:pt x="157500" y="48938"/>
                  <a:pt x="157500" y="39375"/>
                </a:cubicBezTo>
                <a:cubicBezTo>
                  <a:pt x="157500" y="29813"/>
                  <a:pt x="164813" y="22500"/>
                  <a:pt x="174937" y="22500"/>
                </a:cubicBezTo>
                <a:close/>
                <a:moveTo>
                  <a:pt x="0" y="56250"/>
                </a:moveTo>
                <a:lnTo>
                  <a:pt x="0" y="427500"/>
                </a:lnTo>
                <a:cubicBezTo>
                  <a:pt x="0" y="439875"/>
                  <a:pt x="10125" y="450000"/>
                  <a:pt x="22500" y="450000"/>
                </a:cubicBezTo>
                <a:lnTo>
                  <a:pt x="326250" y="450000"/>
                </a:lnTo>
                <a:cubicBezTo>
                  <a:pt x="338625" y="450000"/>
                  <a:pt x="348750" y="439875"/>
                  <a:pt x="348750" y="427500"/>
                </a:cubicBezTo>
                <a:lnTo>
                  <a:pt x="348750" y="56250"/>
                </a:lnTo>
                <a:cubicBezTo>
                  <a:pt x="348750" y="43875"/>
                  <a:pt x="338625" y="33750"/>
                  <a:pt x="326250" y="33750"/>
                </a:cubicBezTo>
                <a:lnTo>
                  <a:pt x="230625" y="33750"/>
                </a:lnTo>
                <a:lnTo>
                  <a:pt x="230625" y="22500"/>
                </a:lnTo>
                <a:cubicBezTo>
                  <a:pt x="230625" y="10125"/>
                  <a:pt x="220500" y="0"/>
                  <a:pt x="208125" y="0"/>
                </a:cubicBezTo>
                <a:lnTo>
                  <a:pt x="140625" y="0"/>
                </a:lnTo>
                <a:cubicBezTo>
                  <a:pt x="128250" y="0"/>
                  <a:pt x="118125" y="10125"/>
                  <a:pt x="118125" y="22500"/>
                </a:cubicBezTo>
                <a:lnTo>
                  <a:pt x="118125" y="33750"/>
                </a:lnTo>
                <a:lnTo>
                  <a:pt x="22500" y="33750"/>
                </a:lnTo>
                <a:cubicBezTo>
                  <a:pt x="10125" y="33750"/>
                  <a:pt x="0" y="43875"/>
                  <a:pt x="0" y="56250"/>
                </a:cubicBezTo>
                <a:close/>
              </a:path>
            </a:pathLst>
          </a:custGeom>
          <a:solidFill>
            <a:schemeClr val="accent4"/>
          </a:solidFill>
          <a:ln w="5556" cap="flat">
            <a:noFill/>
            <a:prstDash val="solid"/>
            <a:miter/>
          </a:ln>
        </p:spPr>
        <p:txBody>
          <a:bodyPr rtlCol="0" anchor="ctr"/>
          <a:lstStyle/>
          <a:p>
            <a:endParaRPr lang="de-DE"/>
          </a:p>
        </p:txBody>
      </p:sp>
      <p:sp>
        <p:nvSpPr>
          <p:cNvPr id="23" name="Freihandform: Form 22">
            <a:extLst>
              <a:ext uri="{FF2B5EF4-FFF2-40B4-BE49-F238E27FC236}">
                <a16:creationId xmlns:a16="http://schemas.microsoft.com/office/drawing/2014/main" id="{A0A68F84-A90B-4834-8DF0-5BCE4E5DA4EE}"/>
              </a:ext>
            </a:extLst>
          </p:cNvPr>
          <p:cNvSpPr/>
          <p:nvPr/>
        </p:nvSpPr>
        <p:spPr>
          <a:xfrm>
            <a:off x="523811" y="6346850"/>
            <a:ext cx="95625" cy="22500"/>
          </a:xfrm>
          <a:custGeom>
            <a:avLst/>
            <a:gdLst>
              <a:gd name="connsiteX0" fmla="*/ 0 w 95625"/>
              <a:gd name="connsiteY0" fmla="*/ 0 h 22500"/>
              <a:gd name="connsiteX1" fmla="*/ 95625 w 95625"/>
              <a:gd name="connsiteY1" fmla="*/ 0 h 22500"/>
              <a:gd name="connsiteX2" fmla="*/ 95625 w 95625"/>
              <a:gd name="connsiteY2" fmla="*/ 22500 h 22500"/>
              <a:gd name="connsiteX3" fmla="*/ 0 w 95625"/>
              <a:gd name="connsiteY3" fmla="*/ 22500 h 22500"/>
            </a:gdLst>
            <a:ahLst/>
            <a:cxnLst>
              <a:cxn ang="0">
                <a:pos x="connsiteX0" y="connsiteY0"/>
              </a:cxn>
              <a:cxn ang="0">
                <a:pos x="connsiteX1" y="connsiteY1"/>
              </a:cxn>
              <a:cxn ang="0">
                <a:pos x="connsiteX2" y="connsiteY2"/>
              </a:cxn>
              <a:cxn ang="0">
                <a:pos x="connsiteX3" y="connsiteY3"/>
              </a:cxn>
            </a:cxnLst>
            <a:rect l="l" t="t" r="r" b="b"/>
            <a:pathLst>
              <a:path w="95625" h="22500">
                <a:moveTo>
                  <a:pt x="0" y="0"/>
                </a:moveTo>
                <a:lnTo>
                  <a:pt x="95625" y="0"/>
                </a:lnTo>
                <a:lnTo>
                  <a:pt x="95625" y="22500"/>
                </a:lnTo>
                <a:lnTo>
                  <a:pt x="0" y="22500"/>
                </a:lnTo>
                <a:close/>
              </a:path>
            </a:pathLst>
          </a:custGeom>
          <a:solidFill>
            <a:schemeClr val="bg2">
              <a:lumMod val="75000"/>
            </a:schemeClr>
          </a:solidFill>
          <a:ln w="5556" cap="flat">
            <a:noFill/>
            <a:prstDash val="solid"/>
            <a:miter/>
          </a:ln>
        </p:spPr>
        <p:txBody>
          <a:bodyPr rtlCol="0" anchor="ctr"/>
          <a:lstStyle/>
          <a:p>
            <a:endParaRPr lang="de-DE"/>
          </a:p>
        </p:txBody>
      </p:sp>
      <p:sp>
        <p:nvSpPr>
          <p:cNvPr id="24" name="Freihandform: Form 23">
            <a:extLst>
              <a:ext uri="{FF2B5EF4-FFF2-40B4-BE49-F238E27FC236}">
                <a16:creationId xmlns:a16="http://schemas.microsoft.com/office/drawing/2014/main" id="{A0AFECD1-FAC6-4662-AE1F-41FAF5BE6DA9}"/>
              </a:ext>
            </a:extLst>
          </p:cNvPr>
          <p:cNvSpPr/>
          <p:nvPr/>
        </p:nvSpPr>
        <p:spPr>
          <a:xfrm>
            <a:off x="523811" y="6414350"/>
            <a:ext cx="95625" cy="22500"/>
          </a:xfrm>
          <a:custGeom>
            <a:avLst/>
            <a:gdLst>
              <a:gd name="connsiteX0" fmla="*/ 0 w 95625"/>
              <a:gd name="connsiteY0" fmla="*/ 0 h 22500"/>
              <a:gd name="connsiteX1" fmla="*/ 95625 w 95625"/>
              <a:gd name="connsiteY1" fmla="*/ 0 h 22500"/>
              <a:gd name="connsiteX2" fmla="*/ 95625 w 95625"/>
              <a:gd name="connsiteY2" fmla="*/ 22500 h 22500"/>
              <a:gd name="connsiteX3" fmla="*/ 0 w 95625"/>
              <a:gd name="connsiteY3" fmla="*/ 22500 h 22500"/>
            </a:gdLst>
            <a:ahLst/>
            <a:cxnLst>
              <a:cxn ang="0">
                <a:pos x="connsiteX0" y="connsiteY0"/>
              </a:cxn>
              <a:cxn ang="0">
                <a:pos x="connsiteX1" y="connsiteY1"/>
              </a:cxn>
              <a:cxn ang="0">
                <a:pos x="connsiteX2" y="connsiteY2"/>
              </a:cxn>
              <a:cxn ang="0">
                <a:pos x="connsiteX3" y="connsiteY3"/>
              </a:cxn>
            </a:cxnLst>
            <a:rect l="l" t="t" r="r" b="b"/>
            <a:pathLst>
              <a:path w="95625" h="22500">
                <a:moveTo>
                  <a:pt x="0" y="0"/>
                </a:moveTo>
                <a:lnTo>
                  <a:pt x="95625" y="0"/>
                </a:lnTo>
                <a:lnTo>
                  <a:pt x="95625" y="22500"/>
                </a:lnTo>
                <a:lnTo>
                  <a:pt x="0" y="22500"/>
                </a:lnTo>
                <a:close/>
              </a:path>
            </a:pathLst>
          </a:custGeom>
          <a:solidFill>
            <a:schemeClr val="bg2">
              <a:lumMod val="75000"/>
            </a:schemeClr>
          </a:solidFill>
          <a:ln w="5556" cap="flat">
            <a:noFill/>
            <a:prstDash val="solid"/>
            <a:miter/>
          </a:ln>
        </p:spPr>
        <p:txBody>
          <a:bodyPr rtlCol="0" anchor="ctr"/>
          <a:lstStyle/>
          <a:p>
            <a:endParaRPr lang="de-DE"/>
          </a:p>
        </p:txBody>
      </p:sp>
      <p:sp>
        <p:nvSpPr>
          <p:cNvPr id="26" name="Freihandform: Form 25">
            <a:extLst>
              <a:ext uri="{FF2B5EF4-FFF2-40B4-BE49-F238E27FC236}">
                <a16:creationId xmlns:a16="http://schemas.microsoft.com/office/drawing/2014/main" id="{FB105C59-5A08-47E0-AB24-FD3F45B2F4C4}"/>
              </a:ext>
            </a:extLst>
          </p:cNvPr>
          <p:cNvSpPr/>
          <p:nvPr/>
        </p:nvSpPr>
        <p:spPr>
          <a:xfrm>
            <a:off x="523811" y="6211850"/>
            <a:ext cx="95625" cy="22500"/>
          </a:xfrm>
          <a:custGeom>
            <a:avLst/>
            <a:gdLst>
              <a:gd name="connsiteX0" fmla="*/ 0 w 95625"/>
              <a:gd name="connsiteY0" fmla="*/ 0 h 22500"/>
              <a:gd name="connsiteX1" fmla="*/ 95625 w 95625"/>
              <a:gd name="connsiteY1" fmla="*/ 0 h 22500"/>
              <a:gd name="connsiteX2" fmla="*/ 95625 w 95625"/>
              <a:gd name="connsiteY2" fmla="*/ 22500 h 22500"/>
              <a:gd name="connsiteX3" fmla="*/ 0 w 95625"/>
              <a:gd name="connsiteY3" fmla="*/ 22500 h 22500"/>
            </a:gdLst>
            <a:ahLst/>
            <a:cxnLst>
              <a:cxn ang="0">
                <a:pos x="connsiteX0" y="connsiteY0"/>
              </a:cxn>
              <a:cxn ang="0">
                <a:pos x="connsiteX1" y="connsiteY1"/>
              </a:cxn>
              <a:cxn ang="0">
                <a:pos x="connsiteX2" y="connsiteY2"/>
              </a:cxn>
              <a:cxn ang="0">
                <a:pos x="connsiteX3" y="connsiteY3"/>
              </a:cxn>
            </a:cxnLst>
            <a:rect l="l" t="t" r="r" b="b"/>
            <a:pathLst>
              <a:path w="95625" h="22500">
                <a:moveTo>
                  <a:pt x="0" y="0"/>
                </a:moveTo>
                <a:lnTo>
                  <a:pt x="95625" y="0"/>
                </a:lnTo>
                <a:lnTo>
                  <a:pt x="95625" y="22500"/>
                </a:lnTo>
                <a:lnTo>
                  <a:pt x="0" y="22500"/>
                </a:lnTo>
                <a:close/>
              </a:path>
            </a:pathLst>
          </a:custGeom>
          <a:solidFill>
            <a:schemeClr val="bg2">
              <a:lumMod val="75000"/>
            </a:schemeClr>
          </a:solidFill>
          <a:ln w="5556" cap="flat">
            <a:noFill/>
            <a:prstDash val="solid"/>
            <a:miter/>
          </a:ln>
        </p:spPr>
        <p:txBody>
          <a:bodyPr rtlCol="0" anchor="ctr"/>
          <a:lstStyle/>
          <a:p>
            <a:endParaRPr lang="de-DE"/>
          </a:p>
        </p:txBody>
      </p:sp>
      <p:sp>
        <p:nvSpPr>
          <p:cNvPr id="34" name="Freihandform: Form 33">
            <a:extLst>
              <a:ext uri="{FF2B5EF4-FFF2-40B4-BE49-F238E27FC236}">
                <a16:creationId xmlns:a16="http://schemas.microsoft.com/office/drawing/2014/main" id="{19BCB2B1-0B44-401B-B32F-FE905DBE6A9E}"/>
              </a:ext>
            </a:extLst>
          </p:cNvPr>
          <p:cNvSpPr/>
          <p:nvPr/>
        </p:nvSpPr>
        <p:spPr>
          <a:xfrm>
            <a:off x="523811" y="6279350"/>
            <a:ext cx="95625" cy="22500"/>
          </a:xfrm>
          <a:custGeom>
            <a:avLst/>
            <a:gdLst>
              <a:gd name="connsiteX0" fmla="*/ 0 w 95625"/>
              <a:gd name="connsiteY0" fmla="*/ 0 h 22500"/>
              <a:gd name="connsiteX1" fmla="*/ 95625 w 95625"/>
              <a:gd name="connsiteY1" fmla="*/ 0 h 22500"/>
              <a:gd name="connsiteX2" fmla="*/ 95625 w 95625"/>
              <a:gd name="connsiteY2" fmla="*/ 22500 h 22500"/>
              <a:gd name="connsiteX3" fmla="*/ 0 w 95625"/>
              <a:gd name="connsiteY3" fmla="*/ 22500 h 22500"/>
            </a:gdLst>
            <a:ahLst/>
            <a:cxnLst>
              <a:cxn ang="0">
                <a:pos x="connsiteX0" y="connsiteY0"/>
              </a:cxn>
              <a:cxn ang="0">
                <a:pos x="connsiteX1" y="connsiteY1"/>
              </a:cxn>
              <a:cxn ang="0">
                <a:pos x="connsiteX2" y="connsiteY2"/>
              </a:cxn>
              <a:cxn ang="0">
                <a:pos x="connsiteX3" y="connsiteY3"/>
              </a:cxn>
            </a:cxnLst>
            <a:rect l="l" t="t" r="r" b="b"/>
            <a:pathLst>
              <a:path w="95625" h="22500">
                <a:moveTo>
                  <a:pt x="0" y="0"/>
                </a:moveTo>
                <a:lnTo>
                  <a:pt x="95625" y="0"/>
                </a:lnTo>
                <a:lnTo>
                  <a:pt x="95625" y="22500"/>
                </a:lnTo>
                <a:lnTo>
                  <a:pt x="0" y="22500"/>
                </a:lnTo>
                <a:close/>
              </a:path>
            </a:pathLst>
          </a:custGeom>
          <a:solidFill>
            <a:schemeClr val="bg2">
              <a:lumMod val="75000"/>
            </a:schemeClr>
          </a:solidFill>
          <a:ln w="5556" cap="flat">
            <a:noFill/>
            <a:prstDash val="solid"/>
            <a:miter/>
          </a:ln>
        </p:spPr>
        <p:txBody>
          <a:bodyPr rtlCol="0" anchor="ctr"/>
          <a:lstStyle/>
          <a:p>
            <a:endParaRPr lang="de-DE"/>
          </a:p>
        </p:txBody>
      </p:sp>
      <p:sp>
        <p:nvSpPr>
          <p:cNvPr id="35" name="Freihandform: Form 34">
            <a:extLst>
              <a:ext uri="{FF2B5EF4-FFF2-40B4-BE49-F238E27FC236}">
                <a16:creationId xmlns:a16="http://schemas.microsoft.com/office/drawing/2014/main" id="{3A4B3035-EC60-48D3-93F9-737A1F7CB4B6}"/>
              </a:ext>
            </a:extLst>
          </p:cNvPr>
          <p:cNvSpPr/>
          <p:nvPr/>
        </p:nvSpPr>
        <p:spPr>
          <a:xfrm>
            <a:off x="658248" y="6187662"/>
            <a:ext cx="75375" cy="60749"/>
          </a:xfrm>
          <a:custGeom>
            <a:avLst/>
            <a:gdLst>
              <a:gd name="connsiteX0" fmla="*/ 0 w 75375"/>
              <a:gd name="connsiteY0" fmla="*/ 34312 h 60749"/>
              <a:gd name="connsiteX1" fmla="*/ 11812 w 75375"/>
              <a:gd name="connsiteY1" fmla="*/ 22500 h 60749"/>
              <a:gd name="connsiteX2" fmla="*/ 26437 w 75375"/>
              <a:gd name="connsiteY2" fmla="*/ 37125 h 60749"/>
              <a:gd name="connsiteX3" fmla="*/ 63562 w 75375"/>
              <a:gd name="connsiteY3" fmla="*/ 0 h 60749"/>
              <a:gd name="connsiteX4" fmla="*/ 75375 w 75375"/>
              <a:gd name="connsiteY4" fmla="*/ 11812 h 60749"/>
              <a:gd name="connsiteX5" fmla="*/ 26437 w 75375"/>
              <a:gd name="connsiteY5" fmla="*/ 60750 h 60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375" h="60749">
                <a:moveTo>
                  <a:pt x="0" y="34312"/>
                </a:moveTo>
                <a:lnTo>
                  <a:pt x="11812" y="22500"/>
                </a:lnTo>
                <a:lnTo>
                  <a:pt x="26437" y="37125"/>
                </a:lnTo>
                <a:lnTo>
                  <a:pt x="63562" y="0"/>
                </a:lnTo>
                <a:lnTo>
                  <a:pt x="75375" y="11812"/>
                </a:lnTo>
                <a:lnTo>
                  <a:pt x="26437" y="60750"/>
                </a:lnTo>
                <a:close/>
              </a:path>
            </a:pathLst>
          </a:custGeom>
          <a:solidFill>
            <a:schemeClr val="accent6"/>
          </a:solidFill>
          <a:ln w="5556" cap="flat">
            <a:noFill/>
            <a:prstDash val="solid"/>
            <a:miter/>
          </a:ln>
        </p:spPr>
        <p:txBody>
          <a:bodyPr rtlCol="0" anchor="ctr"/>
          <a:lstStyle/>
          <a:p>
            <a:endParaRPr lang="de-DE"/>
          </a:p>
        </p:txBody>
      </p:sp>
      <p:sp>
        <p:nvSpPr>
          <p:cNvPr id="36" name="Freihandform: Form 35">
            <a:extLst>
              <a:ext uri="{FF2B5EF4-FFF2-40B4-BE49-F238E27FC236}">
                <a16:creationId xmlns:a16="http://schemas.microsoft.com/office/drawing/2014/main" id="{00A10CD9-1529-4773-B5C1-B49A28462513}"/>
              </a:ext>
            </a:extLst>
          </p:cNvPr>
          <p:cNvSpPr/>
          <p:nvPr/>
        </p:nvSpPr>
        <p:spPr>
          <a:xfrm>
            <a:off x="658248" y="6255162"/>
            <a:ext cx="75375" cy="60749"/>
          </a:xfrm>
          <a:custGeom>
            <a:avLst/>
            <a:gdLst>
              <a:gd name="connsiteX0" fmla="*/ 0 w 75375"/>
              <a:gd name="connsiteY0" fmla="*/ 34312 h 60749"/>
              <a:gd name="connsiteX1" fmla="*/ 11812 w 75375"/>
              <a:gd name="connsiteY1" fmla="*/ 22500 h 60749"/>
              <a:gd name="connsiteX2" fmla="*/ 26437 w 75375"/>
              <a:gd name="connsiteY2" fmla="*/ 37125 h 60749"/>
              <a:gd name="connsiteX3" fmla="*/ 63562 w 75375"/>
              <a:gd name="connsiteY3" fmla="*/ 0 h 60749"/>
              <a:gd name="connsiteX4" fmla="*/ 75375 w 75375"/>
              <a:gd name="connsiteY4" fmla="*/ 11812 h 60749"/>
              <a:gd name="connsiteX5" fmla="*/ 26437 w 75375"/>
              <a:gd name="connsiteY5" fmla="*/ 60750 h 60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375" h="60749">
                <a:moveTo>
                  <a:pt x="0" y="34312"/>
                </a:moveTo>
                <a:lnTo>
                  <a:pt x="11812" y="22500"/>
                </a:lnTo>
                <a:lnTo>
                  <a:pt x="26437" y="37125"/>
                </a:lnTo>
                <a:lnTo>
                  <a:pt x="63562" y="0"/>
                </a:lnTo>
                <a:lnTo>
                  <a:pt x="75375" y="11812"/>
                </a:lnTo>
                <a:lnTo>
                  <a:pt x="26437" y="60750"/>
                </a:lnTo>
                <a:close/>
              </a:path>
            </a:pathLst>
          </a:custGeom>
          <a:solidFill>
            <a:schemeClr val="accent6"/>
          </a:solidFill>
          <a:ln w="5556" cap="flat">
            <a:noFill/>
            <a:prstDash val="solid"/>
            <a:miter/>
          </a:ln>
        </p:spPr>
        <p:txBody>
          <a:bodyPr rtlCol="0" anchor="ctr"/>
          <a:lstStyle/>
          <a:p>
            <a:endParaRPr lang="de-DE"/>
          </a:p>
        </p:txBody>
      </p:sp>
      <p:sp>
        <p:nvSpPr>
          <p:cNvPr id="28" name="Textfeld 27">
            <a:extLst>
              <a:ext uri="{FF2B5EF4-FFF2-40B4-BE49-F238E27FC236}">
                <a16:creationId xmlns:a16="http://schemas.microsoft.com/office/drawing/2014/main" id="{59CDDCE6-9590-BF6E-1BC9-D6525D50A423}"/>
              </a:ext>
            </a:extLst>
          </p:cNvPr>
          <p:cNvSpPr txBox="1"/>
          <p:nvPr/>
        </p:nvSpPr>
        <p:spPr>
          <a:xfrm>
            <a:off x="810281" y="6090545"/>
            <a:ext cx="294862" cy="400110"/>
          </a:xfrm>
          <a:prstGeom prst="rect">
            <a:avLst/>
          </a:prstGeom>
          <a:noFill/>
        </p:spPr>
        <p:txBody>
          <a:bodyPr wrap="square" rtlCol="0">
            <a:spAutoFit/>
          </a:bodyPr>
          <a:lstStyle/>
          <a:p>
            <a:r>
              <a:rPr lang="de-DE" sz="2000" b="1">
                <a:solidFill>
                  <a:schemeClr val="bg2">
                    <a:lumMod val="75000"/>
                  </a:schemeClr>
                </a:solidFill>
              </a:rPr>
              <a:t>&amp;</a:t>
            </a:r>
            <a:endParaRPr lang="de-DE" b="1">
              <a:solidFill>
                <a:schemeClr val="bg2">
                  <a:lumMod val="75000"/>
                </a:schemeClr>
              </a:solidFill>
            </a:endParaRPr>
          </a:p>
        </p:txBody>
      </p:sp>
      <p:sp>
        <p:nvSpPr>
          <p:cNvPr id="30" name="Textfeld 29">
            <a:extLst>
              <a:ext uri="{FF2B5EF4-FFF2-40B4-BE49-F238E27FC236}">
                <a16:creationId xmlns:a16="http://schemas.microsoft.com/office/drawing/2014/main" id="{73592483-AABB-9C39-FF57-DD19502CC7E6}"/>
              </a:ext>
            </a:extLst>
          </p:cNvPr>
          <p:cNvSpPr txBox="1"/>
          <p:nvPr/>
        </p:nvSpPr>
        <p:spPr>
          <a:xfrm>
            <a:off x="1377131" y="810367"/>
            <a:ext cx="1999064" cy="461665"/>
          </a:xfrm>
          <a:prstGeom prst="rect">
            <a:avLst/>
          </a:prstGeom>
          <a:noFill/>
        </p:spPr>
        <p:txBody>
          <a:bodyPr wrap="square" rtlCol="0">
            <a:spAutoFit/>
          </a:bodyPr>
          <a:lstStyle/>
          <a:p>
            <a:r>
              <a:rPr lang="de-DE" sz="1200" err="1"/>
              <a:t>KnowHow</a:t>
            </a:r>
            <a:r>
              <a:rPr lang="de-DE" sz="1200"/>
              <a:t> &amp; </a:t>
            </a:r>
          </a:p>
          <a:p>
            <a:r>
              <a:rPr lang="de-DE" sz="1200"/>
              <a:t>Orientierung</a:t>
            </a:r>
          </a:p>
        </p:txBody>
      </p:sp>
      <p:sp>
        <p:nvSpPr>
          <p:cNvPr id="31" name="Eingebuchteter Richtungspfeil 30">
            <a:extLst>
              <a:ext uri="{FF2B5EF4-FFF2-40B4-BE49-F238E27FC236}">
                <a16:creationId xmlns:a16="http://schemas.microsoft.com/office/drawing/2014/main" id="{B28AB4EC-ACE8-F9C8-ABC6-2674F93F903A}"/>
              </a:ext>
            </a:extLst>
          </p:cNvPr>
          <p:cNvSpPr/>
          <p:nvPr/>
        </p:nvSpPr>
        <p:spPr>
          <a:xfrm>
            <a:off x="195485" y="1861913"/>
            <a:ext cx="1817894" cy="595252"/>
          </a:xfrm>
          <a:prstGeom prst="chevron">
            <a:avLst/>
          </a:prstGeom>
          <a:solidFill>
            <a:schemeClr val="accent2"/>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de-DE">
                <a:solidFill>
                  <a:schemeClr val="bg1"/>
                </a:solidFill>
              </a:rPr>
              <a:t>Planungs-phase</a:t>
            </a:r>
          </a:p>
        </p:txBody>
      </p:sp>
      <p:sp>
        <p:nvSpPr>
          <p:cNvPr id="32" name="Eingebuchteter Richtungspfeil 31">
            <a:extLst>
              <a:ext uri="{FF2B5EF4-FFF2-40B4-BE49-F238E27FC236}">
                <a16:creationId xmlns:a16="http://schemas.microsoft.com/office/drawing/2014/main" id="{7E6C6EC7-F213-8A21-1FFF-FD608EA8437A}"/>
              </a:ext>
            </a:extLst>
          </p:cNvPr>
          <p:cNvSpPr/>
          <p:nvPr/>
        </p:nvSpPr>
        <p:spPr>
          <a:xfrm>
            <a:off x="2180262" y="1883421"/>
            <a:ext cx="3805925" cy="595252"/>
          </a:xfrm>
          <a:prstGeom prst="chevron">
            <a:avLst/>
          </a:prstGeom>
          <a:solidFill>
            <a:schemeClr val="accent2"/>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de-DE">
                <a:solidFill>
                  <a:schemeClr val="bg1"/>
                </a:solidFill>
              </a:rPr>
              <a:t>Vorprojekt(</a:t>
            </a:r>
            <a:r>
              <a:rPr lang="de-DE" err="1">
                <a:solidFill>
                  <a:schemeClr val="bg1"/>
                </a:solidFill>
              </a:rPr>
              <a:t>e</a:t>
            </a:r>
            <a:r>
              <a:rPr lang="de-DE">
                <a:solidFill>
                  <a:schemeClr val="bg1"/>
                </a:solidFill>
              </a:rPr>
              <a:t>) Phase</a:t>
            </a:r>
          </a:p>
        </p:txBody>
      </p:sp>
      <p:sp>
        <p:nvSpPr>
          <p:cNvPr id="33" name="Eingebuchteter Richtungspfeil 32">
            <a:extLst>
              <a:ext uri="{FF2B5EF4-FFF2-40B4-BE49-F238E27FC236}">
                <a16:creationId xmlns:a16="http://schemas.microsoft.com/office/drawing/2014/main" id="{5C480C3E-5316-206F-BBB7-0234C66867A9}"/>
              </a:ext>
            </a:extLst>
          </p:cNvPr>
          <p:cNvSpPr/>
          <p:nvPr/>
        </p:nvSpPr>
        <p:spPr>
          <a:xfrm>
            <a:off x="6149817" y="1883421"/>
            <a:ext cx="5790704" cy="595252"/>
          </a:xfrm>
          <a:prstGeom prst="chevron">
            <a:avLst/>
          </a:prstGeom>
          <a:solidFill>
            <a:schemeClr val="accent2"/>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de-DE">
                <a:solidFill>
                  <a:schemeClr val="bg1"/>
                </a:solidFill>
              </a:rPr>
              <a:t>Updatephase</a:t>
            </a:r>
          </a:p>
        </p:txBody>
      </p:sp>
      <p:grpSp>
        <p:nvGrpSpPr>
          <p:cNvPr id="7" name="Gruppieren 6">
            <a:extLst>
              <a:ext uri="{FF2B5EF4-FFF2-40B4-BE49-F238E27FC236}">
                <a16:creationId xmlns:a16="http://schemas.microsoft.com/office/drawing/2014/main" id="{5671F1BD-2164-4351-A0C5-AAD1863244B9}"/>
              </a:ext>
            </a:extLst>
          </p:cNvPr>
          <p:cNvGrpSpPr/>
          <p:nvPr/>
        </p:nvGrpSpPr>
        <p:grpSpPr>
          <a:xfrm>
            <a:off x="2180262" y="2599812"/>
            <a:ext cx="1824039" cy="4042070"/>
            <a:chOff x="2223076" y="2630226"/>
            <a:chExt cx="1824039" cy="4042070"/>
          </a:xfrm>
          <a:effectLst/>
        </p:grpSpPr>
        <p:grpSp>
          <p:nvGrpSpPr>
            <p:cNvPr id="50" name="Gruppieren 49">
              <a:extLst>
                <a:ext uri="{FF2B5EF4-FFF2-40B4-BE49-F238E27FC236}">
                  <a16:creationId xmlns:a16="http://schemas.microsoft.com/office/drawing/2014/main" id="{87F15CE9-E939-2942-7509-766012A0D727}"/>
                </a:ext>
              </a:extLst>
            </p:cNvPr>
            <p:cNvGrpSpPr/>
            <p:nvPr/>
          </p:nvGrpSpPr>
          <p:grpSpPr>
            <a:xfrm>
              <a:off x="2223076" y="2826330"/>
              <a:ext cx="1824039" cy="3845966"/>
              <a:chOff x="164465" y="1638419"/>
              <a:chExt cx="2214587" cy="4664674"/>
            </a:xfrm>
          </p:grpSpPr>
          <p:sp>
            <p:nvSpPr>
              <p:cNvPr id="51" name="Rechteck 50">
                <a:extLst>
                  <a:ext uri="{FF2B5EF4-FFF2-40B4-BE49-F238E27FC236}">
                    <a16:creationId xmlns:a16="http://schemas.microsoft.com/office/drawing/2014/main" id="{53C7B210-1EB8-4114-47C4-6689F0B39643}"/>
                  </a:ext>
                </a:extLst>
              </p:cNvPr>
              <p:cNvSpPr/>
              <p:nvPr/>
            </p:nvSpPr>
            <p:spPr>
              <a:xfrm>
                <a:off x="165052" y="1638419"/>
                <a:ext cx="2214000" cy="4664674"/>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prstClr val="white"/>
                  </a:solidFill>
                  <a:latin typeface="Calibri" panose="020F0502020204030204"/>
                </a:endParaRPr>
              </a:p>
            </p:txBody>
          </p:sp>
          <p:sp>
            <p:nvSpPr>
              <p:cNvPr id="52" name="Textplatzhalter 3">
                <a:extLst>
                  <a:ext uri="{FF2B5EF4-FFF2-40B4-BE49-F238E27FC236}">
                    <a16:creationId xmlns:a16="http://schemas.microsoft.com/office/drawing/2014/main" id="{5EAE7526-FCCF-857E-BE73-7EF26ED60990}"/>
                  </a:ext>
                </a:extLst>
              </p:cNvPr>
              <p:cNvSpPr txBox="1">
                <a:spLocks/>
              </p:cNvSpPr>
              <p:nvPr/>
            </p:nvSpPr>
            <p:spPr>
              <a:xfrm>
                <a:off x="164465" y="1723131"/>
                <a:ext cx="2211074" cy="2284513"/>
              </a:xfrm>
              <a:prstGeom prst="rect">
                <a:avLst/>
              </a:prstGeom>
            </p:spPr>
            <p:txBody>
              <a:bodyPr vert="horz" lIns="91440" tIns="45720" rIns="91440" bIns="45720" rtlCol="0">
                <a:noAutofit/>
              </a:bodyPr>
              <a:lstStyle>
                <a:lvl1pPr marL="457189" indent="-457189" algn="l" defTabSz="1219170" rtl="0" eaLnBrk="1" latinLnBrk="0" hangingPunct="1">
                  <a:spcBef>
                    <a:spcPct val="20000"/>
                  </a:spcBef>
                  <a:buClr>
                    <a:srgbClr val="EA5901"/>
                  </a:buClr>
                  <a:buFont typeface="Wingdings" panose="05000000000000000000" pitchFamily="2" charset="2"/>
                  <a:buChar char="§"/>
                  <a:defRPr sz="3200" kern="1200" baseline="0">
                    <a:solidFill>
                      <a:schemeClr val="tx1"/>
                    </a:solidFill>
                    <a:latin typeface="Calibri" panose="020F0502020204030204" pitchFamily="34" charset="0"/>
                    <a:ea typeface="+mn-ea"/>
                    <a:cs typeface="+mn-cs"/>
                  </a:defRPr>
                </a:lvl1pPr>
                <a:lvl2pPr marL="990575" indent="-380990" algn="l" defTabSz="1219170" rtl="0" eaLnBrk="1" latinLnBrk="0" hangingPunct="1">
                  <a:spcBef>
                    <a:spcPct val="20000"/>
                  </a:spcBef>
                  <a:buClr>
                    <a:srgbClr val="EA5901"/>
                  </a:buClr>
                  <a:buFont typeface="Wingdings" panose="05000000000000000000" pitchFamily="2" charset="2"/>
                  <a:buChar char="§"/>
                  <a:defRPr sz="2933" kern="1200" baseline="0">
                    <a:solidFill>
                      <a:schemeClr val="tx1"/>
                    </a:solidFill>
                    <a:latin typeface="Calibri" panose="020F0502020204030204" pitchFamily="34" charset="0"/>
                    <a:ea typeface="+mn-ea"/>
                    <a:cs typeface="+mn-cs"/>
                  </a:defRPr>
                </a:lvl2pPr>
                <a:lvl3pPr marL="1523962" indent="-304792" algn="l" defTabSz="1219170" rtl="0" eaLnBrk="1" latinLnBrk="0" hangingPunct="1">
                  <a:spcBef>
                    <a:spcPct val="20000"/>
                  </a:spcBef>
                  <a:buClr>
                    <a:srgbClr val="EA5901"/>
                  </a:buClr>
                  <a:buFont typeface="Wingdings" panose="05000000000000000000" pitchFamily="2" charset="2"/>
                  <a:buChar char="§"/>
                  <a:defRPr sz="2667" kern="1200" baseline="0">
                    <a:solidFill>
                      <a:schemeClr val="tx1"/>
                    </a:solidFill>
                    <a:latin typeface="Calibri" panose="020F0502020204030204" pitchFamily="34" charset="0"/>
                    <a:ea typeface="+mn-ea"/>
                    <a:cs typeface="+mn-cs"/>
                  </a:defRPr>
                </a:lvl3pPr>
                <a:lvl4pPr marL="2133547" indent="-304792" algn="l" defTabSz="1219170" rtl="0" eaLnBrk="1" latinLnBrk="0" hangingPunct="1">
                  <a:spcBef>
                    <a:spcPct val="20000"/>
                  </a:spcBef>
                  <a:buClr>
                    <a:srgbClr val="EA5901"/>
                  </a:buClr>
                  <a:buFont typeface="Wingdings" panose="05000000000000000000" pitchFamily="2" charset="2"/>
                  <a:buChar char="§"/>
                  <a:defRPr sz="2400" kern="1200" baseline="0">
                    <a:solidFill>
                      <a:schemeClr val="tx1"/>
                    </a:solidFill>
                    <a:latin typeface="Calibri" panose="020F0502020204030204" pitchFamily="34" charset="0"/>
                    <a:ea typeface="+mn-ea"/>
                    <a:cs typeface="+mn-cs"/>
                  </a:defRPr>
                </a:lvl4pPr>
                <a:lvl5pPr marL="2743131" indent="-304792" algn="l" defTabSz="1219170" rtl="0" eaLnBrk="1" latinLnBrk="0" hangingPunct="1">
                  <a:spcBef>
                    <a:spcPct val="20000"/>
                  </a:spcBef>
                  <a:buClr>
                    <a:srgbClr val="EA5901"/>
                  </a:buClr>
                  <a:buFont typeface="Wingdings" panose="05000000000000000000" pitchFamily="2" charset="2"/>
                  <a:buChar char="§"/>
                  <a:defRPr sz="2400" kern="1200" baseline="0">
                    <a:solidFill>
                      <a:schemeClr val="tx1"/>
                    </a:solidFill>
                    <a:latin typeface="Calibri" panose="020F0502020204030204" pitchFamily="34" charset="0"/>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0" indent="0">
                  <a:buNone/>
                  <a:defRPr/>
                </a:pPr>
                <a:endParaRPr lang="de-DE" sz="1300">
                  <a:solidFill>
                    <a:srgbClr val="E7E6E6">
                      <a:lumMod val="25000"/>
                    </a:srgbClr>
                  </a:solidFill>
                </a:endParaRPr>
              </a:p>
              <a:p>
                <a:pPr marL="184150" indent="-184150">
                  <a:spcBef>
                    <a:spcPts val="0"/>
                  </a:spcBef>
                  <a:buClr>
                    <a:schemeClr val="accent2"/>
                  </a:buClr>
                  <a:buSzPct val="100000"/>
                  <a:buFont typeface="Wingdings" panose="05000000000000000000" pitchFamily="2" charset="2"/>
                  <a:buChar char="ü"/>
                </a:pPr>
                <a:r>
                  <a:rPr lang="de-DE" sz="1200">
                    <a:solidFill>
                      <a:srgbClr val="E7E6E6">
                        <a:lumMod val="25000"/>
                      </a:srgbClr>
                    </a:solidFill>
                    <a:latin typeface="Calibri" panose="020F0502020204030204"/>
                  </a:rPr>
                  <a:t>Unicode</a:t>
                </a:r>
              </a:p>
              <a:p>
                <a:pPr marL="184150" indent="-184150">
                  <a:spcBef>
                    <a:spcPts val="0"/>
                  </a:spcBef>
                  <a:buClr>
                    <a:schemeClr val="accent2"/>
                  </a:buClr>
                  <a:buSzPct val="100000"/>
                  <a:buFont typeface="Wingdings" panose="05000000000000000000" pitchFamily="2" charset="2"/>
                  <a:buChar char="ü"/>
                </a:pPr>
                <a:r>
                  <a:rPr lang="de-DE" sz="1200" err="1">
                    <a:solidFill>
                      <a:srgbClr val="E7E6E6">
                        <a:lumMod val="25000"/>
                      </a:srgbClr>
                    </a:solidFill>
                    <a:latin typeface="Calibri" panose="020F0502020204030204"/>
                  </a:rPr>
                  <a:t>EhP</a:t>
                </a:r>
                <a:r>
                  <a:rPr lang="de-DE" sz="1200">
                    <a:solidFill>
                      <a:srgbClr val="E7E6E6">
                        <a:lumMod val="25000"/>
                      </a:srgbClr>
                    </a:solidFill>
                    <a:latin typeface="Calibri" panose="020F0502020204030204"/>
                  </a:rPr>
                  <a:t> 7 / 8 Upgrade</a:t>
                </a:r>
              </a:p>
              <a:p>
                <a:pPr marL="184150" indent="-184150">
                  <a:spcBef>
                    <a:spcPts val="0"/>
                  </a:spcBef>
                  <a:buClr>
                    <a:schemeClr val="accent2"/>
                  </a:buClr>
                  <a:buSzPct val="100000"/>
                  <a:buFont typeface="Wingdings" panose="05000000000000000000" pitchFamily="2" charset="2"/>
                  <a:buChar char="ü"/>
                </a:pPr>
                <a:r>
                  <a:rPr lang="de-DE" sz="1200">
                    <a:solidFill>
                      <a:srgbClr val="E7E6E6">
                        <a:lumMod val="25000"/>
                      </a:srgbClr>
                    </a:solidFill>
                    <a:latin typeface="Calibri" panose="020F0502020204030204"/>
                  </a:rPr>
                  <a:t>Infrastruktur: BS Linux, RAM, HANA DB</a:t>
                </a:r>
              </a:p>
              <a:p>
                <a:pPr marL="184150" indent="-184150">
                  <a:spcBef>
                    <a:spcPts val="0"/>
                  </a:spcBef>
                  <a:buClr>
                    <a:schemeClr val="accent2"/>
                  </a:buClr>
                  <a:buSzPct val="100000"/>
                  <a:buFont typeface="Wingdings" panose="05000000000000000000" pitchFamily="2" charset="2"/>
                  <a:buChar char="ü"/>
                </a:pPr>
                <a:r>
                  <a:rPr lang="de-DE" sz="1200">
                    <a:solidFill>
                      <a:srgbClr val="E7E6E6">
                        <a:lumMod val="25000"/>
                      </a:srgbClr>
                    </a:solidFill>
                    <a:latin typeface="Calibri" panose="020F0502020204030204"/>
                  </a:rPr>
                  <a:t>Aufbau eines Sandbox Systems</a:t>
                </a:r>
              </a:p>
              <a:p>
                <a:pPr marL="184150" indent="-184150">
                  <a:spcBef>
                    <a:spcPts val="0"/>
                  </a:spcBef>
                  <a:buClr>
                    <a:schemeClr val="accent2"/>
                  </a:buClr>
                  <a:buSzPct val="100000"/>
                  <a:buFont typeface="Wingdings" panose="05000000000000000000" pitchFamily="2" charset="2"/>
                  <a:buChar char="ü"/>
                </a:pPr>
                <a:r>
                  <a:rPr lang="de-DE" sz="1200">
                    <a:solidFill>
                      <a:srgbClr val="E7E6E6">
                        <a:lumMod val="25000"/>
                      </a:srgbClr>
                    </a:solidFill>
                    <a:latin typeface="Calibri" panose="020F0502020204030204"/>
                  </a:rPr>
                  <a:t>Code Anpassungen HANA Kompatibilität</a:t>
                </a:r>
              </a:p>
              <a:p>
                <a:pPr marL="184150" indent="-184150">
                  <a:spcBef>
                    <a:spcPts val="0"/>
                  </a:spcBef>
                  <a:buClr>
                    <a:schemeClr val="accent2"/>
                  </a:buClr>
                  <a:buSzPct val="100000"/>
                  <a:buFont typeface="Wingdings" panose="05000000000000000000" pitchFamily="2" charset="2"/>
                  <a:buChar char="ü"/>
                </a:pPr>
                <a:r>
                  <a:rPr lang="de-DE" sz="1200" err="1">
                    <a:solidFill>
                      <a:srgbClr val="E7E6E6">
                        <a:lumMod val="25000"/>
                      </a:srgbClr>
                    </a:solidFill>
                    <a:latin typeface="Calibri" panose="020F0502020204030204"/>
                  </a:rPr>
                  <a:t>AddOns</a:t>
                </a:r>
                <a:r>
                  <a:rPr lang="de-DE" sz="1200">
                    <a:solidFill>
                      <a:srgbClr val="E7E6E6">
                        <a:lumMod val="25000"/>
                      </a:srgbClr>
                    </a:solidFill>
                    <a:latin typeface="Calibri" panose="020F0502020204030204"/>
                  </a:rPr>
                  <a:t> von Drittherstellern HANA kompatible machen lassen (Namensraum)</a:t>
                </a:r>
              </a:p>
              <a:p>
                <a:pPr marL="184150" indent="-184150">
                  <a:spcBef>
                    <a:spcPts val="0"/>
                  </a:spcBef>
                  <a:buClr>
                    <a:schemeClr val="accent2"/>
                  </a:buClr>
                  <a:buSzPct val="100000"/>
                  <a:buFont typeface="Wingdings" panose="05000000000000000000" pitchFamily="2" charset="2"/>
                  <a:buChar char="ü"/>
                </a:pPr>
                <a:r>
                  <a:rPr lang="de-DE" sz="1200" err="1">
                    <a:solidFill>
                      <a:srgbClr val="E7E6E6">
                        <a:lumMod val="25000"/>
                      </a:srgbClr>
                    </a:solidFill>
                    <a:latin typeface="Calibri" panose="020F0502020204030204"/>
                  </a:rPr>
                  <a:t>Enablement</a:t>
                </a:r>
                <a:r>
                  <a:rPr lang="de-DE" sz="1200">
                    <a:solidFill>
                      <a:srgbClr val="E7E6E6">
                        <a:lumMod val="25000"/>
                      </a:srgbClr>
                    </a:solidFill>
                    <a:latin typeface="Calibri" panose="020F0502020204030204"/>
                  </a:rPr>
                  <a:t> SAP Basis</a:t>
                </a:r>
              </a:p>
            </p:txBody>
          </p:sp>
        </p:grpSp>
        <p:sp>
          <p:nvSpPr>
            <p:cNvPr id="53" name="Textfeld 52">
              <a:extLst>
                <a:ext uri="{FF2B5EF4-FFF2-40B4-BE49-F238E27FC236}">
                  <a16:creationId xmlns:a16="http://schemas.microsoft.com/office/drawing/2014/main" id="{5F762ECC-66D9-9BE1-790E-F2EBE7DC77C3}"/>
                </a:ext>
              </a:extLst>
            </p:cNvPr>
            <p:cNvSpPr txBox="1"/>
            <p:nvPr/>
          </p:nvSpPr>
          <p:spPr bwMode="gray">
            <a:xfrm>
              <a:off x="2226328" y="2630226"/>
              <a:ext cx="1817894" cy="184666"/>
            </a:xfrm>
            <a:prstGeom prst="rect">
              <a:avLst/>
            </a:prstGeom>
            <a:ln/>
            <a:effectLst>
              <a:outerShdw blurRad="50800" dist="38100" dir="2700000" algn="tl"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wrap="square" lIns="0" tIns="0" rIns="0" bIns="0" rtlCol="0">
              <a:spAutoFit/>
            </a:bodyPr>
            <a:lstStyle/>
            <a:p>
              <a:pPr marL="0" indent="0" algn="ctr">
                <a:spcBef>
                  <a:spcPts val="0"/>
                </a:spcBef>
                <a:buClr>
                  <a:schemeClr val="accent6"/>
                </a:buClr>
                <a:buSzPct val="140000"/>
                <a:buNone/>
              </a:pPr>
              <a:r>
                <a:rPr lang="de-DE" sz="1200">
                  <a:solidFill>
                    <a:schemeClr val="bg1"/>
                  </a:solidFill>
                  <a:latin typeface="+mn-lt"/>
                  <a:ea typeface="DIN-Regular" panose="020B0500010101010101" pitchFamily="34" charset="0"/>
                </a:rPr>
                <a:t>Technische Vorprojekte</a:t>
              </a:r>
            </a:p>
          </p:txBody>
        </p:sp>
      </p:grpSp>
      <p:grpSp>
        <p:nvGrpSpPr>
          <p:cNvPr id="9" name="Gruppieren 8">
            <a:extLst>
              <a:ext uri="{FF2B5EF4-FFF2-40B4-BE49-F238E27FC236}">
                <a16:creationId xmlns:a16="http://schemas.microsoft.com/office/drawing/2014/main" id="{34D9742A-A233-4C2C-BC47-45C2E2D198A4}"/>
              </a:ext>
            </a:extLst>
          </p:cNvPr>
          <p:cNvGrpSpPr/>
          <p:nvPr/>
        </p:nvGrpSpPr>
        <p:grpSpPr>
          <a:xfrm>
            <a:off x="4165040" y="2599812"/>
            <a:ext cx="1824039" cy="4035988"/>
            <a:chOff x="4208941" y="2630226"/>
            <a:chExt cx="1824039" cy="4035988"/>
          </a:xfrm>
          <a:effectLst/>
        </p:grpSpPr>
        <p:grpSp>
          <p:nvGrpSpPr>
            <p:cNvPr id="58" name="Gruppieren 57">
              <a:extLst>
                <a:ext uri="{FF2B5EF4-FFF2-40B4-BE49-F238E27FC236}">
                  <a16:creationId xmlns:a16="http://schemas.microsoft.com/office/drawing/2014/main" id="{EA59D52A-057A-B6A7-EA58-2C1EC557A16C}"/>
                </a:ext>
              </a:extLst>
            </p:cNvPr>
            <p:cNvGrpSpPr/>
            <p:nvPr/>
          </p:nvGrpSpPr>
          <p:grpSpPr>
            <a:xfrm>
              <a:off x="4208941" y="2820248"/>
              <a:ext cx="1824039" cy="3845966"/>
              <a:chOff x="164465" y="1638419"/>
              <a:chExt cx="2214587" cy="4664674"/>
            </a:xfrm>
          </p:grpSpPr>
          <p:sp>
            <p:nvSpPr>
              <p:cNvPr id="59" name="Rechteck 58">
                <a:extLst>
                  <a:ext uri="{FF2B5EF4-FFF2-40B4-BE49-F238E27FC236}">
                    <a16:creationId xmlns:a16="http://schemas.microsoft.com/office/drawing/2014/main" id="{F7FFD7EC-1E32-C0C9-5DA1-2DDB1BA66953}"/>
                  </a:ext>
                </a:extLst>
              </p:cNvPr>
              <p:cNvSpPr/>
              <p:nvPr/>
            </p:nvSpPr>
            <p:spPr>
              <a:xfrm>
                <a:off x="165052" y="1638419"/>
                <a:ext cx="2214000" cy="4664674"/>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prstClr val="white"/>
                  </a:solidFill>
                  <a:latin typeface="Calibri" panose="020F0502020204030204"/>
                </a:endParaRPr>
              </a:p>
            </p:txBody>
          </p:sp>
          <p:sp>
            <p:nvSpPr>
              <p:cNvPr id="60" name="Textplatzhalter 3">
                <a:extLst>
                  <a:ext uri="{FF2B5EF4-FFF2-40B4-BE49-F238E27FC236}">
                    <a16:creationId xmlns:a16="http://schemas.microsoft.com/office/drawing/2014/main" id="{BD798AE7-4756-D3A3-ADFF-E9BD99CD8404}"/>
                  </a:ext>
                </a:extLst>
              </p:cNvPr>
              <p:cNvSpPr txBox="1">
                <a:spLocks/>
              </p:cNvSpPr>
              <p:nvPr/>
            </p:nvSpPr>
            <p:spPr>
              <a:xfrm>
                <a:off x="164465" y="1723131"/>
                <a:ext cx="2211074" cy="2284513"/>
              </a:xfrm>
              <a:prstGeom prst="rect">
                <a:avLst/>
              </a:prstGeom>
            </p:spPr>
            <p:txBody>
              <a:bodyPr vert="horz" lIns="91440" tIns="45720" rIns="91440" bIns="45720" rtlCol="0">
                <a:noAutofit/>
              </a:bodyPr>
              <a:lstStyle>
                <a:lvl1pPr marL="457189" indent="-457189" algn="l" defTabSz="1219170" rtl="0" eaLnBrk="1" latinLnBrk="0" hangingPunct="1">
                  <a:spcBef>
                    <a:spcPct val="20000"/>
                  </a:spcBef>
                  <a:buClr>
                    <a:srgbClr val="EA5901"/>
                  </a:buClr>
                  <a:buFont typeface="Wingdings" panose="05000000000000000000" pitchFamily="2" charset="2"/>
                  <a:buChar char="§"/>
                  <a:defRPr sz="3200" kern="1200" baseline="0">
                    <a:solidFill>
                      <a:schemeClr val="tx1"/>
                    </a:solidFill>
                    <a:latin typeface="Calibri" panose="020F0502020204030204" pitchFamily="34" charset="0"/>
                    <a:ea typeface="+mn-ea"/>
                    <a:cs typeface="+mn-cs"/>
                  </a:defRPr>
                </a:lvl1pPr>
                <a:lvl2pPr marL="990575" indent="-380990" algn="l" defTabSz="1219170" rtl="0" eaLnBrk="1" latinLnBrk="0" hangingPunct="1">
                  <a:spcBef>
                    <a:spcPct val="20000"/>
                  </a:spcBef>
                  <a:buClr>
                    <a:srgbClr val="EA5901"/>
                  </a:buClr>
                  <a:buFont typeface="Wingdings" panose="05000000000000000000" pitchFamily="2" charset="2"/>
                  <a:buChar char="§"/>
                  <a:defRPr sz="2933" kern="1200" baseline="0">
                    <a:solidFill>
                      <a:schemeClr val="tx1"/>
                    </a:solidFill>
                    <a:latin typeface="Calibri" panose="020F0502020204030204" pitchFamily="34" charset="0"/>
                    <a:ea typeface="+mn-ea"/>
                    <a:cs typeface="+mn-cs"/>
                  </a:defRPr>
                </a:lvl2pPr>
                <a:lvl3pPr marL="1523962" indent="-304792" algn="l" defTabSz="1219170" rtl="0" eaLnBrk="1" latinLnBrk="0" hangingPunct="1">
                  <a:spcBef>
                    <a:spcPct val="20000"/>
                  </a:spcBef>
                  <a:buClr>
                    <a:srgbClr val="EA5901"/>
                  </a:buClr>
                  <a:buFont typeface="Wingdings" panose="05000000000000000000" pitchFamily="2" charset="2"/>
                  <a:buChar char="§"/>
                  <a:defRPr sz="2667" kern="1200" baseline="0">
                    <a:solidFill>
                      <a:schemeClr val="tx1"/>
                    </a:solidFill>
                    <a:latin typeface="Calibri" panose="020F0502020204030204" pitchFamily="34" charset="0"/>
                    <a:ea typeface="+mn-ea"/>
                    <a:cs typeface="+mn-cs"/>
                  </a:defRPr>
                </a:lvl3pPr>
                <a:lvl4pPr marL="2133547" indent="-304792" algn="l" defTabSz="1219170" rtl="0" eaLnBrk="1" latinLnBrk="0" hangingPunct="1">
                  <a:spcBef>
                    <a:spcPct val="20000"/>
                  </a:spcBef>
                  <a:buClr>
                    <a:srgbClr val="EA5901"/>
                  </a:buClr>
                  <a:buFont typeface="Wingdings" panose="05000000000000000000" pitchFamily="2" charset="2"/>
                  <a:buChar char="§"/>
                  <a:defRPr sz="2400" kern="1200" baseline="0">
                    <a:solidFill>
                      <a:schemeClr val="tx1"/>
                    </a:solidFill>
                    <a:latin typeface="Calibri" panose="020F0502020204030204" pitchFamily="34" charset="0"/>
                    <a:ea typeface="+mn-ea"/>
                    <a:cs typeface="+mn-cs"/>
                  </a:defRPr>
                </a:lvl4pPr>
                <a:lvl5pPr marL="2743131" indent="-304792" algn="l" defTabSz="1219170" rtl="0" eaLnBrk="1" latinLnBrk="0" hangingPunct="1">
                  <a:spcBef>
                    <a:spcPct val="20000"/>
                  </a:spcBef>
                  <a:buClr>
                    <a:srgbClr val="EA5901"/>
                  </a:buClr>
                  <a:buFont typeface="Wingdings" panose="05000000000000000000" pitchFamily="2" charset="2"/>
                  <a:buChar char="§"/>
                  <a:defRPr sz="2400" kern="1200" baseline="0">
                    <a:solidFill>
                      <a:schemeClr val="tx1"/>
                    </a:solidFill>
                    <a:latin typeface="Calibri" panose="020F0502020204030204" pitchFamily="34" charset="0"/>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0" indent="0">
                  <a:buNone/>
                  <a:defRPr/>
                </a:pPr>
                <a:endParaRPr lang="de-DE" sz="1300">
                  <a:solidFill>
                    <a:srgbClr val="E7E6E6">
                      <a:lumMod val="25000"/>
                    </a:srgbClr>
                  </a:solidFill>
                </a:endParaRPr>
              </a:p>
              <a:p>
                <a:pPr marL="184150" indent="-184150">
                  <a:spcBef>
                    <a:spcPts val="0"/>
                  </a:spcBef>
                  <a:buClr>
                    <a:schemeClr val="accent2"/>
                  </a:buClr>
                  <a:buSzPct val="100000"/>
                  <a:buFont typeface="Wingdings" panose="05000000000000000000" pitchFamily="2" charset="2"/>
                  <a:buChar char="ü"/>
                </a:pPr>
                <a:r>
                  <a:rPr lang="de-DE" sz="1200">
                    <a:solidFill>
                      <a:srgbClr val="E7E6E6">
                        <a:lumMod val="25000"/>
                      </a:srgbClr>
                    </a:solidFill>
                    <a:latin typeface="Calibri" panose="020F0502020204030204"/>
                  </a:rPr>
                  <a:t>Für </a:t>
                </a:r>
                <a:r>
                  <a:rPr lang="de-DE" sz="1200" err="1">
                    <a:solidFill>
                      <a:srgbClr val="E7E6E6">
                        <a:lumMod val="25000"/>
                      </a:srgbClr>
                    </a:solidFill>
                    <a:latin typeface="Calibri" panose="020F0502020204030204"/>
                  </a:rPr>
                  <a:t>Simplification</a:t>
                </a:r>
                <a:r>
                  <a:rPr lang="de-DE" sz="1200">
                    <a:solidFill>
                      <a:srgbClr val="E7E6E6">
                        <a:lumMod val="25000"/>
                      </a:srgbClr>
                    </a:solidFill>
                    <a:latin typeface="Calibri" panose="020F0502020204030204"/>
                  </a:rPr>
                  <a:t> &amp; Abschaltungen Alternativen schaffen </a:t>
                </a:r>
                <a:r>
                  <a:rPr lang="de-DE" sz="1200">
                    <a:solidFill>
                      <a:srgbClr val="E7E6E6">
                        <a:lumMod val="25000"/>
                      </a:srgbClr>
                    </a:solidFill>
                    <a:latin typeface="Calibri" panose="020F0502020204030204"/>
                    <a:sym typeface="Wingdings" pitchFamily="2" charset="2"/>
                  </a:rPr>
                  <a:t> Fiori, </a:t>
                </a:r>
                <a:r>
                  <a:rPr lang="de-DE" sz="1200" err="1">
                    <a:solidFill>
                      <a:srgbClr val="E7E6E6">
                        <a:lumMod val="25000"/>
                      </a:srgbClr>
                    </a:solidFill>
                    <a:latin typeface="Calibri" panose="020F0502020204030204"/>
                    <a:sym typeface="Wingdings" pitchFamily="2" charset="2"/>
                  </a:rPr>
                  <a:t>SuFa</a:t>
                </a:r>
                <a:r>
                  <a:rPr lang="de-DE" sz="1200">
                    <a:solidFill>
                      <a:srgbClr val="E7E6E6">
                        <a:lumMod val="25000"/>
                      </a:srgbClr>
                    </a:solidFill>
                    <a:latin typeface="Calibri" panose="020F0502020204030204"/>
                    <a:sym typeface="Wingdings" pitchFamily="2" charset="2"/>
                  </a:rPr>
                  <a:t> oder Software?!</a:t>
                </a:r>
                <a:endParaRPr lang="de-DE" sz="1200">
                  <a:solidFill>
                    <a:srgbClr val="E7E6E6">
                      <a:lumMod val="25000"/>
                    </a:srgbClr>
                  </a:solidFill>
                  <a:latin typeface="Calibri" panose="020F0502020204030204"/>
                </a:endParaRPr>
              </a:p>
              <a:p>
                <a:pPr marL="184150" indent="-184150">
                  <a:spcBef>
                    <a:spcPts val="0"/>
                  </a:spcBef>
                  <a:buClr>
                    <a:schemeClr val="accent2"/>
                  </a:buClr>
                  <a:buSzPct val="100000"/>
                  <a:buFont typeface="Wingdings" panose="05000000000000000000" pitchFamily="2" charset="2"/>
                  <a:buChar char="ü"/>
                </a:pPr>
                <a:r>
                  <a:rPr lang="de-DE" sz="1200">
                    <a:solidFill>
                      <a:srgbClr val="E7E6E6">
                        <a:lumMod val="25000"/>
                      </a:srgbClr>
                    </a:solidFill>
                    <a:latin typeface="Calibri" panose="020F0502020204030204"/>
                  </a:rPr>
                  <a:t>Archivierung / ILM</a:t>
                </a:r>
              </a:p>
              <a:p>
                <a:pPr marL="184150" indent="-184150">
                  <a:spcBef>
                    <a:spcPts val="0"/>
                  </a:spcBef>
                  <a:buClr>
                    <a:schemeClr val="accent2"/>
                  </a:buClr>
                  <a:buSzPct val="100000"/>
                  <a:buFont typeface="Wingdings" panose="05000000000000000000" pitchFamily="2" charset="2"/>
                  <a:buChar char="ü"/>
                </a:pPr>
                <a:r>
                  <a:rPr lang="de-DE" sz="1200">
                    <a:solidFill>
                      <a:srgbClr val="E7E6E6">
                        <a:lumMod val="25000"/>
                      </a:srgbClr>
                    </a:solidFill>
                    <a:latin typeface="Calibri" panose="020F0502020204030204"/>
                  </a:rPr>
                  <a:t>Berechtigungen anpassen</a:t>
                </a:r>
              </a:p>
              <a:p>
                <a:pPr marL="184150" indent="-184150">
                  <a:spcBef>
                    <a:spcPts val="0"/>
                  </a:spcBef>
                  <a:buClr>
                    <a:schemeClr val="accent2"/>
                  </a:buClr>
                  <a:buSzPct val="100000"/>
                  <a:buFont typeface="Wingdings" panose="05000000000000000000" pitchFamily="2" charset="2"/>
                  <a:buChar char="ü"/>
                </a:pPr>
                <a:r>
                  <a:rPr lang="de-DE" sz="1200">
                    <a:solidFill>
                      <a:srgbClr val="E7E6E6">
                        <a:lumMod val="25000"/>
                      </a:srgbClr>
                    </a:solidFill>
                    <a:latin typeface="Calibri" panose="020F0502020204030204"/>
                  </a:rPr>
                  <a:t>Neuer Lizenzvertrag SAP </a:t>
                </a:r>
              </a:p>
              <a:p>
                <a:pPr marL="184150" indent="-184150">
                  <a:spcBef>
                    <a:spcPts val="0"/>
                  </a:spcBef>
                  <a:buClr>
                    <a:schemeClr val="accent2"/>
                  </a:buClr>
                  <a:buSzPct val="100000"/>
                  <a:buFont typeface="Wingdings" panose="05000000000000000000" pitchFamily="2" charset="2"/>
                  <a:buChar char="ü"/>
                </a:pPr>
                <a:r>
                  <a:rPr lang="de-DE" sz="1200" err="1">
                    <a:solidFill>
                      <a:srgbClr val="E7E6E6">
                        <a:lumMod val="25000"/>
                      </a:srgbClr>
                    </a:solidFill>
                    <a:latin typeface="Calibri" panose="020F0502020204030204"/>
                  </a:rPr>
                  <a:t>Enablement</a:t>
                </a:r>
                <a:r>
                  <a:rPr lang="de-DE" sz="1200">
                    <a:solidFill>
                      <a:srgbClr val="E7E6E6">
                        <a:lumMod val="25000"/>
                      </a:srgbClr>
                    </a:solidFill>
                    <a:latin typeface="Calibri" panose="020F0502020204030204"/>
                  </a:rPr>
                  <a:t> Anwender</a:t>
                </a:r>
              </a:p>
            </p:txBody>
          </p:sp>
        </p:grpSp>
        <p:sp>
          <p:nvSpPr>
            <p:cNvPr id="61" name="Textfeld 60">
              <a:extLst>
                <a:ext uri="{FF2B5EF4-FFF2-40B4-BE49-F238E27FC236}">
                  <a16:creationId xmlns:a16="http://schemas.microsoft.com/office/drawing/2014/main" id="{7CD37278-1DFD-98F0-27E9-90593AA14C38}"/>
                </a:ext>
              </a:extLst>
            </p:cNvPr>
            <p:cNvSpPr txBox="1"/>
            <p:nvPr/>
          </p:nvSpPr>
          <p:spPr bwMode="gray">
            <a:xfrm>
              <a:off x="4212193" y="2630226"/>
              <a:ext cx="1817894" cy="184666"/>
            </a:xfrm>
            <a:prstGeom prst="rect">
              <a:avLst/>
            </a:prstGeom>
            <a:ln/>
            <a:effectLst>
              <a:outerShdw blurRad="50800" dist="38100" dir="2700000" algn="tl"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wrap="square" lIns="0" tIns="0" rIns="0" bIns="0" rtlCol="0">
              <a:spAutoFit/>
            </a:bodyPr>
            <a:lstStyle/>
            <a:p>
              <a:pPr marL="0" indent="0" algn="ctr">
                <a:spcBef>
                  <a:spcPts val="0"/>
                </a:spcBef>
                <a:buClr>
                  <a:schemeClr val="accent6"/>
                </a:buClr>
                <a:buSzPct val="140000"/>
                <a:buNone/>
              </a:pPr>
              <a:r>
                <a:rPr lang="de-DE" sz="1200">
                  <a:solidFill>
                    <a:schemeClr val="bg1"/>
                  </a:solidFill>
                  <a:latin typeface="+mn-lt"/>
                  <a:ea typeface="DIN-Regular" panose="020B0500010101010101" pitchFamily="34" charset="0"/>
                </a:rPr>
                <a:t>Fachliche Vorprojekte</a:t>
              </a:r>
            </a:p>
          </p:txBody>
        </p:sp>
      </p:grpSp>
      <p:grpSp>
        <p:nvGrpSpPr>
          <p:cNvPr id="66" name="Gruppieren 65">
            <a:extLst>
              <a:ext uri="{FF2B5EF4-FFF2-40B4-BE49-F238E27FC236}">
                <a16:creationId xmlns:a16="http://schemas.microsoft.com/office/drawing/2014/main" id="{218DA4F6-0403-B103-BA34-0D0F755CC5E8}"/>
              </a:ext>
            </a:extLst>
          </p:cNvPr>
          <p:cNvGrpSpPr/>
          <p:nvPr/>
        </p:nvGrpSpPr>
        <p:grpSpPr>
          <a:xfrm>
            <a:off x="6149818" y="2783751"/>
            <a:ext cx="1824039" cy="3845966"/>
            <a:chOff x="164465" y="1638419"/>
            <a:chExt cx="2214587" cy="4664674"/>
          </a:xfrm>
        </p:grpSpPr>
        <p:sp>
          <p:nvSpPr>
            <p:cNvPr id="67" name="Rechteck 66">
              <a:extLst>
                <a:ext uri="{FF2B5EF4-FFF2-40B4-BE49-F238E27FC236}">
                  <a16:creationId xmlns:a16="http://schemas.microsoft.com/office/drawing/2014/main" id="{44345B6D-C407-968B-F646-8BB7EF7C71B1}"/>
                </a:ext>
              </a:extLst>
            </p:cNvPr>
            <p:cNvSpPr/>
            <p:nvPr/>
          </p:nvSpPr>
          <p:spPr>
            <a:xfrm>
              <a:off x="165052" y="1638419"/>
              <a:ext cx="2214000" cy="4664674"/>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prstClr val="white"/>
                </a:solidFill>
                <a:latin typeface="Calibri" panose="020F0502020204030204"/>
              </a:endParaRPr>
            </a:p>
          </p:txBody>
        </p:sp>
        <p:sp>
          <p:nvSpPr>
            <p:cNvPr id="68" name="Textplatzhalter 3">
              <a:extLst>
                <a:ext uri="{FF2B5EF4-FFF2-40B4-BE49-F238E27FC236}">
                  <a16:creationId xmlns:a16="http://schemas.microsoft.com/office/drawing/2014/main" id="{FC48390A-5D80-4B36-83DA-5B8DB24D786F}"/>
                </a:ext>
              </a:extLst>
            </p:cNvPr>
            <p:cNvSpPr txBox="1">
              <a:spLocks/>
            </p:cNvSpPr>
            <p:nvPr/>
          </p:nvSpPr>
          <p:spPr>
            <a:xfrm>
              <a:off x="164465" y="1723131"/>
              <a:ext cx="2211074" cy="2284513"/>
            </a:xfrm>
            <a:prstGeom prst="rect">
              <a:avLst/>
            </a:prstGeom>
          </p:spPr>
          <p:txBody>
            <a:bodyPr vert="horz" lIns="91440" tIns="45720" rIns="91440" bIns="45720" rtlCol="0">
              <a:noAutofit/>
            </a:bodyPr>
            <a:lstStyle>
              <a:lvl1pPr marL="457189" indent="-457189" algn="l" defTabSz="1219170" rtl="0" eaLnBrk="1" latinLnBrk="0" hangingPunct="1">
                <a:spcBef>
                  <a:spcPct val="20000"/>
                </a:spcBef>
                <a:buClr>
                  <a:srgbClr val="EA5901"/>
                </a:buClr>
                <a:buFont typeface="Wingdings" panose="05000000000000000000" pitchFamily="2" charset="2"/>
                <a:buChar char="§"/>
                <a:defRPr sz="3200" kern="1200" baseline="0">
                  <a:solidFill>
                    <a:schemeClr val="tx1"/>
                  </a:solidFill>
                  <a:latin typeface="Calibri" panose="020F0502020204030204" pitchFamily="34" charset="0"/>
                  <a:ea typeface="+mn-ea"/>
                  <a:cs typeface="+mn-cs"/>
                </a:defRPr>
              </a:lvl1pPr>
              <a:lvl2pPr marL="990575" indent="-380990" algn="l" defTabSz="1219170" rtl="0" eaLnBrk="1" latinLnBrk="0" hangingPunct="1">
                <a:spcBef>
                  <a:spcPct val="20000"/>
                </a:spcBef>
                <a:buClr>
                  <a:srgbClr val="EA5901"/>
                </a:buClr>
                <a:buFont typeface="Wingdings" panose="05000000000000000000" pitchFamily="2" charset="2"/>
                <a:buChar char="§"/>
                <a:defRPr sz="2933" kern="1200" baseline="0">
                  <a:solidFill>
                    <a:schemeClr val="tx1"/>
                  </a:solidFill>
                  <a:latin typeface="Calibri" panose="020F0502020204030204" pitchFamily="34" charset="0"/>
                  <a:ea typeface="+mn-ea"/>
                  <a:cs typeface="+mn-cs"/>
                </a:defRPr>
              </a:lvl2pPr>
              <a:lvl3pPr marL="1523962" indent="-304792" algn="l" defTabSz="1219170" rtl="0" eaLnBrk="1" latinLnBrk="0" hangingPunct="1">
                <a:spcBef>
                  <a:spcPct val="20000"/>
                </a:spcBef>
                <a:buClr>
                  <a:srgbClr val="EA5901"/>
                </a:buClr>
                <a:buFont typeface="Wingdings" panose="05000000000000000000" pitchFamily="2" charset="2"/>
                <a:buChar char="§"/>
                <a:defRPr sz="2667" kern="1200" baseline="0">
                  <a:solidFill>
                    <a:schemeClr val="tx1"/>
                  </a:solidFill>
                  <a:latin typeface="Calibri" panose="020F0502020204030204" pitchFamily="34" charset="0"/>
                  <a:ea typeface="+mn-ea"/>
                  <a:cs typeface="+mn-cs"/>
                </a:defRPr>
              </a:lvl3pPr>
              <a:lvl4pPr marL="2133547" indent="-304792" algn="l" defTabSz="1219170" rtl="0" eaLnBrk="1" latinLnBrk="0" hangingPunct="1">
                <a:spcBef>
                  <a:spcPct val="20000"/>
                </a:spcBef>
                <a:buClr>
                  <a:srgbClr val="EA5901"/>
                </a:buClr>
                <a:buFont typeface="Wingdings" panose="05000000000000000000" pitchFamily="2" charset="2"/>
                <a:buChar char="§"/>
                <a:defRPr sz="2400" kern="1200" baseline="0">
                  <a:solidFill>
                    <a:schemeClr val="tx1"/>
                  </a:solidFill>
                  <a:latin typeface="Calibri" panose="020F0502020204030204" pitchFamily="34" charset="0"/>
                  <a:ea typeface="+mn-ea"/>
                  <a:cs typeface="+mn-cs"/>
                </a:defRPr>
              </a:lvl4pPr>
              <a:lvl5pPr marL="2743131" indent="-304792" algn="l" defTabSz="1219170" rtl="0" eaLnBrk="1" latinLnBrk="0" hangingPunct="1">
                <a:spcBef>
                  <a:spcPct val="20000"/>
                </a:spcBef>
                <a:buClr>
                  <a:srgbClr val="EA5901"/>
                </a:buClr>
                <a:buFont typeface="Wingdings" panose="05000000000000000000" pitchFamily="2" charset="2"/>
                <a:buChar char="§"/>
                <a:defRPr sz="2400" kern="1200" baseline="0">
                  <a:solidFill>
                    <a:schemeClr val="tx1"/>
                  </a:solidFill>
                  <a:latin typeface="Calibri" panose="020F0502020204030204" pitchFamily="34" charset="0"/>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0" indent="0">
                <a:buNone/>
                <a:defRPr/>
              </a:pPr>
              <a:endParaRPr lang="de-DE" sz="1300">
                <a:solidFill>
                  <a:srgbClr val="E7E6E6">
                    <a:lumMod val="25000"/>
                  </a:srgbClr>
                </a:solidFill>
              </a:endParaRPr>
            </a:p>
            <a:p>
              <a:pPr marL="184150" indent="-184150">
                <a:spcBef>
                  <a:spcPts val="0"/>
                </a:spcBef>
                <a:buClr>
                  <a:schemeClr val="accent2"/>
                </a:buClr>
                <a:buSzPct val="100000"/>
                <a:buFont typeface="Wingdings" panose="05000000000000000000" pitchFamily="2" charset="2"/>
                <a:buChar char="ü"/>
              </a:pPr>
              <a:r>
                <a:rPr lang="de-DE" sz="1200">
                  <a:solidFill>
                    <a:srgbClr val="E7E6E6">
                      <a:lumMod val="25000"/>
                    </a:srgbClr>
                  </a:solidFill>
                  <a:latin typeface="Calibri" panose="020F0502020204030204"/>
                </a:rPr>
                <a:t>Systemkopie / Backup</a:t>
              </a:r>
            </a:p>
            <a:p>
              <a:pPr marL="184150" indent="-184150">
                <a:spcBef>
                  <a:spcPts val="0"/>
                </a:spcBef>
                <a:buClr>
                  <a:schemeClr val="accent2"/>
                </a:buClr>
                <a:buSzPct val="100000"/>
                <a:buFont typeface="Wingdings" panose="05000000000000000000" pitchFamily="2" charset="2"/>
                <a:buChar char="ü"/>
              </a:pPr>
              <a:r>
                <a:rPr lang="de-DE" sz="1200">
                  <a:solidFill>
                    <a:srgbClr val="E7E6E6">
                      <a:lumMod val="25000"/>
                    </a:srgbClr>
                  </a:solidFill>
                  <a:latin typeface="Calibri" panose="020F0502020204030204"/>
                </a:rPr>
                <a:t>Regelmäßige Personaldaten </a:t>
              </a:r>
              <a:r>
                <a:rPr lang="de-DE" sz="1200" err="1">
                  <a:solidFill>
                    <a:srgbClr val="E7E6E6">
                      <a:lumMod val="25000"/>
                    </a:srgbClr>
                  </a:solidFill>
                  <a:latin typeface="Calibri" panose="020F0502020204030204"/>
                </a:rPr>
                <a:t>Clonen</a:t>
              </a:r>
              <a:r>
                <a:rPr lang="de-DE" sz="1200">
                  <a:solidFill>
                    <a:srgbClr val="E7E6E6">
                      <a:lumMod val="25000"/>
                    </a:srgbClr>
                  </a:solidFill>
                  <a:latin typeface="Calibri" panose="020F0502020204030204"/>
                </a:rPr>
                <a:t> </a:t>
              </a:r>
            </a:p>
            <a:p>
              <a:pPr marL="184150" indent="-184150">
                <a:spcBef>
                  <a:spcPts val="0"/>
                </a:spcBef>
                <a:buClr>
                  <a:schemeClr val="accent2"/>
                </a:buClr>
                <a:buSzPct val="100000"/>
                <a:buFont typeface="Wingdings" panose="05000000000000000000" pitchFamily="2" charset="2"/>
                <a:buChar char="ü"/>
              </a:pPr>
              <a:endParaRPr lang="de-DE" sz="1300">
                <a:solidFill>
                  <a:srgbClr val="E7E6E6">
                    <a:lumMod val="25000"/>
                  </a:srgbClr>
                </a:solidFill>
                <a:latin typeface="Calibri" panose="020F0502020204030204"/>
              </a:endParaRPr>
            </a:p>
          </p:txBody>
        </p:sp>
      </p:grpSp>
      <p:sp>
        <p:nvSpPr>
          <p:cNvPr id="69" name="Textfeld 68">
            <a:extLst>
              <a:ext uri="{FF2B5EF4-FFF2-40B4-BE49-F238E27FC236}">
                <a16:creationId xmlns:a16="http://schemas.microsoft.com/office/drawing/2014/main" id="{348F0220-F438-1B79-39FE-1960C4B18323}"/>
              </a:ext>
            </a:extLst>
          </p:cNvPr>
          <p:cNvSpPr txBox="1"/>
          <p:nvPr/>
        </p:nvSpPr>
        <p:spPr bwMode="gray">
          <a:xfrm>
            <a:off x="6153070" y="2599812"/>
            <a:ext cx="1817894" cy="184666"/>
          </a:xfrm>
          <a:prstGeom prst="rect">
            <a:avLst/>
          </a:prstGeom>
          <a:ln/>
          <a:effectLst>
            <a:outerShdw blurRad="50800" dist="38100" dir="2700000" algn="tl"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wrap="square" lIns="0" tIns="0" rIns="0" bIns="0" rtlCol="0">
            <a:spAutoFit/>
          </a:bodyPr>
          <a:lstStyle/>
          <a:p>
            <a:pPr marL="0" indent="0" algn="ctr">
              <a:spcBef>
                <a:spcPts val="0"/>
              </a:spcBef>
              <a:buClr>
                <a:schemeClr val="accent6"/>
              </a:buClr>
              <a:buSzPct val="140000"/>
              <a:buNone/>
            </a:pPr>
            <a:r>
              <a:rPr lang="de-DE" sz="1200">
                <a:solidFill>
                  <a:schemeClr val="bg1"/>
                </a:solidFill>
                <a:latin typeface="+mn-lt"/>
                <a:ea typeface="DIN-Regular" panose="020B0500010101010101" pitchFamily="34" charset="0"/>
              </a:rPr>
              <a:t>Vorbereitung</a:t>
            </a:r>
          </a:p>
        </p:txBody>
      </p:sp>
      <p:grpSp>
        <p:nvGrpSpPr>
          <p:cNvPr id="13" name="Gruppieren 12">
            <a:extLst>
              <a:ext uri="{FF2B5EF4-FFF2-40B4-BE49-F238E27FC236}">
                <a16:creationId xmlns:a16="http://schemas.microsoft.com/office/drawing/2014/main" id="{D6DB1696-904A-418C-B9FB-5AC5879D0B49}"/>
              </a:ext>
            </a:extLst>
          </p:cNvPr>
          <p:cNvGrpSpPr/>
          <p:nvPr/>
        </p:nvGrpSpPr>
        <p:grpSpPr>
          <a:xfrm>
            <a:off x="8134596" y="2599812"/>
            <a:ext cx="1824039" cy="4028761"/>
            <a:chOff x="8183691" y="2625287"/>
            <a:chExt cx="1824039" cy="4028761"/>
          </a:xfrm>
          <a:effectLst/>
        </p:grpSpPr>
        <p:grpSp>
          <p:nvGrpSpPr>
            <p:cNvPr id="74" name="Gruppieren 73">
              <a:extLst>
                <a:ext uri="{FF2B5EF4-FFF2-40B4-BE49-F238E27FC236}">
                  <a16:creationId xmlns:a16="http://schemas.microsoft.com/office/drawing/2014/main" id="{F3B62CFE-8243-A0E6-28E9-55D20A277C22}"/>
                </a:ext>
              </a:extLst>
            </p:cNvPr>
            <p:cNvGrpSpPr/>
            <p:nvPr/>
          </p:nvGrpSpPr>
          <p:grpSpPr>
            <a:xfrm>
              <a:off x="8183691" y="2808082"/>
              <a:ext cx="1824039" cy="3845966"/>
              <a:chOff x="164465" y="1638419"/>
              <a:chExt cx="2214587" cy="4664674"/>
            </a:xfrm>
          </p:grpSpPr>
          <p:sp>
            <p:nvSpPr>
              <p:cNvPr id="75" name="Rechteck 74">
                <a:extLst>
                  <a:ext uri="{FF2B5EF4-FFF2-40B4-BE49-F238E27FC236}">
                    <a16:creationId xmlns:a16="http://schemas.microsoft.com/office/drawing/2014/main" id="{E3F6EAC7-AF4C-42F7-396C-01705AD10552}"/>
                  </a:ext>
                </a:extLst>
              </p:cNvPr>
              <p:cNvSpPr/>
              <p:nvPr/>
            </p:nvSpPr>
            <p:spPr>
              <a:xfrm>
                <a:off x="165052" y="1638419"/>
                <a:ext cx="2214000" cy="4664674"/>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prstClr val="white"/>
                  </a:solidFill>
                  <a:latin typeface="Calibri" panose="020F0502020204030204"/>
                </a:endParaRPr>
              </a:p>
            </p:txBody>
          </p:sp>
          <p:sp>
            <p:nvSpPr>
              <p:cNvPr id="76" name="Textplatzhalter 3">
                <a:extLst>
                  <a:ext uri="{FF2B5EF4-FFF2-40B4-BE49-F238E27FC236}">
                    <a16:creationId xmlns:a16="http://schemas.microsoft.com/office/drawing/2014/main" id="{DD6F36BB-046B-81A6-FCFC-9DE2B8737BAD}"/>
                  </a:ext>
                </a:extLst>
              </p:cNvPr>
              <p:cNvSpPr txBox="1">
                <a:spLocks/>
              </p:cNvSpPr>
              <p:nvPr/>
            </p:nvSpPr>
            <p:spPr>
              <a:xfrm>
                <a:off x="164465" y="1723131"/>
                <a:ext cx="2211074" cy="2284513"/>
              </a:xfrm>
              <a:prstGeom prst="rect">
                <a:avLst/>
              </a:prstGeom>
            </p:spPr>
            <p:txBody>
              <a:bodyPr vert="horz" lIns="91440" tIns="45720" rIns="91440" bIns="45720" rtlCol="0">
                <a:noAutofit/>
              </a:bodyPr>
              <a:lstStyle>
                <a:lvl1pPr marL="457189" indent="-457189" algn="l" defTabSz="1219170" rtl="0" eaLnBrk="1" latinLnBrk="0" hangingPunct="1">
                  <a:spcBef>
                    <a:spcPct val="20000"/>
                  </a:spcBef>
                  <a:buClr>
                    <a:srgbClr val="EA5901"/>
                  </a:buClr>
                  <a:buFont typeface="Wingdings" panose="05000000000000000000" pitchFamily="2" charset="2"/>
                  <a:buChar char="§"/>
                  <a:defRPr sz="3200" kern="1200" baseline="0">
                    <a:solidFill>
                      <a:schemeClr val="tx1"/>
                    </a:solidFill>
                    <a:latin typeface="Calibri" panose="020F0502020204030204" pitchFamily="34" charset="0"/>
                    <a:ea typeface="+mn-ea"/>
                    <a:cs typeface="+mn-cs"/>
                  </a:defRPr>
                </a:lvl1pPr>
                <a:lvl2pPr marL="990575" indent="-380990" algn="l" defTabSz="1219170" rtl="0" eaLnBrk="1" latinLnBrk="0" hangingPunct="1">
                  <a:spcBef>
                    <a:spcPct val="20000"/>
                  </a:spcBef>
                  <a:buClr>
                    <a:srgbClr val="EA5901"/>
                  </a:buClr>
                  <a:buFont typeface="Wingdings" panose="05000000000000000000" pitchFamily="2" charset="2"/>
                  <a:buChar char="§"/>
                  <a:defRPr sz="2933" kern="1200" baseline="0">
                    <a:solidFill>
                      <a:schemeClr val="tx1"/>
                    </a:solidFill>
                    <a:latin typeface="Calibri" panose="020F0502020204030204" pitchFamily="34" charset="0"/>
                    <a:ea typeface="+mn-ea"/>
                    <a:cs typeface="+mn-cs"/>
                  </a:defRPr>
                </a:lvl2pPr>
                <a:lvl3pPr marL="1523962" indent="-304792" algn="l" defTabSz="1219170" rtl="0" eaLnBrk="1" latinLnBrk="0" hangingPunct="1">
                  <a:spcBef>
                    <a:spcPct val="20000"/>
                  </a:spcBef>
                  <a:buClr>
                    <a:srgbClr val="EA5901"/>
                  </a:buClr>
                  <a:buFont typeface="Wingdings" panose="05000000000000000000" pitchFamily="2" charset="2"/>
                  <a:buChar char="§"/>
                  <a:defRPr sz="2667" kern="1200" baseline="0">
                    <a:solidFill>
                      <a:schemeClr val="tx1"/>
                    </a:solidFill>
                    <a:latin typeface="Calibri" panose="020F0502020204030204" pitchFamily="34" charset="0"/>
                    <a:ea typeface="+mn-ea"/>
                    <a:cs typeface="+mn-cs"/>
                  </a:defRPr>
                </a:lvl3pPr>
                <a:lvl4pPr marL="2133547" indent="-304792" algn="l" defTabSz="1219170" rtl="0" eaLnBrk="1" latinLnBrk="0" hangingPunct="1">
                  <a:spcBef>
                    <a:spcPct val="20000"/>
                  </a:spcBef>
                  <a:buClr>
                    <a:srgbClr val="EA5901"/>
                  </a:buClr>
                  <a:buFont typeface="Wingdings" panose="05000000000000000000" pitchFamily="2" charset="2"/>
                  <a:buChar char="§"/>
                  <a:defRPr sz="2400" kern="1200" baseline="0">
                    <a:solidFill>
                      <a:schemeClr val="tx1"/>
                    </a:solidFill>
                    <a:latin typeface="Calibri" panose="020F0502020204030204" pitchFamily="34" charset="0"/>
                    <a:ea typeface="+mn-ea"/>
                    <a:cs typeface="+mn-cs"/>
                  </a:defRPr>
                </a:lvl4pPr>
                <a:lvl5pPr marL="2743131" indent="-304792" algn="l" defTabSz="1219170" rtl="0" eaLnBrk="1" latinLnBrk="0" hangingPunct="1">
                  <a:spcBef>
                    <a:spcPct val="20000"/>
                  </a:spcBef>
                  <a:buClr>
                    <a:srgbClr val="EA5901"/>
                  </a:buClr>
                  <a:buFont typeface="Wingdings" panose="05000000000000000000" pitchFamily="2" charset="2"/>
                  <a:buChar char="§"/>
                  <a:defRPr sz="2400" kern="1200" baseline="0">
                    <a:solidFill>
                      <a:schemeClr val="tx1"/>
                    </a:solidFill>
                    <a:latin typeface="Calibri" panose="020F0502020204030204" pitchFamily="34" charset="0"/>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0" indent="0">
                  <a:buNone/>
                  <a:defRPr/>
                </a:pPr>
                <a:endParaRPr lang="de-DE" sz="1300">
                  <a:solidFill>
                    <a:srgbClr val="E7E6E6">
                      <a:lumMod val="25000"/>
                    </a:srgbClr>
                  </a:solidFill>
                </a:endParaRPr>
              </a:p>
              <a:p>
                <a:pPr marL="184150" indent="-184150">
                  <a:spcBef>
                    <a:spcPts val="0"/>
                  </a:spcBef>
                  <a:buClr>
                    <a:schemeClr val="accent2"/>
                  </a:buClr>
                  <a:buSzPct val="100000"/>
                  <a:buFont typeface="Wingdings" panose="05000000000000000000" pitchFamily="2" charset="2"/>
                  <a:buChar char="ü"/>
                </a:pPr>
                <a:r>
                  <a:rPr lang="de-DE" sz="1200">
                    <a:solidFill>
                      <a:srgbClr val="E7E6E6">
                        <a:lumMod val="25000"/>
                      </a:srgbClr>
                    </a:solidFill>
                    <a:latin typeface="Calibri" panose="020F0502020204030204"/>
                  </a:rPr>
                  <a:t>Aktivierung Business </a:t>
                </a:r>
                <a:r>
                  <a:rPr lang="de-DE" sz="1200" err="1">
                    <a:solidFill>
                      <a:srgbClr val="E7E6E6">
                        <a:lumMod val="25000"/>
                      </a:srgbClr>
                    </a:solidFill>
                    <a:latin typeface="Calibri" panose="020F0502020204030204"/>
                  </a:rPr>
                  <a:t>Functions</a:t>
                </a:r>
                <a:endParaRPr lang="de-DE" sz="1200">
                  <a:solidFill>
                    <a:srgbClr val="E7E6E6">
                      <a:lumMod val="25000"/>
                    </a:srgbClr>
                  </a:solidFill>
                  <a:latin typeface="Calibri" panose="020F0502020204030204"/>
                </a:endParaRPr>
              </a:p>
              <a:p>
                <a:pPr marL="184150" indent="-184150">
                  <a:spcBef>
                    <a:spcPts val="0"/>
                  </a:spcBef>
                  <a:buClr>
                    <a:schemeClr val="accent2"/>
                  </a:buClr>
                  <a:buSzPct val="100000"/>
                  <a:buFont typeface="Wingdings" panose="05000000000000000000" pitchFamily="2" charset="2"/>
                  <a:buChar char="ü"/>
                </a:pPr>
                <a:r>
                  <a:rPr lang="de-DE" sz="1200">
                    <a:solidFill>
                      <a:srgbClr val="E7E6E6">
                        <a:lumMod val="25000"/>
                      </a:srgbClr>
                    </a:solidFill>
                    <a:latin typeface="Calibri" panose="020F0502020204030204"/>
                  </a:rPr>
                  <a:t>Mitarbeiter in Geschäftspartner </a:t>
                </a:r>
              </a:p>
              <a:p>
                <a:pPr marL="184150" indent="-184150">
                  <a:spcBef>
                    <a:spcPts val="0"/>
                  </a:spcBef>
                  <a:buClr>
                    <a:schemeClr val="accent2"/>
                  </a:buClr>
                  <a:buSzPct val="100000"/>
                  <a:buFont typeface="Wingdings" panose="05000000000000000000" pitchFamily="2" charset="2"/>
                  <a:buChar char="ü"/>
                </a:pPr>
                <a:r>
                  <a:rPr lang="de-DE" sz="1200">
                    <a:solidFill>
                      <a:srgbClr val="E7E6E6">
                        <a:lumMod val="25000"/>
                      </a:srgbClr>
                    </a:solidFill>
                    <a:latin typeface="Calibri" panose="020F0502020204030204"/>
                  </a:rPr>
                  <a:t>Berechtigungsanpassungen (</a:t>
                </a:r>
                <a:r>
                  <a:rPr lang="de-DE" sz="1200" err="1">
                    <a:solidFill>
                      <a:srgbClr val="E7E6E6">
                        <a:lumMod val="25000"/>
                      </a:srgbClr>
                    </a:solidFill>
                    <a:latin typeface="Calibri" panose="020F0502020204030204"/>
                  </a:rPr>
                  <a:t>Simplifications</a:t>
                </a:r>
                <a:r>
                  <a:rPr lang="de-DE" sz="1200">
                    <a:solidFill>
                      <a:srgbClr val="E7E6E6">
                        <a:lumMod val="25000"/>
                      </a:srgbClr>
                    </a:solidFill>
                    <a:latin typeface="Calibri" panose="020F0502020204030204"/>
                  </a:rPr>
                  <a:t>) überprüfen</a:t>
                </a:r>
              </a:p>
              <a:p>
                <a:pPr marL="184150" indent="-184150">
                  <a:spcBef>
                    <a:spcPts val="0"/>
                  </a:spcBef>
                  <a:buClr>
                    <a:schemeClr val="accent2"/>
                  </a:buClr>
                  <a:buSzPct val="100000"/>
                  <a:buFont typeface="Wingdings" panose="05000000000000000000" pitchFamily="2" charset="2"/>
                  <a:buChar char="ü"/>
                </a:pPr>
                <a:r>
                  <a:rPr lang="de-DE" sz="1200" err="1">
                    <a:solidFill>
                      <a:srgbClr val="E7E6E6">
                        <a:lumMod val="25000"/>
                      </a:srgbClr>
                    </a:solidFill>
                    <a:latin typeface="Calibri" panose="020F0502020204030204"/>
                  </a:rPr>
                  <a:t>DeClustering</a:t>
                </a:r>
                <a:r>
                  <a:rPr lang="de-DE" sz="1200">
                    <a:solidFill>
                      <a:srgbClr val="E7E6E6">
                        <a:lumMod val="25000"/>
                      </a:srgbClr>
                    </a:solidFill>
                    <a:latin typeface="Calibri" panose="020F0502020204030204"/>
                  </a:rPr>
                  <a:t> PY und PT</a:t>
                </a:r>
              </a:p>
              <a:p>
                <a:pPr marL="184150" indent="-184150">
                  <a:spcBef>
                    <a:spcPts val="0"/>
                  </a:spcBef>
                  <a:buClr>
                    <a:schemeClr val="accent2"/>
                  </a:buClr>
                  <a:buSzPct val="100000"/>
                  <a:buFont typeface="Wingdings" panose="05000000000000000000" pitchFamily="2" charset="2"/>
                  <a:buChar char="ü"/>
                </a:pPr>
                <a:r>
                  <a:rPr lang="de-DE" sz="1200">
                    <a:solidFill>
                      <a:srgbClr val="E7E6E6">
                        <a:lumMod val="25000"/>
                      </a:srgbClr>
                    </a:solidFill>
                    <a:latin typeface="Calibri" panose="020F0502020204030204"/>
                  </a:rPr>
                  <a:t>Custom Code Anpassungen die auf Cluster Daten zugreifen</a:t>
                </a:r>
              </a:p>
              <a:p>
                <a:pPr marL="184150" indent="-184150">
                  <a:spcBef>
                    <a:spcPts val="0"/>
                  </a:spcBef>
                  <a:buClr>
                    <a:schemeClr val="accent2"/>
                  </a:buClr>
                  <a:buSzPct val="100000"/>
                  <a:buFont typeface="Wingdings" panose="05000000000000000000" pitchFamily="2" charset="2"/>
                  <a:buChar char="ü"/>
                </a:pPr>
                <a:endParaRPr lang="de-DE" sz="1300">
                  <a:solidFill>
                    <a:srgbClr val="E7E6E6">
                      <a:lumMod val="25000"/>
                    </a:srgbClr>
                  </a:solidFill>
                  <a:latin typeface="Calibri" panose="020F0502020204030204"/>
                </a:endParaRPr>
              </a:p>
            </p:txBody>
          </p:sp>
        </p:grpSp>
        <p:sp>
          <p:nvSpPr>
            <p:cNvPr id="77" name="Textfeld 76">
              <a:extLst>
                <a:ext uri="{FF2B5EF4-FFF2-40B4-BE49-F238E27FC236}">
                  <a16:creationId xmlns:a16="http://schemas.microsoft.com/office/drawing/2014/main" id="{2346493D-1C75-9E7E-3D39-CE55B5FEE3BD}"/>
                </a:ext>
              </a:extLst>
            </p:cNvPr>
            <p:cNvSpPr txBox="1"/>
            <p:nvPr/>
          </p:nvSpPr>
          <p:spPr bwMode="gray">
            <a:xfrm>
              <a:off x="8186943" y="2625287"/>
              <a:ext cx="1817894" cy="184666"/>
            </a:xfrm>
            <a:prstGeom prst="rect">
              <a:avLst/>
            </a:prstGeom>
            <a:ln/>
            <a:effectLst>
              <a:outerShdw blurRad="50800" dist="38100" dir="2700000" algn="tl"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wrap="square" lIns="0" tIns="0" rIns="0" bIns="0" rtlCol="0">
              <a:spAutoFit/>
            </a:bodyPr>
            <a:lstStyle/>
            <a:p>
              <a:pPr marL="0" indent="0" algn="ctr">
                <a:spcBef>
                  <a:spcPts val="0"/>
                </a:spcBef>
                <a:buClr>
                  <a:schemeClr val="accent6"/>
                </a:buClr>
                <a:buSzPct val="140000"/>
                <a:buNone/>
              </a:pPr>
              <a:r>
                <a:rPr lang="de-DE" sz="1200">
                  <a:solidFill>
                    <a:schemeClr val="bg1"/>
                  </a:solidFill>
                  <a:latin typeface="+mn-lt"/>
                  <a:ea typeface="DIN-Regular" panose="020B0500010101010101" pitchFamily="34" charset="0"/>
                </a:rPr>
                <a:t>Update durchführen</a:t>
              </a:r>
            </a:p>
          </p:txBody>
        </p:sp>
      </p:grpSp>
      <p:grpSp>
        <p:nvGrpSpPr>
          <p:cNvPr id="14" name="Gruppieren 13">
            <a:extLst>
              <a:ext uri="{FF2B5EF4-FFF2-40B4-BE49-F238E27FC236}">
                <a16:creationId xmlns:a16="http://schemas.microsoft.com/office/drawing/2014/main" id="{CB7F7E46-D3F5-4469-886A-03DFA934F5CA}"/>
              </a:ext>
            </a:extLst>
          </p:cNvPr>
          <p:cNvGrpSpPr/>
          <p:nvPr/>
        </p:nvGrpSpPr>
        <p:grpSpPr>
          <a:xfrm>
            <a:off x="10119376" y="2599812"/>
            <a:ext cx="1824039" cy="4034116"/>
            <a:chOff x="10119376" y="2613849"/>
            <a:chExt cx="1824039" cy="4034116"/>
          </a:xfrm>
          <a:effectLst/>
        </p:grpSpPr>
        <p:grpSp>
          <p:nvGrpSpPr>
            <p:cNvPr id="82" name="Gruppieren 81">
              <a:extLst>
                <a:ext uri="{FF2B5EF4-FFF2-40B4-BE49-F238E27FC236}">
                  <a16:creationId xmlns:a16="http://schemas.microsoft.com/office/drawing/2014/main" id="{9CB9C9A3-D473-F7BE-BD38-236EFBD5F264}"/>
                </a:ext>
              </a:extLst>
            </p:cNvPr>
            <p:cNvGrpSpPr/>
            <p:nvPr/>
          </p:nvGrpSpPr>
          <p:grpSpPr>
            <a:xfrm>
              <a:off x="10119376" y="2801999"/>
              <a:ext cx="1824039" cy="3845966"/>
              <a:chOff x="164465" y="1638419"/>
              <a:chExt cx="2214587" cy="4664674"/>
            </a:xfrm>
          </p:grpSpPr>
          <p:sp>
            <p:nvSpPr>
              <p:cNvPr id="83" name="Rechteck 82">
                <a:extLst>
                  <a:ext uri="{FF2B5EF4-FFF2-40B4-BE49-F238E27FC236}">
                    <a16:creationId xmlns:a16="http://schemas.microsoft.com/office/drawing/2014/main" id="{44EDC6D0-FF1C-4347-C628-3699EB3E19CC}"/>
                  </a:ext>
                </a:extLst>
              </p:cNvPr>
              <p:cNvSpPr/>
              <p:nvPr/>
            </p:nvSpPr>
            <p:spPr>
              <a:xfrm>
                <a:off x="165052" y="1638419"/>
                <a:ext cx="2214000" cy="4664674"/>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prstClr val="white"/>
                  </a:solidFill>
                  <a:latin typeface="Calibri" panose="020F0502020204030204"/>
                </a:endParaRPr>
              </a:p>
            </p:txBody>
          </p:sp>
          <p:sp>
            <p:nvSpPr>
              <p:cNvPr id="84" name="Textplatzhalter 3">
                <a:extLst>
                  <a:ext uri="{FF2B5EF4-FFF2-40B4-BE49-F238E27FC236}">
                    <a16:creationId xmlns:a16="http://schemas.microsoft.com/office/drawing/2014/main" id="{431554B7-45E2-038A-BC5A-8C531F655773}"/>
                  </a:ext>
                </a:extLst>
              </p:cNvPr>
              <p:cNvSpPr txBox="1">
                <a:spLocks/>
              </p:cNvSpPr>
              <p:nvPr/>
            </p:nvSpPr>
            <p:spPr>
              <a:xfrm>
                <a:off x="164465" y="1723131"/>
                <a:ext cx="2211074" cy="2284513"/>
              </a:xfrm>
              <a:prstGeom prst="rect">
                <a:avLst/>
              </a:prstGeom>
            </p:spPr>
            <p:txBody>
              <a:bodyPr vert="horz" lIns="91440" tIns="45720" rIns="91440" bIns="45720" rtlCol="0">
                <a:noAutofit/>
              </a:bodyPr>
              <a:lstStyle>
                <a:lvl1pPr marL="457189" indent="-457189" algn="l" defTabSz="1219170" rtl="0" eaLnBrk="1" latinLnBrk="0" hangingPunct="1">
                  <a:spcBef>
                    <a:spcPct val="20000"/>
                  </a:spcBef>
                  <a:buClr>
                    <a:srgbClr val="EA5901"/>
                  </a:buClr>
                  <a:buFont typeface="Wingdings" panose="05000000000000000000" pitchFamily="2" charset="2"/>
                  <a:buChar char="§"/>
                  <a:defRPr sz="3200" kern="1200" baseline="0">
                    <a:solidFill>
                      <a:schemeClr val="tx1"/>
                    </a:solidFill>
                    <a:latin typeface="Calibri" panose="020F0502020204030204" pitchFamily="34" charset="0"/>
                    <a:ea typeface="+mn-ea"/>
                    <a:cs typeface="+mn-cs"/>
                  </a:defRPr>
                </a:lvl1pPr>
                <a:lvl2pPr marL="990575" indent="-380990" algn="l" defTabSz="1219170" rtl="0" eaLnBrk="1" latinLnBrk="0" hangingPunct="1">
                  <a:spcBef>
                    <a:spcPct val="20000"/>
                  </a:spcBef>
                  <a:buClr>
                    <a:srgbClr val="EA5901"/>
                  </a:buClr>
                  <a:buFont typeface="Wingdings" panose="05000000000000000000" pitchFamily="2" charset="2"/>
                  <a:buChar char="§"/>
                  <a:defRPr sz="2933" kern="1200" baseline="0">
                    <a:solidFill>
                      <a:schemeClr val="tx1"/>
                    </a:solidFill>
                    <a:latin typeface="Calibri" panose="020F0502020204030204" pitchFamily="34" charset="0"/>
                    <a:ea typeface="+mn-ea"/>
                    <a:cs typeface="+mn-cs"/>
                  </a:defRPr>
                </a:lvl2pPr>
                <a:lvl3pPr marL="1523962" indent="-304792" algn="l" defTabSz="1219170" rtl="0" eaLnBrk="1" latinLnBrk="0" hangingPunct="1">
                  <a:spcBef>
                    <a:spcPct val="20000"/>
                  </a:spcBef>
                  <a:buClr>
                    <a:srgbClr val="EA5901"/>
                  </a:buClr>
                  <a:buFont typeface="Wingdings" panose="05000000000000000000" pitchFamily="2" charset="2"/>
                  <a:buChar char="§"/>
                  <a:defRPr sz="2667" kern="1200" baseline="0">
                    <a:solidFill>
                      <a:schemeClr val="tx1"/>
                    </a:solidFill>
                    <a:latin typeface="Calibri" panose="020F0502020204030204" pitchFamily="34" charset="0"/>
                    <a:ea typeface="+mn-ea"/>
                    <a:cs typeface="+mn-cs"/>
                  </a:defRPr>
                </a:lvl3pPr>
                <a:lvl4pPr marL="2133547" indent="-304792" algn="l" defTabSz="1219170" rtl="0" eaLnBrk="1" latinLnBrk="0" hangingPunct="1">
                  <a:spcBef>
                    <a:spcPct val="20000"/>
                  </a:spcBef>
                  <a:buClr>
                    <a:srgbClr val="EA5901"/>
                  </a:buClr>
                  <a:buFont typeface="Wingdings" panose="05000000000000000000" pitchFamily="2" charset="2"/>
                  <a:buChar char="§"/>
                  <a:defRPr sz="2400" kern="1200" baseline="0">
                    <a:solidFill>
                      <a:schemeClr val="tx1"/>
                    </a:solidFill>
                    <a:latin typeface="Calibri" panose="020F0502020204030204" pitchFamily="34" charset="0"/>
                    <a:ea typeface="+mn-ea"/>
                    <a:cs typeface="+mn-cs"/>
                  </a:defRPr>
                </a:lvl4pPr>
                <a:lvl5pPr marL="2743131" indent="-304792" algn="l" defTabSz="1219170" rtl="0" eaLnBrk="1" latinLnBrk="0" hangingPunct="1">
                  <a:spcBef>
                    <a:spcPct val="20000"/>
                  </a:spcBef>
                  <a:buClr>
                    <a:srgbClr val="EA5901"/>
                  </a:buClr>
                  <a:buFont typeface="Wingdings" panose="05000000000000000000" pitchFamily="2" charset="2"/>
                  <a:buChar char="§"/>
                  <a:defRPr sz="2400" kern="1200" baseline="0">
                    <a:solidFill>
                      <a:schemeClr val="tx1"/>
                    </a:solidFill>
                    <a:latin typeface="Calibri" panose="020F0502020204030204" pitchFamily="34" charset="0"/>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0" indent="0">
                  <a:buNone/>
                  <a:defRPr/>
                </a:pPr>
                <a:endParaRPr lang="de-DE" sz="1300">
                  <a:solidFill>
                    <a:srgbClr val="E7E6E6">
                      <a:lumMod val="25000"/>
                    </a:srgbClr>
                  </a:solidFill>
                </a:endParaRPr>
              </a:p>
              <a:p>
                <a:pPr marL="184150" indent="-184150">
                  <a:spcBef>
                    <a:spcPts val="0"/>
                  </a:spcBef>
                  <a:buClr>
                    <a:schemeClr val="accent2"/>
                  </a:buClr>
                  <a:buSzPct val="100000"/>
                  <a:buFont typeface="Wingdings" pitchFamily="2" charset="2"/>
                  <a:buChar char="ü"/>
                </a:pPr>
                <a:r>
                  <a:rPr lang="de-DE" sz="1200">
                    <a:solidFill>
                      <a:srgbClr val="E7E6E6">
                        <a:lumMod val="25000"/>
                      </a:srgbClr>
                    </a:solidFill>
                    <a:latin typeface="Calibri" panose="020F0502020204030204"/>
                  </a:rPr>
                  <a:t>Parallel Entgeltabrechnungen fahren</a:t>
                </a:r>
              </a:p>
              <a:p>
                <a:pPr marL="184150" indent="-184150">
                  <a:spcBef>
                    <a:spcPts val="0"/>
                  </a:spcBef>
                  <a:buClr>
                    <a:schemeClr val="accent2"/>
                  </a:buClr>
                  <a:buSzPct val="100000"/>
                  <a:buFont typeface="Wingdings" pitchFamily="2" charset="2"/>
                  <a:buChar char="ü"/>
                </a:pPr>
                <a:r>
                  <a:rPr lang="de-DE" sz="1200">
                    <a:solidFill>
                      <a:srgbClr val="E7E6E6">
                        <a:lumMod val="25000"/>
                      </a:srgbClr>
                    </a:solidFill>
                    <a:latin typeface="Calibri" panose="020F0502020204030204"/>
                  </a:rPr>
                  <a:t>Schnittstellen testen</a:t>
                </a:r>
              </a:p>
              <a:p>
                <a:pPr marL="184150" indent="-184150">
                  <a:spcBef>
                    <a:spcPts val="0"/>
                  </a:spcBef>
                  <a:buClr>
                    <a:schemeClr val="accent2"/>
                  </a:buClr>
                  <a:buSzPct val="100000"/>
                  <a:buFont typeface="Wingdings" pitchFamily="2" charset="2"/>
                  <a:buChar char="ü"/>
                </a:pPr>
                <a:r>
                  <a:rPr lang="de-DE" sz="1200">
                    <a:solidFill>
                      <a:srgbClr val="E7E6E6">
                        <a:lumMod val="25000"/>
                      </a:srgbClr>
                    </a:solidFill>
                    <a:latin typeface="Calibri" panose="020F0502020204030204"/>
                  </a:rPr>
                  <a:t>Generelles </a:t>
                </a:r>
                <a:r>
                  <a:rPr lang="de-DE" sz="1200" err="1">
                    <a:solidFill>
                      <a:srgbClr val="E7E6E6">
                        <a:lumMod val="25000"/>
                      </a:srgbClr>
                    </a:solidFill>
                    <a:latin typeface="Calibri" panose="020F0502020204030204"/>
                  </a:rPr>
                  <a:t>Testing</a:t>
                </a:r>
                <a:endParaRPr lang="de-DE" sz="1200">
                  <a:solidFill>
                    <a:srgbClr val="E7E6E6">
                      <a:lumMod val="25000"/>
                    </a:srgbClr>
                  </a:solidFill>
                  <a:latin typeface="Calibri" panose="020F0502020204030204"/>
                </a:endParaRPr>
              </a:p>
              <a:p>
                <a:pPr marL="184150" indent="-184150">
                  <a:spcBef>
                    <a:spcPts val="0"/>
                  </a:spcBef>
                  <a:buClr>
                    <a:schemeClr val="accent2"/>
                  </a:buClr>
                  <a:buSzPct val="100000"/>
                  <a:buFont typeface="Wingdings" pitchFamily="2" charset="2"/>
                  <a:buChar char="ü"/>
                </a:pPr>
                <a:r>
                  <a:rPr lang="de-DE" sz="1200">
                    <a:solidFill>
                      <a:srgbClr val="E7E6E6">
                        <a:lumMod val="25000"/>
                      </a:srgbClr>
                    </a:solidFill>
                    <a:latin typeface="Calibri" panose="020F0502020204030204"/>
                  </a:rPr>
                  <a:t>Schulung der Neuerungen</a:t>
                </a:r>
              </a:p>
              <a:p>
                <a:pPr marL="184150" indent="-184150">
                  <a:spcBef>
                    <a:spcPts val="0"/>
                  </a:spcBef>
                  <a:buClr>
                    <a:schemeClr val="accent2"/>
                  </a:buClr>
                  <a:buSzPct val="100000"/>
                  <a:buFont typeface="Wingdings" pitchFamily="2" charset="2"/>
                  <a:buChar char="ü"/>
                </a:pPr>
                <a:r>
                  <a:rPr lang="de-DE" sz="1200">
                    <a:solidFill>
                      <a:srgbClr val="E7E6E6">
                        <a:lumMod val="25000"/>
                      </a:srgbClr>
                    </a:solidFill>
                    <a:latin typeface="Calibri" panose="020F0502020204030204"/>
                  </a:rPr>
                  <a:t>GoLive Freigabe</a:t>
                </a:r>
              </a:p>
              <a:p>
                <a:pPr marL="184150" indent="-184150">
                  <a:spcBef>
                    <a:spcPts val="0"/>
                  </a:spcBef>
                  <a:buClr>
                    <a:schemeClr val="accent2"/>
                  </a:buClr>
                  <a:buSzPct val="100000"/>
                  <a:buFont typeface="Wingdings" pitchFamily="2" charset="2"/>
                  <a:buChar char="ü"/>
                </a:pPr>
                <a:r>
                  <a:rPr lang="de-DE" sz="1200">
                    <a:solidFill>
                      <a:srgbClr val="E7E6E6">
                        <a:lumMod val="25000"/>
                      </a:srgbClr>
                    </a:solidFill>
                    <a:latin typeface="Calibri" panose="020F0502020204030204"/>
                  </a:rPr>
                  <a:t>GoLive durchführen</a:t>
                </a:r>
              </a:p>
              <a:p>
                <a:pPr marL="184150" indent="-184150">
                  <a:spcBef>
                    <a:spcPts val="0"/>
                  </a:spcBef>
                  <a:buClr>
                    <a:schemeClr val="accent2"/>
                  </a:buClr>
                  <a:buSzPct val="100000"/>
                  <a:buFont typeface="Wingdings" pitchFamily="2" charset="2"/>
                  <a:buChar char="ü"/>
                </a:pPr>
                <a:r>
                  <a:rPr lang="de-DE" sz="1200" err="1">
                    <a:solidFill>
                      <a:srgbClr val="E7E6E6">
                        <a:lumMod val="25000"/>
                      </a:srgbClr>
                    </a:solidFill>
                    <a:latin typeface="Calibri" panose="020F0502020204030204"/>
                  </a:rPr>
                  <a:t>Hypercare</a:t>
                </a:r>
                <a:r>
                  <a:rPr lang="de-DE" sz="1200">
                    <a:solidFill>
                      <a:srgbClr val="E7E6E6">
                        <a:lumMod val="25000"/>
                      </a:srgbClr>
                    </a:solidFill>
                    <a:latin typeface="Calibri" panose="020F0502020204030204"/>
                  </a:rPr>
                  <a:t> </a:t>
                </a:r>
                <a:r>
                  <a:rPr lang="de-DE" sz="1200">
                    <a:solidFill>
                      <a:srgbClr val="E7E6E6">
                        <a:lumMod val="25000"/>
                      </a:srgbClr>
                    </a:solidFill>
                    <a:latin typeface="Calibri" panose="020F0502020204030204"/>
                    <a:sym typeface="Wingdings" pitchFamily="2" charset="2"/>
                  </a:rPr>
                  <a:t> Service / Betrieb</a:t>
                </a:r>
                <a:endParaRPr lang="de-DE" sz="1200">
                  <a:solidFill>
                    <a:srgbClr val="E7E6E6">
                      <a:lumMod val="25000"/>
                    </a:srgbClr>
                  </a:solidFill>
                  <a:latin typeface="Calibri" panose="020F0502020204030204"/>
                </a:endParaRPr>
              </a:p>
              <a:p>
                <a:pPr marL="184150" indent="-184150">
                  <a:spcBef>
                    <a:spcPts val="0"/>
                  </a:spcBef>
                  <a:buClr>
                    <a:schemeClr val="accent2"/>
                  </a:buClr>
                  <a:buSzPct val="100000"/>
                  <a:buFont typeface="Wingdings" pitchFamily="2" charset="2"/>
                  <a:buChar char="ü"/>
                </a:pPr>
                <a:endParaRPr lang="de-DE" sz="1300">
                  <a:solidFill>
                    <a:srgbClr val="E7E6E6">
                      <a:lumMod val="25000"/>
                    </a:srgbClr>
                  </a:solidFill>
                  <a:latin typeface="Calibri" panose="020F0502020204030204"/>
                </a:endParaRPr>
              </a:p>
            </p:txBody>
          </p:sp>
        </p:grpSp>
        <p:sp>
          <p:nvSpPr>
            <p:cNvPr id="85" name="Textfeld 84">
              <a:extLst>
                <a:ext uri="{FF2B5EF4-FFF2-40B4-BE49-F238E27FC236}">
                  <a16:creationId xmlns:a16="http://schemas.microsoft.com/office/drawing/2014/main" id="{F49D90A2-6082-ABFD-7BD8-CE1B5E619739}"/>
                </a:ext>
              </a:extLst>
            </p:cNvPr>
            <p:cNvSpPr txBox="1"/>
            <p:nvPr/>
          </p:nvSpPr>
          <p:spPr bwMode="gray">
            <a:xfrm>
              <a:off x="10122628" y="2613849"/>
              <a:ext cx="1817894" cy="184666"/>
            </a:xfrm>
            <a:prstGeom prst="rect">
              <a:avLst/>
            </a:prstGeom>
            <a:ln/>
            <a:effectLst>
              <a:outerShdw blurRad="50800" dist="38100" dir="2700000" algn="tl"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wrap="square" lIns="0" tIns="0" rIns="0" bIns="0" rtlCol="0">
              <a:spAutoFit/>
            </a:bodyPr>
            <a:lstStyle/>
            <a:p>
              <a:pPr marL="0" indent="0" algn="ctr">
                <a:spcBef>
                  <a:spcPts val="0"/>
                </a:spcBef>
                <a:buClr>
                  <a:schemeClr val="accent6"/>
                </a:buClr>
                <a:buSzPct val="140000"/>
                <a:buNone/>
              </a:pPr>
              <a:r>
                <a:rPr lang="de-DE" sz="1200">
                  <a:solidFill>
                    <a:schemeClr val="bg1"/>
                  </a:solidFill>
                  <a:latin typeface="+mn-lt"/>
                  <a:ea typeface="DIN-Regular" panose="020B0500010101010101" pitchFamily="34" charset="0"/>
                </a:rPr>
                <a:t>GoLive</a:t>
              </a:r>
            </a:p>
          </p:txBody>
        </p:sp>
      </p:grpSp>
      <p:sp>
        <p:nvSpPr>
          <p:cNvPr id="93" name="Pfeil nach links und rechts 92">
            <a:extLst>
              <a:ext uri="{FF2B5EF4-FFF2-40B4-BE49-F238E27FC236}">
                <a16:creationId xmlns:a16="http://schemas.microsoft.com/office/drawing/2014/main" id="{5EBB2CE6-9880-F2BC-3DA3-4E0D69F17079}"/>
              </a:ext>
            </a:extLst>
          </p:cNvPr>
          <p:cNvSpPr/>
          <p:nvPr/>
        </p:nvSpPr>
        <p:spPr>
          <a:xfrm>
            <a:off x="3781013" y="5813799"/>
            <a:ext cx="583996" cy="286093"/>
          </a:xfrm>
          <a:prstGeom prst="leftRightArrow">
            <a:avLst/>
          </a:prstGeom>
          <a:solidFill>
            <a:schemeClr val="accent2"/>
          </a:solidFill>
        </p:spPr>
        <p:style>
          <a:lnRef idx="3">
            <a:schemeClr val="lt1"/>
          </a:lnRef>
          <a:fillRef idx="1">
            <a:schemeClr val="accent4"/>
          </a:fillRef>
          <a:effectRef idx="1">
            <a:schemeClr val="accent4"/>
          </a:effectRef>
          <a:fontRef idx="minor">
            <a:schemeClr val="lt1"/>
          </a:fontRef>
        </p:style>
        <p:txBody>
          <a:bodyPr rtlCol="0" anchor="ctr"/>
          <a:lstStyle/>
          <a:p>
            <a:pPr algn="ctr"/>
            <a:endParaRPr lang="de-DE"/>
          </a:p>
        </p:txBody>
      </p:sp>
      <p:grpSp>
        <p:nvGrpSpPr>
          <p:cNvPr id="90" name="Gruppieren 89">
            <a:extLst>
              <a:ext uri="{FF2B5EF4-FFF2-40B4-BE49-F238E27FC236}">
                <a16:creationId xmlns:a16="http://schemas.microsoft.com/office/drawing/2014/main" id="{DFD816A1-8AAC-401D-8AB6-97C6A9412525}"/>
              </a:ext>
            </a:extLst>
          </p:cNvPr>
          <p:cNvGrpSpPr/>
          <p:nvPr/>
        </p:nvGrpSpPr>
        <p:grpSpPr>
          <a:xfrm>
            <a:off x="2294159" y="1039255"/>
            <a:ext cx="706774" cy="617118"/>
            <a:chOff x="685800" y="993913"/>
            <a:chExt cx="706774" cy="617118"/>
          </a:xfrm>
        </p:grpSpPr>
        <p:sp>
          <p:nvSpPr>
            <p:cNvPr id="91" name="Oval 5">
              <a:extLst>
                <a:ext uri="{FF2B5EF4-FFF2-40B4-BE49-F238E27FC236}">
                  <a16:creationId xmlns:a16="http://schemas.microsoft.com/office/drawing/2014/main" id="{4DD084CF-53E4-464E-AE02-E9EB947B6580}"/>
                </a:ext>
              </a:extLst>
            </p:cNvPr>
            <p:cNvSpPr>
              <a:spLocks noChangeAspect="1"/>
            </p:cNvSpPr>
            <p:nvPr/>
          </p:nvSpPr>
          <p:spPr>
            <a:xfrm>
              <a:off x="685800" y="1251031"/>
              <a:ext cx="360000" cy="360000"/>
            </a:xfrm>
            <a:prstGeom prst="ellipse">
              <a:avLst/>
            </a:prstGeom>
            <a:solidFill>
              <a:schemeClr val="accent2"/>
            </a:solidFill>
          </p:spPr>
          <p:style>
            <a:lnRef idx="3">
              <a:schemeClr val="lt1"/>
            </a:lnRef>
            <a:fillRef idx="1">
              <a:schemeClr val="accent4"/>
            </a:fillRef>
            <a:effectRef idx="1">
              <a:schemeClr val="accent4"/>
            </a:effectRef>
            <a:fontRef idx="minor">
              <a:schemeClr val="lt1"/>
            </a:fontRef>
          </p:style>
          <p:txBody>
            <a:bodyPr rtlCol="0" anchor="ctr"/>
            <a:lstStyle/>
            <a:p>
              <a:pPr algn="ctr"/>
              <a:endParaRPr lang="de-DE"/>
            </a:p>
          </p:txBody>
        </p:sp>
        <p:cxnSp>
          <p:nvCxnSpPr>
            <p:cNvPr id="92" name="Gerade Verbindung 7">
              <a:extLst>
                <a:ext uri="{FF2B5EF4-FFF2-40B4-BE49-F238E27FC236}">
                  <a16:creationId xmlns:a16="http://schemas.microsoft.com/office/drawing/2014/main" id="{0C6022E6-F9C0-4CED-A29D-131653EEBF6C}"/>
                </a:ext>
              </a:extLst>
            </p:cNvPr>
            <p:cNvCxnSpPr>
              <a:stCxn id="91" idx="7"/>
            </p:cNvCxnSpPr>
            <p:nvPr/>
          </p:nvCxnSpPr>
          <p:spPr>
            <a:xfrm flipV="1">
              <a:off x="993079" y="993913"/>
              <a:ext cx="219495" cy="309839"/>
            </a:xfrm>
            <a:prstGeom prst="line">
              <a:avLst/>
            </a:prstGeom>
            <a:ln w="19050"/>
          </p:spPr>
          <p:style>
            <a:lnRef idx="1">
              <a:schemeClr val="accent2"/>
            </a:lnRef>
            <a:fillRef idx="0">
              <a:schemeClr val="accent2"/>
            </a:fillRef>
            <a:effectRef idx="0">
              <a:schemeClr val="accent2"/>
            </a:effectRef>
            <a:fontRef idx="minor">
              <a:schemeClr val="tx1"/>
            </a:fontRef>
          </p:style>
        </p:cxnSp>
        <p:cxnSp>
          <p:nvCxnSpPr>
            <p:cNvPr id="94" name="Gerade Verbindung 9">
              <a:extLst>
                <a:ext uri="{FF2B5EF4-FFF2-40B4-BE49-F238E27FC236}">
                  <a16:creationId xmlns:a16="http://schemas.microsoft.com/office/drawing/2014/main" id="{CBBDEF4B-08B2-4FD6-9793-9166EA2ED5DB}"/>
                </a:ext>
              </a:extLst>
            </p:cNvPr>
            <p:cNvCxnSpPr/>
            <p:nvPr/>
          </p:nvCxnSpPr>
          <p:spPr>
            <a:xfrm flipH="1">
              <a:off x="1212574" y="993913"/>
              <a:ext cx="180000" cy="0"/>
            </a:xfrm>
            <a:prstGeom prst="line">
              <a:avLst/>
            </a:prstGeom>
            <a:ln w="19050"/>
          </p:spPr>
          <p:style>
            <a:lnRef idx="1">
              <a:schemeClr val="accent2"/>
            </a:lnRef>
            <a:fillRef idx="0">
              <a:schemeClr val="accent2"/>
            </a:fillRef>
            <a:effectRef idx="0">
              <a:schemeClr val="accent2"/>
            </a:effectRef>
            <a:fontRef idx="minor">
              <a:schemeClr val="tx1"/>
            </a:fontRef>
          </p:style>
        </p:cxnSp>
      </p:grpSp>
      <p:sp>
        <p:nvSpPr>
          <p:cNvPr id="95" name="Textfeld 94">
            <a:extLst>
              <a:ext uri="{FF2B5EF4-FFF2-40B4-BE49-F238E27FC236}">
                <a16:creationId xmlns:a16="http://schemas.microsoft.com/office/drawing/2014/main" id="{95D72023-DAFA-4048-AFFC-1EB8E3F89F13}"/>
              </a:ext>
            </a:extLst>
          </p:cNvPr>
          <p:cNvSpPr txBox="1"/>
          <p:nvPr/>
        </p:nvSpPr>
        <p:spPr>
          <a:xfrm>
            <a:off x="2950570" y="808422"/>
            <a:ext cx="2396271" cy="461665"/>
          </a:xfrm>
          <a:prstGeom prst="rect">
            <a:avLst/>
          </a:prstGeom>
          <a:noFill/>
        </p:spPr>
        <p:txBody>
          <a:bodyPr wrap="square" rtlCol="0">
            <a:spAutoFit/>
          </a:bodyPr>
          <a:lstStyle/>
          <a:p>
            <a:r>
              <a:rPr lang="de-DE" sz="1200"/>
              <a:t>Sicherheit erlangt: Was bedeutet H4S4 für uns?</a:t>
            </a:r>
          </a:p>
        </p:txBody>
      </p:sp>
      <p:grpSp>
        <p:nvGrpSpPr>
          <p:cNvPr id="96" name="Gruppieren 95">
            <a:extLst>
              <a:ext uri="{FF2B5EF4-FFF2-40B4-BE49-F238E27FC236}">
                <a16:creationId xmlns:a16="http://schemas.microsoft.com/office/drawing/2014/main" id="{98FD6702-12E4-4BA5-B51B-39548E525BF4}"/>
              </a:ext>
            </a:extLst>
          </p:cNvPr>
          <p:cNvGrpSpPr/>
          <p:nvPr/>
        </p:nvGrpSpPr>
        <p:grpSpPr>
          <a:xfrm>
            <a:off x="5450434" y="1039255"/>
            <a:ext cx="706774" cy="617118"/>
            <a:chOff x="685800" y="993913"/>
            <a:chExt cx="706774" cy="617118"/>
          </a:xfrm>
        </p:grpSpPr>
        <p:sp>
          <p:nvSpPr>
            <p:cNvPr id="97" name="Oval 5">
              <a:extLst>
                <a:ext uri="{FF2B5EF4-FFF2-40B4-BE49-F238E27FC236}">
                  <a16:creationId xmlns:a16="http://schemas.microsoft.com/office/drawing/2014/main" id="{C5A0DB64-4C8D-4A4C-AEA7-AA660BD9D7BC}"/>
                </a:ext>
              </a:extLst>
            </p:cNvPr>
            <p:cNvSpPr>
              <a:spLocks noChangeAspect="1"/>
            </p:cNvSpPr>
            <p:nvPr/>
          </p:nvSpPr>
          <p:spPr>
            <a:xfrm>
              <a:off x="685800" y="1251031"/>
              <a:ext cx="360000" cy="360000"/>
            </a:xfrm>
            <a:prstGeom prst="ellipse">
              <a:avLst/>
            </a:prstGeom>
            <a:solidFill>
              <a:schemeClr val="accent2"/>
            </a:solidFill>
          </p:spPr>
          <p:style>
            <a:lnRef idx="3">
              <a:schemeClr val="lt1"/>
            </a:lnRef>
            <a:fillRef idx="1">
              <a:schemeClr val="accent4"/>
            </a:fillRef>
            <a:effectRef idx="1">
              <a:schemeClr val="accent4"/>
            </a:effectRef>
            <a:fontRef idx="minor">
              <a:schemeClr val="lt1"/>
            </a:fontRef>
          </p:style>
          <p:txBody>
            <a:bodyPr rtlCol="0" anchor="ctr"/>
            <a:lstStyle/>
            <a:p>
              <a:pPr algn="ctr"/>
              <a:endParaRPr lang="de-DE"/>
            </a:p>
          </p:txBody>
        </p:sp>
        <p:cxnSp>
          <p:nvCxnSpPr>
            <p:cNvPr id="98" name="Gerade Verbindung 7">
              <a:extLst>
                <a:ext uri="{FF2B5EF4-FFF2-40B4-BE49-F238E27FC236}">
                  <a16:creationId xmlns:a16="http://schemas.microsoft.com/office/drawing/2014/main" id="{34B74299-C1E9-4BD4-9A69-D894618A06AC}"/>
                </a:ext>
              </a:extLst>
            </p:cNvPr>
            <p:cNvCxnSpPr>
              <a:stCxn id="97" idx="7"/>
            </p:cNvCxnSpPr>
            <p:nvPr/>
          </p:nvCxnSpPr>
          <p:spPr>
            <a:xfrm flipV="1">
              <a:off x="993079" y="993913"/>
              <a:ext cx="219495" cy="309839"/>
            </a:xfrm>
            <a:prstGeom prst="line">
              <a:avLst/>
            </a:prstGeom>
            <a:ln w="19050"/>
          </p:spPr>
          <p:style>
            <a:lnRef idx="1">
              <a:schemeClr val="accent2"/>
            </a:lnRef>
            <a:fillRef idx="0">
              <a:schemeClr val="accent2"/>
            </a:fillRef>
            <a:effectRef idx="0">
              <a:schemeClr val="accent2"/>
            </a:effectRef>
            <a:fontRef idx="minor">
              <a:schemeClr val="tx1"/>
            </a:fontRef>
          </p:style>
        </p:cxnSp>
        <p:cxnSp>
          <p:nvCxnSpPr>
            <p:cNvPr id="99" name="Gerade Verbindung 9">
              <a:extLst>
                <a:ext uri="{FF2B5EF4-FFF2-40B4-BE49-F238E27FC236}">
                  <a16:creationId xmlns:a16="http://schemas.microsoft.com/office/drawing/2014/main" id="{B66BFA18-6AE3-4DE7-B826-550F793FAABB}"/>
                </a:ext>
              </a:extLst>
            </p:cNvPr>
            <p:cNvCxnSpPr/>
            <p:nvPr/>
          </p:nvCxnSpPr>
          <p:spPr>
            <a:xfrm flipH="1">
              <a:off x="1212574" y="993913"/>
              <a:ext cx="180000" cy="0"/>
            </a:xfrm>
            <a:prstGeom prst="line">
              <a:avLst/>
            </a:prstGeom>
            <a:ln w="19050"/>
          </p:spPr>
          <p:style>
            <a:lnRef idx="1">
              <a:schemeClr val="accent2"/>
            </a:lnRef>
            <a:fillRef idx="0">
              <a:schemeClr val="accent2"/>
            </a:fillRef>
            <a:effectRef idx="0">
              <a:schemeClr val="accent2"/>
            </a:effectRef>
            <a:fontRef idx="minor">
              <a:schemeClr val="tx1"/>
            </a:fontRef>
          </p:style>
        </p:cxnSp>
      </p:grpSp>
      <p:sp>
        <p:nvSpPr>
          <p:cNvPr id="100" name="Textfeld 99">
            <a:extLst>
              <a:ext uri="{FF2B5EF4-FFF2-40B4-BE49-F238E27FC236}">
                <a16:creationId xmlns:a16="http://schemas.microsoft.com/office/drawing/2014/main" id="{4C664E3A-B959-4556-B0F0-125EEE0E90D0}"/>
              </a:ext>
            </a:extLst>
          </p:cNvPr>
          <p:cNvSpPr txBox="1"/>
          <p:nvPr/>
        </p:nvSpPr>
        <p:spPr>
          <a:xfrm>
            <a:off x="6106846" y="808422"/>
            <a:ext cx="1947158" cy="646331"/>
          </a:xfrm>
          <a:prstGeom prst="rect">
            <a:avLst/>
          </a:prstGeom>
          <a:noFill/>
        </p:spPr>
        <p:txBody>
          <a:bodyPr wrap="square" rtlCol="0">
            <a:spAutoFit/>
          </a:bodyPr>
          <a:lstStyle/>
          <a:p>
            <a:r>
              <a:rPr lang="de-DE" sz="1200"/>
              <a:t>Alle Vorbereitungen sind erledigt H4S4 kann kommen</a:t>
            </a:r>
          </a:p>
          <a:p>
            <a:endParaRPr lang="de-DE" sz="1200"/>
          </a:p>
        </p:txBody>
      </p:sp>
      <p:grpSp>
        <p:nvGrpSpPr>
          <p:cNvPr id="101" name="Gruppieren 100">
            <a:extLst>
              <a:ext uri="{FF2B5EF4-FFF2-40B4-BE49-F238E27FC236}">
                <a16:creationId xmlns:a16="http://schemas.microsoft.com/office/drawing/2014/main" id="{472E2560-0CDC-4E4B-BD67-62D2063ABAA2}"/>
              </a:ext>
            </a:extLst>
          </p:cNvPr>
          <p:cNvGrpSpPr/>
          <p:nvPr/>
        </p:nvGrpSpPr>
        <p:grpSpPr>
          <a:xfrm flipH="1">
            <a:off x="11029949" y="1039254"/>
            <a:ext cx="706774" cy="617118"/>
            <a:chOff x="685800" y="993913"/>
            <a:chExt cx="706774" cy="617118"/>
          </a:xfrm>
        </p:grpSpPr>
        <p:sp>
          <p:nvSpPr>
            <p:cNvPr id="102" name="Oval 5">
              <a:extLst>
                <a:ext uri="{FF2B5EF4-FFF2-40B4-BE49-F238E27FC236}">
                  <a16:creationId xmlns:a16="http://schemas.microsoft.com/office/drawing/2014/main" id="{14D5F591-6BA8-4477-A836-6C0459003771}"/>
                </a:ext>
              </a:extLst>
            </p:cNvPr>
            <p:cNvSpPr>
              <a:spLocks noChangeAspect="1"/>
            </p:cNvSpPr>
            <p:nvPr/>
          </p:nvSpPr>
          <p:spPr>
            <a:xfrm>
              <a:off x="685800" y="1251031"/>
              <a:ext cx="360000" cy="360000"/>
            </a:xfrm>
            <a:prstGeom prst="ellipse">
              <a:avLst/>
            </a:prstGeom>
            <a:solidFill>
              <a:schemeClr val="accent2"/>
            </a:solidFill>
          </p:spPr>
          <p:style>
            <a:lnRef idx="3">
              <a:schemeClr val="lt1"/>
            </a:lnRef>
            <a:fillRef idx="1">
              <a:schemeClr val="accent4"/>
            </a:fillRef>
            <a:effectRef idx="1">
              <a:schemeClr val="accent4"/>
            </a:effectRef>
            <a:fontRef idx="minor">
              <a:schemeClr val="lt1"/>
            </a:fontRef>
          </p:style>
          <p:txBody>
            <a:bodyPr rtlCol="0" anchor="ctr"/>
            <a:lstStyle/>
            <a:p>
              <a:pPr algn="ctr"/>
              <a:endParaRPr lang="de-DE"/>
            </a:p>
          </p:txBody>
        </p:sp>
        <p:cxnSp>
          <p:nvCxnSpPr>
            <p:cNvPr id="103" name="Gerade Verbindung 7">
              <a:extLst>
                <a:ext uri="{FF2B5EF4-FFF2-40B4-BE49-F238E27FC236}">
                  <a16:creationId xmlns:a16="http://schemas.microsoft.com/office/drawing/2014/main" id="{3185A266-7D28-43C5-BAB3-2E4401BA6CD4}"/>
                </a:ext>
              </a:extLst>
            </p:cNvPr>
            <p:cNvCxnSpPr>
              <a:stCxn id="102" idx="7"/>
            </p:cNvCxnSpPr>
            <p:nvPr/>
          </p:nvCxnSpPr>
          <p:spPr>
            <a:xfrm flipV="1">
              <a:off x="993079" y="993913"/>
              <a:ext cx="219495" cy="309839"/>
            </a:xfrm>
            <a:prstGeom prst="line">
              <a:avLst/>
            </a:prstGeom>
            <a:ln w="19050"/>
          </p:spPr>
          <p:style>
            <a:lnRef idx="1">
              <a:schemeClr val="accent2"/>
            </a:lnRef>
            <a:fillRef idx="0">
              <a:schemeClr val="accent2"/>
            </a:fillRef>
            <a:effectRef idx="0">
              <a:schemeClr val="accent2"/>
            </a:effectRef>
            <a:fontRef idx="minor">
              <a:schemeClr val="tx1"/>
            </a:fontRef>
          </p:style>
        </p:cxnSp>
        <p:cxnSp>
          <p:nvCxnSpPr>
            <p:cNvPr id="104" name="Gerade Verbindung 9">
              <a:extLst>
                <a:ext uri="{FF2B5EF4-FFF2-40B4-BE49-F238E27FC236}">
                  <a16:creationId xmlns:a16="http://schemas.microsoft.com/office/drawing/2014/main" id="{D63644AA-56C3-491E-8D77-D13B2F041433}"/>
                </a:ext>
              </a:extLst>
            </p:cNvPr>
            <p:cNvCxnSpPr/>
            <p:nvPr/>
          </p:nvCxnSpPr>
          <p:spPr>
            <a:xfrm flipH="1">
              <a:off x="1212574" y="993913"/>
              <a:ext cx="180000" cy="0"/>
            </a:xfrm>
            <a:prstGeom prst="line">
              <a:avLst/>
            </a:prstGeom>
            <a:ln w="19050"/>
          </p:spPr>
          <p:style>
            <a:lnRef idx="1">
              <a:schemeClr val="accent2"/>
            </a:lnRef>
            <a:fillRef idx="0">
              <a:schemeClr val="accent2"/>
            </a:fillRef>
            <a:effectRef idx="0">
              <a:schemeClr val="accent2"/>
            </a:effectRef>
            <a:fontRef idx="minor">
              <a:schemeClr val="tx1"/>
            </a:fontRef>
          </p:style>
        </p:cxnSp>
      </p:grpSp>
      <p:sp>
        <p:nvSpPr>
          <p:cNvPr id="105" name="Textfeld 104">
            <a:extLst>
              <a:ext uri="{FF2B5EF4-FFF2-40B4-BE49-F238E27FC236}">
                <a16:creationId xmlns:a16="http://schemas.microsoft.com/office/drawing/2014/main" id="{5A8CB9CA-BE86-4E7C-9242-2155728EE316}"/>
              </a:ext>
            </a:extLst>
          </p:cNvPr>
          <p:cNvSpPr txBox="1"/>
          <p:nvPr/>
        </p:nvSpPr>
        <p:spPr>
          <a:xfrm>
            <a:off x="8814010" y="808422"/>
            <a:ext cx="2215940" cy="461665"/>
          </a:xfrm>
          <a:prstGeom prst="rect">
            <a:avLst/>
          </a:prstGeom>
          <a:noFill/>
        </p:spPr>
        <p:txBody>
          <a:bodyPr wrap="square" rtlCol="0">
            <a:spAutoFit/>
          </a:bodyPr>
          <a:lstStyle/>
          <a:p>
            <a:pPr algn="r"/>
            <a:r>
              <a:rPr lang="de-DE" sz="1200"/>
              <a:t>Bis 2040 eine lauffähige Entgeltabrechnung sichergestellt</a:t>
            </a:r>
          </a:p>
        </p:txBody>
      </p:sp>
      <p:sp>
        <p:nvSpPr>
          <p:cNvPr id="106" name="Freihandform: Form 105">
            <a:extLst>
              <a:ext uri="{FF2B5EF4-FFF2-40B4-BE49-F238E27FC236}">
                <a16:creationId xmlns:a16="http://schemas.microsoft.com/office/drawing/2014/main" id="{473BA435-4A6F-4610-BF6A-59C7F4F82EBB}"/>
              </a:ext>
            </a:extLst>
          </p:cNvPr>
          <p:cNvSpPr/>
          <p:nvPr/>
        </p:nvSpPr>
        <p:spPr>
          <a:xfrm>
            <a:off x="658248" y="6327725"/>
            <a:ext cx="75375" cy="60749"/>
          </a:xfrm>
          <a:custGeom>
            <a:avLst/>
            <a:gdLst>
              <a:gd name="connsiteX0" fmla="*/ 0 w 75375"/>
              <a:gd name="connsiteY0" fmla="*/ 34312 h 60749"/>
              <a:gd name="connsiteX1" fmla="*/ 11812 w 75375"/>
              <a:gd name="connsiteY1" fmla="*/ 22500 h 60749"/>
              <a:gd name="connsiteX2" fmla="*/ 26437 w 75375"/>
              <a:gd name="connsiteY2" fmla="*/ 37125 h 60749"/>
              <a:gd name="connsiteX3" fmla="*/ 63562 w 75375"/>
              <a:gd name="connsiteY3" fmla="*/ 0 h 60749"/>
              <a:gd name="connsiteX4" fmla="*/ 75375 w 75375"/>
              <a:gd name="connsiteY4" fmla="*/ 11812 h 60749"/>
              <a:gd name="connsiteX5" fmla="*/ 26437 w 75375"/>
              <a:gd name="connsiteY5" fmla="*/ 60750 h 60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375" h="60749">
                <a:moveTo>
                  <a:pt x="0" y="34312"/>
                </a:moveTo>
                <a:lnTo>
                  <a:pt x="11812" y="22500"/>
                </a:lnTo>
                <a:lnTo>
                  <a:pt x="26437" y="37125"/>
                </a:lnTo>
                <a:lnTo>
                  <a:pt x="63562" y="0"/>
                </a:lnTo>
                <a:lnTo>
                  <a:pt x="75375" y="11812"/>
                </a:lnTo>
                <a:lnTo>
                  <a:pt x="26437" y="60750"/>
                </a:lnTo>
                <a:close/>
              </a:path>
            </a:pathLst>
          </a:custGeom>
          <a:solidFill>
            <a:schemeClr val="accent6"/>
          </a:solidFill>
          <a:ln w="5556" cap="flat">
            <a:noFill/>
            <a:prstDash val="solid"/>
            <a:miter/>
          </a:ln>
        </p:spPr>
        <p:txBody>
          <a:bodyPr rtlCol="0" anchor="ctr"/>
          <a:lstStyle/>
          <a:p>
            <a:endParaRPr lang="de-DE"/>
          </a:p>
        </p:txBody>
      </p:sp>
      <p:sp>
        <p:nvSpPr>
          <p:cNvPr id="113" name="Freihandform: Form 112">
            <a:extLst>
              <a:ext uri="{FF2B5EF4-FFF2-40B4-BE49-F238E27FC236}">
                <a16:creationId xmlns:a16="http://schemas.microsoft.com/office/drawing/2014/main" id="{75384B55-63F3-4DF3-BDE3-7CCAAFC42D36}"/>
              </a:ext>
            </a:extLst>
          </p:cNvPr>
          <p:cNvSpPr/>
          <p:nvPr/>
        </p:nvSpPr>
        <p:spPr>
          <a:xfrm>
            <a:off x="658248" y="6397505"/>
            <a:ext cx="75375" cy="60749"/>
          </a:xfrm>
          <a:custGeom>
            <a:avLst/>
            <a:gdLst>
              <a:gd name="connsiteX0" fmla="*/ 0 w 75375"/>
              <a:gd name="connsiteY0" fmla="*/ 34312 h 60749"/>
              <a:gd name="connsiteX1" fmla="*/ 11812 w 75375"/>
              <a:gd name="connsiteY1" fmla="*/ 22500 h 60749"/>
              <a:gd name="connsiteX2" fmla="*/ 26437 w 75375"/>
              <a:gd name="connsiteY2" fmla="*/ 37125 h 60749"/>
              <a:gd name="connsiteX3" fmla="*/ 63562 w 75375"/>
              <a:gd name="connsiteY3" fmla="*/ 0 h 60749"/>
              <a:gd name="connsiteX4" fmla="*/ 75375 w 75375"/>
              <a:gd name="connsiteY4" fmla="*/ 11812 h 60749"/>
              <a:gd name="connsiteX5" fmla="*/ 26437 w 75375"/>
              <a:gd name="connsiteY5" fmla="*/ 60750 h 60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375" h="60749">
                <a:moveTo>
                  <a:pt x="0" y="34312"/>
                </a:moveTo>
                <a:lnTo>
                  <a:pt x="11812" y="22500"/>
                </a:lnTo>
                <a:lnTo>
                  <a:pt x="26437" y="37125"/>
                </a:lnTo>
                <a:lnTo>
                  <a:pt x="63562" y="0"/>
                </a:lnTo>
                <a:lnTo>
                  <a:pt x="75375" y="11812"/>
                </a:lnTo>
                <a:lnTo>
                  <a:pt x="26437" y="60750"/>
                </a:lnTo>
                <a:close/>
              </a:path>
            </a:pathLst>
          </a:custGeom>
          <a:solidFill>
            <a:schemeClr val="accent6"/>
          </a:solidFill>
          <a:ln w="5556" cap="flat">
            <a:noFill/>
            <a:prstDash val="solid"/>
            <a:miter/>
          </a:ln>
        </p:spPr>
        <p:txBody>
          <a:bodyPr rtlCol="0" anchor="ctr"/>
          <a:lstStyle/>
          <a:p>
            <a:endParaRPr lang="de-DE"/>
          </a:p>
        </p:txBody>
      </p:sp>
      <p:grpSp>
        <p:nvGrpSpPr>
          <p:cNvPr id="291" name="Gruppieren 290">
            <a:extLst>
              <a:ext uri="{FF2B5EF4-FFF2-40B4-BE49-F238E27FC236}">
                <a16:creationId xmlns:a16="http://schemas.microsoft.com/office/drawing/2014/main" id="{120BA85C-D378-ADA9-1253-38769BFAA240}"/>
              </a:ext>
            </a:extLst>
          </p:cNvPr>
          <p:cNvGrpSpPr/>
          <p:nvPr/>
        </p:nvGrpSpPr>
        <p:grpSpPr>
          <a:xfrm>
            <a:off x="2824292" y="6122412"/>
            <a:ext cx="427500" cy="427500"/>
            <a:chOff x="-589437" y="5761567"/>
            <a:chExt cx="427500" cy="427500"/>
          </a:xfrm>
        </p:grpSpPr>
        <p:sp>
          <p:nvSpPr>
            <p:cNvPr id="136" name="Freihandform 135">
              <a:extLst>
                <a:ext uri="{FF2B5EF4-FFF2-40B4-BE49-F238E27FC236}">
                  <a16:creationId xmlns:a16="http://schemas.microsoft.com/office/drawing/2014/main" id="{505FDB71-2F03-136A-6796-1805A3D5AB38}"/>
                </a:ext>
              </a:extLst>
            </p:cNvPr>
            <p:cNvSpPr/>
            <p:nvPr/>
          </p:nvSpPr>
          <p:spPr>
            <a:xfrm>
              <a:off x="-589437" y="5896567"/>
              <a:ext cx="39375" cy="22500"/>
            </a:xfrm>
            <a:custGeom>
              <a:avLst/>
              <a:gdLst>
                <a:gd name="connsiteX0" fmla="*/ 0 w 39375"/>
                <a:gd name="connsiteY0" fmla="*/ 0 h 22500"/>
                <a:gd name="connsiteX1" fmla="*/ 39375 w 39375"/>
                <a:gd name="connsiteY1" fmla="*/ 0 h 22500"/>
                <a:gd name="connsiteX2" fmla="*/ 39375 w 39375"/>
                <a:gd name="connsiteY2" fmla="*/ 22500 h 22500"/>
                <a:gd name="connsiteX3" fmla="*/ 0 w 39375"/>
                <a:gd name="connsiteY3" fmla="*/ 22500 h 22500"/>
              </a:gdLst>
              <a:ahLst/>
              <a:cxnLst>
                <a:cxn ang="0">
                  <a:pos x="connsiteX0" y="connsiteY0"/>
                </a:cxn>
                <a:cxn ang="0">
                  <a:pos x="connsiteX1" y="connsiteY1"/>
                </a:cxn>
                <a:cxn ang="0">
                  <a:pos x="connsiteX2" y="connsiteY2"/>
                </a:cxn>
                <a:cxn ang="0">
                  <a:pos x="connsiteX3" y="connsiteY3"/>
                </a:cxn>
              </a:cxnLst>
              <a:rect l="l" t="t" r="r" b="b"/>
              <a:pathLst>
                <a:path w="39375" h="22500">
                  <a:moveTo>
                    <a:pt x="0" y="0"/>
                  </a:moveTo>
                  <a:lnTo>
                    <a:pt x="39375" y="0"/>
                  </a:lnTo>
                  <a:lnTo>
                    <a:pt x="39375" y="22500"/>
                  </a:lnTo>
                  <a:lnTo>
                    <a:pt x="0" y="22500"/>
                  </a:lnTo>
                  <a:close/>
                </a:path>
              </a:pathLst>
            </a:custGeom>
            <a:solidFill>
              <a:schemeClr val="bg2">
                <a:lumMod val="50000"/>
              </a:schemeClr>
            </a:solidFill>
            <a:ln w="5556" cap="flat">
              <a:noFill/>
              <a:prstDash val="solid"/>
              <a:miter/>
            </a:ln>
          </p:spPr>
          <p:txBody>
            <a:bodyPr rtlCol="0" anchor="ctr"/>
            <a:lstStyle/>
            <a:p>
              <a:endParaRPr lang="de-DE"/>
            </a:p>
          </p:txBody>
        </p:sp>
        <p:sp>
          <p:nvSpPr>
            <p:cNvPr id="137" name="Freihandform 136">
              <a:extLst>
                <a:ext uri="{FF2B5EF4-FFF2-40B4-BE49-F238E27FC236}">
                  <a16:creationId xmlns:a16="http://schemas.microsoft.com/office/drawing/2014/main" id="{892EBDEC-41BC-47D3-DAD4-DEFC4E559DE3}"/>
                </a:ext>
              </a:extLst>
            </p:cNvPr>
            <p:cNvSpPr/>
            <p:nvPr/>
          </p:nvSpPr>
          <p:spPr>
            <a:xfrm>
              <a:off x="-589437" y="5851567"/>
              <a:ext cx="39375" cy="22500"/>
            </a:xfrm>
            <a:custGeom>
              <a:avLst/>
              <a:gdLst>
                <a:gd name="connsiteX0" fmla="*/ 0 w 39375"/>
                <a:gd name="connsiteY0" fmla="*/ 0 h 22500"/>
                <a:gd name="connsiteX1" fmla="*/ 39375 w 39375"/>
                <a:gd name="connsiteY1" fmla="*/ 0 h 22500"/>
                <a:gd name="connsiteX2" fmla="*/ 39375 w 39375"/>
                <a:gd name="connsiteY2" fmla="*/ 22500 h 22500"/>
                <a:gd name="connsiteX3" fmla="*/ 0 w 39375"/>
                <a:gd name="connsiteY3" fmla="*/ 22500 h 22500"/>
              </a:gdLst>
              <a:ahLst/>
              <a:cxnLst>
                <a:cxn ang="0">
                  <a:pos x="connsiteX0" y="connsiteY0"/>
                </a:cxn>
                <a:cxn ang="0">
                  <a:pos x="connsiteX1" y="connsiteY1"/>
                </a:cxn>
                <a:cxn ang="0">
                  <a:pos x="connsiteX2" y="connsiteY2"/>
                </a:cxn>
                <a:cxn ang="0">
                  <a:pos x="connsiteX3" y="connsiteY3"/>
                </a:cxn>
              </a:cxnLst>
              <a:rect l="l" t="t" r="r" b="b"/>
              <a:pathLst>
                <a:path w="39375" h="22500">
                  <a:moveTo>
                    <a:pt x="0" y="0"/>
                  </a:moveTo>
                  <a:lnTo>
                    <a:pt x="39375" y="0"/>
                  </a:lnTo>
                  <a:lnTo>
                    <a:pt x="39375" y="22500"/>
                  </a:lnTo>
                  <a:lnTo>
                    <a:pt x="0" y="22500"/>
                  </a:lnTo>
                  <a:close/>
                </a:path>
              </a:pathLst>
            </a:custGeom>
            <a:solidFill>
              <a:schemeClr val="bg2">
                <a:lumMod val="50000"/>
              </a:schemeClr>
            </a:solidFill>
            <a:ln w="5556" cap="flat">
              <a:noFill/>
              <a:prstDash val="solid"/>
              <a:miter/>
            </a:ln>
          </p:spPr>
          <p:txBody>
            <a:bodyPr rtlCol="0" anchor="ctr"/>
            <a:lstStyle/>
            <a:p>
              <a:endParaRPr lang="de-DE"/>
            </a:p>
          </p:txBody>
        </p:sp>
        <p:sp>
          <p:nvSpPr>
            <p:cNvPr id="138" name="Freihandform 137">
              <a:extLst>
                <a:ext uri="{FF2B5EF4-FFF2-40B4-BE49-F238E27FC236}">
                  <a16:creationId xmlns:a16="http://schemas.microsoft.com/office/drawing/2014/main" id="{BA97D15B-3E62-CBB9-D3F0-E59C8FFA1FD9}"/>
                </a:ext>
              </a:extLst>
            </p:cNvPr>
            <p:cNvSpPr/>
            <p:nvPr/>
          </p:nvSpPr>
          <p:spPr>
            <a:xfrm>
              <a:off x="-589437" y="5941567"/>
              <a:ext cx="39375" cy="22500"/>
            </a:xfrm>
            <a:custGeom>
              <a:avLst/>
              <a:gdLst>
                <a:gd name="connsiteX0" fmla="*/ 0 w 39375"/>
                <a:gd name="connsiteY0" fmla="*/ 0 h 22500"/>
                <a:gd name="connsiteX1" fmla="*/ 39375 w 39375"/>
                <a:gd name="connsiteY1" fmla="*/ 0 h 22500"/>
                <a:gd name="connsiteX2" fmla="*/ 39375 w 39375"/>
                <a:gd name="connsiteY2" fmla="*/ 22500 h 22500"/>
                <a:gd name="connsiteX3" fmla="*/ 0 w 39375"/>
                <a:gd name="connsiteY3" fmla="*/ 22500 h 22500"/>
              </a:gdLst>
              <a:ahLst/>
              <a:cxnLst>
                <a:cxn ang="0">
                  <a:pos x="connsiteX0" y="connsiteY0"/>
                </a:cxn>
                <a:cxn ang="0">
                  <a:pos x="connsiteX1" y="connsiteY1"/>
                </a:cxn>
                <a:cxn ang="0">
                  <a:pos x="connsiteX2" y="connsiteY2"/>
                </a:cxn>
                <a:cxn ang="0">
                  <a:pos x="connsiteX3" y="connsiteY3"/>
                </a:cxn>
              </a:cxnLst>
              <a:rect l="l" t="t" r="r" b="b"/>
              <a:pathLst>
                <a:path w="39375" h="22500">
                  <a:moveTo>
                    <a:pt x="0" y="0"/>
                  </a:moveTo>
                  <a:lnTo>
                    <a:pt x="39375" y="0"/>
                  </a:lnTo>
                  <a:lnTo>
                    <a:pt x="39375" y="22500"/>
                  </a:lnTo>
                  <a:lnTo>
                    <a:pt x="0" y="22500"/>
                  </a:lnTo>
                  <a:close/>
                </a:path>
              </a:pathLst>
            </a:custGeom>
            <a:solidFill>
              <a:schemeClr val="bg2">
                <a:lumMod val="50000"/>
              </a:schemeClr>
            </a:solidFill>
            <a:ln w="5556" cap="flat">
              <a:noFill/>
              <a:prstDash val="solid"/>
              <a:miter/>
            </a:ln>
          </p:spPr>
          <p:txBody>
            <a:bodyPr rtlCol="0" anchor="ctr"/>
            <a:lstStyle/>
            <a:p>
              <a:endParaRPr lang="de-DE"/>
            </a:p>
          </p:txBody>
        </p:sp>
        <p:sp>
          <p:nvSpPr>
            <p:cNvPr id="139" name="Freihandform 138">
              <a:extLst>
                <a:ext uri="{FF2B5EF4-FFF2-40B4-BE49-F238E27FC236}">
                  <a16:creationId xmlns:a16="http://schemas.microsoft.com/office/drawing/2014/main" id="{7805E8FE-18C5-46E2-6D2A-60ABA135F570}"/>
                </a:ext>
              </a:extLst>
            </p:cNvPr>
            <p:cNvSpPr/>
            <p:nvPr/>
          </p:nvSpPr>
          <p:spPr>
            <a:xfrm>
              <a:off x="-589437" y="6076567"/>
              <a:ext cx="39375" cy="22500"/>
            </a:xfrm>
            <a:custGeom>
              <a:avLst/>
              <a:gdLst>
                <a:gd name="connsiteX0" fmla="*/ 0 w 39375"/>
                <a:gd name="connsiteY0" fmla="*/ 0 h 22500"/>
                <a:gd name="connsiteX1" fmla="*/ 39375 w 39375"/>
                <a:gd name="connsiteY1" fmla="*/ 0 h 22500"/>
                <a:gd name="connsiteX2" fmla="*/ 39375 w 39375"/>
                <a:gd name="connsiteY2" fmla="*/ 22500 h 22500"/>
                <a:gd name="connsiteX3" fmla="*/ 0 w 39375"/>
                <a:gd name="connsiteY3" fmla="*/ 22500 h 22500"/>
              </a:gdLst>
              <a:ahLst/>
              <a:cxnLst>
                <a:cxn ang="0">
                  <a:pos x="connsiteX0" y="connsiteY0"/>
                </a:cxn>
                <a:cxn ang="0">
                  <a:pos x="connsiteX1" y="connsiteY1"/>
                </a:cxn>
                <a:cxn ang="0">
                  <a:pos x="connsiteX2" y="connsiteY2"/>
                </a:cxn>
                <a:cxn ang="0">
                  <a:pos x="connsiteX3" y="connsiteY3"/>
                </a:cxn>
              </a:cxnLst>
              <a:rect l="l" t="t" r="r" b="b"/>
              <a:pathLst>
                <a:path w="39375" h="22500">
                  <a:moveTo>
                    <a:pt x="0" y="0"/>
                  </a:moveTo>
                  <a:lnTo>
                    <a:pt x="39375" y="0"/>
                  </a:lnTo>
                  <a:lnTo>
                    <a:pt x="39375" y="22500"/>
                  </a:lnTo>
                  <a:lnTo>
                    <a:pt x="0" y="22500"/>
                  </a:lnTo>
                  <a:close/>
                </a:path>
              </a:pathLst>
            </a:custGeom>
            <a:solidFill>
              <a:schemeClr val="bg2">
                <a:lumMod val="50000"/>
              </a:schemeClr>
            </a:solidFill>
            <a:ln w="5556" cap="flat">
              <a:noFill/>
              <a:prstDash val="solid"/>
              <a:miter/>
            </a:ln>
          </p:spPr>
          <p:txBody>
            <a:bodyPr rtlCol="0" anchor="ctr"/>
            <a:lstStyle/>
            <a:p>
              <a:endParaRPr lang="de-DE"/>
            </a:p>
          </p:txBody>
        </p:sp>
        <p:sp>
          <p:nvSpPr>
            <p:cNvPr id="140" name="Freihandform 139">
              <a:extLst>
                <a:ext uri="{FF2B5EF4-FFF2-40B4-BE49-F238E27FC236}">
                  <a16:creationId xmlns:a16="http://schemas.microsoft.com/office/drawing/2014/main" id="{68CD6E18-80A8-86E9-741F-12D5D898FFF2}"/>
                </a:ext>
              </a:extLst>
            </p:cNvPr>
            <p:cNvSpPr/>
            <p:nvPr/>
          </p:nvSpPr>
          <p:spPr>
            <a:xfrm>
              <a:off x="-589437" y="6031567"/>
              <a:ext cx="39375" cy="22500"/>
            </a:xfrm>
            <a:custGeom>
              <a:avLst/>
              <a:gdLst>
                <a:gd name="connsiteX0" fmla="*/ 0 w 39375"/>
                <a:gd name="connsiteY0" fmla="*/ 0 h 22500"/>
                <a:gd name="connsiteX1" fmla="*/ 39375 w 39375"/>
                <a:gd name="connsiteY1" fmla="*/ 0 h 22500"/>
                <a:gd name="connsiteX2" fmla="*/ 39375 w 39375"/>
                <a:gd name="connsiteY2" fmla="*/ 22500 h 22500"/>
                <a:gd name="connsiteX3" fmla="*/ 0 w 39375"/>
                <a:gd name="connsiteY3" fmla="*/ 22500 h 22500"/>
              </a:gdLst>
              <a:ahLst/>
              <a:cxnLst>
                <a:cxn ang="0">
                  <a:pos x="connsiteX0" y="connsiteY0"/>
                </a:cxn>
                <a:cxn ang="0">
                  <a:pos x="connsiteX1" y="connsiteY1"/>
                </a:cxn>
                <a:cxn ang="0">
                  <a:pos x="connsiteX2" y="connsiteY2"/>
                </a:cxn>
                <a:cxn ang="0">
                  <a:pos x="connsiteX3" y="connsiteY3"/>
                </a:cxn>
              </a:cxnLst>
              <a:rect l="l" t="t" r="r" b="b"/>
              <a:pathLst>
                <a:path w="39375" h="22500">
                  <a:moveTo>
                    <a:pt x="0" y="0"/>
                  </a:moveTo>
                  <a:lnTo>
                    <a:pt x="39375" y="0"/>
                  </a:lnTo>
                  <a:lnTo>
                    <a:pt x="39375" y="22500"/>
                  </a:lnTo>
                  <a:lnTo>
                    <a:pt x="0" y="22500"/>
                  </a:lnTo>
                  <a:close/>
                </a:path>
              </a:pathLst>
            </a:custGeom>
            <a:solidFill>
              <a:schemeClr val="bg2">
                <a:lumMod val="50000"/>
              </a:schemeClr>
            </a:solidFill>
            <a:ln w="5556" cap="flat">
              <a:noFill/>
              <a:prstDash val="solid"/>
              <a:miter/>
            </a:ln>
          </p:spPr>
          <p:txBody>
            <a:bodyPr rtlCol="0" anchor="ctr"/>
            <a:lstStyle/>
            <a:p>
              <a:endParaRPr lang="de-DE"/>
            </a:p>
          </p:txBody>
        </p:sp>
        <p:sp>
          <p:nvSpPr>
            <p:cNvPr id="141" name="Freihandform 140">
              <a:extLst>
                <a:ext uri="{FF2B5EF4-FFF2-40B4-BE49-F238E27FC236}">
                  <a16:creationId xmlns:a16="http://schemas.microsoft.com/office/drawing/2014/main" id="{B63B952D-2D5F-3AA0-7BB6-82D8E2239A45}"/>
                </a:ext>
              </a:extLst>
            </p:cNvPr>
            <p:cNvSpPr/>
            <p:nvPr/>
          </p:nvSpPr>
          <p:spPr>
            <a:xfrm>
              <a:off x="-589437" y="5986567"/>
              <a:ext cx="39375" cy="22500"/>
            </a:xfrm>
            <a:custGeom>
              <a:avLst/>
              <a:gdLst>
                <a:gd name="connsiteX0" fmla="*/ 0 w 39375"/>
                <a:gd name="connsiteY0" fmla="*/ 0 h 22500"/>
                <a:gd name="connsiteX1" fmla="*/ 39375 w 39375"/>
                <a:gd name="connsiteY1" fmla="*/ 0 h 22500"/>
                <a:gd name="connsiteX2" fmla="*/ 39375 w 39375"/>
                <a:gd name="connsiteY2" fmla="*/ 22500 h 22500"/>
                <a:gd name="connsiteX3" fmla="*/ 0 w 39375"/>
                <a:gd name="connsiteY3" fmla="*/ 22500 h 22500"/>
              </a:gdLst>
              <a:ahLst/>
              <a:cxnLst>
                <a:cxn ang="0">
                  <a:pos x="connsiteX0" y="connsiteY0"/>
                </a:cxn>
                <a:cxn ang="0">
                  <a:pos x="connsiteX1" y="connsiteY1"/>
                </a:cxn>
                <a:cxn ang="0">
                  <a:pos x="connsiteX2" y="connsiteY2"/>
                </a:cxn>
                <a:cxn ang="0">
                  <a:pos x="connsiteX3" y="connsiteY3"/>
                </a:cxn>
              </a:cxnLst>
              <a:rect l="l" t="t" r="r" b="b"/>
              <a:pathLst>
                <a:path w="39375" h="22500">
                  <a:moveTo>
                    <a:pt x="0" y="0"/>
                  </a:moveTo>
                  <a:lnTo>
                    <a:pt x="39375" y="0"/>
                  </a:lnTo>
                  <a:lnTo>
                    <a:pt x="39375" y="22500"/>
                  </a:lnTo>
                  <a:lnTo>
                    <a:pt x="0" y="22500"/>
                  </a:lnTo>
                  <a:close/>
                </a:path>
              </a:pathLst>
            </a:custGeom>
            <a:solidFill>
              <a:schemeClr val="bg2">
                <a:lumMod val="50000"/>
              </a:schemeClr>
            </a:solidFill>
            <a:ln w="5556" cap="flat">
              <a:noFill/>
              <a:prstDash val="solid"/>
              <a:miter/>
            </a:ln>
          </p:spPr>
          <p:txBody>
            <a:bodyPr rtlCol="0" anchor="ctr"/>
            <a:lstStyle/>
            <a:p>
              <a:endParaRPr lang="de-DE"/>
            </a:p>
          </p:txBody>
        </p:sp>
        <p:sp>
          <p:nvSpPr>
            <p:cNvPr id="142" name="Freihandform 141">
              <a:extLst>
                <a:ext uri="{FF2B5EF4-FFF2-40B4-BE49-F238E27FC236}">
                  <a16:creationId xmlns:a16="http://schemas.microsoft.com/office/drawing/2014/main" id="{A5F7AC82-F37F-B232-2566-94DF8442742E}"/>
                </a:ext>
              </a:extLst>
            </p:cNvPr>
            <p:cNvSpPr/>
            <p:nvPr/>
          </p:nvSpPr>
          <p:spPr>
            <a:xfrm>
              <a:off x="-201312" y="6031567"/>
              <a:ext cx="39375" cy="22500"/>
            </a:xfrm>
            <a:custGeom>
              <a:avLst/>
              <a:gdLst>
                <a:gd name="connsiteX0" fmla="*/ 0 w 39375"/>
                <a:gd name="connsiteY0" fmla="*/ 0 h 22500"/>
                <a:gd name="connsiteX1" fmla="*/ 39375 w 39375"/>
                <a:gd name="connsiteY1" fmla="*/ 0 h 22500"/>
                <a:gd name="connsiteX2" fmla="*/ 39375 w 39375"/>
                <a:gd name="connsiteY2" fmla="*/ 22500 h 22500"/>
                <a:gd name="connsiteX3" fmla="*/ 0 w 39375"/>
                <a:gd name="connsiteY3" fmla="*/ 22500 h 22500"/>
              </a:gdLst>
              <a:ahLst/>
              <a:cxnLst>
                <a:cxn ang="0">
                  <a:pos x="connsiteX0" y="connsiteY0"/>
                </a:cxn>
                <a:cxn ang="0">
                  <a:pos x="connsiteX1" y="connsiteY1"/>
                </a:cxn>
                <a:cxn ang="0">
                  <a:pos x="connsiteX2" y="connsiteY2"/>
                </a:cxn>
                <a:cxn ang="0">
                  <a:pos x="connsiteX3" y="connsiteY3"/>
                </a:cxn>
              </a:cxnLst>
              <a:rect l="l" t="t" r="r" b="b"/>
              <a:pathLst>
                <a:path w="39375" h="22500">
                  <a:moveTo>
                    <a:pt x="0" y="0"/>
                  </a:moveTo>
                  <a:lnTo>
                    <a:pt x="39375" y="0"/>
                  </a:lnTo>
                  <a:lnTo>
                    <a:pt x="39375" y="22500"/>
                  </a:lnTo>
                  <a:lnTo>
                    <a:pt x="0" y="22500"/>
                  </a:lnTo>
                  <a:close/>
                </a:path>
              </a:pathLst>
            </a:custGeom>
            <a:solidFill>
              <a:schemeClr val="bg2">
                <a:lumMod val="50000"/>
              </a:schemeClr>
            </a:solidFill>
            <a:ln w="5556" cap="flat">
              <a:noFill/>
              <a:prstDash val="solid"/>
              <a:miter/>
            </a:ln>
          </p:spPr>
          <p:txBody>
            <a:bodyPr rtlCol="0" anchor="ctr"/>
            <a:lstStyle/>
            <a:p>
              <a:endParaRPr lang="de-DE"/>
            </a:p>
          </p:txBody>
        </p:sp>
        <p:sp>
          <p:nvSpPr>
            <p:cNvPr id="143" name="Freihandform 142">
              <a:extLst>
                <a:ext uri="{FF2B5EF4-FFF2-40B4-BE49-F238E27FC236}">
                  <a16:creationId xmlns:a16="http://schemas.microsoft.com/office/drawing/2014/main" id="{F73B4E8D-683A-6F3A-455E-1D86FBFACA4C}"/>
                </a:ext>
              </a:extLst>
            </p:cNvPr>
            <p:cNvSpPr/>
            <p:nvPr/>
          </p:nvSpPr>
          <p:spPr>
            <a:xfrm>
              <a:off x="-201312" y="6076567"/>
              <a:ext cx="39375" cy="22500"/>
            </a:xfrm>
            <a:custGeom>
              <a:avLst/>
              <a:gdLst>
                <a:gd name="connsiteX0" fmla="*/ 0 w 39375"/>
                <a:gd name="connsiteY0" fmla="*/ 0 h 22500"/>
                <a:gd name="connsiteX1" fmla="*/ 39375 w 39375"/>
                <a:gd name="connsiteY1" fmla="*/ 0 h 22500"/>
                <a:gd name="connsiteX2" fmla="*/ 39375 w 39375"/>
                <a:gd name="connsiteY2" fmla="*/ 22500 h 22500"/>
                <a:gd name="connsiteX3" fmla="*/ 0 w 39375"/>
                <a:gd name="connsiteY3" fmla="*/ 22500 h 22500"/>
              </a:gdLst>
              <a:ahLst/>
              <a:cxnLst>
                <a:cxn ang="0">
                  <a:pos x="connsiteX0" y="connsiteY0"/>
                </a:cxn>
                <a:cxn ang="0">
                  <a:pos x="connsiteX1" y="connsiteY1"/>
                </a:cxn>
                <a:cxn ang="0">
                  <a:pos x="connsiteX2" y="connsiteY2"/>
                </a:cxn>
                <a:cxn ang="0">
                  <a:pos x="connsiteX3" y="connsiteY3"/>
                </a:cxn>
              </a:cxnLst>
              <a:rect l="l" t="t" r="r" b="b"/>
              <a:pathLst>
                <a:path w="39375" h="22500">
                  <a:moveTo>
                    <a:pt x="0" y="0"/>
                  </a:moveTo>
                  <a:lnTo>
                    <a:pt x="39375" y="0"/>
                  </a:lnTo>
                  <a:lnTo>
                    <a:pt x="39375" y="22500"/>
                  </a:lnTo>
                  <a:lnTo>
                    <a:pt x="0" y="22500"/>
                  </a:lnTo>
                  <a:close/>
                </a:path>
              </a:pathLst>
            </a:custGeom>
            <a:solidFill>
              <a:schemeClr val="bg2">
                <a:lumMod val="50000"/>
              </a:schemeClr>
            </a:solidFill>
            <a:ln w="5556" cap="flat">
              <a:noFill/>
              <a:prstDash val="solid"/>
              <a:miter/>
            </a:ln>
          </p:spPr>
          <p:txBody>
            <a:bodyPr rtlCol="0" anchor="ctr"/>
            <a:lstStyle/>
            <a:p>
              <a:endParaRPr lang="de-DE"/>
            </a:p>
          </p:txBody>
        </p:sp>
        <p:sp>
          <p:nvSpPr>
            <p:cNvPr id="144" name="Freihandform 143">
              <a:extLst>
                <a:ext uri="{FF2B5EF4-FFF2-40B4-BE49-F238E27FC236}">
                  <a16:creationId xmlns:a16="http://schemas.microsoft.com/office/drawing/2014/main" id="{1BA0A466-0F68-6F9B-20F9-8D3AA03331DA}"/>
                </a:ext>
              </a:extLst>
            </p:cNvPr>
            <p:cNvSpPr/>
            <p:nvPr/>
          </p:nvSpPr>
          <p:spPr>
            <a:xfrm>
              <a:off x="-201312" y="5986567"/>
              <a:ext cx="39375" cy="22500"/>
            </a:xfrm>
            <a:custGeom>
              <a:avLst/>
              <a:gdLst>
                <a:gd name="connsiteX0" fmla="*/ 0 w 39375"/>
                <a:gd name="connsiteY0" fmla="*/ 0 h 22500"/>
                <a:gd name="connsiteX1" fmla="*/ 39375 w 39375"/>
                <a:gd name="connsiteY1" fmla="*/ 0 h 22500"/>
                <a:gd name="connsiteX2" fmla="*/ 39375 w 39375"/>
                <a:gd name="connsiteY2" fmla="*/ 22500 h 22500"/>
                <a:gd name="connsiteX3" fmla="*/ 0 w 39375"/>
                <a:gd name="connsiteY3" fmla="*/ 22500 h 22500"/>
              </a:gdLst>
              <a:ahLst/>
              <a:cxnLst>
                <a:cxn ang="0">
                  <a:pos x="connsiteX0" y="connsiteY0"/>
                </a:cxn>
                <a:cxn ang="0">
                  <a:pos x="connsiteX1" y="connsiteY1"/>
                </a:cxn>
                <a:cxn ang="0">
                  <a:pos x="connsiteX2" y="connsiteY2"/>
                </a:cxn>
                <a:cxn ang="0">
                  <a:pos x="connsiteX3" y="connsiteY3"/>
                </a:cxn>
              </a:cxnLst>
              <a:rect l="l" t="t" r="r" b="b"/>
              <a:pathLst>
                <a:path w="39375" h="22500">
                  <a:moveTo>
                    <a:pt x="0" y="0"/>
                  </a:moveTo>
                  <a:lnTo>
                    <a:pt x="39375" y="0"/>
                  </a:lnTo>
                  <a:lnTo>
                    <a:pt x="39375" y="22500"/>
                  </a:lnTo>
                  <a:lnTo>
                    <a:pt x="0" y="22500"/>
                  </a:lnTo>
                  <a:close/>
                </a:path>
              </a:pathLst>
            </a:custGeom>
            <a:solidFill>
              <a:schemeClr val="bg2">
                <a:lumMod val="50000"/>
              </a:schemeClr>
            </a:solidFill>
            <a:ln w="5556" cap="flat">
              <a:noFill/>
              <a:prstDash val="solid"/>
              <a:miter/>
            </a:ln>
          </p:spPr>
          <p:txBody>
            <a:bodyPr rtlCol="0" anchor="ctr"/>
            <a:lstStyle/>
            <a:p>
              <a:endParaRPr lang="de-DE"/>
            </a:p>
          </p:txBody>
        </p:sp>
        <p:sp>
          <p:nvSpPr>
            <p:cNvPr id="145" name="Freihandform 144">
              <a:extLst>
                <a:ext uri="{FF2B5EF4-FFF2-40B4-BE49-F238E27FC236}">
                  <a16:creationId xmlns:a16="http://schemas.microsoft.com/office/drawing/2014/main" id="{51A4A550-0D7A-779A-6C13-D363BD3CDFD5}"/>
                </a:ext>
              </a:extLst>
            </p:cNvPr>
            <p:cNvSpPr/>
            <p:nvPr/>
          </p:nvSpPr>
          <p:spPr>
            <a:xfrm>
              <a:off x="-201312" y="5851567"/>
              <a:ext cx="39375" cy="22500"/>
            </a:xfrm>
            <a:custGeom>
              <a:avLst/>
              <a:gdLst>
                <a:gd name="connsiteX0" fmla="*/ 0 w 39375"/>
                <a:gd name="connsiteY0" fmla="*/ 0 h 22500"/>
                <a:gd name="connsiteX1" fmla="*/ 39375 w 39375"/>
                <a:gd name="connsiteY1" fmla="*/ 0 h 22500"/>
                <a:gd name="connsiteX2" fmla="*/ 39375 w 39375"/>
                <a:gd name="connsiteY2" fmla="*/ 22500 h 22500"/>
                <a:gd name="connsiteX3" fmla="*/ 0 w 39375"/>
                <a:gd name="connsiteY3" fmla="*/ 22500 h 22500"/>
              </a:gdLst>
              <a:ahLst/>
              <a:cxnLst>
                <a:cxn ang="0">
                  <a:pos x="connsiteX0" y="connsiteY0"/>
                </a:cxn>
                <a:cxn ang="0">
                  <a:pos x="connsiteX1" y="connsiteY1"/>
                </a:cxn>
                <a:cxn ang="0">
                  <a:pos x="connsiteX2" y="connsiteY2"/>
                </a:cxn>
                <a:cxn ang="0">
                  <a:pos x="connsiteX3" y="connsiteY3"/>
                </a:cxn>
              </a:cxnLst>
              <a:rect l="l" t="t" r="r" b="b"/>
              <a:pathLst>
                <a:path w="39375" h="22500">
                  <a:moveTo>
                    <a:pt x="0" y="0"/>
                  </a:moveTo>
                  <a:lnTo>
                    <a:pt x="39375" y="0"/>
                  </a:lnTo>
                  <a:lnTo>
                    <a:pt x="39375" y="22500"/>
                  </a:lnTo>
                  <a:lnTo>
                    <a:pt x="0" y="22500"/>
                  </a:lnTo>
                  <a:close/>
                </a:path>
              </a:pathLst>
            </a:custGeom>
            <a:solidFill>
              <a:schemeClr val="bg2">
                <a:lumMod val="50000"/>
              </a:schemeClr>
            </a:solidFill>
            <a:ln w="5556" cap="flat">
              <a:noFill/>
              <a:prstDash val="solid"/>
              <a:miter/>
            </a:ln>
          </p:spPr>
          <p:txBody>
            <a:bodyPr rtlCol="0" anchor="ctr"/>
            <a:lstStyle/>
            <a:p>
              <a:endParaRPr lang="de-DE"/>
            </a:p>
          </p:txBody>
        </p:sp>
        <p:sp>
          <p:nvSpPr>
            <p:cNvPr id="146" name="Freihandform 145">
              <a:extLst>
                <a:ext uri="{FF2B5EF4-FFF2-40B4-BE49-F238E27FC236}">
                  <a16:creationId xmlns:a16="http://schemas.microsoft.com/office/drawing/2014/main" id="{F5430EE2-14F8-FC6B-46DA-271033CD46E0}"/>
                </a:ext>
              </a:extLst>
            </p:cNvPr>
            <p:cNvSpPr/>
            <p:nvPr/>
          </p:nvSpPr>
          <p:spPr>
            <a:xfrm>
              <a:off x="-201312" y="5941567"/>
              <a:ext cx="39375" cy="22500"/>
            </a:xfrm>
            <a:custGeom>
              <a:avLst/>
              <a:gdLst>
                <a:gd name="connsiteX0" fmla="*/ 0 w 39375"/>
                <a:gd name="connsiteY0" fmla="*/ 0 h 22500"/>
                <a:gd name="connsiteX1" fmla="*/ 39375 w 39375"/>
                <a:gd name="connsiteY1" fmla="*/ 0 h 22500"/>
                <a:gd name="connsiteX2" fmla="*/ 39375 w 39375"/>
                <a:gd name="connsiteY2" fmla="*/ 22500 h 22500"/>
                <a:gd name="connsiteX3" fmla="*/ 0 w 39375"/>
                <a:gd name="connsiteY3" fmla="*/ 22500 h 22500"/>
              </a:gdLst>
              <a:ahLst/>
              <a:cxnLst>
                <a:cxn ang="0">
                  <a:pos x="connsiteX0" y="connsiteY0"/>
                </a:cxn>
                <a:cxn ang="0">
                  <a:pos x="connsiteX1" y="connsiteY1"/>
                </a:cxn>
                <a:cxn ang="0">
                  <a:pos x="connsiteX2" y="connsiteY2"/>
                </a:cxn>
                <a:cxn ang="0">
                  <a:pos x="connsiteX3" y="connsiteY3"/>
                </a:cxn>
              </a:cxnLst>
              <a:rect l="l" t="t" r="r" b="b"/>
              <a:pathLst>
                <a:path w="39375" h="22500">
                  <a:moveTo>
                    <a:pt x="0" y="0"/>
                  </a:moveTo>
                  <a:lnTo>
                    <a:pt x="39375" y="0"/>
                  </a:lnTo>
                  <a:lnTo>
                    <a:pt x="39375" y="22500"/>
                  </a:lnTo>
                  <a:lnTo>
                    <a:pt x="0" y="22500"/>
                  </a:lnTo>
                  <a:close/>
                </a:path>
              </a:pathLst>
            </a:custGeom>
            <a:solidFill>
              <a:schemeClr val="bg2">
                <a:lumMod val="50000"/>
              </a:schemeClr>
            </a:solidFill>
            <a:ln w="5556" cap="flat">
              <a:noFill/>
              <a:prstDash val="solid"/>
              <a:miter/>
            </a:ln>
          </p:spPr>
          <p:txBody>
            <a:bodyPr rtlCol="0" anchor="ctr"/>
            <a:lstStyle/>
            <a:p>
              <a:endParaRPr lang="de-DE"/>
            </a:p>
          </p:txBody>
        </p:sp>
        <p:sp>
          <p:nvSpPr>
            <p:cNvPr id="251" name="Freihandform 250">
              <a:extLst>
                <a:ext uri="{FF2B5EF4-FFF2-40B4-BE49-F238E27FC236}">
                  <a16:creationId xmlns:a16="http://schemas.microsoft.com/office/drawing/2014/main" id="{0B15E9BD-DEE5-57B9-4E64-FEED4D7E096C}"/>
                </a:ext>
              </a:extLst>
            </p:cNvPr>
            <p:cNvSpPr/>
            <p:nvPr/>
          </p:nvSpPr>
          <p:spPr>
            <a:xfrm>
              <a:off x="-201312" y="5896567"/>
              <a:ext cx="39375" cy="22500"/>
            </a:xfrm>
            <a:custGeom>
              <a:avLst/>
              <a:gdLst>
                <a:gd name="connsiteX0" fmla="*/ 0 w 39375"/>
                <a:gd name="connsiteY0" fmla="*/ 0 h 22500"/>
                <a:gd name="connsiteX1" fmla="*/ 39375 w 39375"/>
                <a:gd name="connsiteY1" fmla="*/ 0 h 22500"/>
                <a:gd name="connsiteX2" fmla="*/ 39375 w 39375"/>
                <a:gd name="connsiteY2" fmla="*/ 22500 h 22500"/>
                <a:gd name="connsiteX3" fmla="*/ 0 w 39375"/>
                <a:gd name="connsiteY3" fmla="*/ 22500 h 22500"/>
              </a:gdLst>
              <a:ahLst/>
              <a:cxnLst>
                <a:cxn ang="0">
                  <a:pos x="connsiteX0" y="connsiteY0"/>
                </a:cxn>
                <a:cxn ang="0">
                  <a:pos x="connsiteX1" y="connsiteY1"/>
                </a:cxn>
                <a:cxn ang="0">
                  <a:pos x="connsiteX2" y="connsiteY2"/>
                </a:cxn>
                <a:cxn ang="0">
                  <a:pos x="connsiteX3" y="connsiteY3"/>
                </a:cxn>
              </a:cxnLst>
              <a:rect l="l" t="t" r="r" b="b"/>
              <a:pathLst>
                <a:path w="39375" h="22500">
                  <a:moveTo>
                    <a:pt x="0" y="0"/>
                  </a:moveTo>
                  <a:lnTo>
                    <a:pt x="39375" y="0"/>
                  </a:lnTo>
                  <a:lnTo>
                    <a:pt x="39375" y="22500"/>
                  </a:lnTo>
                  <a:lnTo>
                    <a:pt x="0" y="22500"/>
                  </a:lnTo>
                  <a:close/>
                </a:path>
              </a:pathLst>
            </a:custGeom>
            <a:solidFill>
              <a:schemeClr val="bg2">
                <a:lumMod val="50000"/>
              </a:schemeClr>
            </a:solidFill>
            <a:ln w="5556" cap="flat">
              <a:noFill/>
              <a:prstDash val="solid"/>
              <a:miter/>
            </a:ln>
          </p:spPr>
          <p:txBody>
            <a:bodyPr rtlCol="0" anchor="ctr"/>
            <a:lstStyle/>
            <a:p>
              <a:endParaRPr lang="de-DE"/>
            </a:p>
          </p:txBody>
        </p:sp>
        <p:sp>
          <p:nvSpPr>
            <p:cNvPr id="252" name="Freihandform 251">
              <a:extLst>
                <a:ext uri="{FF2B5EF4-FFF2-40B4-BE49-F238E27FC236}">
                  <a16:creationId xmlns:a16="http://schemas.microsoft.com/office/drawing/2014/main" id="{752CA74B-A802-4E64-BF45-7DAB552C802A}"/>
                </a:ext>
              </a:extLst>
            </p:cNvPr>
            <p:cNvSpPr/>
            <p:nvPr/>
          </p:nvSpPr>
          <p:spPr>
            <a:xfrm>
              <a:off x="-364437" y="5761567"/>
              <a:ext cx="22500" cy="39375"/>
            </a:xfrm>
            <a:custGeom>
              <a:avLst/>
              <a:gdLst>
                <a:gd name="connsiteX0" fmla="*/ 0 w 22500"/>
                <a:gd name="connsiteY0" fmla="*/ 0 h 39375"/>
                <a:gd name="connsiteX1" fmla="*/ 22500 w 22500"/>
                <a:gd name="connsiteY1" fmla="*/ 0 h 39375"/>
                <a:gd name="connsiteX2" fmla="*/ 22500 w 22500"/>
                <a:gd name="connsiteY2" fmla="*/ 39375 h 39375"/>
                <a:gd name="connsiteX3" fmla="*/ 0 w 22500"/>
                <a:gd name="connsiteY3" fmla="*/ 39375 h 39375"/>
              </a:gdLst>
              <a:ahLst/>
              <a:cxnLst>
                <a:cxn ang="0">
                  <a:pos x="connsiteX0" y="connsiteY0"/>
                </a:cxn>
                <a:cxn ang="0">
                  <a:pos x="connsiteX1" y="connsiteY1"/>
                </a:cxn>
                <a:cxn ang="0">
                  <a:pos x="connsiteX2" y="connsiteY2"/>
                </a:cxn>
                <a:cxn ang="0">
                  <a:pos x="connsiteX3" y="connsiteY3"/>
                </a:cxn>
              </a:cxnLst>
              <a:rect l="l" t="t" r="r" b="b"/>
              <a:pathLst>
                <a:path w="22500" h="39375">
                  <a:moveTo>
                    <a:pt x="0" y="0"/>
                  </a:moveTo>
                  <a:lnTo>
                    <a:pt x="22500" y="0"/>
                  </a:lnTo>
                  <a:lnTo>
                    <a:pt x="22500" y="39375"/>
                  </a:lnTo>
                  <a:lnTo>
                    <a:pt x="0" y="39375"/>
                  </a:lnTo>
                  <a:close/>
                </a:path>
              </a:pathLst>
            </a:custGeom>
            <a:solidFill>
              <a:schemeClr val="bg2">
                <a:lumMod val="50000"/>
              </a:schemeClr>
            </a:solidFill>
            <a:ln w="5556" cap="flat">
              <a:noFill/>
              <a:prstDash val="solid"/>
              <a:miter/>
            </a:ln>
          </p:spPr>
          <p:txBody>
            <a:bodyPr rtlCol="0" anchor="ctr"/>
            <a:lstStyle/>
            <a:p>
              <a:endParaRPr lang="de-DE"/>
            </a:p>
          </p:txBody>
        </p:sp>
        <p:sp>
          <p:nvSpPr>
            <p:cNvPr id="253" name="Freihandform 252">
              <a:extLst>
                <a:ext uri="{FF2B5EF4-FFF2-40B4-BE49-F238E27FC236}">
                  <a16:creationId xmlns:a16="http://schemas.microsoft.com/office/drawing/2014/main" id="{44AA6986-BA63-603C-EE3B-F91F1B104B77}"/>
                </a:ext>
              </a:extLst>
            </p:cNvPr>
            <p:cNvSpPr/>
            <p:nvPr/>
          </p:nvSpPr>
          <p:spPr>
            <a:xfrm>
              <a:off x="-274437" y="5761567"/>
              <a:ext cx="22500" cy="39375"/>
            </a:xfrm>
            <a:custGeom>
              <a:avLst/>
              <a:gdLst>
                <a:gd name="connsiteX0" fmla="*/ 0 w 22500"/>
                <a:gd name="connsiteY0" fmla="*/ 0 h 39375"/>
                <a:gd name="connsiteX1" fmla="*/ 22500 w 22500"/>
                <a:gd name="connsiteY1" fmla="*/ 0 h 39375"/>
                <a:gd name="connsiteX2" fmla="*/ 22500 w 22500"/>
                <a:gd name="connsiteY2" fmla="*/ 39375 h 39375"/>
                <a:gd name="connsiteX3" fmla="*/ 0 w 22500"/>
                <a:gd name="connsiteY3" fmla="*/ 39375 h 39375"/>
              </a:gdLst>
              <a:ahLst/>
              <a:cxnLst>
                <a:cxn ang="0">
                  <a:pos x="connsiteX0" y="connsiteY0"/>
                </a:cxn>
                <a:cxn ang="0">
                  <a:pos x="connsiteX1" y="connsiteY1"/>
                </a:cxn>
                <a:cxn ang="0">
                  <a:pos x="connsiteX2" y="connsiteY2"/>
                </a:cxn>
                <a:cxn ang="0">
                  <a:pos x="connsiteX3" y="connsiteY3"/>
                </a:cxn>
              </a:cxnLst>
              <a:rect l="l" t="t" r="r" b="b"/>
              <a:pathLst>
                <a:path w="22500" h="39375">
                  <a:moveTo>
                    <a:pt x="0" y="0"/>
                  </a:moveTo>
                  <a:lnTo>
                    <a:pt x="22500" y="0"/>
                  </a:lnTo>
                  <a:lnTo>
                    <a:pt x="22500" y="39375"/>
                  </a:lnTo>
                  <a:lnTo>
                    <a:pt x="0" y="39375"/>
                  </a:lnTo>
                  <a:close/>
                </a:path>
              </a:pathLst>
            </a:custGeom>
            <a:solidFill>
              <a:schemeClr val="bg2">
                <a:lumMod val="50000"/>
              </a:schemeClr>
            </a:solidFill>
            <a:ln w="5556" cap="flat">
              <a:noFill/>
              <a:prstDash val="solid"/>
              <a:miter/>
            </a:ln>
          </p:spPr>
          <p:txBody>
            <a:bodyPr rtlCol="0" anchor="ctr"/>
            <a:lstStyle/>
            <a:p>
              <a:endParaRPr lang="de-DE"/>
            </a:p>
          </p:txBody>
        </p:sp>
        <p:sp>
          <p:nvSpPr>
            <p:cNvPr id="254" name="Freihandform 253">
              <a:extLst>
                <a:ext uri="{FF2B5EF4-FFF2-40B4-BE49-F238E27FC236}">
                  <a16:creationId xmlns:a16="http://schemas.microsoft.com/office/drawing/2014/main" id="{122F32DE-9D8A-8677-0A8E-2DCF796D28B6}"/>
                </a:ext>
              </a:extLst>
            </p:cNvPr>
            <p:cNvSpPr/>
            <p:nvPr/>
          </p:nvSpPr>
          <p:spPr>
            <a:xfrm>
              <a:off x="-319437" y="5761567"/>
              <a:ext cx="22500" cy="39375"/>
            </a:xfrm>
            <a:custGeom>
              <a:avLst/>
              <a:gdLst>
                <a:gd name="connsiteX0" fmla="*/ 0 w 22500"/>
                <a:gd name="connsiteY0" fmla="*/ 0 h 39375"/>
                <a:gd name="connsiteX1" fmla="*/ 22500 w 22500"/>
                <a:gd name="connsiteY1" fmla="*/ 0 h 39375"/>
                <a:gd name="connsiteX2" fmla="*/ 22500 w 22500"/>
                <a:gd name="connsiteY2" fmla="*/ 39375 h 39375"/>
                <a:gd name="connsiteX3" fmla="*/ 0 w 22500"/>
                <a:gd name="connsiteY3" fmla="*/ 39375 h 39375"/>
              </a:gdLst>
              <a:ahLst/>
              <a:cxnLst>
                <a:cxn ang="0">
                  <a:pos x="connsiteX0" y="connsiteY0"/>
                </a:cxn>
                <a:cxn ang="0">
                  <a:pos x="connsiteX1" y="connsiteY1"/>
                </a:cxn>
                <a:cxn ang="0">
                  <a:pos x="connsiteX2" y="connsiteY2"/>
                </a:cxn>
                <a:cxn ang="0">
                  <a:pos x="connsiteX3" y="connsiteY3"/>
                </a:cxn>
              </a:cxnLst>
              <a:rect l="l" t="t" r="r" b="b"/>
              <a:pathLst>
                <a:path w="22500" h="39375">
                  <a:moveTo>
                    <a:pt x="0" y="0"/>
                  </a:moveTo>
                  <a:lnTo>
                    <a:pt x="22500" y="0"/>
                  </a:lnTo>
                  <a:lnTo>
                    <a:pt x="22500" y="39375"/>
                  </a:lnTo>
                  <a:lnTo>
                    <a:pt x="0" y="39375"/>
                  </a:lnTo>
                  <a:close/>
                </a:path>
              </a:pathLst>
            </a:custGeom>
            <a:solidFill>
              <a:schemeClr val="bg2">
                <a:lumMod val="50000"/>
              </a:schemeClr>
            </a:solidFill>
            <a:ln w="5556" cap="flat">
              <a:noFill/>
              <a:prstDash val="solid"/>
              <a:miter/>
            </a:ln>
          </p:spPr>
          <p:txBody>
            <a:bodyPr rtlCol="0" anchor="ctr"/>
            <a:lstStyle/>
            <a:p>
              <a:endParaRPr lang="de-DE"/>
            </a:p>
          </p:txBody>
        </p:sp>
        <p:sp>
          <p:nvSpPr>
            <p:cNvPr id="280" name="Freihandform 279">
              <a:extLst>
                <a:ext uri="{FF2B5EF4-FFF2-40B4-BE49-F238E27FC236}">
                  <a16:creationId xmlns:a16="http://schemas.microsoft.com/office/drawing/2014/main" id="{9C8A6358-9E7D-5C1F-FBC5-C6A34696CEA4}"/>
                </a:ext>
              </a:extLst>
            </p:cNvPr>
            <p:cNvSpPr/>
            <p:nvPr/>
          </p:nvSpPr>
          <p:spPr>
            <a:xfrm>
              <a:off x="-409437" y="5761567"/>
              <a:ext cx="22500" cy="39375"/>
            </a:xfrm>
            <a:custGeom>
              <a:avLst/>
              <a:gdLst>
                <a:gd name="connsiteX0" fmla="*/ 0 w 22500"/>
                <a:gd name="connsiteY0" fmla="*/ 0 h 39375"/>
                <a:gd name="connsiteX1" fmla="*/ 22500 w 22500"/>
                <a:gd name="connsiteY1" fmla="*/ 0 h 39375"/>
                <a:gd name="connsiteX2" fmla="*/ 22500 w 22500"/>
                <a:gd name="connsiteY2" fmla="*/ 39375 h 39375"/>
                <a:gd name="connsiteX3" fmla="*/ 0 w 22500"/>
                <a:gd name="connsiteY3" fmla="*/ 39375 h 39375"/>
              </a:gdLst>
              <a:ahLst/>
              <a:cxnLst>
                <a:cxn ang="0">
                  <a:pos x="connsiteX0" y="connsiteY0"/>
                </a:cxn>
                <a:cxn ang="0">
                  <a:pos x="connsiteX1" y="connsiteY1"/>
                </a:cxn>
                <a:cxn ang="0">
                  <a:pos x="connsiteX2" y="connsiteY2"/>
                </a:cxn>
                <a:cxn ang="0">
                  <a:pos x="connsiteX3" y="connsiteY3"/>
                </a:cxn>
              </a:cxnLst>
              <a:rect l="l" t="t" r="r" b="b"/>
              <a:pathLst>
                <a:path w="22500" h="39375">
                  <a:moveTo>
                    <a:pt x="0" y="0"/>
                  </a:moveTo>
                  <a:lnTo>
                    <a:pt x="22500" y="0"/>
                  </a:lnTo>
                  <a:lnTo>
                    <a:pt x="22500" y="39375"/>
                  </a:lnTo>
                  <a:lnTo>
                    <a:pt x="0" y="39375"/>
                  </a:lnTo>
                  <a:close/>
                </a:path>
              </a:pathLst>
            </a:custGeom>
            <a:solidFill>
              <a:schemeClr val="bg2">
                <a:lumMod val="50000"/>
              </a:schemeClr>
            </a:solidFill>
            <a:ln w="5556" cap="flat">
              <a:noFill/>
              <a:prstDash val="solid"/>
              <a:miter/>
            </a:ln>
          </p:spPr>
          <p:txBody>
            <a:bodyPr rtlCol="0" anchor="ctr"/>
            <a:lstStyle/>
            <a:p>
              <a:endParaRPr lang="de-DE"/>
            </a:p>
          </p:txBody>
        </p:sp>
        <p:sp>
          <p:nvSpPr>
            <p:cNvPr id="281" name="Freihandform 280">
              <a:extLst>
                <a:ext uri="{FF2B5EF4-FFF2-40B4-BE49-F238E27FC236}">
                  <a16:creationId xmlns:a16="http://schemas.microsoft.com/office/drawing/2014/main" id="{6EAA8592-2EA2-B87F-24C5-54B87DB4FD89}"/>
                </a:ext>
              </a:extLst>
            </p:cNvPr>
            <p:cNvSpPr/>
            <p:nvPr/>
          </p:nvSpPr>
          <p:spPr>
            <a:xfrm>
              <a:off x="-499437" y="5761567"/>
              <a:ext cx="22500" cy="39375"/>
            </a:xfrm>
            <a:custGeom>
              <a:avLst/>
              <a:gdLst>
                <a:gd name="connsiteX0" fmla="*/ 0 w 22500"/>
                <a:gd name="connsiteY0" fmla="*/ 0 h 39375"/>
                <a:gd name="connsiteX1" fmla="*/ 22500 w 22500"/>
                <a:gd name="connsiteY1" fmla="*/ 0 h 39375"/>
                <a:gd name="connsiteX2" fmla="*/ 22500 w 22500"/>
                <a:gd name="connsiteY2" fmla="*/ 39375 h 39375"/>
                <a:gd name="connsiteX3" fmla="*/ 0 w 22500"/>
                <a:gd name="connsiteY3" fmla="*/ 39375 h 39375"/>
              </a:gdLst>
              <a:ahLst/>
              <a:cxnLst>
                <a:cxn ang="0">
                  <a:pos x="connsiteX0" y="connsiteY0"/>
                </a:cxn>
                <a:cxn ang="0">
                  <a:pos x="connsiteX1" y="connsiteY1"/>
                </a:cxn>
                <a:cxn ang="0">
                  <a:pos x="connsiteX2" y="connsiteY2"/>
                </a:cxn>
                <a:cxn ang="0">
                  <a:pos x="connsiteX3" y="connsiteY3"/>
                </a:cxn>
              </a:cxnLst>
              <a:rect l="l" t="t" r="r" b="b"/>
              <a:pathLst>
                <a:path w="22500" h="39375">
                  <a:moveTo>
                    <a:pt x="0" y="0"/>
                  </a:moveTo>
                  <a:lnTo>
                    <a:pt x="22500" y="0"/>
                  </a:lnTo>
                  <a:lnTo>
                    <a:pt x="22500" y="39375"/>
                  </a:lnTo>
                  <a:lnTo>
                    <a:pt x="0" y="39375"/>
                  </a:lnTo>
                  <a:close/>
                </a:path>
              </a:pathLst>
            </a:custGeom>
            <a:solidFill>
              <a:schemeClr val="bg2">
                <a:lumMod val="50000"/>
              </a:schemeClr>
            </a:solidFill>
            <a:ln w="5556" cap="flat">
              <a:noFill/>
              <a:prstDash val="solid"/>
              <a:miter/>
            </a:ln>
          </p:spPr>
          <p:txBody>
            <a:bodyPr rtlCol="0" anchor="ctr"/>
            <a:lstStyle/>
            <a:p>
              <a:endParaRPr lang="de-DE"/>
            </a:p>
          </p:txBody>
        </p:sp>
        <p:sp>
          <p:nvSpPr>
            <p:cNvPr id="282" name="Freihandform 281">
              <a:extLst>
                <a:ext uri="{FF2B5EF4-FFF2-40B4-BE49-F238E27FC236}">
                  <a16:creationId xmlns:a16="http://schemas.microsoft.com/office/drawing/2014/main" id="{85782C14-46D5-F26F-6C1A-2F71DF129801}"/>
                </a:ext>
              </a:extLst>
            </p:cNvPr>
            <p:cNvSpPr/>
            <p:nvPr/>
          </p:nvSpPr>
          <p:spPr>
            <a:xfrm>
              <a:off x="-454437" y="5761567"/>
              <a:ext cx="22500" cy="39375"/>
            </a:xfrm>
            <a:custGeom>
              <a:avLst/>
              <a:gdLst>
                <a:gd name="connsiteX0" fmla="*/ 0 w 22500"/>
                <a:gd name="connsiteY0" fmla="*/ 0 h 39375"/>
                <a:gd name="connsiteX1" fmla="*/ 22500 w 22500"/>
                <a:gd name="connsiteY1" fmla="*/ 0 h 39375"/>
                <a:gd name="connsiteX2" fmla="*/ 22500 w 22500"/>
                <a:gd name="connsiteY2" fmla="*/ 39375 h 39375"/>
                <a:gd name="connsiteX3" fmla="*/ 0 w 22500"/>
                <a:gd name="connsiteY3" fmla="*/ 39375 h 39375"/>
              </a:gdLst>
              <a:ahLst/>
              <a:cxnLst>
                <a:cxn ang="0">
                  <a:pos x="connsiteX0" y="connsiteY0"/>
                </a:cxn>
                <a:cxn ang="0">
                  <a:pos x="connsiteX1" y="connsiteY1"/>
                </a:cxn>
                <a:cxn ang="0">
                  <a:pos x="connsiteX2" y="connsiteY2"/>
                </a:cxn>
                <a:cxn ang="0">
                  <a:pos x="connsiteX3" y="connsiteY3"/>
                </a:cxn>
              </a:cxnLst>
              <a:rect l="l" t="t" r="r" b="b"/>
              <a:pathLst>
                <a:path w="22500" h="39375">
                  <a:moveTo>
                    <a:pt x="0" y="0"/>
                  </a:moveTo>
                  <a:lnTo>
                    <a:pt x="22500" y="0"/>
                  </a:lnTo>
                  <a:lnTo>
                    <a:pt x="22500" y="39375"/>
                  </a:lnTo>
                  <a:lnTo>
                    <a:pt x="0" y="39375"/>
                  </a:lnTo>
                  <a:close/>
                </a:path>
              </a:pathLst>
            </a:custGeom>
            <a:solidFill>
              <a:schemeClr val="bg2">
                <a:lumMod val="50000"/>
              </a:schemeClr>
            </a:solidFill>
            <a:ln w="5556" cap="flat">
              <a:noFill/>
              <a:prstDash val="solid"/>
              <a:miter/>
            </a:ln>
          </p:spPr>
          <p:txBody>
            <a:bodyPr rtlCol="0" anchor="ctr"/>
            <a:lstStyle/>
            <a:p>
              <a:endParaRPr lang="de-DE"/>
            </a:p>
          </p:txBody>
        </p:sp>
        <p:sp>
          <p:nvSpPr>
            <p:cNvPr id="283" name="Freihandform 282">
              <a:extLst>
                <a:ext uri="{FF2B5EF4-FFF2-40B4-BE49-F238E27FC236}">
                  <a16:creationId xmlns:a16="http://schemas.microsoft.com/office/drawing/2014/main" id="{18003B2C-6E16-4EE2-510C-1295DBB83E55}"/>
                </a:ext>
              </a:extLst>
            </p:cNvPr>
            <p:cNvSpPr/>
            <p:nvPr/>
          </p:nvSpPr>
          <p:spPr>
            <a:xfrm>
              <a:off x="-454437" y="6149692"/>
              <a:ext cx="22500" cy="39375"/>
            </a:xfrm>
            <a:custGeom>
              <a:avLst/>
              <a:gdLst>
                <a:gd name="connsiteX0" fmla="*/ 0 w 22500"/>
                <a:gd name="connsiteY0" fmla="*/ 0 h 39375"/>
                <a:gd name="connsiteX1" fmla="*/ 22500 w 22500"/>
                <a:gd name="connsiteY1" fmla="*/ 0 h 39375"/>
                <a:gd name="connsiteX2" fmla="*/ 22500 w 22500"/>
                <a:gd name="connsiteY2" fmla="*/ 39375 h 39375"/>
                <a:gd name="connsiteX3" fmla="*/ 0 w 22500"/>
                <a:gd name="connsiteY3" fmla="*/ 39375 h 39375"/>
              </a:gdLst>
              <a:ahLst/>
              <a:cxnLst>
                <a:cxn ang="0">
                  <a:pos x="connsiteX0" y="connsiteY0"/>
                </a:cxn>
                <a:cxn ang="0">
                  <a:pos x="connsiteX1" y="connsiteY1"/>
                </a:cxn>
                <a:cxn ang="0">
                  <a:pos x="connsiteX2" y="connsiteY2"/>
                </a:cxn>
                <a:cxn ang="0">
                  <a:pos x="connsiteX3" y="connsiteY3"/>
                </a:cxn>
              </a:cxnLst>
              <a:rect l="l" t="t" r="r" b="b"/>
              <a:pathLst>
                <a:path w="22500" h="39375">
                  <a:moveTo>
                    <a:pt x="0" y="0"/>
                  </a:moveTo>
                  <a:lnTo>
                    <a:pt x="22500" y="0"/>
                  </a:lnTo>
                  <a:lnTo>
                    <a:pt x="22500" y="39375"/>
                  </a:lnTo>
                  <a:lnTo>
                    <a:pt x="0" y="39375"/>
                  </a:lnTo>
                  <a:close/>
                </a:path>
              </a:pathLst>
            </a:custGeom>
            <a:solidFill>
              <a:schemeClr val="bg2">
                <a:lumMod val="50000"/>
              </a:schemeClr>
            </a:solidFill>
            <a:ln w="5556" cap="flat">
              <a:noFill/>
              <a:prstDash val="solid"/>
              <a:miter/>
            </a:ln>
          </p:spPr>
          <p:txBody>
            <a:bodyPr rtlCol="0" anchor="ctr"/>
            <a:lstStyle/>
            <a:p>
              <a:endParaRPr lang="de-DE"/>
            </a:p>
          </p:txBody>
        </p:sp>
        <p:sp>
          <p:nvSpPr>
            <p:cNvPr id="284" name="Freihandform 283">
              <a:extLst>
                <a:ext uri="{FF2B5EF4-FFF2-40B4-BE49-F238E27FC236}">
                  <a16:creationId xmlns:a16="http://schemas.microsoft.com/office/drawing/2014/main" id="{1116E5EC-9CEF-6202-C280-EE8C3EEC63C5}"/>
                </a:ext>
              </a:extLst>
            </p:cNvPr>
            <p:cNvSpPr/>
            <p:nvPr/>
          </p:nvSpPr>
          <p:spPr>
            <a:xfrm>
              <a:off x="-499437" y="6149692"/>
              <a:ext cx="22500" cy="39375"/>
            </a:xfrm>
            <a:custGeom>
              <a:avLst/>
              <a:gdLst>
                <a:gd name="connsiteX0" fmla="*/ 0 w 22500"/>
                <a:gd name="connsiteY0" fmla="*/ 0 h 39375"/>
                <a:gd name="connsiteX1" fmla="*/ 22500 w 22500"/>
                <a:gd name="connsiteY1" fmla="*/ 0 h 39375"/>
                <a:gd name="connsiteX2" fmla="*/ 22500 w 22500"/>
                <a:gd name="connsiteY2" fmla="*/ 39375 h 39375"/>
                <a:gd name="connsiteX3" fmla="*/ 0 w 22500"/>
                <a:gd name="connsiteY3" fmla="*/ 39375 h 39375"/>
              </a:gdLst>
              <a:ahLst/>
              <a:cxnLst>
                <a:cxn ang="0">
                  <a:pos x="connsiteX0" y="connsiteY0"/>
                </a:cxn>
                <a:cxn ang="0">
                  <a:pos x="connsiteX1" y="connsiteY1"/>
                </a:cxn>
                <a:cxn ang="0">
                  <a:pos x="connsiteX2" y="connsiteY2"/>
                </a:cxn>
                <a:cxn ang="0">
                  <a:pos x="connsiteX3" y="connsiteY3"/>
                </a:cxn>
              </a:cxnLst>
              <a:rect l="l" t="t" r="r" b="b"/>
              <a:pathLst>
                <a:path w="22500" h="39375">
                  <a:moveTo>
                    <a:pt x="0" y="0"/>
                  </a:moveTo>
                  <a:lnTo>
                    <a:pt x="22500" y="0"/>
                  </a:lnTo>
                  <a:lnTo>
                    <a:pt x="22500" y="39375"/>
                  </a:lnTo>
                  <a:lnTo>
                    <a:pt x="0" y="39375"/>
                  </a:lnTo>
                  <a:close/>
                </a:path>
              </a:pathLst>
            </a:custGeom>
            <a:solidFill>
              <a:schemeClr val="bg2">
                <a:lumMod val="50000"/>
              </a:schemeClr>
            </a:solidFill>
            <a:ln w="5556" cap="flat">
              <a:noFill/>
              <a:prstDash val="solid"/>
              <a:miter/>
            </a:ln>
          </p:spPr>
          <p:txBody>
            <a:bodyPr rtlCol="0" anchor="ctr"/>
            <a:lstStyle/>
            <a:p>
              <a:endParaRPr lang="de-DE"/>
            </a:p>
          </p:txBody>
        </p:sp>
        <p:sp>
          <p:nvSpPr>
            <p:cNvPr id="285" name="Freihandform 284">
              <a:extLst>
                <a:ext uri="{FF2B5EF4-FFF2-40B4-BE49-F238E27FC236}">
                  <a16:creationId xmlns:a16="http://schemas.microsoft.com/office/drawing/2014/main" id="{20739F0D-235E-BE4E-6B6B-105B3611ADB2}"/>
                </a:ext>
              </a:extLst>
            </p:cNvPr>
            <p:cNvSpPr/>
            <p:nvPr/>
          </p:nvSpPr>
          <p:spPr>
            <a:xfrm>
              <a:off x="-409437" y="6149692"/>
              <a:ext cx="22500" cy="39375"/>
            </a:xfrm>
            <a:custGeom>
              <a:avLst/>
              <a:gdLst>
                <a:gd name="connsiteX0" fmla="*/ 0 w 22500"/>
                <a:gd name="connsiteY0" fmla="*/ 0 h 39375"/>
                <a:gd name="connsiteX1" fmla="*/ 22500 w 22500"/>
                <a:gd name="connsiteY1" fmla="*/ 0 h 39375"/>
                <a:gd name="connsiteX2" fmla="*/ 22500 w 22500"/>
                <a:gd name="connsiteY2" fmla="*/ 39375 h 39375"/>
                <a:gd name="connsiteX3" fmla="*/ 0 w 22500"/>
                <a:gd name="connsiteY3" fmla="*/ 39375 h 39375"/>
              </a:gdLst>
              <a:ahLst/>
              <a:cxnLst>
                <a:cxn ang="0">
                  <a:pos x="connsiteX0" y="connsiteY0"/>
                </a:cxn>
                <a:cxn ang="0">
                  <a:pos x="connsiteX1" y="connsiteY1"/>
                </a:cxn>
                <a:cxn ang="0">
                  <a:pos x="connsiteX2" y="connsiteY2"/>
                </a:cxn>
                <a:cxn ang="0">
                  <a:pos x="connsiteX3" y="connsiteY3"/>
                </a:cxn>
              </a:cxnLst>
              <a:rect l="l" t="t" r="r" b="b"/>
              <a:pathLst>
                <a:path w="22500" h="39375">
                  <a:moveTo>
                    <a:pt x="0" y="0"/>
                  </a:moveTo>
                  <a:lnTo>
                    <a:pt x="22500" y="0"/>
                  </a:lnTo>
                  <a:lnTo>
                    <a:pt x="22500" y="39375"/>
                  </a:lnTo>
                  <a:lnTo>
                    <a:pt x="0" y="39375"/>
                  </a:lnTo>
                  <a:close/>
                </a:path>
              </a:pathLst>
            </a:custGeom>
            <a:solidFill>
              <a:schemeClr val="bg2">
                <a:lumMod val="50000"/>
              </a:schemeClr>
            </a:solidFill>
            <a:ln w="5556" cap="flat">
              <a:noFill/>
              <a:prstDash val="solid"/>
              <a:miter/>
            </a:ln>
          </p:spPr>
          <p:txBody>
            <a:bodyPr rtlCol="0" anchor="ctr"/>
            <a:lstStyle/>
            <a:p>
              <a:endParaRPr lang="de-DE"/>
            </a:p>
          </p:txBody>
        </p:sp>
        <p:sp>
          <p:nvSpPr>
            <p:cNvPr id="286" name="Freihandform 285">
              <a:extLst>
                <a:ext uri="{FF2B5EF4-FFF2-40B4-BE49-F238E27FC236}">
                  <a16:creationId xmlns:a16="http://schemas.microsoft.com/office/drawing/2014/main" id="{595FBDD1-63F4-B079-43FC-B9D18F37B4D0}"/>
                </a:ext>
              </a:extLst>
            </p:cNvPr>
            <p:cNvSpPr/>
            <p:nvPr/>
          </p:nvSpPr>
          <p:spPr>
            <a:xfrm>
              <a:off x="-364437" y="6149692"/>
              <a:ext cx="22500" cy="39375"/>
            </a:xfrm>
            <a:custGeom>
              <a:avLst/>
              <a:gdLst>
                <a:gd name="connsiteX0" fmla="*/ 0 w 22500"/>
                <a:gd name="connsiteY0" fmla="*/ 0 h 39375"/>
                <a:gd name="connsiteX1" fmla="*/ 22500 w 22500"/>
                <a:gd name="connsiteY1" fmla="*/ 0 h 39375"/>
                <a:gd name="connsiteX2" fmla="*/ 22500 w 22500"/>
                <a:gd name="connsiteY2" fmla="*/ 39375 h 39375"/>
                <a:gd name="connsiteX3" fmla="*/ 0 w 22500"/>
                <a:gd name="connsiteY3" fmla="*/ 39375 h 39375"/>
              </a:gdLst>
              <a:ahLst/>
              <a:cxnLst>
                <a:cxn ang="0">
                  <a:pos x="connsiteX0" y="connsiteY0"/>
                </a:cxn>
                <a:cxn ang="0">
                  <a:pos x="connsiteX1" y="connsiteY1"/>
                </a:cxn>
                <a:cxn ang="0">
                  <a:pos x="connsiteX2" y="connsiteY2"/>
                </a:cxn>
                <a:cxn ang="0">
                  <a:pos x="connsiteX3" y="connsiteY3"/>
                </a:cxn>
              </a:cxnLst>
              <a:rect l="l" t="t" r="r" b="b"/>
              <a:pathLst>
                <a:path w="22500" h="39375">
                  <a:moveTo>
                    <a:pt x="0" y="0"/>
                  </a:moveTo>
                  <a:lnTo>
                    <a:pt x="22500" y="0"/>
                  </a:lnTo>
                  <a:lnTo>
                    <a:pt x="22500" y="39375"/>
                  </a:lnTo>
                  <a:lnTo>
                    <a:pt x="0" y="39375"/>
                  </a:lnTo>
                  <a:close/>
                </a:path>
              </a:pathLst>
            </a:custGeom>
            <a:solidFill>
              <a:schemeClr val="bg2">
                <a:lumMod val="50000"/>
              </a:schemeClr>
            </a:solidFill>
            <a:ln w="5556" cap="flat">
              <a:noFill/>
              <a:prstDash val="solid"/>
              <a:miter/>
            </a:ln>
          </p:spPr>
          <p:txBody>
            <a:bodyPr rtlCol="0" anchor="ctr"/>
            <a:lstStyle/>
            <a:p>
              <a:endParaRPr lang="de-DE"/>
            </a:p>
          </p:txBody>
        </p:sp>
        <p:sp>
          <p:nvSpPr>
            <p:cNvPr id="287" name="Freihandform 286">
              <a:extLst>
                <a:ext uri="{FF2B5EF4-FFF2-40B4-BE49-F238E27FC236}">
                  <a16:creationId xmlns:a16="http://schemas.microsoft.com/office/drawing/2014/main" id="{6E3A76EE-D65A-692F-60A1-AE41FDEF5E76}"/>
                </a:ext>
              </a:extLst>
            </p:cNvPr>
            <p:cNvSpPr/>
            <p:nvPr/>
          </p:nvSpPr>
          <p:spPr>
            <a:xfrm>
              <a:off x="-319437" y="6149692"/>
              <a:ext cx="22500" cy="39375"/>
            </a:xfrm>
            <a:custGeom>
              <a:avLst/>
              <a:gdLst>
                <a:gd name="connsiteX0" fmla="*/ 0 w 22500"/>
                <a:gd name="connsiteY0" fmla="*/ 0 h 39375"/>
                <a:gd name="connsiteX1" fmla="*/ 22500 w 22500"/>
                <a:gd name="connsiteY1" fmla="*/ 0 h 39375"/>
                <a:gd name="connsiteX2" fmla="*/ 22500 w 22500"/>
                <a:gd name="connsiteY2" fmla="*/ 39375 h 39375"/>
                <a:gd name="connsiteX3" fmla="*/ 0 w 22500"/>
                <a:gd name="connsiteY3" fmla="*/ 39375 h 39375"/>
              </a:gdLst>
              <a:ahLst/>
              <a:cxnLst>
                <a:cxn ang="0">
                  <a:pos x="connsiteX0" y="connsiteY0"/>
                </a:cxn>
                <a:cxn ang="0">
                  <a:pos x="connsiteX1" y="connsiteY1"/>
                </a:cxn>
                <a:cxn ang="0">
                  <a:pos x="connsiteX2" y="connsiteY2"/>
                </a:cxn>
                <a:cxn ang="0">
                  <a:pos x="connsiteX3" y="connsiteY3"/>
                </a:cxn>
              </a:cxnLst>
              <a:rect l="l" t="t" r="r" b="b"/>
              <a:pathLst>
                <a:path w="22500" h="39375">
                  <a:moveTo>
                    <a:pt x="0" y="0"/>
                  </a:moveTo>
                  <a:lnTo>
                    <a:pt x="22500" y="0"/>
                  </a:lnTo>
                  <a:lnTo>
                    <a:pt x="22500" y="39375"/>
                  </a:lnTo>
                  <a:lnTo>
                    <a:pt x="0" y="39375"/>
                  </a:lnTo>
                  <a:close/>
                </a:path>
              </a:pathLst>
            </a:custGeom>
            <a:solidFill>
              <a:schemeClr val="bg2">
                <a:lumMod val="50000"/>
              </a:schemeClr>
            </a:solidFill>
            <a:ln w="5556" cap="flat">
              <a:noFill/>
              <a:prstDash val="solid"/>
              <a:miter/>
            </a:ln>
          </p:spPr>
          <p:txBody>
            <a:bodyPr rtlCol="0" anchor="ctr"/>
            <a:lstStyle/>
            <a:p>
              <a:endParaRPr lang="de-DE"/>
            </a:p>
          </p:txBody>
        </p:sp>
        <p:sp>
          <p:nvSpPr>
            <p:cNvPr id="288" name="Freihandform 287">
              <a:extLst>
                <a:ext uri="{FF2B5EF4-FFF2-40B4-BE49-F238E27FC236}">
                  <a16:creationId xmlns:a16="http://schemas.microsoft.com/office/drawing/2014/main" id="{6D42CE26-86D0-0147-7BD3-6FA1AB2C43B3}"/>
                </a:ext>
              </a:extLst>
            </p:cNvPr>
            <p:cNvSpPr/>
            <p:nvPr/>
          </p:nvSpPr>
          <p:spPr>
            <a:xfrm>
              <a:off x="-274437" y="6149692"/>
              <a:ext cx="22500" cy="39375"/>
            </a:xfrm>
            <a:custGeom>
              <a:avLst/>
              <a:gdLst>
                <a:gd name="connsiteX0" fmla="*/ 0 w 22500"/>
                <a:gd name="connsiteY0" fmla="*/ 0 h 39375"/>
                <a:gd name="connsiteX1" fmla="*/ 22500 w 22500"/>
                <a:gd name="connsiteY1" fmla="*/ 0 h 39375"/>
                <a:gd name="connsiteX2" fmla="*/ 22500 w 22500"/>
                <a:gd name="connsiteY2" fmla="*/ 39375 h 39375"/>
                <a:gd name="connsiteX3" fmla="*/ 0 w 22500"/>
                <a:gd name="connsiteY3" fmla="*/ 39375 h 39375"/>
              </a:gdLst>
              <a:ahLst/>
              <a:cxnLst>
                <a:cxn ang="0">
                  <a:pos x="connsiteX0" y="connsiteY0"/>
                </a:cxn>
                <a:cxn ang="0">
                  <a:pos x="connsiteX1" y="connsiteY1"/>
                </a:cxn>
                <a:cxn ang="0">
                  <a:pos x="connsiteX2" y="connsiteY2"/>
                </a:cxn>
                <a:cxn ang="0">
                  <a:pos x="connsiteX3" y="connsiteY3"/>
                </a:cxn>
              </a:cxnLst>
              <a:rect l="l" t="t" r="r" b="b"/>
              <a:pathLst>
                <a:path w="22500" h="39375">
                  <a:moveTo>
                    <a:pt x="0" y="0"/>
                  </a:moveTo>
                  <a:lnTo>
                    <a:pt x="22500" y="0"/>
                  </a:lnTo>
                  <a:lnTo>
                    <a:pt x="22500" y="39375"/>
                  </a:lnTo>
                  <a:lnTo>
                    <a:pt x="0" y="39375"/>
                  </a:lnTo>
                  <a:close/>
                </a:path>
              </a:pathLst>
            </a:custGeom>
            <a:solidFill>
              <a:schemeClr val="bg2">
                <a:lumMod val="50000"/>
              </a:schemeClr>
            </a:solidFill>
            <a:ln w="5556" cap="flat">
              <a:noFill/>
              <a:prstDash val="solid"/>
              <a:miter/>
            </a:ln>
          </p:spPr>
          <p:txBody>
            <a:bodyPr rtlCol="0" anchor="ctr"/>
            <a:lstStyle/>
            <a:p>
              <a:endParaRPr lang="de-DE"/>
            </a:p>
          </p:txBody>
        </p:sp>
        <p:sp>
          <p:nvSpPr>
            <p:cNvPr id="289" name="Freihandform 288">
              <a:extLst>
                <a:ext uri="{FF2B5EF4-FFF2-40B4-BE49-F238E27FC236}">
                  <a16:creationId xmlns:a16="http://schemas.microsoft.com/office/drawing/2014/main" id="{6A72E6E4-8B5E-8DAA-74CB-BBB7D09BB700}"/>
                </a:ext>
              </a:extLst>
            </p:cNvPr>
            <p:cNvSpPr/>
            <p:nvPr/>
          </p:nvSpPr>
          <p:spPr>
            <a:xfrm>
              <a:off x="-448812" y="5902192"/>
              <a:ext cx="146250" cy="146250"/>
            </a:xfrm>
            <a:custGeom>
              <a:avLst/>
              <a:gdLst>
                <a:gd name="connsiteX0" fmla="*/ 0 w 146250"/>
                <a:gd name="connsiteY0" fmla="*/ 0 h 146250"/>
                <a:gd name="connsiteX1" fmla="*/ 146250 w 146250"/>
                <a:gd name="connsiteY1" fmla="*/ 0 h 146250"/>
                <a:gd name="connsiteX2" fmla="*/ 146250 w 146250"/>
                <a:gd name="connsiteY2" fmla="*/ 146250 h 146250"/>
                <a:gd name="connsiteX3" fmla="*/ 0 w 146250"/>
                <a:gd name="connsiteY3" fmla="*/ 146250 h 146250"/>
              </a:gdLst>
              <a:ahLst/>
              <a:cxnLst>
                <a:cxn ang="0">
                  <a:pos x="connsiteX0" y="connsiteY0"/>
                </a:cxn>
                <a:cxn ang="0">
                  <a:pos x="connsiteX1" y="connsiteY1"/>
                </a:cxn>
                <a:cxn ang="0">
                  <a:pos x="connsiteX2" y="connsiteY2"/>
                </a:cxn>
                <a:cxn ang="0">
                  <a:pos x="connsiteX3" y="connsiteY3"/>
                </a:cxn>
              </a:cxnLst>
              <a:rect l="l" t="t" r="r" b="b"/>
              <a:pathLst>
                <a:path w="146250" h="146250">
                  <a:moveTo>
                    <a:pt x="0" y="0"/>
                  </a:moveTo>
                  <a:lnTo>
                    <a:pt x="146250" y="0"/>
                  </a:lnTo>
                  <a:lnTo>
                    <a:pt x="146250" y="146250"/>
                  </a:lnTo>
                  <a:lnTo>
                    <a:pt x="0" y="146250"/>
                  </a:lnTo>
                  <a:close/>
                </a:path>
              </a:pathLst>
            </a:custGeom>
            <a:solidFill>
              <a:schemeClr val="accent4"/>
            </a:solidFill>
            <a:ln w="5556" cap="flat">
              <a:noFill/>
              <a:prstDash val="solid"/>
              <a:miter/>
            </a:ln>
          </p:spPr>
          <p:txBody>
            <a:bodyPr rtlCol="0" anchor="ctr"/>
            <a:lstStyle/>
            <a:p>
              <a:endParaRPr lang="de-DE"/>
            </a:p>
          </p:txBody>
        </p:sp>
        <p:sp>
          <p:nvSpPr>
            <p:cNvPr id="290" name="Freihandform 289">
              <a:extLst>
                <a:ext uri="{FF2B5EF4-FFF2-40B4-BE49-F238E27FC236}">
                  <a16:creationId xmlns:a16="http://schemas.microsoft.com/office/drawing/2014/main" id="{FF2B7EC2-FB41-5C8A-B78D-3CE3261415DB}"/>
                </a:ext>
              </a:extLst>
            </p:cNvPr>
            <p:cNvSpPr/>
            <p:nvPr/>
          </p:nvSpPr>
          <p:spPr>
            <a:xfrm>
              <a:off x="-527562" y="5823442"/>
              <a:ext cx="303750" cy="303750"/>
            </a:xfrm>
            <a:custGeom>
              <a:avLst/>
              <a:gdLst>
                <a:gd name="connsiteX0" fmla="*/ 281250 w 303750"/>
                <a:gd name="connsiteY0" fmla="*/ 0 h 303750"/>
                <a:gd name="connsiteX1" fmla="*/ 22500 w 303750"/>
                <a:gd name="connsiteY1" fmla="*/ 0 h 303750"/>
                <a:gd name="connsiteX2" fmla="*/ 0 w 303750"/>
                <a:gd name="connsiteY2" fmla="*/ 22500 h 303750"/>
                <a:gd name="connsiteX3" fmla="*/ 0 w 303750"/>
                <a:gd name="connsiteY3" fmla="*/ 281250 h 303750"/>
                <a:gd name="connsiteX4" fmla="*/ 22500 w 303750"/>
                <a:gd name="connsiteY4" fmla="*/ 303750 h 303750"/>
                <a:gd name="connsiteX5" fmla="*/ 281250 w 303750"/>
                <a:gd name="connsiteY5" fmla="*/ 303750 h 303750"/>
                <a:gd name="connsiteX6" fmla="*/ 303750 w 303750"/>
                <a:gd name="connsiteY6" fmla="*/ 281250 h 303750"/>
                <a:gd name="connsiteX7" fmla="*/ 303750 w 303750"/>
                <a:gd name="connsiteY7" fmla="*/ 22500 h 303750"/>
                <a:gd name="connsiteX8" fmla="*/ 281250 w 303750"/>
                <a:gd name="connsiteY8" fmla="*/ 0 h 303750"/>
                <a:gd name="connsiteX9" fmla="*/ 247500 w 303750"/>
                <a:gd name="connsiteY9" fmla="*/ 247500 h 303750"/>
                <a:gd name="connsiteX10" fmla="*/ 56250 w 303750"/>
                <a:gd name="connsiteY10" fmla="*/ 247500 h 303750"/>
                <a:gd name="connsiteX11" fmla="*/ 56250 w 303750"/>
                <a:gd name="connsiteY11" fmla="*/ 56250 h 303750"/>
                <a:gd name="connsiteX12" fmla="*/ 247500 w 303750"/>
                <a:gd name="connsiteY12" fmla="*/ 56250 h 303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03750" h="303750">
                  <a:moveTo>
                    <a:pt x="281250" y="0"/>
                  </a:moveTo>
                  <a:lnTo>
                    <a:pt x="22500" y="0"/>
                  </a:lnTo>
                  <a:cubicBezTo>
                    <a:pt x="10074" y="0"/>
                    <a:pt x="0" y="10074"/>
                    <a:pt x="0" y="22500"/>
                  </a:cubicBezTo>
                  <a:lnTo>
                    <a:pt x="0" y="281250"/>
                  </a:lnTo>
                  <a:cubicBezTo>
                    <a:pt x="0" y="293676"/>
                    <a:pt x="10074" y="303750"/>
                    <a:pt x="22500" y="303750"/>
                  </a:cubicBezTo>
                  <a:lnTo>
                    <a:pt x="281250" y="303750"/>
                  </a:lnTo>
                  <a:cubicBezTo>
                    <a:pt x="293676" y="303750"/>
                    <a:pt x="303750" y="293676"/>
                    <a:pt x="303750" y="281250"/>
                  </a:cubicBezTo>
                  <a:lnTo>
                    <a:pt x="303750" y="22500"/>
                  </a:lnTo>
                  <a:cubicBezTo>
                    <a:pt x="303750" y="10074"/>
                    <a:pt x="293676" y="0"/>
                    <a:pt x="281250" y="0"/>
                  </a:cubicBezTo>
                  <a:close/>
                  <a:moveTo>
                    <a:pt x="247500" y="247500"/>
                  </a:moveTo>
                  <a:lnTo>
                    <a:pt x="56250" y="247500"/>
                  </a:lnTo>
                  <a:lnTo>
                    <a:pt x="56250" y="56250"/>
                  </a:lnTo>
                  <a:lnTo>
                    <a:pt x="247500" y="56250"/>
                  </a:lnTo>
                  <a:close/>
                </a:path>
              </a:pathLst>
            </a:custGeom>
            <a:solidFill>
              <a:schemeClr val="accent2"/>
            </a:solidFill>
            <a:ln w="5556" cap="flat">
              <a:noFill/>
              <a:prstDash val="solid"/>
              <a:miter/>
            </a:ln>
          </p:spPr>
          <p:txBody>
            <a:bodyPr rtlCol="0" anchor="ctr"/>
            <a:lstStyle/>
            <a:p>
              <a:endParaRPr lang="de-DE"/>
            </a:p>
          </p:txBody>
        </p:sp>
      </p:grpSp>
      <p:grpSp>
        <p:nvGrpSpPr>
          <p:cNvPr id="300" name="Grafik 292" descr="Kopf mit Zahnrädern Silhouette">
            <a:extLst>
              <a:ext uri="{FF2B5EF4-FFF2-40B4-BE49-F238E27FC236}">
                <a16:creationId xmlns:a16="http://schemas.microsoft.com/office/drawing/2014/main" id="{EEFBD235-F808-0C88-C48F-C53B280A90C1}"/>
              </a:ext>
            </a:extLst>
          </p:cNvPr>
          <p:cNvGrpSpPr>
            <a:grpSpLocks noChangeAspect="1"/>
          </p:cNvGrpSpPr>
          <p:nvPr/>
        </p:nvGrpSpPr>
        <p:grpSpPr>
          <a:xfrm>
            <a:off x="4787104" y="6015537"/>
            <a:ext cx="454964" cy="540000"/>
            <a:chOff x="-619366" y="5438855"/>
            <a:chExt cx="382685" cy="454215"/>
          </a:xfrm>
          <a:solidFill>
            <a:schemeClr val="accent2"/>
          </a:solidFill>
        </p:grpSpPr>
        <p:sp>
          <p:nvSpPr>
            <p:cNvPr id="301" name="Freihandform 300">
              <a:extLst>
                <a:ext uri="{FF2B5EF4-FFF2-40B4-BE49-F238E27FC236}">
                  <a16:creationId xmlns:a16="http://schemas.microsoft.com/office/drawing/2014/main" id="{3801D840-6977-67DE-AFE1-DE369892E95D}"/>
                </a:ext>
              </a:extLst>
            </p:cNvPr>
            <p:cNvSpPr/>
            <p:nvPr/>
          </p:nvSpPr>
          <p:spPr>
            <a:xfrm>
              <a:off x="-457237" y="5522411"/>
              <a:ext cx="45000" cy="45000"/>
            </a:xfrm>
            <a:custGeom>
              <a:avLst/>
              <a:gdLst>
                <a:gd name="connsiteX0" fmla="*/ 22500 w 45000"/>
                <a:gd name="connsiteY0" fmla="*/ 45000 h 45000"/>
                <a:gd name="connsiteX1" fmla="*/ 45000 w 45000"/>
                <a:gd name="connsiteY1" fmla="*/ 22500 h 45000"/>
                <a:gd name="connsiteX2" fmla="*/ 22500 w 45000"/>
                <a:gd name="connsiteY2" fmla="*/ 0 h 45000"/>
                <a:gd name="connsiteX3" fmla="*/ 0 w 45000"/>
                <a:gd name="connsiteY3" fmla="*/ 22500 h 45000"/>
                <a:gd name="connsiteX4" fmla="*/ 22500 w 45000"/>
                <a:gd name="connsiteY4" fmla="*/ 45000 h 45000"/>
                <a:gd name="connsiteX5" fmla="*/ 22500 w 45000"/>
                <a:gd name="connsiteY5" fmla="*/ 11250 h 45000"/>
                <a:gd name="connsiteX6" fmla="*/ 33750 w 45000"/>
                <a:gd name="connsiteY6" fmla="*/ 22500 h 45000"/>
                <a:gd name="connsiteX7" fmla="*/ 22500 w 45000"/>
                <a:gd name="connsiteY7" fmla="*/ 33750 h 45000"/>
                <a:gd name="connsiteX8" fmla="*/ 11250 w 45000"/>
                <a:gd name="connsiteY8" fmla="*/ 22500 h 45000"/>
                <a:gd name="connsiteX9" fmla="*/ 22500 w 45000"/>
                <a:gd name="connsiteY9" fmla="*/ 11250 h 4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000" h="45000">
                  <a:moveTo>
                    <a:pt x="22500" y="45000"/>
                  </a:moveTo>
                  <a:cubicBezTo>
                    <a:pt x="34926" y="45000"/>
                    <a:pt x="45000" y="34926"/>
                    <a:pt x="45000" y="22500"/>
                  </a:cubicBezTo>
                  <a:cubicBezTo>
                    <a:pt x="45000" y="10074"/>
                    <a:pt x="34926" y="0"/>
                    <a:pt x="22500" y="0"/>
                  </a:cubicBezTo>
                  <a:cubicBezTo>
                    <a:pt x="10074" y="0"/>
                    <a:pt x="0" y="10074"/>
                    <a:pt x="0" y="22500"/>
                  </a:cubicBezTo>
                  <a:cubicBezTo>
                    <a:pt x="74" y="34896"/>
                    <a:pt x="10104" y="44926"/>
                    <a:pt x="22500" y="45000"/>
                  </a:cubicBezTo>
                  <a:close/>
                  <a:moveTo>
                    <a:pt x="22500" y="11250"/>
                  </a:moveTo>
                  <a:cubicBezTo>
                    <a:pt x="28713" y="11250"/>
                    <a:pt x="33750" y="16287"/>
                    <a:pt x="33750" y="22500"/>
                  </a:cubicBezTo>
                  <a:cubicBezTo>
                    <a:pt x="33750" y="28713"/>
                    <a:pt x="28713" y="33750"/>
                    <a:pt x="22500" y="33750"/>
                  </a:cubicBezTo>
                  <a:cubicBezTo>
                    <a:pt x="16287" y="33750"/>
                    <a:pt x="11250" y="28713"/>
                    <a:pt x="11250" y="22500"/>
                  </a:cubicBezTo>
                  <a:cubicBezTo>
                    <a:pt x="11329" y="16320"/>
                    <a:pt x="16320" y="11329"/>
                    <a:pt x="22500" y="11250"/>
                  </a:cubicBezTo>
                  <a:close/>
                </a:path>
              </a:pathLst>
            </a:custGeom>
            <a:grpFill/>
            <a:ln w="5556" cap="flat">
              <a:noFill/>
              <a:prstDash val="solid"/>
              <a:miter/>
            </a:ln>
          </p:spPr>
          <p:txBody>
            <a:bodyPr rtlCol="0" anchor="ctr"/>
            <a:lstStyle/>
            <a:p>
              <a:endParaRPr lang="de-DE"/>
            </a:p>
          </p:txBody>
        </p:sp>
        <p:sp>
          <p:nvSpPr>
            <p:cNvPr id="302" name="Freihandform 301">
              <a:extLst>
                <a:ext uri="{FF2B5EF4-FFF2-40B4-BE49-F238E27FC236}">
                  <a16:creationId xmlns:a16="http://schemas.microsoft.com/office/drawing/2014/main" id="{93AA78C9-6476-CF9F-91F1-18DF42AE6B0B}"/>
                </a:ext>
              </a:extLst>
            </p:cNvPr>
            <p:cNvSpPr/>
            <p:nvPr/>
          </p:nvSpPr>
          <p:spPr>
            <a:xfrm>
              <a:off x="-524737" y="5631159"/>
              <a:ext cx="45000" cy="45000"/>
            </a:xfrm>
            <a:custGeom>
              <a:avLst/>
              <a:gdLst>
                <a:gd name="connsiteX0" fmla="*/ 22500 w 45000"/>
                <a:gd name="connsiteY0" fmla="*/ 45000 h 45000"/>
                <a:gd name="connsiteX1" fmla="*/ 45000 w 45000"/>
                <a:gd name="connsiteY1" fmla="*/ 22500 h 45000"/>
                <a:gd name="connsiteX2" fmla="*/ 22500 w 45000"/>
                <a:gd name="connsiteY2" fmla="*/ 0 h 45000"/>
                <a:gd name="connsiteX3" fmla="*/ 0 w 45000"/>
                <a:gd name="connsiteY3" fmla="*/ 22500 h 45000"/>
                <a:gd name="connsiteX4" fmla="*/ 22500 w 45000"/>
                <a:gd name="connsiteY4" fmla="*/ 45000 h 45000"/>
                <a:gd name="connsiteX5" fmla="*/ 22500 w 45000"/>
                <a:gd name="connsiteY5" fmla="*/ 11250 h 45000"/>
                <a:gd name="connsiteX6" fmla="*/ 33750 w 45000"/>
                <a:gd name="connsiteY6" fmla="*/ 22500 h 45000"/>
                <a:gd name="connsiteX7" fmla="*/ 22500 w 45000"/>
                <a:gd name="connsiteY7" fmla="*/ 33750 h 45000"/>
                <a:gd name="connsiteX8" fmla="*/ 11250 w 45000"/>
                <a:gd name="connsiteY8" fmla="*/ 22500 h 45000"/>
                <a:gd name="connsiteX9" fmla="*/ 22500 w 45000"/>
                <a:gd name="connsiteY9" fmla="*/ 11250 h 4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000" h="45000">
                  <a:moveTo>
                    <a:pt x="22500" y="45000"/>
                  </a:moveTo>
                  <a:cubicBezTo>
                    <a:pt x="34926" y="45000"/>
                    <a:pt x="45000" y="34926"/>
                    <a:pt x="45000" y="22500"/>
                  </a:cubicBezTo>
                  <a:cubicBezTo>
                    <a:pt x="45000" y="10074"/>
                    <a:pt x="34926" y="0"/>
                    <a:pt x="22500" y="0"/>
                  </a:cubicBezTo>
                  <a:cubicBezTo>
                    <a:pt x="10074" y="0"/>
                    <a:pt x="0" y="10074"/>
                    <a:pt x="0" y="22500"/>
                  </a:cubicBezTo>
                  <a:cubicBezTo>
                    <a:pt x="0" y="34926"/>
                    <a:pt x="10074" y="45000"/>
                    <a:pt x="22500" y="45000"/>
                  </a:cubicBezTo>
                  <a:close/>
                  <a:moveTo>
                    <a:pt x="22500" y="11250"/>
                  </a:moveTo>
                  <a:cubicBezTo>
                    <a:pt x="28713" y="11250"/>
                    <a:pt x="33750" y="16287"/>
                    <a:pt x="33750" y="22500"/>
                  </a:cubicBezTo>
                  <a:cubicBezTo>
                    <a:pt x="33750" y="28713"/>
                    <a:pt x="28713" y="33750"/>
                    <a:pt x="22500" y="33750"/>
                  </a:cubicBezTo>
                  <a:cubicBezTo>
                    <a:pt x="16287" y="33750"/>
                    <a:pt x="11250" y="28713"/>
                    <a:pt x="11250" y="22500"/>
                  </a:cubicBezTo>
                  <a:cubicBezTo>
                    <a:pt x="11250" y="16287"/>
                    <a:pt x="16287" y="11250"/>
                    <a:pt x="22500" y="11250"/>
                  </a:cubicBezTo>
                  <a:close/>
                </a:path>
              </a:pathLst>
            </a:custGeom>
            <a:grpFill/>
            <a:ln w="5556" cap="flat">
              <a:noFill/>
              <a:prstDash val="solid"/>
              <a:miter/>
            </a:ln>
          </p:spPr>
          <p:txBody>
            <a:bodyPr rtlCol="0" anchor="ctr"/>
            <a:lstStyle/>
            <a:p>
              <a:endParaRPr lang="de-DE"/>
            </a:p>
          </p:txBody>
        </p:sp>
        <p:sp>
          <p:nvSpPr>
            <p:cNvPr id="303" name="Freihandform 302">
              <a:extLst>
                <a:ext uri="{FF2B5EF4-FFF2-40B4-BE49-F238E27FC236}">
                  <a16:creationId xmlns:a16="http://schemas.microsoft.com/office/drawing/2014/main" id="{DA35F911-6093-6A92-5007-5522E02076A7}"/>
                </a:ext>
              </a:extLst>
            </p:cNvPr>
            <p:cNvSpPr/>
            <p:nvPr/>
          </p:nvSpPr>
          <p:spPr>
            <a:xfrm>
              <a:off x="-565951" y="5588836"/>
              <a:ext cx="128019" cy="128036"/>
            </a:xfrm>
            <a:custGeom>
              <a:avLst/>
              <a:gdLst>
                <a:gd name="connsiteX0" fmla="*/ 18208 w 128019"/>
                <a:gd name="connsiteY0" fmla="*/ 89466 h 128036"/>
                <a:gd name="connsiteX1" fmla="*/ 13388 w 128019"/>
                <a:gd name="connsiteY1" fmla="*/ 103393 h 128036"/>
                <a:gd name="connsiteX2" fmla="*/ 24075 w 128019"/>
                <a:gd name="connsiteY2" fmla="*/ 114109 h 128036"/>
                <a:gd name="connsiteX3" fmla="*/ 38003 w 128019"/>
                <a:gd name="connsiteY3" fmla="*/ 109823 h 128036"/>
                <a:gd name="connsiteX4" fmla="*/ 49815 w 128019"/>
                <a:gd name="connsiteY4" fmla="*/ 114643 h 128036"/>
                <a:gd name="connsiteX5" fmla="*/ 56233 w 128019"/>
                <a:gd name="connsiteY5" fmla="*/ 128036 h 128036"/>
                <a:gd name="connsiteX6" fmla="*/ 71229 w 128019"/>
                <a:gd name="connsiteY6" fmla="*/ 128036 h 128036"/>
                <a:gd name="connsiteX7" fmla="*/ 77124 w 128019"/>
                <a:gd name="connsiteY7" fmla="*/ 115178 h 128036"/>
                <a:gd name="connsiteX8" fmla="*/ 88937 w 128019"/>
                <a:gd name="connsiteY8" fmla="*/ 110357 h 128036"/>
                <a:gd name="connsiteX9" fmla="*/ 102859 w 128019"/>
                <a:gd name="connsiteY9" fmla="*/ 115178 h 128036"/>
                <a:gd name="connsiteX10" fmla="*/ 113546 w 128019"/>
                <a:gd name="connsiteY10" fmla="*/ 104490 h 128036"/>
                <a:gd name="connsiteX11" fmla="*/ 109277 w 128019"/>
                <a:gd name="connsiteY11" fmla="*/ 90534 h 128036"/>
                <a:gd name="connsiteX12" fmla="*/ 114098 w 128019"/>
                <a:gd name="connsiteY12" fmla="*/ 78750 h 128036"/>
                <a:gd name="connsiteX13" fmla="*/ 127485 w 128019"/>
                <a:gd name="connsiteY13" fmla="*/ 72321 h 128036"/>
                <a:gd name="connsiteX14" fmla="*/ 128019 w 128019"/>
                <a:gd name="connsiteY14" fmla="*/ 56250 h 128036"/>
                <a:gd name="connsiteX15" fmla="*/ 114615 w 128019"/>
                <a:gd name="connsiteY15" fmla="*/ 49849 h 128036"/>
                <a:gd name="connsiteX16" fmla="*/ 109794 w 128019"/>
                <a:gd name="connsiteY16" fmla="*/ 38036 h 128036"/>
                <a:gd name="connsiteX17" fmla="*/ 114615 w 128019"/>
                <a:gd name="connsiteY17" fmla="*/ 24109 h 128036"/>
                <a:gd name="connsiteX18" fmla="*/ 103928 w 128019"/>
                <a:gd name="connsiteY18" fmla="*/ 13393 h 128036"/>
                <a:gd name="connsiteX19" fmla="*/ 90000 w 128019"/>
                <a:gd name="connsiteY19" fmla="*/ 18214 h 128036"/>
                <a:gd name="connsiteX20" fmla="*/ 78216 w 128019"/>
                <a:gd name="connsiteY20" fmla="*/ 13393 h 128036"/>
                <a:gd name="connsiteX21" fmla="*/ 71792 w 128019"/>
                <a:gd name="connsiteY21" fmla="*/ 0 h 128036"/>
                <a:gd name="connsiteX22" fmla="*/ 56233 w 128019"/>
                <a:gd name="connsiteY22" fmla="*/ 0 h 128036"/>
                <a:gd name="connsiteX23" fmla="*/ 49809 w 128019"/>
                <a:gd name="connsiteY23" fmla="*/ 13393 h 128036"/>
                <a:gd name="connsiteX24" fmla="*/ 37997 w 128019"/>
                <a:gd name="connsiteY24" fmla="*/ 18214 h 128036"/>
                <a:gd name="connsiteX25" fmla="*/ 24069 w 128019"/>
                <a:gd name="connsiteY25" fmla="*/ 13393 h 128036"/>
                <a:gd name="connsiteX26" fmla="*/ 13382 w 128019"/>
                <a:gd name="connsiteY26" fmla="*/ 24109 h 128036"/>
                <a:gd name="connsiteX27" fmla="*/ 18208 w 128019"/>
                <a:gd name="connsiteY27" fmla="*/ 38036 h 128036"/>
                <a:gd name="connsiteX28" fmla="*/ 13388 w 128019"/>
                <a:gd name="connsiteY28" fmla="*/ 49821 h 128036"/>
                <a:gd name="connsiteX29" fmla="*/ 0 w 128019"/>
                <a:gd name="connsiteY29" fmla="*/ 56250 h 128036"/>
                <a:gd name="connsiteX30" fmla="*/ 0 w 128019"/>
                <a:gd name="connsiteY30" fmla="*/ 71252 h 128036"/>
                <a:gd name="connsiteX31" fmla="*/ 13388 w 128019"/>
                <a:gd name="connsiteY31" fmla="*/ 77681 h 128036"/>
                <a:gd name="connsiteX32" fmla="*/ 18208 w 128019"/>
                <a:gd name="connsiteY32" fmla="*/ 89466 h 128036"/>
                <a:gd name="connsiteX33" fmla="*/ 11250 w 128019"/>
                <a:gd name="connsiteY33" fmla="*/ 63349 h 128036"/>
                <a:gd name="connsiteX34" fmla="*/ 18259 w 128019"/>
                <a:gd name="connsiteY34" fmla="*/ 59974 h 128036"/>
                <a:gd name="connsiteX35" fmla="*/ 23023 w 128019"/>
                <a:gd name="connsiteY35" fmla="*/ 57690 h 128036"/>
                <a:gd name="connsiteX36" fmla="*/ 24300 w 128019"/>
                <a:gd name="connsiteY36" fmla="*/ 52560 h 128036"/>
                <a:gd name="connsiteX37" fmla="*/ 27979 w 128019"/>
                <a:gd name="connsiteY37" fmla="*/ 43628 h 128036"/>
                <a:gd name="connsiteX38" fmla="*/ 30510 w 128019"/>
                <a:gd name="connsiteY38" fmla="*/ 39195 h 128036"/>
                <a:gd name="connsiteX39" fmla="*/ 28823 w 128019"/>
                <a:gd name="connsiteY39" fmla="*/ 34369 h 128036"/>
                <a:gd name="connsiteX40" fmla="*/ 26303 w 128019"/>
                <a:gd name="connsiteY40" fmla="*/ 27096 h 128036"/>
                <a:gd name="connsiteX41" fmla="*/ 27056 w 128019"/>
                <a:gd name="connsiteY41" fmla="*/ 26342 h 128036"/>
                <a:gd name="connsiteX42" fmla="*/ 34329 w 128019"/>
                <a:gd name="connsiteY42" fmla="*/ 28856 h 128036"/>
                <a:gd name="connsiteX43" fmla="*/ 39156 w 128019"/>
                <a:gd name="connsiteY43" fmla="*/ 30544 h 128036"/>
                <a:gd name="connsiteX44" fmla="*/ 43588 w 128019"/>
                <a:gd name="connsiteY44" fmla="*/ 28012 h 128036"/>
                <a:gd name="connsiteX45" fmla="*/ 52521 w 128019"/>
                <a:gd name="connsiteY45" fmla="*/ 24334 h 128036"/>
                <a:gd name="connsiteX46" fmla="*/ 57645 w 128019"/>
                <a:gd name="connsiteY46" fmla="*/ 23051 h 128036"/>
                <a:gd name="connsiteX47" fmla="*/ 59934 w 128019"/>
                <a:gd name="connsiteY47" fmla="*/ 18287 h 128036"/>
                <a:gd name="connsiteX48" fmla="*/ 63309 w 128019"/>
                <a:gd name="connsiteY48" fmla="*/ 11278 h 128036"/>
                <a:gd name="connsiteX49" fmla="*/ 64682 w 128019"/>
                <a:gd name="connsiteY49" fmla="*/ 11278 h 128036"/>
                <a:gd name="connsiteX50" fmla="*/ 68057 w 128019"/>
                <a:gd name="connsiteY50" fmla="*/ 18287 h 128036"/>
                <a:gd name="connsiteX51" fmla="*/ 70346 w 128019"/>
                <a:gd name="connsiteY51" fmla="*/ 23051 h 128036"/>
                <a:gd name="connsiteX52" fmla="*/ 75471 w 128019"/>
                <a:gd name="connsiteY52" fmla="*/ 24334 h 128036"/>
                <a:gd name="connsiteX53" fmla="*/ 84403 w 128019"/>
                <a:gd name="connsiteY53" fmla="*/ 28012 h 128036"/>
                <a:gd name="connsiteX54" fmla="*/ 88836 w 128019"/>
                <a:gd name="connsiteY54" fmla="*/ 30544 h 128036"/>
                <a:gd name="connsiteX55" fmla="*/ 93662 w 128019"/>
                <a:gd name="connsiteY55" fmla="*/ 28856 h 128036"/>
                <a:gd name="connsiteX56" fmla="*/ 100935 w 128019"/>
                <a:gd name="connsiteY56" fmla="*/ 26342 h 128036"/>
                <a:gd name="connsiteX57" fmla="*/ 101683 w 128019"/>
                <a:gd name="connsiteY57" fmla="*/ 27096 h 128036"/>
                <a:gd name="connsiteX58" fmla="*/ 99152 w 128019"/>
                <a:gd name="connsiteY58" fmla="*/ 34358 h 128036"/>
                <a:gd name="connsiteX59" fmla="*/ 97464 w 128019"/>
                <a:gd name="connsiteY59" fmla="*/ 39184 h 128036"/>
                <a:gd name="connsiteX60" fmla="*/ 99996 w 128019"/>
                <a:gd name="connsiteY60" fmla="*/ 43616 h 128036"/>
                <a:gd name="connsiteX61" fmla="*/ 103674 w 128019"/>
                <a:gd name="connsiteY61" fmla="*/ 52549 h 128036"/>
                <a:gd name="connsiteX62" fmla="*/ 104951 w 128019"/>
                <a:gd name="connsiteY62" fmla="*/ 57679 h 128036"/>
                <a:gd name="connsiteX63" fmla="*/ 109716 w 128019"/>
                <a:gd name="connsiteY63" fmla="*/ 59963 h 128036"/>
                <a:gd name="connsiteX64" fmla="*/ 116466 w 128019"/>
                <a:gd name="connsiteY64" fmla="*/ 63214 h 128036"/>
                <a:gd name="connsiteX65" fmla="*/ 116404 w 128019"/>
                <a:gd name="connsiteY65" fmla="*/ 65132 h 128036"/>
                <a:gd name="connsiteX66" fmla="*/ 109159 w 128019"/>
                <a:gd name="connsiteY66" fmla="*/ 68608 h 128036"/>
                <a:gd name="connsiteX67" fmla="*/ 104394 w 128019"/>
                <a:gd name="connsiteY67" fmla="*/ 70898 h 128036"/>
                <a:gd name="connsiteX68" fmla="*/ 103112 w 128019"/>
                <a:gd name="connsiteY68" fmla="*/ 76022 h 128036"/>
                <a:gd name="connsiteX69" fmla="*/ 99439 w 128019"/>
                <a:gd name="connsiteY69" fmla="*/ 84954 h 128036"/>
                <a:gd name="connsiteX70" fmla="*/ 97020 w 128019"/>
                <a:gd name="connsiteY70" fmla="*/ 89184 h 128036"/>
                <a:gd name="connsiteX71" fmla="*/ 98454 w 128019"/>
                <a:gd name="connsiteY71" fmla="*/ 93842 h 128036"/>
                <a:gd name="connsiteX72" fmla="*/ 100749 w 128019"/>
                <a:gd name="connsiteY72" fmla="*/ 101301 h 128036"/>
                <a:gd name="connsiteX73" fmla="*/ 99804 w 128019"/>
                <a:gd name="connsiteY73" fmla="*/ 102246 h 128036"/>
                <a:gd name="connsiteX74" fmla="*/ 92537 w 128019"/>
                <a:gd name="connsiteY74" fmla="*/ 99726 h 128036"/>
                <a:gd name="connsiteX75" fmla="*/ 87711 w 128019"/>
                <a:gd name="connsiteY75" fmla="*/ 98038 h 128036"/>
                <a:gd name="connsiteX76" fmla="*/ 83273 w 128019"/>
                <a:gd name="connsiteY76" fmla="*/ 100575 h 128036"/>
                <a:gd name="connsiteX77" fmla="*/ 74346 w 128019"/>
                <a:gd name="connsiteY77" fmla="*/ 104248 h 128036"/>
                <a:gd name="connsiteX78" fmla="*/ 69098 w 128019"/>
                <a:gd name="connsiteY78" fmla="*/ 105559 h 128036"/>
                <a:gd name="connsiteX79" fmla="*/ 66847 w 128019"/>
                <a:gd name="connsiteY79" fmla="*/ 110475 h 128036"/>
                <a:gd name="connsiteX80" fmla="*/ 64013 w 128019"/>
                <a:gd name="connsiteY80" fmla="*/ 116786 h 128036"/>
                <a:gd name="connsiteX81" fmla="*/ 63315 w 128019"/>
                <a:gd name="connsiteY81" fmla="*/ 116786 h 128036"/>
                <a:gd name="connsiteX82" fmla="*/ 59940 w 128019"/>
                <a:gd name="connsiteY82" fmla="*/ 109778 h 128036"/>
                <a:gd name="connsiteX83" fmla="*/ 57651 w 128019"/>
                <a:gd name="connsiteY83" fmla="*/ 105013 h 128036"/>
                <a:gd name="connsiteX84" fmla="*/ 52526 w 128019"/>
                <a:gd name="connsiteY84" fmla="*/ 103731 h 128036"/>
                <a:gd name="connsiteX85" fmla="*/ 43594 w 128019"/>
                <a:gd name="connsiteY85" fmla="*/ 100052 h 128036"/>
                <a:gd name="connsiteX86" fmla="*/ 39364 w 128019"/>
                <a:gd name="connsiteY86" fmla="*/ 97633 h 128036"/>
                <a:gd name="connsiteX87" fmla="*/ 34706 w 128019"/>
                <a:gd name="connsiteY87" fmla="*/ 99068 h 128036"/>
                <a:gd name="connsiteX88" fmla="*/ 27253 w 128019"/>
                <a:gd name="connsiteY88" fmla="*/ 101363 h 128036"/>
                <a:gd name="connsiteX89" fmla="*/ 26308 w 128019"/>
                <a:gd name="connsiteY89" fmla="*/ 100418 h 128036"/>
                <a:gd name="connsiteX90" fmla="*/ 28839 w 128019"/>
                <a:gd name="connsiteY90" fmla="*/ 93161 h 128036"/>
                <a:gd name="connsiteX91" fmla="*/ 30527 w 128019"/>
                <a:gd name="connsiteY91" fmla="*/ 88335 h 128036"/>
                <a:gd name="connsiteX92" fmla="*/ 27996 w 128019"/>
                <a:gd name="connsiteY92" fmla="*/ 83903 h 128036"/>
                <a:gd name="connsiteX93" fmla="*/ 24317 w 128019"/>
                <a:gd name="connsiteY93" fmla="*/ 74970 h 128036"/>
                <a:gd name="connsiteX94" fmla="*/ 23040 w 128019"/>
                <a:gd name="connsiteY94" fmla="*/ 69840 h 128036"/>
                <a:gd name="connsiteX95" fmla="*/ 18276 w 128019"/>
                <a:gd name="connsiteY95" fmla="*/ 67556 h 128036"/>
                <a:gd name="connsiteX96" fmla="*/ 11267 w 128019"/>
                <a:gd name="connsiteY96" fmla="*/ 64181 h 128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128019" h="128036">
                  <a:moveTo>
                    <a:pt x="18208" y="89466"/>
                  </a:moveTo>
                  <a:lnTo>
                    <a:pt x="13388" y="103393"/>
                  </a:lnTo>
                  <a:lnTo>
                    <a:pt x="24075" y="114109"/>
                  </a:lnTo>
                  <a:lnTo>
                    <a:pt x="38003" y="109823"/>
                  </a:lnTo>
                  <a:cubicBezTo>
                    <a:pt x="41693" y="111977"/>
                    <a:pt x="45670" y="113601"/>
                    <a:pt x="49815" y="114643"/>
                  </a:cubicBezTo>
                  <a:lnTo>
                    <a:pt x="56233" y="128036"/>
                  </a:lnTo>
                  <a:lnTo>
                    <a:pt x="71229" y="128036"/>
                  </a:lnTo>
                  <a:lnTo>
                    <a:pt x="77124" y="115178"/>
                  </a:lnTo>
                  <a:cubicBezTo>
                    <a:pt x="81269" y="114135"/>
                    <a:pt x="85246" y="112512"/>
                    <a:pt x="88937" y="110357"/>
                  </a:cubicBezTo>
                  <a:lnTo>
                    <a:pt x="102859" y="115178"/>
                  </a:lnTo>
                  <a:lnTo>
                    <a:pt x="113546" y="104490"/>
                  </a:lnTo>
                  <a:lnTo>
                    <a:pt x="109277" y="90534"/>
                  </a:lnTo>
                  <a:cubicBezTo>
                    <a:pt x="111428" y="86852"/>
                    <a:pt x="113051" y="82885"/>
                    <a:pt x="114098" y="78750"/>
                  </a:cubicBezTo>
                  <a:lnTo>
                    <a:pt x="127485" y="72321"/>
                  </a:lnTo>
                  <a:lnTo>
                    <a:pt x="128019" y="56250"/>
                  </a:lnTo>
                  <a:lnTo>
                    <a:pt x="114615" y="49849"/>
                  </a:lnTo>
                  <a:cubicBezTo>
                    <a:pt x="113570" y="45705"/>
                    <a:pt x="111947" y="41728"/>
                    <a:pt x="109794" y="38036"/>
                  </a:cubicBezTo>
                  <a:lnTo>
                    <a:pt x="114615" y="24109"/>
                  </a:lnTo>
                  <a:lnTo>
                    <a:pt x="103928" y="13393"/>
                  </a:lnTo>
                  <a:lnTo>
                    <a:pt x="90000" y="18214"/>
                  </a:lnTo>
                  <a:cubicBezTo>
                    <a:pt x="86317" y="16063"/>
                    <a:pt x="82350" y="14440"/>
                    <a:pt x="78216" y="13393"/>
                  </a:cubicBezTo>
                  <a:lnTo>
                    <a:pt x="71792" y="0"/>
                  </a:lnTo>
                  <a:lnTo>
                    <a:pt x="56233" y="0"/>
                  </a:lnTo>
                  <a:lnTo>
                    <a:pt x="49809" y="13393"/>
                  </a:lnTo>
                  <a:cubicBezTo>
                    <a:pt x="45665" y="14438"/>
                    <a:pt x="41689" y="16061"/>
                    <a:pt x="37997" y="18214"/>
                  </a:cubicBezTo>
                  <a:lnTo>
                    <a:pt x="24069" y="13393"/>
                  </a:lnTo>
                  <a:lnTo>
                    <a:pt x="13382" y="24109"/>
                  </a:lnTo>
                  <a:lnTo>
                    <a:pt x="18208" y="38036"/>
                  </a:lnTo>
                  <a:cubicBezTo>
                    <a:pt x="16055" y="41718"/>
                    <a:pt x="14433" y="45686"/>
                    <a:pt x="13388" y="49821"/>
                  </a:cubicBezTo>
                  <a:lnTo>
                    <a:pt x="0" y="56250"/>
                  </a:lnTo>
                  <a:lnTo>
                    <a:pt x="0" y="71252"/>
                  </a:lnTo>
                  <a:lnTo>
                    <a:pt x="13388" y="77681"/>
                  </a:lnTo>
                  <a:cubicBezTo>
                    <a:pt x="14433" y="81816"/>
                    <a:pt x="16055" y="85784"/>
                    <a:pt x="18208" y="89466"/>
                  </a:cubicBezTo>
                  <a:close/>
                  <a:moveTo>
                    <a:pt x="11250" y="63349"/>
                  </a:moveTo>
                  <a:lnTo>
                    <a:pt x="18259" y="59974"/>
                  </a:lnTo>
                  <a:lnTo>
                    <a:pt x="23023" y="57690"/>
                  </a:lnTo>
                  <a:lnTo>
                    <a:pt x="24300" y="52560"/>
                  </a:lnTo>
                  <a:cubicBezTo>
                    <a:pt x="25094" y="49422"/>
                    <a:pt x="26333" y="46414"/>
                    <a:pt x="27979" y="43628"/>
                  </a:cubicBezTo>
                  <a:lnTo>
                    <a:pt x="30510" y="39195"/>
                  </a:lnTo>
                  <a:lnTo>
                    <a:pt x="28823" y="34369"/>
                  </a:lnTo>
                  <a:lnTo>
                    <a:pt x="26303" y="27096"/>
                  </a:lnTo>
                  <a:lnTo>
                    <a:pt x="27056" y="26342"/>
                  </a:lnTo>
                  <a:lnTo>
                    <a:pt x="34329" y="28856"/>
                  </a:lnTo>
                  <a:lnTo>
                    <a:pt x="39156" y="30544"/>
                  </a:lnTo>
                  <a:lnTo>
                    <a:pt x="43588" y="28012"/>
                  </a:lnTo>
                  <a:cubicBezTo>
                    <a:pt x="46375" y="26368"/>
                    <a:pt x="49384" y="25129"/>
                    <a:pt x="52521" y="24334"/>
                  </a:cubicBezTo>
                  <a:lnTo>
                    <a:pt x="57645" y="23051"/>
                  </a:lnTo>
                  <a:lnTo>
                    <a:pt x="59934" y="18287"/>
                  </a:lnTo>
                  <a:lnTo>
                    <a:pt x="63309" y="11278"/>
                  </a:lnTo>
                  <a:lnTo>
                    <a:pt x="64682" y="11278"/>
                  </a:lnTo>
                  <a:lnTo>
                    <a:pt x="68057" y="18287"/>
                  </a:lnTo>
                  <a:lnTo>
                    <a:pt x="70346" y="23051"/>
                  </a:lnTo>
                  <a:lnTo>
                    <a:pt x="75471" y="24334"/>
                  </a:lnTo>
                  <a:cubicBezTo>
                    <a:pt x="78608" y="25129"/>
                    <a:pt x="81616" y="26368"/>
                    <a:pt x="84403" y="28012"/>
                  </a:cubicBezTo>
                  <a:lnTo>
                    <a:pt x="88836" y="30544"/>
                  </a:lnTo>
                  <a:lnTo>
                    <a:pt x="93662" y="28856"/>
                  </a:lnTo>
                  <a:lnTo>
                    <a:pt x="100935" y="26342"/>
                  </a:lnTo>
                  <a:lnTo>
                    <a:pt x="101683" y="27096"/>
                  </a:lnTo>
                  <a:lnTo>
                    <a:pt x="99152" y="34358"/>
                  </a:lnTo>
                  <a:lnTo>
                    <a:pt x="97464" y="39184"/>
                  </a:lnTo>
                  <a:lnTo>
                    <a:pt x="99996" y="43616"/>
                  </a:lnTo>
                  <a:cubicBezTo>
                    <a:pt x="101638" y="46405"/>
                    <a:pt x="102877" y="49412"/>
                    <a:pt x="103674" y="52549"/>
                  </a:cubicBezTo>
                  <a:lnTo>
                    <a:pt x="104951" y="57679"/>
                  </a:lnTo>
                  <a:lnTo>
                    <a:pt x="109716" y="59963"/>
                  </a:lnTo>
                  <a:lnTo>
                    <a:pt x="116466" y="63214"/>
                  </a:lnTo>
                  <a:lnTo>
                    <a:pt x="116404" y="65132"/>
                  </a:lnTo>
                  <a:lnTo>
                    <a:pt x="109159" y="68608"/>
                  </a:lnTo>
                  <a:lnTo>
                    <a:pt x="104394" y="70898"/>
                  </a:lnTo>
                  <a:lnTo>
                    <a:pt x="103112" y="76022"/>
                  </a:lnTo>
                  <a:cubicBezTo>
                    <a:pt x="102321" y="79160"/>
                    <a:pt x="101084" y="82168"/>
                    <a:pt x="99439" y="84954"/>
                  </a:cubicBezTo>
                  <a:lnTo>
                    <a:pt x="97020" y="89184"/>
                  </a:lnTo>
                  <a:lnTo>
                    <a:pt x="98454" y="93842"/>
                  </a:lnTo>
                  <a:lnTo>
                    <a:pt x="100749" y="101301"/>
                  </a:lnTo>
                  <a:lnTo>
                    <a:pt x="99804" y="102246"/>
                  </a:lnTo>
                  <a:lnTo>
                    <a:pt x="92537" y="99726"/>
                  </a:lnTo>
                  <a:lnTo>
                    <a:pt x="87711" y="98038"/>
                  </a:lnTo>
                  <a:lnTo>
                    <a:pt x="83273" y="100575"/>
                  </a:lnTo>
                  <a:cubicBezTo>
                    <a:pt x="80486" y="102217"/>
                    <a:pt x="77480" y="103453"/>
                    <a:pt x="74346" y="104248"/>
                  </a:cubicBezTo>
                  <a:lnTo>
                    <a:pt x="69098" y="105559"/>
                  </a:lnTo>
                  <a:lnTo>
                    <a:pt x="66847" y="110475"/>
                  </a:lnTo>
                  <a:lnTo>
                    <a:pt x="64013" y="116786"/>
                  </a:lnTo>
                  <a:lnTo>
                    <a:pt x="63315" y="116786"/>
                  </a:lnTo>
                  <a:lnTo>
                    <a:pt x="59940" y="109778"/>
                  </a:lnTo>
                  <a:lnTo>
                    <a:pt x="57651" y="105013"/>
                  </a:lnTo>
                  <a:lnTo>
                    <a:pt x="52526" y="103731"/>
                  </a:lnTo>
                  <a:cubicBezTo>
                    <a:pt x="49389" y="102936"/>
                    <a:pt x="46380" y="101698"/>
                    <a:pt x="43594" y="100052"/>
                  </a:cubicBezTo>
                  <a:lnTo>
                    <a:pt x="39364" y="97633"/>
                  </a:lnTo>
                  <a:lnTo>
                    <a:pt x="34706" y="99068"/>
                  </a:lnTo>
                  <a:lnTo>
                    <a:pt x="27253" y="101363"/>
                  </a:lnTo>
                  <a:lnTo>
                    <a:pt x="26308" y="100418"/>
                  </a:lnTo>
                  <a:lnTo>
                    <a:pt x="28839" y="93161"/>
                  </a:lnTo>
                  <a:lnTo>
                    <a:pt x="30527" y="88335"/>
                  </a:lnTo>
                  <a:lnTo>
                    <a:pt x="27996" y="83903"/>
                  </a:lnTo>
                  <a:cubicBezTo>
                    <a:pt x="26351" y="81115"/>
                    <a:pt x="25112" y="78107"/>
                    <a:pt x="24317" y="74970"/>
                  </a:cubicBezTo>
                  <a:lnTo>
                    <a:pt x="23040" y="69840"/>
                  </a:lnTo>
                  <a:lnTo>
                    <a:pt x="18276" y="67556"/>
                  </a:lnTo>
                  <a:lnTo>
                    <a:pt x="11267" y="64181"/>
                  </a:lnTo>
                  <a:close/>
                </a:path>
              </a:pathLst>
            </a:custGeom>
            <a:solidFill>
              <a:schemeClr val="accent4"/>
            </a:solidFill>
            <a:ln w="5556" cap="flat">
              <a:noFill/>
              <a:prstDash val="solid"/>
              <a:miter/>
            </a:ln>
          </p:spPr>
          <p:txBody>
            <a:bodyPr rtlCol="0" anchor="ctr"/>
            <a:lstStyle/>
            <a:p>
              <a:endParaRPr lang="de-DE"/>
            </a:p>
          </p:txBody>
        </p:sp>
        <p:sp>
          <p:nvSpPr>
            <p:cNvPr id="304" name="Freihandform 303">
              <a:extLst>
                <a:ext uri="{FF2B5EF4-FFF2-40B4-BE49-F238E27FC236}">
                  <a16:creationId xmlns:a16="http://schemas.microsoft.com/office/drawing/2014/main" id="{4C60D950-9829-5394-BCC2-9D6A3CF5B805}"/>
                </a:ext>
              </a:extLst>
            </p:cNvPr>
            <p:cNvSpPr/>
            <p:nvPr/>
          </p:nvSpPr>
          <p:spPr>
            <a:xfrm>
              <a:off x="-499002" y="5480623"/>
              <a:ext cx="128008" cy="127501"/>
            </a:xfrm>
            <a:custGeom>
              <a:avLst/>
              <a:gdLst>
                <a:gd name="connsiteX0" fmla="*/ 18208 w 128008"/>
                <a:gd name="connsiteY0" fmla="*/ 89466 h 127501"/>
                <a:gd name="connsiteX1" fmla="*/ 13388 w 128008"/>
                <a:gd name="connsiteY1" fmla="*/ 103393 h 127501"/>
                <a:gd name="connsiteX2" fmla="*/ 24075 w 128008"/>
                <a:gd name="connsiteY2" fmla="*/ 114109 h 127501"/>
                <a:gd name="connsiteX3" fmla="*/ 38003 w 128008"/>
                <a:gd name="connsiteY3" fmla="*/ 109288 h 127501"/>
                <a:gd name="connsiteX4" fmla="*/ 49787 w 128008"/>
                <a:gd name="connsiteY4" fmla="*/ 114109 h 127501"/>
                <a:gd name="connsiteX5" fmla="*/ 56211 w 128008"/>
                <a:gd name="connsiteY5" fmla="*/ 127502 h 127501"/>
                <a:gd name="connsiteX6" fmla="*/ 71207 w 128008"/>
                <a:gd name="connsiteY6" fmla="*/ 127502 h 127501"/>
                <a:gd name="connsiteX7" fmla="*/ 77636 w 128008"/>
                <a:gd name="connsiteY7" fmla="*/ 114643 h 127501"/>
                <a:gd name="connsiteX8" fmla="*/ 89449 w 128008"/>
                <a:gd name="connsiteY8" fmla="*/ 109822 h 127501"/>
                <a:gd name="connsiteX9" fmla="*/ 103371 w 128008"/>
                <a:gd name="connsiteY9" fmla="*/ 114643 h 127501"/>
                <a:gd name="connsiteX10" fmla="*/ 114086 w 128008"/>
                <a:gd name="connsiteY10" fmla="*/ 103928 h 127501"/>
                <a:gd name="connsiteX11" fmla="*/ 109266 w 128008"/>
                <a:gd name="connsiteY11" fmla="*/ 90000 h 127501"/>
                <a:gd name="connsiteX12" fmla="*/ 114621 w 128008"/>
                <a:gd name="connsiteY12" fmla="*/ 78216 h 127501"/>
                <a:gd name="connsiteX13" fmla="*/ 128008 w 128008"/>
                <a:gd name="connsiteY13" fmla="*/ 71786 h 127501"/>
                <a:gd name="connsiteX14" fmla="*/ 128008 w 128008"/>
                <a:gd name="connsiteY14" fmla="*/ 55716 h 127501"/>
                <a:gd name="connsiteX15" fmla="*/ 114621 w 128008"/>
                <a:gd name="connsiteY15" fmla="*/ 49286 h 127501"/>
                <a:gd name="connsiteX16" fmla="*/ 109800 w 128008"/>
                <a:gd name="connsiteY16" fmla="*/ 37502 h 127501"/>
                <a:gd name="connsiteX17" fmla="*/ 114621 w 128008"/>
                <a:gd name="connsiteY17" fmla="*/ 23569 h 127501"/>
                <a:gd name="connsiteX18" fmla="*/ 103933 w 128008"/>
                <a:gd name="connsiteY18" fmla="*/ 12881 h 127501"/>
                <a:gd name="connsiteX19" fmla="*/ 90006 w 128008"/>
                <a:gd name="connsiteY19" fmla="*/ 17702 h 127501"/>
                <a:gd name="connsiteX20" fmla="*/ 78221 w 128008"/>
                <a:gd name="connsiteY20" fmla="*/ 12881 h 127501"/>
                <a:gd name="connsiteX21" fmla="*/ 71769 w 128008"/>
                <a:gd name="connsiteY21" fmla="*/ 0 h 127501"/>
                <a:gd name="connsiteX22" fmla="*/ 56773 w 128008"/>
                <a:gd name="connsiteY22" fmla="*/ 0 h 127501"/>
                <a:gd name="connsiteX23" fmla="*/ 50344 w 128008"/>
                <a:gd name="connsiteY23" fmla="*/ 13393 h 127501"/>
                <a:gd name="connsiteX24" fmla="*/ 38531 w 128008"/>
                <a:gd name="connsiteY24" fmla="*/ 18214 h 127501"/>
                <a:gd name="connsiteX25" fmla="*/ 24609 w 128008"/>
                <a:gd name="connsiteY25" fmla="*/ 13393 h 127501"/>
                <a:gd name="connsiteX26" fmla="*/ 13922 w 128008"/>
                <a:gd name="connsiteY26" fmla="*/ 24109 h 127501"/>
                <a:gd name="connsiteX27" fmla="*/ 18208 w 128008"/>
                <a:gd name="connsiteY27" fmla="*/ 38036 h 127501"/>
                <a:gd name="connsiteX28" fmla="*/ 13388 w 128008"/>
                <a:gd name="connsiteY28" fmla="*/ 49821 h 127501"/>
                <a:gd name="connsiteX29" fmla="*/ 0 w 128008"/>
                <a:gd name="connsiteY29" fmla="*/ 56250 h 127501"/>
                <a:gd name="connsiteX30" fmla="*/ 0 w 128008"/>
                <a:gd name="connsiteY30" fmla="*/ 71252 h 127501"/>
                <a:gd name="connsiteX31" fmla="*/ 13388 w 128008"/>
                <a:gd name="connsiteY31" fmla="*/ 77681 h 127501"/>
                <a:gd name="connsiteX32" fmla="*/ 18208 w 128008"/>
                <a:gd name="connsiteY32" fmla="*/ 89466 h 127501"/>
                <a:gd name="connsiteX33" fmla="*/ 11250 w 128008"/>
                <a:gd name="connsiteY33" fmla="*/ 63326 h 127501"/>
                <a:gd name="connsiteX34" fmla="*/ 18259 w 128008"/>
                <a:gd name="connsiteY34" fmla="*/ 59951 h 127501"/>
                <a:gd name="connsiteX35" fmla="*/ 23023 w 128008"/>
                <a:gd name="connsiteY35" fmla="*/ 57668 h 127501"/>
                <a:gd name="connsiteX36" fmla="*/ 24300 w 128008"/>
                <a:gd name="connsiteY36" fmla="*/ 52538 h 127501"/>
                <a:gd name="connsiteX37" fmla="*/ 27979 w 128008"/>
                <a:gd name="connsiteY37" fmla="*/ 43605 h 127501"/>
                <a:gd name="connsiteX38" fmla="*/ 30392 w 128008"/>
                <a:gd name="connsiteY38" fmla="*/ 39375 h 127501"/>
                <a:gd name="connsiteX39" fmla="*/ 28963 w 128008"/>
                <a:gd name="connsiteY39" fmla="*/ 34718 h 127501"/>
                <a:gd name="connsiteX40" fmla="*/ 26668 w 128008"/>
                <a:gd name="connsiteY40" fmla="*/ 27259 h 127501"/>
                <a:gd name="connsiteX41" fmla="*/ 27613 w 128008"/>
                <a:gd name="connsiteY41" fmla="*/ 26319 h 127501"/>
                <a:gd name="connsiteX42" fmla="*/ 34881 w 128008"/>
                <a:gd name="connsiteY42" fmla="*/ 28834 h 127501"/>
                <a:gd name="connsiteX43" fmla="*/ 39707 w 128008"/>
                <a:gd name="connsiteY43" fmla="*/ 30521 h 127501"/>
                <a:gd name="connsiteX44" fmla="*/ 44145 w 128008"/>
                <a:gd name="connsiteY44" fmla="*/ 27990 h 127501"/>
                <a:gd name="connsiteX45" fmla="*/ 53072 w 128008"/>
                <a:gd name="connsiteY45" fmla="*/ 24311 h 127501"/>
                <a:gd name="connsiteX46" fmla="*/ 58202 w 128008"/>
                <a:gd name="connsiteY46" fmla="*/ 23029 h 127501"/>
                <a:gd name="connsiteX47" fmla="*/ 60486 w 128008"/>
                <a:gd name="connsiteY47" fmla="*/ 18264 h 127501"/>
                <a:gd name="connsiteX48" fmla="*/ 63861 w 128008"/>
                <a:gd name="connsiteY48" fmla="*/ 11256 h 127501"/>
                <a:gd name="connsiteX49" fmla="*/ 64828 w 128008"/>
                <a:gd name="connsiteY49" fmla="*/ 11256 h 127501"/>
                <a:gd name="connsiteX50" fmla="*/ 68147 w 128008"/>
                <a:gd name="connsiteY50" fmla="*/ 17893 h 127501"/>
                <a:gd name="connsiteX51" fmla="*/ 70453 w 128008"/>
                <a:gd name="connsiteY51" fmla="*/ 22500 h 127501"/>
                <a:gd name="connsiteX52" fmla="*/ 75471 w 128008"/>
                <a:gd name="connsiteY52" fmla="*/ 23754 h 127501"/>
                <a:gd name="connsiteX53" fmla="*/ 84403 w 128008"/>
                <a:gd name="connsiteY53" fmla="*/ 27427 h 127501"/>
                <a:gd name="connsiteX54" fmla="*/ 88836 w 128008"/>
                <a:gd name="connsiteY54" fmla="*/ 29964 h 127501"/>
                <a:gd name="connsiteX55" fmla="*/ 93662 w 128008"/>
                <a:gd name="connsiteY55" fmla="*/ 28277 h 127501"/>
                <a:gd name="connsiteX56" fmla="*/ 100935 w 128008"/>
                <a:gd name="connsiteY56" fmla="*/ 25757 h 127501"/>
                <a:gd name="connsiteX57" fmla="*/ 101683 w 128008"/>
                <a:gd name="connsiteY57" fmla="*/ 26511 h 127501"/>
                <a:gd name="connsiteX58" fmla="*/ 99141 w 128008"/>
                <a:gd name="connsiteY58" fmla="*/ 33823 h 127501"/>
                <a:gd name="connsiteX59" fmla="*/ 97453 w 128008"/>
                <a:gd name="connsiteY59" fmla="*/ 38644 h 127501"/>
                <a:gd name="connsiteX60" fmla="*/ 99984 w 128008"/>
                <a:gd name="connsiteY60" fmla="*/ 43082 h 127501"/>
                <a:gd name="connsiteX61" fmla="*/ 103663 w 128008"/>
                <a:gd name="connsiteY61" fmla="*/ 52014 h 127501"/>
                <a:gd name="connsiteX62" fmla="*/ 104940 w 128008"/>
                <a:gd name="connsiteY62" fmla="*/ 57139 h 127501"/>
                <a:gd name="connsiteX63" fmla="*/ 109704 w 128008"/>
                <a:gd name="connsiteY63" fmla="*/ 59428 h 127501"/>
                <a:gd name="connsiteX64" fmla="*/ 116713 w 128008"/>
                <a:gd name="connsiteY64" fmla="*/ 62803 h 127501"/>
                <a:gd name="connsiteX65" fmla="*/ 116713 w 128008"/>
                <a:gd name="connsiteY65" fmla="*/ 64688 h 127501"/>
                <a:gd name="connsiteX66" fmla="*/ 109704 w 128008"/>
                <a:gd name="connsiteY66" fmla="*/ 68063 h 127501"/>
                <a:gd name="connsiteX67" fmla="*/ 104940 w 128008"/>
                <a:gd name="connsiteY67" fmla="*/ 70346 h 127501"/>
                <a:gd name="connsiteX68" fmla="*/ 103663 w 128008"/>
                <a:gd name="connsiteY68" fmla="*/ 75476 h 127501"/>
                <a:gd name="connsiteX69" fmla="*/ 99450 w 128008"/>
                <a:gd name="connsiteY69" fmla="*/ 84409 h 127501"/>
                <a:gd name="connsiteX70" fmla="*/ 96919 w 128008"/>
                <a:gd name="connsiteY70" fmla="*/ 88841 h 127501"/>
                <a:gd name="connsiteX71" fmla="*/ 98606 w 128008"/>
                <a:gd name="connsiteY71" fmla="*/ 93668 h 127501"/>
                <a:gd name="connsiteX72" fmla="*/ 101121 w 128008"/>
                <a:gd name="connsiteY72" fmla="*/ 100941 h 127501"/>
                <a:gd name="connsiteX73" fmla="*/ 100367 w 128008"/>
                <a:gd name="connsiteY73" fmla="*/ 101694 h 127501"/>
                <a:gd name="connsiteX74" fmla="*/ 93099 w 128008"/>
                <a:gd name="connsiteY74" fmla="*/ 99180 h 127501"/>
                <a:gd name="connsiteX75" fmla="*/ 88273 w 128008"/>
                <a:gd name="connsiteY75" fmla="*/ 97493 h 127501"/>
                <a:gd name="connsiteX76" fmla="*/ 83835 w 128008"/>
                <a:gd name="connsiteY76" fmla="*/ 100024 h 127501"/>
                <a:gd name="connsiteX77" fmla="*/ 74908 w 128008"/>
                <a:gd name="connsiteY77" fmla="*/ 103703 h 127501"/>
                <a:gd name="connsiteX78" fmla="*/ 69885 w 128008"/>
                <a:gd name="connsiteY78" fmla="*/ 104957 h 127501"/>
                <a:gd name="connsiteX79" fmla="*/ 67573 w 128008"/>
                <a:gd name="connsiteY79" fmla="*/ 109586 h 127501"/>
                <a:gd name="connsiteX80" fmla="*/ 64254 w 128008"/>
                <a:gd name="connsiteY80" fmla="*/ 116224 h 127501"/>
                <a:gd name="connsiteX81" fmla="*/ 63292 w 128008"/>
                <a:gd name="connsiteY81" fmla="*/ 116224 h 127501"/>
                <a:gd name="connsiteX82" fmla="*/ 59918 w 128008"/>
                <a:gd name="connsiteY82" fmla="*/ 109209 h 127501"/>
                <a:gd name="connsiteX83" fmla="*/ 57628 w 128008"/>
                <a:gd name="connsiteY83" fmla="*/ 104445 h 127501"/>
                <a:gd name="connsiteX84" fmla="*/ 52504 w 128008"/>
                <a:gd name="connsiteY84" fmla="*/ 103163 h 127501"/>
                <a:gd name="connsiteX85" fmla="*/ 43571 w 128008"/>
                <a:gd name="connsiteY85" fmla="*/ 99489 h 127501"/>
                <a:gd name="connsiteX86" fmla="*/ 39139 w 128008"/>
                <a:gd name="connsiteY86" fmla="*/ 96958 h 127501"/>
                <a:gd name="connsiteX87" fmla="*/ 34312 w 128008"/>
                <a:gd name="connsiteY87" fmla="*/ 98646 h 127501"/>
                <a:gd name="connsiteX88" fmla="*/ 27039 w 128008"/>
                <a:gd name="connsiteY88" fmla="*/ 101160 h 127501"/>
                <a:gd name="connsiteX89" fmla="*/ 26291 w 128008"/>
                <a:gd name="connsiteY89" fmla="*/ 100406 h 127501"/>
                <a:gd name="connsiteX90" fmla="*/ 28806 w 128008"/>
                <a:gd name="connsiteY90" fmla="*/ 93133 h 127501"/>
                <a:gd name="connsiteX91" fmla="*/ 30493 w 128008"/>
                <a:gd name="connsiteY91" fmla="*/ 88307 h 127501"/>
                <a:gd name="connsiteX92" fmla="*/ 27962 w 128008"/>
                <a:gd name="connsiteY92" fmla="*/ 83874 h 127501"/>
                <a:gd name="connsiteX93" fmla="*/ 24283 w 128008"/>
                <a:gd name="connsiteY93" fmla="*/ 74942 h 127501"/>
                <a:gd name="connsiteX94" fmla="*/ 23006 w 128008"/>
                <a:gd name="connsiteY94" fmla="*/ 69812 h 127501"/>
                <a:gd name="connsiteX95" fmla="*/ 18242 w 128008"/>
                <a:gd name="connsiteY95" fmla="*/ 67528 h 127501"/>
                <a:gd name="connsiteX96" fmla="*/ 11233 w 128008"/>
                <a:gd name="connsiteY96" fmla="*/ 64153 h 12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128008" h="127501">
                  <a:moveTo>
                    <a:pt x="18208" y="89466"/>
                  </a:moveTo>
                  <a:lnTo>
                    <a:pt x="13388" y="103393"/>
                  </a:lnTo>
                  <a:lnTo>
                    <a:pt x="24075" y="114109"/>
                  </a:lnTo>
                  <a:lnTo>
                    <a:pt x="38003" y="109288"/>
                  </a:lnTo>
                  <a:cubicBezTo>
                    <a:pt x="41686" y="111439"/>
                    <a:pt x="45653" y="113061"/>
                    <a:pt x="49787" y="114109"/>
                  </a:cubicBezTo>
                  <a:lnTo>
                    <a:pt x="56211" y="127502"/>
                  </a:lnTo>
                  <a:lnTo>
                    <a:pt x="71207" y="127502"/>
                  </a:lnTo>
                  <a:lnTo>
                    <a:pt x="77636" y="114643"/>
                  </a:lnTo>
                  <a:cubicBezTo>
                    <a:pt x="81780" y="113598"/>
                    <a:pt x="85757" y="111975"/>
                    <a:pt x="89449" y="109822"/>
                  </a:cubicBezTo>
                  <a:lnTo>
                    <a:pt x="103371" y="114643"/>
                  </a:lnTo>
                  <a:lnTo>
                    <a:pt x="114086" y="103928"/>
                  </a:lnTo>
                  <a:lnTo>
                    <a:pt x="109266" y="90000"/>
                  </a:lnTo>
                  <a:cubicBezTo>
                    <a:pt x="111585" y="86338"/>
                    <a:pt x="113388" y="82372"/>
                    <a:pt x="114621" y="78216"/>
                  </a:cubicBezTo>
                  <a:lnTo>
                    <a:pt x="128008" y="71786"/>
                  </a:lnTo>
                  <a:lnTo>
                    <a:pt x="128008" y="55716"/>
                  </a:lnTo>
                  <a:lnTo>
                    <a:pt x="114621" y="49286"/>
                  </a:lnTo>
                  <a:cubicBezTo>
                    <a:pt x="113574" y="45151"/>
                    <a:pt x="111952" y="41185"/>
                    <a:pt x="109800" y="37502"/>
                  </a:cubicBezTo>
                  <a:lnTo>
                    <a:pt x="114621" y="23569"/>
                  </a:lnTo>
                  <a:lnTo>
                    <a:pt x="103933" y="12881"/>
                  </a:lnTo>
                  <a:lnTo>
                    <a:pt x="90006" y="17702"/>
                  </a:lnTo>
                  <a:cubicBezTo>
                    <a:pt x="86324" y="15549"/>
                    <a:pt x="82356" y="13926"/>
                    <a:pt x="78221" y="12881"/>
                  </a:cubicBezTo>
                  <a:lnTo>
                    <a:pt x="71769" y="0"/>
                  </a:lnTo>
                  <a:lnTo>
                    <a:pt x="56773" y="0"/>
                  </a:lnTo>
                  <a:lnTo>
                    <a:pt x="50344" y="13393"/>
                  </a:lnTo>
                  <a:cubicBezTo>
                    <a:pt x="46199" y="14435"/>
                    <a:pt x="42222" y="16059"/>
                    <a:pt x="38531" y="18214"/>
                  </a:cubicBezTo>
                  <a:lnTo>
                    <a:pt x="24609" y="13393"/>
                  </a:lnTo>
                  <a:lnTo>
                    <a:pt x="13922" y="24109"/>
                  </a:lnTo>
                  <a:lnTo>
                    <a:pt x="18208" y="38036"/>
                  </a:lnTo>
                  <a:cubicBezTo>
                    <a:pt x="16058" y="41719"/>
                    <a:pt x="14435" y="45686"/>
                    <a:pt x="13388" y="49821"/>
                  </a:cubicBezTo>
                  <a:lnTo>
                    <a:pt x="0" y="56250"/>
                  </a:lnTo>
                  <a:lnTo>
                    <a:pt x="0" y="71252"/>
                  </a:lnTo>
                  <a:lnTo>
                    <a:pt x="13388" y="77681"/>
                  </a:lnTo>
                  <a:cubicBezTo>
                    <a:pt x="14436" y="81815"/>
                    <a:pt x="16059" y="85782"/>
                    <a:pt x="18208" y="89466"/>
                  </a:cubicBezTo>
                  <a:close/>
                  <a:moveTo>
                    <a:pt x="11250" y="63326"/>
                  </a:moveTo>
                  <a:lnTo>
                    <a:pt x="18259" y="59951"/>
                  </a:lnTo>
                  <a:lnTo>
                    <a:pt x="23023" y="57668"/>
                  </a:lnTo>
                  <a:lnTo>
                    <a:pt x="24300" y="52538"/>
                  </a:lnTo>
                  <a:cubicBezTo>
                    <a:pt x="25097" y="49400"/>
                    <a:pt x="26335" y="46393"/>
                    <a:pt x="27979" y="43605"/>
                  </a:cubicBezTo>
                  <a:lnTo>
                    <a:pt x="30392" y="39375"/>
                  </a:lnTo>
                  <a:lnTo>
                    <a:pt x="28963" y="34718"/>
                  </a:lnTo>
                  <a:lnTo>
                    <a:pt x="26668" y="27259"/>
                  </a:lnTo>
                  <a:lnTo>
                    <a:pt x="27613" y="26319"/>
                  </a:lnTo>
                  <a:lnTo>
                    <a:pt x="34881" y="28834"/>
                  </a:lnTo>
                  <a:lnTo>
                    <a:pt x="39707" y="30521"/>
                  </a:lnTo>
                  <a:lnTo>
                    <a:pt x="44145" y="27990"/>
                  </a:lnTo>
                  <a:cubicBezTo>
                    <a:pt x="46930" y="26344"/>
                    <a:pt x="49936" y="25105"/>
                    <a:pt x="53072" y="24311"/>
                  </a:cubicBezTo>
                  <a:lnTo>
                    <a:pt x="58202" y="23029"/>
                  </a:lnTo>
                  <a:lnTo>
                    <a:pt x="60486" y="18264"/>
                  </a:lnTo>
                  <a:lnTo>
                    <a:pt x="63861" y="11256"/>
                  </a:lnTo>
                  <a:lnTo>
                    <a:pt x="64828" y="11256"/>
                  </a:lnTo>
                  <a:lnTo>
                    <a:pt x="68147" y="17893"/>
                  </a:lnTo>
                  <a:lnTo>
                    <a:pt x="70453" y="22500"/>
                  </a:lnTo>
                  <a:lnTo>
                    <a:pt x="75471" y="23754"/>
                  </a:lnTo>
                  <a:cubicBezTo>
                    <a:pt x="78607" y="24549"/>
                    <a:pt x="81615" y="25786"/>
                    <a:pt x="84403" y="27427"/>
                  </a:cubicBezTo>
                  <a:lnTo>
                    <a:pt x="88836" y="29964"/>
                  </a:lnTo>
                  <a:lnTo>
                    <a:pt x="93662" y="28277"/>
                  </a:lnTo>
                  <a:lnTo>
                    <a:pt x="100935" y="25757"/>
                  </a:lnTo>
                  <a:lnTo>
                    <a:pt x="101683" y="26511"/>
                  </a:lnTo>
                  <a:lnTo>
                    <a:pt x="99141" y="33823"/>
                  </a:lnTo>
                  <a:lnTo>
                    <a:pt x="97453" y="38644"/>
                  </a:lnTo>
                  <a:lnTo>
                    <a:pt x="99984" y="43082"/>
                  </a:lnTo>
                  <a:cubicBezTo>
                    <a:pt x="101629" y="45870"/>
                    <a:pt x="102868" y="48877"/>
                    <a:pt x="103663" y="52014"/>
                  </a:cubicBezTo>
                  <a:lnTo>
                    <a:pt x="104940" y="57139"/>
                  </a:lnTo>
                  <a:lnTo>
                    <a:pt x="109704" y="59428"/>
                  </a:lnTo>
                  <a:lnTo>
                    <a:pt x="116713" y="62803"/>
                  </a:lnTo>
                  <a:lnTo>
                    <a:pt x="116713" y="64688"/>
                  </a:lnTo>
                  <a:lnTo>
                    <a:pt x="109704" y="68063"/>
                  </a:lnTo>
                  <a:lnTo>
                    <a:pt x="104940" y="70346"/>
                  </a:lnTo>
                  <a:lnTo>
                    <a:pt x="103663" y="75476"/>
                  </a:lnTo>
                  <a:cubicBezTo>
                    <a:pt x="102651" y="78623"/>
                    <a:pt x="101235" y="81626"/>
                    <a:pt x="99450" y="84409"/>
                  </a:cubicBezTo>
                  <a:lnTo>
                    <a:pt x="96919" y="88841"/>
                  </a:lnTo>
                  <a:lnTo>
                    <a:pt x="98606" y="93668"/>
                  </a:lnTo>
                  <a:lnTo>
                    <a:pt x="101121" y="100941"/>
                  </a:lnTo>
                  <a:lnTo>
                    <a:pt x="100367" y="101694"/>
                  </a:lnTo>
                  <a:lnTo>
                    <a:pt x="93099" y="99180"/>
                  </a:lnTo>
                  <a:lnTo>
                    <a:pt x="88273" y="97493"/>
                  </a:lnTo>
                  <a:lnTo>
                    <a:pt x="83835" y="100024"/>
                  </a:lnTo>
                  <a:cubicBezTo>
                    <a:pt x="81050" y="101670"/>
                    <a:pt x="78044" y="102908"/>
                    <a:pt x="74908" y="103703"/>
                  </a:cubicBezTo>
                  <a:lnTo>
                    <a:pt x="69885" y="104957"/>
                  </a:lnTo>
                  <a:lnTo>
                    <a:pt x="67573" y="109586"/>
                  </a:lnTo>
                  <a:lnTo>
                    <a:pt x="64254" y="116224"/>
                  </a:lnTo>
                  <a:lnTo>
                    <a:pt x="63292" y="116224"/>
                  </a:lnTo>
                  <a:lnTo>
                    <a:pt x="59918" y="109209"/>
                  </a:lnTo>
                  <a:lnTo>
                    <a:pt x="57628" y="104445"/>
                  </a:lnTo>
                  <a:lnTo>
                    <a:pt x="52504" y="103163"/>
                  </a:lnTo>
                  <a:cubicBezTo>
                    <a:pt x="49366" y="102371"/>
                    <a:pt x="46358" y="101134"/>
                    <a:pt x="43571" y="99489"/>
                  </a:cubicBezTo>
                  <a:lnTo>
                    <a:pt x="39139" y="96958"/>
                  </a:lnTo>
                  <a:lnTo>
                    <a:pt x="34312" y="98646"/>
                  </a:lnTo>
                  <a:lnTo>
                    <a:pt x="27039" y="101160"/>
                  </a:lnTo>
                  <a:lnTo>
                    <a:pt x="26291" y="100406"/>
                  </a:lnTo>
                  <a:lnTo>
                    <a:pt x="28806" y="93133"/>
                  </a:lnTo>
                  <a:lnTo>
                    <a:pt x="30493" y="88307"/>
                  </a:lnTo>
                  <a:lnTo>
                    <a:pt x="27962" y="83874"/>
                  </a:lnTo>
                  <a:cubicBezTo>
                    <a:pt x="26319" y="81086"/>
                    <a:pt x="25081" y="78078"/>
                    <a:pt x="24283" y="74942"/>
                  </a:cubicBezTo>
                  <a:lnTo>
                    <a:pt x="23006" y="69812"/>
                  </a:lnTo>
                  <a:lnTo>
                    <a:pt x="18242" y="67528"/>
                  </a:lnTo>
                  <a:lnTo>
                    <a:pt x="11233" y="64153"/>
                  </a:lnTo>
                  <a:close/>
                </a:path>
              </a:pathLst>
            </a:custGeom>
            <a:solidFill>
              <a:schemeClr val="accent4"/>
            </a:solidFill>
            <a:ln w="5556" cap="flat">
              <a:noFill/>
              <a:prstDash val="solid"/>
              <a:miter/>
            </a:ln>
          </p:spPr>
          <p:txBody>
            <a:bodyPr rtlCol="0" anchor="ctr"/>
            <a:lstStyle/>
            <a:p>
              <a:endParaRPr lang="de-DE"/>
            </a:p>
          </p:txBody>
        </p:sp>
        <p:sp>
          <p:nvSpPr>
            <p:cNvPr id="305" name="Freihandform 304">
              <a:extLst>
                <a:ext uri="{FF2B5EF4-FFF2-40B4-BE49-F238E27FC236}">
                  <a16:creationId xmlns:a16="http://schemas.microsoft.com/office/drawing/2014/main" id="{5345128C-61F2-BB65-CD5A-D06A6233EEC2}"/>
                </a:ext>
              </a:extLst>
            </p:cNvPr>
            <p:cNvSpPr/>
            <p:nvPr/>
          </p:nvSpPr>
          <p:spPr>
            <a:xfrm>
              <a:off x="-619366" y="5438855"/>
              <a:ext cx="382685" cy="454215"/>
            </a:xfrm>
            <a:custGeom>
              <a:avLst/>
              <a:gdLst>
                <a:gd name="connsiteX0" fmla="*/ 66505 w 382685"/>
                <a:gd name="connsiteY0" fmla="*/ 311863 h 454215"/>
                <a:gd name="connsiteX1" fmla="*/ 66505 w 382685"/>
                <a:gd name="connsiteY1" fmla="*/ 454215 h 454215"/>
                <a:gd name="connsiteX2" fmla="*/ 244255 w 382685"/>
                <a:gd name="connsiteY2" fmla="*/ 454215 h 454215"/>
                <a:gd name="connsiteX3" fmla="*/ 244255 w 382685"/>
                <a:gd name="connsiteY3" fmla="*/ 386715 h 454215"/>
                <a:gd name="connsiteX4" fmla="*/ 271817 w 382685"/>
                <a:gd name="connsiteY4" fmla="*/ 386715 h 454215"/>
                <a:gd name="connsiteX5" fmla="*/ 319067 w 382685"/>
                <a:gd name="connsiteY5" fmla="*/ 367028 h 454215"/>
                <a:gd name="connsiteX6" fmla="*/ 338192 w 382685"/>
                <a:gd name="connsiteY6" fmla="*/ 319215 h 454215"/>
                <a:gd name="connsiteX7" fmla="*/ 338192 w 382685"/>
                <a:gd name="connsiteY7" fmla="*/ 285465 h 454215"/>
                <a:gd name="connsiteX8" fmla="*/ 362942 w 382685"/>
                <a:gd name="connsiteY8" fmla="*/ 285465 h 454215"/>
                <a:gd name="connsiteX9" fmla="*/ 377005 w 382685"/>
                <a:gd name="connsiteY9" fmla="*/ 246090 h 454215"/>
                <a:gd name="connsiteX10" fmla="*/ 338192 w 382685"/>
                <a:gd name="connsiteY10" fmla="*/ 178590 h 454215"/>
                <a:gd name="connsiteX11" fmla="*/ 338192 w 382685"/>
                <a:gd name="connsiteY11" fmla="*/ 175778 h 454215"/>
                <a:gd name="connsiteX12" fmla="*/ 175775 w 382685"/>
                <a:gd name="connsiteY12" fmla="*/ 132 h 454215"/>
                <a:gd name="connsiteX13" fmla="*/ 130 w 382685"/>
                <a:gd name="connsiteY13" fmla="*/ 162548 h 454215"/>
                <a:gd name="connsiteX14" fmla="*/ 130 w 382685"/>
                <a:gd name="connsiteY14" fmla="*/ 175778 h 454215"/>
                <a:gd name="connsiteX15" fmla="*/ 66505 w 382685"/>
                <a:gd name="connsiteY15" fmla="*/ 311863 h 454215"/>
                <a:gd name="connsiteX16" fmla="*/ 88532 w 382685"/>
                <a:gd name="connsiteY16" fmla="*/ 33476 h 454215"/>
                <a:gd name="connsiteX17" fmla="*/ 304942 w 382685"/>
                <a:gd name="connsiteY17" fmla="*/ 88599 h 454215"/>
                <a:gd name="connsiteX18" fmla="*/ 326970 w 382685"/>
                <a:gd name="connsiteY18" fmla="*/ 175294 h 454215"/>
                <a:gd name="connsiteX19" fmla="*/ 326970 w 382685"/>
                <a:gd name="connsiteY19" fmla="*/ 181515 h 454215"/>
                <a:gd name="connsiteX20" fmla="*/ 328466 w 382685"/>
                <a:gd name="connsiteY20" fmla="*/ 184120 h 454215"/>
                <a:gd name="connsiteX21" fmla="*/ 367279 w 382685"/>
                <a:gd name="connsiteY21" fmla="*/ 251620 h 454215"/>
                <a:gd name="connsiteX22" fmla="*/ 367431 w 382685"/>
                <a:gd name="connsiteY22" fmla="*/ 251878 h 454215"/>
                <a:gd name="connsiteX23" fmla="*/ 367594 w 382685"/>
                <a:gd name="connsiteY23" fmla="*/ 252131 h 454215"/>
                <a:gd name="connsiteX24" fmla="*/ 370440 w 382685"/>
                <a:gd name="connsiteY24" fmla="*/ 267943 h 454215"/>
                <a:gd name="connsiteX25" fmla="*/ 362205 w 382685"/>
                <a:gd name="connsiteY25" fmla="*/ 274131 h 454215"/>
                <a:gd name="connsiteX26" fmla="*/ 326942 w 382685"/>
                <a:gd name="connsiteY26" fmla="*/ 274131 h 454215"/>
                <a:gd name="connsiteX27" fmla="*/ 326942 w 382685"/>
                <a:gd name="connsiteY27" fmla="*/ 319131 h 454215"/>
                <a:gd name="connsiteX28" fmla="*/ 311108 w 382685"/>
                <a:gd name="connsiteY28" fmla="*/ 359007 h 454215"/>
                <a:gd name="connsiteX29" fmla="*/ 271817 w 382685"/>
                <a:gd name="connsiteY29" fmla="*/ 375448 h 454215"/>
                <a:gd name="connsiteX30" fmla="*/ 233005 w 382685"/>
                <a:gd name="connsiteY30" fmla="*/ 375448 h 454215"/>
                <a:gd name="connsiteX31" fmla="*/ 233005 w 382685"/>
                <a:gd name="connsiteY31" fmla="*/ 442948 h 454215"/>
                <a:gd name="connsiteX32" fmla="*/ 77755 w 382685"/>
                <a:gd name="connsiteY32" fmla="*/ 442948 h 454215"/>
                <a:gd name="connsiteX33" fmla="*/ 77755 w 382685"/>
                <a:gd name="connsiteY33" fmla="*/ 306345 h 454215"/>
                <a:gd name="connsiteX34" fmla="*/ 73390 w 382685"/>
                <a:gd name="connsiteY34" fmla="*/ 302970 h 454215"/>
                <a:gd name="connsiteX35" fmla="*/ 11380 w 382685"/>
                <a:gd name="connsiteY35" fmla="*/ 175699 h 454215"/>
                <a:gd name="connsiteX36" fmla="*/ 11380 w 382685"/>
                <a:gd name="connsiteY36" fmla="*/ 175496 h 454215"/>
                <a:gd name="connsiteX37" fmla="*/ 11380 w 382685"/>
                <a:gd name="connsiteY37" fmla="*/ 175294 h 454215"/>
                <a:gd name="connsiteX38" fmla="*/ 88538 w 382685"/>
                <a:gd name="connsiteY38" fmla="*/ 33476 h 454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82685" h="454215">
                  <a:moveTo>
                    <a:pt x="66505" y="311863"/>
                  </a:moveTo>
                  <a:lnTo>
                    <a:pt x="66505" y="454215"/>
                  </a:lnTo>
                  <a:lnTo>
                    <a:pt x="244255" y="454215"/>
                  </a:lnTo>
                  <a:lnTo>
                    <a:pt x="244255" y="386715"/>
                  </a:lnTo>
                  <a:lnTo>
                    <a:pt x="271817" y="386715"/>
                  </a:lnTo>
                  <a:cubicBezTo>
                    <a:pt x="289555" y="386683"/>
                    <a:pt x="306554" y="379600"/>
                    <a:pt x="319067" y="367028"/>
                  </a:cubicBezTo>
                  <a:cubicBezTo>
                    <a:pt x="331407" y="354177"/>
                    <a:pt x="338265" y="337031"/>
                    <a:pt x="338192" y="319215"/>
                  </a:cubicBezTo>
                  <a:lnTo>
                    <a:pt x="338192" y="285465"/>
                  </a:lnTo>
                  <a:lnTo>
                    <a:pt x="362942" y="285465"/>
                  </a:lnTo>
                  <a:cubicBezTo>
                    <a:pt x="377567" y="283778"/>
                    <a:pt x="390505" y="266903"/>
                    <a:pt x="377005" y="246090"/>
                  </a:cubicBezTo>
                  <a:lnTo>
                    <a:pt x="338192" y="178590"/>
                  </a:lnTo>
                  <a:lnTo>
                    <a:pt x="338192" y="175778"/>
                  </a:lnTo>
                  <a:cubicBezTo>
                    <a:pt x="341845" y="82424"/>
                    <a:pt x="269129" y="3785"/>
                    <a:pt x="175775" y="132"/>
                  </a:cubicBezTo>
                  <a:cubicBezTo>
                    <a:pt x="82422" y="-3521"/>
                    <a:pt x="3783" y="69195"/>
                    <a:pt x="130" y="162548"/>
                  </a:cubicBezTo>
                  <a:cubicBezTo>
                    <a:pt x="-43" y="166957"/>
                    <a:pt x="-43" y="171369"/>
                    <a:pt x="130" y="175778"/>
                  </a:cubicBezTo>
                  <a:cubicBezTo>
                    <a:pt x="-65" y="228982"/>
                    <a:pt x="24458" y="279261"/>
                    <a:pt x="66505" y="311863"/>
                  </a:cubicBezTo>
                  <a:close/>
                  <a:moveTo>
                    <a:pt x="88532" y="33476"/>
                  </a:moveTo>
                  <a:cubicBezTo>
                    <a:pt x="163513" y="-11062"/>
                    <a:pt x="260403" y="13617"/>
                    <a:pt x="304942" y="88599"/>
                  </a:cubicBezTo>
                  <a:cubicBezTo>
                    <a:pt x="320487" y="114770"/>
                    <a:pt x="328137" y="144876"/>
                    <a:pt x="326970" y="175294"/>
                  </a:cubicBezTo>
                  <a:lnTo>
                    <a:pt x="326970" y="181515"/>
                  </a:lnTo>
                  <a:lnTo>
                    <a:pt x="328466" y="184120"/>
                  </a:lnTo>
                  <a:lnTo>
                    <a:pt x="367279" y="251620"/>
                  </a:lnTo>
                  <a:lnTo>
                    <a:pt x="367431" y="251878"/>
                  </a:lnTo>
                  <a:lnTo>
                    <a:pt x="367594" y="252131"/>
                  </a:lnTo>
                  <a:cubicBezTo>
                    <a:pt x="371246" y="256540"/>
                    <a:pt x="372326" y="262538"/>
                    <a:pt x="370440" y="267943"/>
                  </a:cubicBezTo>
                  <a:cubicBezTo>
                    <a:pt x="368845" y="271206"/>
                    <a:pt x="365783" y="273507"/>
                    <a:pt x="362205" y="274131"/>
                  </a:cubicBezTo>
                  <a:lnTo>
                    <a:pt x="326942" y="274131"/>
                  </a:lnTo>
                  <a:lnTo>
                    <a:pt x="326942" y="319131"/>
                  </a:lnTo>
                  <a:cubicBezTo>
                    <a:pt x="327002" y="333967"/>
                    <a:pt x="321329" y="348253"/>
                    <a:pt x="311108" y="359007"/>
                  </a:cubicBezTo>
                  <a:cubicBezTo>
                    <a:pt x="300735" y="369518"/>
                    <a:pt x="286585" y="375439"/>
                    <a:pt x="271817" y="375448"/>
                  </a:cubicBezTo>
                  <a:lnTo>
                    <a:pt x="233005" y="375448"/>
                  </a:lnTo>
                  <a:lnTo>
                    <a:pt x="233005" y="442948"/>
                  </a:lnTo>
                  <a:lnTo>
                    <a:pt x="77755" y="442948"/>
                  </a:lnTo>
                  <a:lnTo>
                    <a:pt x="77755" y="306345"/>
                  </a:lnTo>
                  <a:lnTo>
                    <a:pt x="73390" y="302970"/>
                  </a:lnTo>
                  <a:cubicBezTo>
                    <a:pt x="34004" y="272537"/>
                    <a:pt x="11072" y="225471"/>
                    <a:pt x="11380" y="175699"/>
                  </a:cubicBezTo>
                  <a:lnTo>
                    <a:pt x="11380" y="175496"/>
                  </a:lnTo>
                  <a:lnTo>
                    <a:pt x="11380" y="175294"/>
                  </a:lnTo>
                  <a:cubicBezTo>
                    <a:pt x="9096" y="117437"/>
                    <a:pt x="38720" y="62987"/>
                    <a:pt x="88538" y="33476"/>
                  </a:cubicBezTo>
                  <a:close/>
                </a:path>
              </a:pathLst>
            </a:custGeom>
            <a:grpFill/>
            <a:ln w="5556" cap="flat">
              <a:noFill/>
              <a:prstDash val="solid"/>
              <a:miter/>
            </a:ln>
          </p:spPr>
          <p:txBody>
            <a:bodyPr rtlCol="0" anchor="ctr"/>
            <a:lstStyle/>
            <a:p>
              <a:endParaRPr lang="de-DE"/>
            </a:p>
          </p:txBody>
        </p:sp>
      </p:grpSp>
      <p:grpSp>
        <p:nvGrpSpPr>
          <p:cNvPr id="311" name="Gruppieren 310">
            <a:extLst>
              <a:ext uri="{FF2B5EF4-FFF2-40B4-BE49-F238E27FC236}">
                <a16:creationId xmlns:a16="http://schemas.microsoft.com/office/drawing/2014/main" id="{1C2BAB14-1947-E50B-8918-6C92B765230A}"/>
              </a:ext>
            </a:extLst>
          </p:cNvPr>
          <p:cNvGrpSpPr>
            <a:grpSpLocks noChangeAspect="1"/>
          </p:cNvGrpSpPr>
          <p:nvPr/>
        </p:nvGrpSpPr>
        <p:grpSpPr>
          <a:xfrm>
            <a:off x="8689789" y="6008224"/>
            <a:ext cx="677919" cy="540000"/>
            <a:chOff x="-994285" y="4060549"/>
            <a:chExt cx="884872" cy="704849"/>
          </a:xfrm>
        </p:grpSpPr>
        <p:sp>
          <p:nvSpPr>
            <p:cNvPr id="309" name="Freihandform 308">
              <a:extLst>
                <a:ext uri="{FF2B5EF4-FFF2-40B4-BE49-F238E27FC236}">
                  <a16:creationId xmlns:a16="http://schemas.microsoft.com/office/drawing/2014/main" id="{B2E8E1DA-C810-CBEE-954D-EE78446A2E21}"/>
                </a:ext>
              </a:extLst>
            </p:cNvPr>
            <p:cNvSpPr/>
            <p:nvPr/>
          </p:nvSpPr>
          <p:spPr>
            <a:xfrm>
              <a:off x="-994285" y="4060549"/>
              <a:ext cx="761047" cy="443864"/>
            </a:xfrm>
            <a:custGeom>
              <a:avLst/>
              <a:gdLst>
                <a:gd name="connsiteX0" fmla="*/ 182880 w 761047"/>
                <a:gd name="connsiteY0" fmla="*/ 443865 h 443864"/>
                <a:gd name="connsiteX1" fmla="*/ 365760 w 761047"/>
                <a:gd name="connsiteY1" fmla="*/ 260985 h 443864"/>
                <a:gd name="connsiteX2" fmla="*/ 263843 w 761047"/>
                <a:gd name="connsiteY2" fmla="*/ 260985 h 443864"/>
                <a:gd name="connsiteX3" fmla="*/ 442913 w 761047"/>
                <a:gd name="connsiteY3" fmla="*/ 151448 h 443864"/>
                <a:gd name="connsiteX4" fmla="*/ 575310 w 761047"/>
                <a:gd name="connsiteY4" fmla="*/ 201930 h 443864"/>
                <a:gd name="connsiteX5" fmla="*/ 761048 w 761047"/>
                <a:gd name="connsiteY5" fmla="*/ 201930 h 443864"/>
                <a:gd name="connsiteX6" fmla="*/ 442913 w 761047"/>
                <a:gd name="connsiteY6" fmla="*/ 0 h 443864"/>
                <a:gd name="connsiteX7" fmla="*/ 102870 w 761047"/>
                <a:gd name="connsiteY7" fmla="*/ 260985 h 443864"/>
                <a:gd name="connsiteX8" fmla="*/ 0 w 761047"/>
                <a:gd name="connsiteY8" fmla="*/ 260985 h 443864"/>
                <a:gd name="connsiteX9" fmla="*/ 182880 w 761047"/>
                <a:gd name="connsiteY9" fmla="*/ 443865 h 443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61047" h="443864">
                  <a:moveTo>
                    <a:pt x="182880" y="443865"/>
                  </a:moveTo>
                  <a:lnTo>
                    <a:pt x="365760" y="260985"/>
                  </a:lnTo>
                  <a:lnTo>
                    <a:pt x="263843" y="260985"/>
                  </a:lnTo>
                  <a:cubicBezTo>
                    <a:pt x="297180" y="196215"/>
                    <a:pt x="364808" y="151448"/>
                    <a:pt x="442913" y="151448"/>
                  </a:cubicBezTo>
                  <a:cubicBezTo>
                    <a:pt x="493395" y="151448"/>
                    <a:pt x="540068" y="170498"/>
                    <a:pt x="575310" y="201930"/>
                  </a:cubicBezTo>
                  <a:lnTo>
                    <a:pt x="761048" y="201930"/>
                  </a:lnTo>
                  <a:cubicBezTo>
                    <a:pt x="704850" y="81915"/>
                    <a:pt x="582930" y="0"/>
                    <a:pt x="442913" y="0"/>
                  </a:cubicBezTo>
                  <a:cubicBezTo>
                    <a:pt x="280035" y="0"/>
                    <a:pt x="142875" y="110490"/>
                    <a:pt x="102870" y="260985"/>
                  </a:cubicBezTo>
                  <a:lnTo>
                    <a:pt x="0" y="260985"/>
                  </a:lnTo>
                  <a:lnTo>
                    <a:pt x="182880" y="443865"/>
                  </a:lnTo>
                  <a:close/>
                </a:path>
              </a:pathLst>
            </a:custGeom>
            <a:solidFill>
              <a:schemeClr val="accent4"/>
            </a:solidFill>
            <a:ln w="9525" cap="flat">
              <a:noFill/>
              <a:prstDash val="solid"/>
              <a:miter/>
            </a:ln>
          </p:spPr>
          <p:txBody>
            <a:bodyPr rtlCol="0" anchor="ctr"/>
            <a:lstStyle/>
            <a:p>
              <a:endParaRPr lang="de-DE"/>
            </a:p>
          </p:txBody>
        </p:sp>
        <p:sp>
          <p:nvSpPr>
            <p:cNvPr id="310" name="Freihandform 309">
              <a:extLst>
                <a:ext uri="{FF2B5EF4-FFF2-40B4-BE49-F238E27FC236}">
                  <a16:creationId xmlns:a16="http://schemas.microsoft.com/office/drawing/2014/main" id="{39047939-1596-9AF3-12A8-653D313739E3}"/>
                </a:ext>
              </a:extLst>
            </p:cNvPr>
            <p:cNvSpPr/>
            <p:nvPr/>
          </p:nvSpPr>
          <p:spPr>
            <a:xfrm>
              <a:off x="-870460" y="4321534"/>
              <a:ext cx="761047" cy="443864"/>
            </a:xfrm>
            <a:custGeom>
              <a:avLst/>
              <a:gdLst>
                <a:gd name="connsiteX0" fmla="*/ 761048 w 761047"/>
                <a:gd name="connsiteY0" fmla="*/ 182880 h 443864"/>
                <a:gd name="connsiteX1" fmla="*/ 578168 w 761047"/>
                <a:gd name="connsiteY1" fmla="*/ 0 h 443864"/>
                <a:gd name="connsiteX2" fmla="*/ 395288 w 761047"/>
                <a:gd name="connsiteY2" fmla="*/ 182880 h 443864"/>
                <a:gd name="connsiteX3" fmla="*/ 498158 w 761047"/>
                <a:gd name="connsiteY3" fmla="*/ 182880 h 443864"/>
                <a:gd name="connsiteX4" fmla="*/ 319088 w 761047"/>
                <a:gd name="connsiteY4" fmla="*/ 292417 h 443864"/>
                <a:gd name="connsiteX5" fmla="*/ 186690 w 761047"/>
                <a:gd name="connsiteY5" fmla="*/ 241935 h 443864"/>
                <a:gd name="connsiteX6" fmla="*/ 0 w 761047"/>
                <a:gd name="connsiteY6" fmla="*/ 241935 h 443864"/>
                <a:gd name="connsiteX7" fmla="*/ 319088 w 761047"/>
                <a:gd name="connsiteY7" fmla="*/ 443865 h 443864"/>
                <a:gd name="connsiteX8" fmla="*/ 659130 w 761047"/>
                <a:gd name="connsiteY8" fmla="*/ 182880 h 443864"/>
                <a:gd name="connsiteX9" fmla="*/ 761048 w 761047"/>
                <a:gd name="connsiteY9" fmla="*/ 182880 h 443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61047" h="443864">
                  <a:moveTo>
                    <a:pt x="761048" y="182880"/>
                  </a:moveTo>
                  <a:lnTo>
                    <a:pt x="578168" y="0"/>
                  </a:lnTo>
                  <a:lnTo>
                    <a:pt x="395288" y="182880"/>
                  </a:lnTo>
                  <a:lnTo>
                    <a:pt x="498158" y="182880"/>
                  </a:lnTo>
                  <a:cubicBezTo>
                    <a:pt x="464820" y="247650"/>
                    <a:pt x="397193" y="292417"/>
                    <a:pt x="319088" y="292417"/>
                  </a:cubicBezTo>
                  <a:cubicBezTo>
                    <a:pt x="268605" y="292417"/>
                    <a:pt x="221933" y="273367"/>
                    <a:pt x="186690" y="241935"/>
                  </a:cubicBezTo>
                  <a:lnTo>
                    <a:pt x="0" y="241935"/>
                  </a:lnTo>
                  <a:cubicBezTo>
                    <a:pt x="57150" y="361950"/>
                    <a:pt x="178118" y="443865"/>
                    <a:pt x="319088" y="443865"/>
                  </a:cubicBezTo>
                  <a:cubicBezTo>
                    <a:pt x="481965" y="443865"/>
                    <a:pt x="619125" y="333375"/>
                    <a:pt x="659130" y="182880"/>
                  </a:cubicBezTo>
                  <a:lnTo>
                    <a:pt x="761048" y="182880"/>
                  </a:lnTo>
                  <a:close/>
                </a:path>
              </a:pathLst>
            </a:custGeom>
            <a:solidFill>
              <a:schemeClr val="accent2"/>
            </a:solidFill>
            <a:ln w="9525" cap="flat">
              <a:noFill/>
              <a:prstDash val="solid"/>
              <a:miter/>
            </a:ln>
          </p:spPr>
          <p:txBody>
            <a:bodyPr rtlCol="0" anchor="ctr"/>
            <a:lstStyle/>
            <a:p>
              <a:endParaRPr lang="de-DE"/>
            </a:p>
          </p:txBody>
        </p:sp>
      </p:grpSp>
      <p:grpSp>
        <p:nvGrpSpPr>
          <p:cNvPr id="318" name="Gruppieren 317">
            <a:extLst>
              <a:ext uri="{FF2B5EF4-FFF2-40B4-BE49-F238E27FC236}">
                <a16:creationId xmlns:a16="http://schemas.microsoft.com/office/drawing/2014/main" id="{D9429FFB-5B8E-690B-918D-F2287C65AE5E}"/>
              </a:ext>
            </a:extLst>
          </p:cNvPr>
          <p:cNvGrpSpPr>
            <a:grpSpLocks noChangeAspect="1"/>
          </p:cNvGrpSpPr>
          <p:nvPr/>
        </p:nvGrpSpPr>
        <p:grpSpPr>
          <a:xfrm>
            <a:off x="10739492" y="5948037"/>
            <a:ext cx="601707" cy="540000"/>
            <a:chOff x="-861470" y="4956216"/>
            <a:chExt cx="871341" cy="781983"/>
          </a:xfrm>
        </p:grpSpPr>
        <p:sp>
          <p:nvSpPr>
            <p:cNvPr id="315" name="Freihandform 314">
              <a:extLst>
                <a:ext uri="{FF2B5EF4-FFF2-40B4-BE49-F238E27FC236}">
                  <a16:creationId xmlns:a16="http://schemas.microsoft.com/office/drawing/2014/main" id="{3D128A52-02D3-E58D-4148-8B34AE64F570}"/>
                </a:ext>
              </a:extLst>
            </p:cNvPr>
            <p:cNvSpPr/>
            <p:nvPr/>
          </p:nvSpPr>
          <p:spPr>
            <a:xfrm>
              <a:off x="-861470" y="5108174"/>
              <a:ext cx="450532" cy="441960"/>
            </a:xfrm>
            <a:custGeom>
              <a:avLst/>
              <a:gdLst>
                <a:gd name="connsiteX0" fmla="*/ 238125 w 450532"/>
                <a:gd name="connsiteY0" fmla="*/ 441960 h 441960"/>
                <a:gd name="connsiteX1" fmla="*/ 293370 w 450532"/>
                <a:gd name="connsiteY1" fmla="*/ 343853 h 441960"/>
                <a:gd name="connsiteX2" fmla="*/ 265748 w 450532"/>
                <a:gd name="connsiteY2" fmla="*/ 320040 h 441960"/>
                <a:gd name="connsiteX3" fmla="*/ 262890 w 450532"/>
                <a:gd name="connsiteY3" fmla="*/ 277178 h 441960"/>
                <a:gd name="connsiteX4" fmla="*/ 267653 w 450532"/>
                <a:gd name="connsiteY4" fmla="*/ 272415 h 441960"/>
                <a:gd name="connsiteX5" fmla="*/ 292418 w 450532"/>
                <a:gd name="connsiteY5" fmla="*/ 254317 h 441960"/>
                <a:gd name="connsiteX6" fmla="*/ 264795 w 450532"/>
                <a:gd name="connsiteY6" fmla="*/ 253365 h 441960"/>
                <a:gd name="connsiteX7" fmla="*/ 224790 w 450532"/>
                <a:gd name="connsiteY7" fmla="*/ 232410 h 441960"/>
                <a:gd name="connsiteX8" fmla="*/ 235268 w 450532"/>
                <a:gd name="connsiteY8" fmla="*/ 159067 h 441960"/>
                <a:gd name="connsiteX9" fmla="*/ 235268 w 450532"/>
                <a:gd name="connsiteY9" fmla="*/ 159067 h 441960"/>
                <a:gd name="connsiteX10" fmla="*/ 349568 w 450532"/>
                <a:gd name="connsiteY10" fmla="*/ 73343 h 441960"/>
                <a:gd name="connsiteX11" fmla="*/ 450533 w 450532"/>
                <a:gd name="connsiteY11" fmla="*/ 0 h 441960"/>
                <a:gd name="connsiteX12" fmla="*/ 333375 w 450532"/>
                <a:gd name="connsiteY12" fmla="*/ 20955 h 441960"/>
                <a:gd name="connsiteX13" fmla="*/ 0 w 450532"/>
                <a:gd name="connsiteY13" fmla="*/ 122873 h 441960"/>
                <a:gd name="connsiteX14" fmla="*/ 149543 w 450532"/>
                <a:gd name="connsiteY14" fmla="*/ 318135 h 441960"/>
                <a:gd name="connsiteX15" fmla="*/ 238125 w 450532"/>
                <a:gd name="connsiteY15" fmla="*/ 441960 h 44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50532" h="441960">
                  <a:moveTo>
                    <a:pt x="238125" y="441960"/>
                  </a:moveTo>
                  <a:lnTo>
                    <a:pt x="293370" y="343853"/>
                  </a:lnTo>
                  <a:lnTo>
                    <a:pt x="265748" y="320040"/>
                  </a:lnTo>
                  <a:cubicBezTo>
                    <a:pt x="253365" y="309563"/>
                    <a:pt x="251460" y="289560"/>
                    <a:pt x="262890" y="277178"/>
                  </a:cubicBezTo>
                  <a:cubicBezTo>
                    <a:pt x="264795" y="275273"/>
                    <a:pt x="265748" y="273368"/>
                    <a:pt x="267653" y="272415"/>
                  </a:cubicBezTo>
                  <a:lnTo>
                    <a:pt x="292418" y="254317"/>
                  </a:lnTo>
                  <a:lnTo>
                    <a:pt x="264795" y="253365"/>
                  </a:lnTo>
                  <a:cubicBezTo>
                    <a:pt x="248603" y="252413"/>
                    <a:pt x="234315" y="244792"/>
                    <a:pt x="224790" y="232410"/>
                  </a:cubicBezTo>
                  <a:cubicBezTo>
                    <a:pt x="207645" y="209550"/>
                    <a:pt x="212408" y="176213"/>
                    <a:pt x="235268" y="159067"/>
                  </a:cubicBezTo>
                  <a:lnTo>
                    <a:pt x="235268" y="159067"/>
                  </a:lnTo>
                  <a:lnTo>
                    <a:pt x="349568" y="73343"/>
                  </a:lnTo>
                  <a:lnTo>
                    <a:pt x="450533" y="0"/>
                  </a:lnTo>
                  <a:cubicBezTo>
                    <a:pt x="410528" y="1905"/>
                    <a:pt x="371475" y="9525"/>
                    <a:pt x="333375" y="20955"/>
                  </a:cubicBezTo>
                  <a:lnTo>
                    <a:pt x="0" y="122873"/>
                  </a:lnTo>
                  <a:cubicBezTo>
                    <a:pt x="0" y="278130"/>
                    <a:pt x="80010" y="287655"/>
                    <a:pt x="149543" y="318135"/>
                  </a:cubicBezTo>
                  <a:cubicBezTo>
                    <a:pt x="207645" y="342900"/>
                    <a:pt x="229553" y="395288"/>
                    <a:pt x="238125" y="441960"/>
                  </a:cubicBezTo>
                  <a:close/>
                </a:path>
              </a:pathLst>
            </a:custGeom>
            <a:solidFill>
              <a:schemeClr val="accent4"/>
            </a:solidFill>
            <a:ln w="9525" cap="flat">
              <a:noFill/>
              <a:prstDash val="solid"/>
              <a:miter/>
            </a:ln>
          </p:spPr>
          <p:txBody>
            <a:bodyPr rtlCol="0" anchor="ctr"/>
            <a:lstStyle/>
            <a:p>
              <a:endParaRPr lang="de-DE"/>
            </a:p>
          </p:txBody>
        </p:sp>
        <p:sp>
          <p:nvSpPr>
            <p:cNvPr id="316" name="Freihandform 315">
              <a:extLst>
                <a:ext uri="{FF2B5EF4-FFF2-40B4-BE49-F238E27FC236}">
                  <a16:creationId xmlns:a16="http://schemas.microsoft.com/office/drawing/2014/main" id="{71E8EE10-D7D1-5B3A-F736-A99B94653E4E}"/>
                </a:ext>
              </a:extLst>
            </p:cNvPr>
            <p:cNvSpPr/>
            <p:nvPr/>
          </p:nvSpPr>
          <p:spPr>
            <a:xfrm>
              <a:off x="-390640" y="4956216"/>
              <a:ext cx="230720" cy="152469"/>
            </a:xfrm>
            <a:custGeom>
              <a:avLst/>
              <a:gdLst>
                <a:gd name="connsiteX0" fmla="*/ 81619 w 230720"/>
                <a:gd name="connsiteY0" fmla="*/ 98618 h 152469"/>
                <a:gd name="connsiteX1" fmla="*/ 176869 w 230720"/>
                <a:gd name="connsiteY1" fmla="*/ 149101 h 152469"/>
                <a:gd name="connsiteX2" fmla="*/ 227352 w 230720"/>
                <a:gd name="connsiteY2" fmla="*/ 53851 h 152469"/>
                <a:gd name="connsiteX3" fmla="*/ 132102 w 230720"/>
                <a:gd name="connsiteY3" fmla="*/ 3368 h 152469"/>
                <a:gd name="connsiteX4" fmla="*/ 122577 w 230720"/>
                <a:gd name="connsiteY4" fmla="*/ 7178 h 152469"/>
                <a:gd name="connsiteX5" fmla="*/ 13992 w 230720"/>
                <a:gd name="connsiteY5" fmla="*/ 35753 h 152469"/>
                <a:gd name="connsiteX6" fmla="*/ 81619 w 230720"/>
                <a:gd name="connsiteY6" fmla="*/ 98618 h 152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0720" h="152469">
                  <a:moveTo>
                    <a:pt x="81619" y="98618"/>
                  </a:moveTo>
                  <a:cubicBezTo>
                    <a:pt x="94002" y="138623"/>
                    <a:pt x="136864" y="161483"/>
                    <a:pt x="176869" y="149101"/>
                  </a:cubicBezTo>
                  <a:cubicBezTo>
                    <a:pt x="216874" y="136718"/>
                    <a:pt x="239734" y="93856"/>
                    <a:pt x="227352" y="53851"/>
                  </a:cubicBezTo>
                  <a:cubicBezTo>
                    <a:pt x="214969" y="13846"/>
                    <a:pt x="172107" y="-9014"/>
                    <a:pt x="132102" y="3368"/>
                  </a:cubicBezTo>
                  <a:cubicBezTo>
                    <a:pt x="129244" y="4321"/>
                    <a:pt x="125434" y="5273"/>
                    <a:pt x="122577" y="7178"/>
                  </a:cubicBezTo>
                  <a:cubicBezTo>
                    <a:pt x="90192" y="22418"/>
                    <a:pt x="41614" y="41468"/>
                    <a:pt x="13992" y="35753"/>
                  </a:cubicBezTo>
                  <a:cubicBezTo>
                    <a:pt x="-22203" y="28133"/>
                    <a:pt x="15897" y="90998"/>
                    <a:pt x="81619" y="98618"/>
                  </a:cubicBezTo>
                  <a:close/>
                </a:path>
              </a:pathLst>
            </a:custGeom>
            <a:solidFill>
              <a:schemeClr val="accent4"/>
            </a:solidFill>
            <a:ln w="9525" cap="flat">
              <a:noFill/>
              <a:prstDash val="solid"/>
              <a:miter/>
            </a:ln>
          </p:spPr>
          <p:txBody>
            <a:bodyPr rtlCol="0" anchor="ctr"/>
            <a:lstStyle/>
            <a:p>
              <a:endParaRPr lang="de-DE"/>
            </a:p>
          </p:txBody>
        </p:sp>
        <p:sp>
          <p:nvSpPr>
            <p:cNvPr id="317" name="Freihandform 316">
              <a:extLst>
                <a:ext uri="{FF2B5EF4-FFF2-40B4-BE49-F238E27FC236}">
                  <a16:creationId xmlns:a16="http://schemas.microsoft.com/office/drawing/2014/main" id="{2BD1771F-5F14-FA2C-1070-79E0B5657BD5}"/>
                </a:ext>
              </a:extLst>
            </p:cNvPr>
            <p:cNvSpPr/>
            <p:nvPr/>
          </p:nvSpPr>
          <p:spPr>
            <a:xfrm>
              <a:off x="-679966" y="5000737"/>
              <a:ext cx="689837" cy="737462"/>
            </a:xfrm>
            <a:custGeom>
              <a:avLst/>
              <a:gdLst>
                <a:gd name="connsiteX0" fmla="*/ 380471 w 689837"/>
                <a:gd name="connsiteY0" fmla="*/ 533205 h 737462"/>
                <a:gd name="connsiteX1" fmla="*/ 372851 w 689837"/>
                <a:gd name="connsiteY1" fmla="*/ 512250 h 737462"/>
                <a:gd name="connsiteX2" fmla="*/ 372851 w 689837"/>
                <a:gd name="connsiteY2" fmla="*/ 511297 h 737462"/>
                <a:gd name="connsiteX3" fmla="*/ 359516 w 689837"/>
                <a:gd name="connsiteY3" fmla="*/ 491295 h 737462"/>
                <a:gd name="connsiteX4" fmla="*/ 406188 w 689837"/>
                <a:gd name="connsiteY4" fmla="*/ 477007 h 737462"/>
                <a:gd name="connsiteX5" fmla="*/ 366183 w 689837"/>
                <a:gd name="connsiteY5" fmla="*/ 336990 h 737462"/>
                <a:gd name="connsiteX6" fmla="*/ 407141 w 689837"/>
                <a:gd name="connsiteY6" fmla="*/ 276982 h 737462"/>
                <a:gd name="connsiteX7" fmla="*/ 409998 w 689837"/>
                <a:gd name="connsiteY7" fmla="*/ 275077 h 737462"/>
                <a:gd name="connsiteX8" fmla="*/ 677651 w 689837"/>
                <a:gd name="connsiteY8" fmla="*/ 58860 h 737462"/>
                <a:gd name="connsiteX9" fmla="*/ 682413 w 689837"/>
                <a:gd name="connsiteY9" fmla="*/ 12187 h 737462"/>
                <a:gd name="connsiteX10" fmla="*/ 682413 w 689837"/>
                <a:gd name="connsiteY10" fmla="*/ 12187 h 737462"/>
                <a:gd name="connsiteX11" fmla="*/ 635741 w 689837"/>
                <a:gd name="connsiteY11" fmla="*/ 7425 h 737462"/>
                <a:gd name="connsiteX12" fmla="*/ 635741 w 689837"/>
                <a:gd name="connsiteY12" fmla="*/ 7425 h 737462"/>
                <a:gd name="connsiteX13" fmla="*/ 473816 w 689837"/>
                <a:gd name="connsiteY13" fmla="*/ 137917 h 737462"/>
                <a:gd name="connsiteX14" fmla="*/ 326178 w 689837"/>
                <a:gd name="connsiteY14" fmla="*/ 107437 h 737462"/>
                <a:gd name="connsiteX15" fmla="*/ 272838 w 689837"/>
                <a:gd name="connsiteY15" fmla="*/ 129345 h 737462"/>
                <a:gd name="connsiteX16" fmla="*/ 180446 w 689837"/>
                <a:gd name="connsiteY16" fmla="*/ 196020 h 737462"/>
                <a:gd name="connsiteX17" fmla="*/ 66146 w 689837"/>
                <a:gd name="connsiteY17" fmla="*/ 281745 h 737462"/>
                <a:gd name="connsiteX18" fmla="*/ 59478 w 689837"/>
                <a:gd name="connsiteY18" fmla="*/ 328417 h 737462"/>
                <a:gd name="connsiteX19" fmla="*/ 106151 w 689837"/>
                <a:gd name="connsiteY19" fmla="*/ 335085 h 737462"/>
                <a:gd name="connsiteX20" fmla="*/ 106151 w 689837"/>
                <a:gd name="connsiteY20" fmla="*/ 335085 h 737462"/>
                <a:gd name="connsiteX21" fmla="*/ 220451 w 689837"/>
                <a:gd name="connsiteY21" fmla="*/ 249360 h 737462"/>
                <a:gd name="connsiteX22" fmla="*/ 272838 w 689837"/>
                <a:gd name="connsiteY22" fmla="*/ 211260 h 737462"/>
                <a:gd name="connsiteX23" fmla="*/ 217593 w 689837"/>
                <a:gd name="connsiteY23" fmla="*/ 308415 h 737462"/>
                <a:gd name="connsiteX24" fmla="*/ 86148 w 689837"/>
                <a:gd name="connsiteY24" fmla="*/ 403665 h 737462"/>
                <a:gd name="connsiteX25" fmla="*/ 136631 w 689837"/>
                <a:gd name="connsiteY25" fmla="*/ 446527 h 737462"/>
                <a:gd name="connsiteX26" fmla="*/ 5186 w 689837"/>
                <a:gd name="connsiteY26" fmla="*/ 679890 h 737462"/>
                <a:gd name="connsiteX27" fmla="*/ 19473 w 689837"/>
                <a:gd name="connsiteY27" fmla="*/ 732277 h 737462"/>
                <a:gd name="connsiteX28" fmla="*/ 71861 w 689837"/>
                <a:gd name="connsiteY28" fmla="*/ 717990 h 737462"/>
                <a:gd name="connsiteX29" fmla="*/ 71861 w 689837"/>
                <a:gd name="connsiteY29" fmla="*/ 717037 h 737462"/>
                <a:gd name="connsiteX30" fmla="*/ 197591 w 689837"/>
                <a:gd name="connsiteY30" fmla="*/ 493200 h 737462"/>
                <a:gd name="connsiteX31" fmla="*/ 253788 w 689837"/>
                <a:gd name="connsiteY31" fmla="*/ 500820 h 737462"/>
                <a:gd name="connsiteX32" fmla="*/ 292841 w 689837"/>
                <a:gd name="connsiteY32" fmla="*/ 539872 h 737462"/>
                <a:gd name="connsiteX33" fmla="*/ 207116 w 689837"/>
                <a:gd name="connsiteY33" fmla="*/ 657030 h 737462"/>
                <a:gd name="connsiteX34" fmla="*/ 214736 w 689837"/>
                <a:gd name="connsiteY34" fmla="*/ 710370 h 737462"/>
                <a:gd name="connsiteX35" fmla="*/ 268076 w 689837"/>
                <a:gd name="connsiteY35" fmla="*/ 702750 h 737462"/>
                <a:gd name="connsiteX36" fmla="*/ 269028 w 689837"/>
                <a:gd name="connsiteY36" fmla="*/ 701797 h 737462"/>
                <a:gd name="connsiteX37" fmla="*/ 373803 w 689837"/>
                <a:gd name="connsiteY37" fmla="*/ 557970 h 737462"/>
                <a:gd name="connsiteX38" fmla="*/ 380471 w 689837"/>
                <a:gd name="connsiteY38" fmla="*/ 537967 h 737462"/>
                <a:gd name="connsiteX39" fmla="*/ 380471 w 689837"/>
                <a:gd name="connsiteY39" fmla="*/ 533205 h 737462"/>
                <a:gd name="connsiteX40" fmla="*/ 378566 w 689837"/>
                <a:gd name="connsiteY40" fmla="*/ 230310 h 737462"/>
                <a:gd name="connsiteX41" fmla="*/ 372851 w 689837"/>
                <a:gd name="connsiteY41" fmla="*/ 272220 h 737462"/>
                <a:gd name="connsiteX42" fmla="*/ 350943 w 689837"/>
                <a:gd name="connsiteY42" fmla="*/ 236025 h 737462"/>
                <a:gd name="connsiteX43" fmla="*/ 309033 w 689837"/>
                <a:gd name="connsiteY43" fmla="*/ 244597 h 737462"/>
                <a:gd name="connsiteX44" fmla="*/ 336656 w 689837"/>
                <a:gd name="connsiteY44" fmla="*/ 212212 h 737462"/>
                <a:gd name="connsiteX45" fmla="*/ 319511 w 689837"/>
                <a:gd name="connsiteY45" fmla="*/ 175065 h 737462"/>
                <a:gd name="connsiteX46" fmla="*/ 356658 w 689837"/>
                <a:gd name="connsiteY46" fmla="*/ 191257 h 737462"/>
                <a:gd name="connsiteX47" fmla="*/ 385233 w 689837"/>
                <a:gd name="connsiteY47" fmla="*/ 159825 h 737462"/>
                <a:gd name="connsiteX48" fmla="*/ 381423 w 689837"/>
                <a:gd name="connsiteY48" fmla="*/ 202687 h 737462"/>
                <a:gd name="connsiteX49" fmla="*/ 418571 w 689837"/>
                <a:gd name="connsiteY49" fmla="*/ 218880 h 737462"/>
                <a:gd name="connsiteX50" fmla="*/ 378566 w 689837"/>
                <a:gd name="connsiteY50" fmla="*/ 230310 h 737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689837" h="737462">
                  <a:moveTo>
                    <a:pt x="380471" y="533205"/>
                  </a:moveTo>
                  <a:cubicBezTo>
                    <a:pt x="380471" y="525585"/>
                    <a:pt x="377613" y="518917"/>
                    <a:pt x="372851" y="512250"/>
                  </a:cubicBezTo>
                  <a:lnTo>
                    <a:pt x="372851" y="511297"/>
                  </a:lnTo>
                  <a:lnTo>
                    <a:pt x="359516" y="491295"/>
                  </a:lnTo>
                  <a:lnTo>
                    <a:pt x="406188" y="477007"/>
                  </a:lnTo>
                  <a:lnTo>
                    <a:pt x="366183" y="336990"/>
                  </a:lnTo>
                  <a:lnTo>
                    <a:pt x="407141" y="276982"/>
                  </a:lnTo>
                  <a:cubicBezTo>
                    <a:pt x="408093" y="276030"/>
                    <a:pt x="409046" y="276030"/>
                    <a:pt x="409998" y="275077"/>
                  </a:cubicBezTo>
                  <a:lnTo>
                    <a:pt x="677651" y="58860"/>
                  </a:lnTo>
                  <a:cubicBezTo>
                    <a:pt x="691938" y="47430"/>
                    <a:pt x="693843" y="26475"/>
                    <a:pt x="682413" y="12187"/>
                  </a:cubicBezTo>
                  <a:cubicBezTo>
                    <a:pt x="682413" y="12187"/>
                    <a:pt x="682413" y="12187"/>
                    <a:pt x="682413" y="12187"/>
                  </a:cubicBezTo>
                  <a:cubicBezTo>
                    <a:pt x="670983" y="-2100"/>
                    <a:pt x="650028" y="-4005"/>
                    <a:pt x="635741" y="7425"/>
                  </a:cubicBezTo>
                  <a:cubicBezTo>
                    <a:pt x="635741" y="7425"/>
                    <a:pt x="635741" y="7425"/>
                    <a:pt x="635741" y="7425"/>
                  </a:cubicBezTo>
                  <a:lnTo>
                    <a:pt x="473816" y="137917"/>
                  </a:lnTo>
                  <a:cubicBezTo>
                    <a:pt x="426191" y="119820"/>
                    <a:pt x="376661" y="109342"/>
                    <a:pt x="326178" y="107437"/>
                  </a:cubicBezTo>
                  <a:cubicBezTo>
                    <a:pt x="307128" y="109342"/>
                    <a:pt x="288078" y="116010"/>
                    <a:pt x="272838" y="129345"/>
                  </a:cubicBezTo>
                  <a:lnTo>
                    <a:pt x="180446" y="196020"/>
                  </a:lnTo>
                  <a:lnTo>
                    <a:pt x="66146" y="281745"/>
                  </a:lnTo>
                  <a:cubicBezTo>
                    <a:pt x="51858" y="293175"/>
                    <a:pt x="48048" y="314130"/>
                    <a:pt x="59478" y="328417"/>
                  </a:cubicBezTo>
                  <a:cubicBezTo>
                    <a:pt x="70908" y="342705"/>
                    <a:pt x="91863" y="346515"/>
                    <a:pt x="106151" y="335085"/>
                  </a:cubicBezTo>
                  <a:cubicBezTo>
                    <a:pt x="106151" y="335085"/>
                    <a:pt x="106151" y="335085"/>
                    <a:pt x="106151" y="335085"/>
                  </a:cubicBezTo>
                  <a:lnTo>
                    <a:pt x="220451" y="249360"/>
                  </a:lnTo>
                  <a:lnTo>
                    <a:pt x="272838" y="211260"/>
                  </a:lnTo>
                  <a:lnTo>
                    <a:pt x="217593" y="308415"/>
                  </a:lnTo>
                  <a:lnTo>
                    <a:pt x="86148" y="403665"/>
                  </a:lnTo>
                  <a:lnTo>
                    <a:pt x="136631" y="446527"/>
                  </a:lnTo>
                  <a:lnTo>
                    <a:pt x="5186" y="679890"/>
                  </a:lnTo>
                  <a:cubicBezTo>
                    <a:pt x="-5292" y="697987"/>
                    <a:pt x="423" y="721800"/>
                    <a:pt x="19473" y="732277"/>
                  </a:cubicBezTo>
                  <a:cubicBezTo>
                    <a:pt x="38523" y="742755"/>
                    <a:pt x="61383" y="737040"/>
                    <a:pt x="71861" y="717990"/>
                  </a:cubicBezTo>
                  <a:cubicBezTo>
                    <a:pt x="71861" y="717990"/>
                    <a:pt x="71861" y="717037"/>
                    <a:pt x="71861" y="717037"/>
                  </a:cubicBezTo>
                  <a:lnTo>
                    <a:pt x="197591" y="493200"/>
                  </a:lnTo>
                  <a:lnTo>
                    <a:pt x="253788" y="500820"/>
                  </a:lnTo>
                  <a:lnTo>
                    <a:pt x="292841" y="539872"/>
                  </a:lnTo>
                  <a:lnTo>
                    <a:pt x="207116" y="657030"/>
                  </a:lnTo>
                  <a:cubicBezTo>
                    <a:pt x="194733" y="674175"/>
                    <a:pt x="197591" y="697987"/>
                    <a:pt x="214736" y="710370"/>
                  </a:cubicBezTo>
                  <a:cubicBezTo>
                    <a:pt x="231881" y="722752"/>
                    <a:pt x="255693" y="719895"/>
                    <a:pt x="268076" y="702750"/>
                  </a:cubicBezTo>
                  <a:cubicBezTo>
                    <a:pt x="268076" y="702750"/>
                    <a:pt x="269028" y="701797"/>
                    <a:pt x="269028" y="701797"/>
                  </a:cubicBezTo>
                  <a:lnTo>
                    <a:pt x="373803" y="557970"/>
                  </a:lnTo>
                  <a:cubicBezTo>
                    <a:pt x="377613" y="552255"/>
                    <a:pt x="380471" y="544635"/>
                    <a:pt x="380471" y="537967"/>
                  </a:cubicBezTo>
                  <a:lnTo>
                    <a:pt x="380471" y="533205"/>
                  </a:lnTo>
                  <a:close/>
                  <a:moveTo>
                    <a:pt x="378566" y="230310"/>
                  </a:moveTo>
                  <a:lnTo>
                    <a:pt x="372851" y="272220"/>
                  </a:lnTo>
                  <a:lnTo>
                    <a:pt x="350943" y="236025"/>
                  </a:lnTo>
                  <a:lnTo>
                    <a:pt x="309033" y="244597"/>
                  </a:lnTo>
                  <a:lnTo>
                    <a:pt x="336656" y="212212"/>
                  </a:lnTo>
                  <a:lnTo>
                    <a:pt x="319511" y="175065"/>
                  </a:lnTo>
                  <a:lnTo>
                    <a:pt x="356658" y="191257"/>
                  </a:lnTo>
                  <a:lnTo>
                    <a:pt x="385233" y="159825"/>
                  </a:lnTo>
                  <a:lnTo>
                    <a:pt x="381423" y="202687"/>
                  </a:lnTo>
                  <a:lnTo>
                    <a:pt x="418571" y="218880"/>
                  </a:lnTo>
                  <a:lnTo>
                    <a:pt x="378566" y="230310"/>
                  </a:lnTo>
                  <a:close/>
                </a:path>
              </a:pathLst>
            </a:custGeom>
            <a:solidFill>
              <a:schemeClr val="accent2"/>
            </a:solidFill>
            <a:ln w="9525" cap="flat">
              <a:noFill/>
              <a:prstDash val="solid"/>
              <a:miter/>
            </a:ln>
          </p:spPr>
          <p:txBody>
            <a:bodyPr rtlCol="0" anchor="ctr"/>
            <a:lstStyle/>
            <a:p>
              <a:endParaRPr lang="de-DE"/>
            </a:p>
          </p:txBody>
        </p:sp>
      </p:grpSp>
      <p:grpSp>
        <p:nvGrpSpPr>
          <p:cNvPr id="327" name="Gruppieren 326">
            <a:extLst>
              <a:ext uri="{FF2B5EF4-FFF2-40B4-BE49-F238E27FC236}">
                <a16:creationId xmlns:a16="http://schemas.microsoft.com/office/drawing/2014/main" id="{888FE808-0694-087B-12F7-88D1BE84DBAE}"/>
              </a:ext>
            </a:extLst>
          </p:cNvPr>
          <p:cNvGrpSpPr>
            <a:grpSpLocks noChangeAspect="1"/>
          </p:cNvGrpSpPr>
          <p:nvPr/>
        </p:nvGrpSpPr>
        <p:grpSpPr>
          <a:xfrm>
            <a:off x="6778860" y="6015548"/>
            <a:ext cx="541835" cy="540002"/>
            <a:chOff x="-937072" y="4666845"/>
            <a:chExt cx="767138" cy="764539"/>
          </a:xfrm>
        </p:grpSpPr>
        <p:sp>
          <p:nvSpPr>
            <p:cNvPr id="322" name="Freihandform 321">
              <a:extLst>
                <a:ext uri="{FF2B5EF4-FFF2-40B4-BE49-F238E27FC236}">
                  <a16:creationId xmlns:a16="http://schemas.microsoft.com/office/drawing/2014/main" id="{79785AF9-2061-030D-EAD5-F613ACDBBCED}"/>
                </a:ext>
              </a:extLst>
            </p:cNvPr>
            <p:cNvSpPr/>
            <p:nvPr/>
          </p:nvSpPr>
          <p:spPr>
            <a:xfrm>
              <a:off x="-344681" y="4666845"/>
              <a:ext cx="174747" cy="167919"/>
            </a:xfrm>
            <a:custGeom>
              <a:avLst/>
              <a:gdLst>
                <a:gd name="connsiteX0" fmla="*/ 170498 w 174747"/>
                <a:gd name="connsiteY0" fmla="*/ 5042 h 167919"/>
                <a:gd name="connsiteX1" fmla="*/ 0 w 174747"/>
                <a:gd name="connsiteY1" fmla="*/ 25997 h 167919"/>
                <a:gd name="connsiteX2" fmla="*/ 78105 w 174747"/>
                <a:gd name="connsiteY2" fmla="*/ 87910 h 167919"/>
                <a:gd name="connsiteX3" fmla="*/ 140970 w 174747"/>
                <a:gd name="connsiteY3" fmla="*/ 167920 h 167919"/>
                <a:gd name="connsiteX4" fmla="*/ 170498 w 174747"/>
                <a:gd name="connsiteY4" fmla="*/ 5042 h 167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747" h="167919">
                  <a:moveTo>
                    <a:pt x="170498" y="5042"/>
                  </a:moveTo>
                  <a:cubicBezTo>
                    <a:pt x="157163" y="-8293"/>
                    <a:pt x="71438" y="6947"/>
                    <a:pt x="0" y="25997"/>
                  </a:cubicBezTo>
                  <a:cubicBezTo>
                    <a:pt x="25717" y="41237"/>
                    <a:pt x="52388" y="62192"/>
                    <a:pt x="78105" y="87910"/>
                  </a:cubicBezTo>
                  <a:cubicBezTo>
                    <a:pt x="104775" y="114580"/>
                    <a:pt x="125730" y="141250"/>
                    <a:pt x="140970" y="167920"/>
                  </a:cubicBezTo>
                  <a:cubicBezTo>
                    <a:pt x="160020" y="94577"/>
                    <a:pt x="184785" y="18377"/>
                    <a:pt x="170498" y="5042"/>
                  </a:cubicBezTo>
                  <a:close/>
                </a:path>
              </a:pathLst>
            </a:custGeom>
            <a:solidFill>
              <a:schemeClr val="accent4"/>
            </a:solidFill>
            <a:ln w="9525" cap="flat">
              <a:noFill/>
              <a:prstDash val="solid"/>
              <a:miter/>
            </a:ln>
          </p:spPr>
          <p:txBody>
            <a:bodyPr rtlCol="0" anchor="ctr"/>
            <a:lstStyle/>
            <a:p>
              <a:endParaRPr lang="de-DE"/>
            </a:p>
          </p:txBody>
        </p:sp>
        <p:sp>
          <p:nvSpPr>
            <p:cNvPr id="323" name="Freihandform 322">
              <a:extLst>
                <a:ext uri="{FF2B5EF4-FFF2-40B4-BE49-F238E27FC236}">
                  <a16:creationId xmlns:a16="http://schemas.microsoft.com/office/drawing/2014/main" id="{141BA91D-FE07-2C05-BF57-DAD0485EF1C5}"/>
                </a:ext>
              </a:extLst>
            </p:cNvPr>
            <p:cNvSpPr/>
            <p:nvPr/>
          </p:nvSpPr>
          <p:spPr>
            <a:xfrm>
              <a:off x="-937072" y="4928705"/>
              <a:ext cx="232345" cy="222232"/>
            </a:xfrm>
            <a:custGeom>
              <a:avLst/>
              <a:gdLst>
                <a:gd name="connsiteX0" fmla="*/ 232346 w 232345"/>
                <a:gd name="connsiteY0" fmla="*/ 14645 h 222232"/>
                <a:gd name="connsiteX1" fmla="*/ 199961 w 232345"/>
                <a:gd name="connsiteY1" fmla="*/ 2262 h 222232"/>
                <a:gd name="connsiteX2" fmla="*/ 161861 w 232345"/>
                <a:gd name="connsiteY2" fmla="*/ 9882 h 222232"/>
                <a:gd name="connsiteX3" fmla="*/ 10413 w 232345"/>
                <a:gd name="connsiteY3" fmla="*/ 161330 h 222232"/>
                <a:gd name="connsiteX4" fmla="*/ 42798 w 232345"/>
                <a:gd name="connsiteY4" fmla="*/ 221337 h 222232"/>
                <a:gd name="connsiteX5" fmla="*/ 169481 w 232345"/>
                <a:gd name="connsiteY5" fmla="*/ 192762 h 222232"/>
                <a:gd name="connsiteX6" fmla="*/ 232346 w 232345"/>
                <a:gd name="connsiteY6" fmla="*/ 14645 h 2222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2345" h="222232">
                  <a:moveTo>
                    <a:pt x="232346" y="14645"/>
                  </a:moveTo>
                  <a:lnTo>
                    <a:pt x="199961" y="2262"/>
                  </a:lnTo>
                  <a:cubicBezTo>
                    <a:pt x="186626" y="-2500"/>
                    <a:pt x="172338" y="357"/>
                    <a:pt x="161861" y="9882"/>
                  </a:cubicBezTo>
                  <a:lnTo>
                    <a:pt x="10413" y="161330"/>
                  </a:lnTo>
                  <a:cubicBezTo>
                    <a:pt x="-14352" y="186095"/>
                    <a:pt x="8508" y="228957"/>
                    <a:pt x="42798" y="221337"/>
                  </a:cubicBezTo>
                  <a:lnTo>
                    <a:pt x="169481" y="192762"/>
                  </a:lnTo>
                  <a:cubicBezTo>
                    <a:pt x="179958" y="145137"/>
                    <a:pt x="197103" y="81320"/>
                    <a:pt x="232346" y="14645"/>
                  </a:cubicBezTo>
                  <a:close/>
                </a:path>
              </a:pathLst>
            </a:custGeom>
            <a:solidFill>
              <a:schemeClr val="accent4"/>
            </a:solidFill>
            <a:ln w="9525" cap="flat">
              <a:noFill/>
              <a:prstDash val="solid"/>
              <a:miter/>
            </a:ln>
          </p:spPr>
          <p:txBody>
            <a:bodyPr rtlCol="0" anchor="ctr"/>
            <a:lstStyle/>
            <a:p>
              <a:endParaRPr lang="de-DE"/>
            </a:p>
          </p:txBody>
        </p:sp>
        <p:sp>
          <p:nvSpPr>
            <p:cNvPr id="324" name="Freihandform 323">
              <a:extLst>
                <a:ext uri="{FF2B5EF4-FFF2-40B4-BE49-F238E27FC236}">
                  <a16:creationId xmlns:a16="http://schemas.microsoft.com/office/drawing/2014/main" id="{0EC440D8-7F63-9E3F-31B6-45D6189609F9}"/>
                </a:ext>
              </a:extLst>
            </p:cNvPr>
            <p:cNvSpPr/>
            <p:nvPr/>
          </p:nvSpPr>
          <p:spPr>
            <a:xfrm>
              <a:off x="-657060" y="5191953"/>
              <a:ext cx="222671" cy="239431"/>
            </a:xfrm>
            <a:custGeom>
              <a:avLst/>
              <a:gdLst>
                <a:gd name="connsiteX0" fmla="*/ 204747 w 222671"/>
                <a:gd name="connsiteY0" fmla="*/ 0 h 239431"/>
                <a:gd name="connsiteX1" fmla="*/ 30439 w 222671"/>
                <a:gd name="connsiteY1" fmla="*/ 60960 h 239431"/>
                <a:gd name="connsiteX2" fmla="*/ 912 w 222671"/>
                <a:gd name="connsiteY2" fmla="*/ 196215 h 239431"/>
                <a:gd name="connsiteX3" fmla="*/ 60919 w 222671"/>
                <a:gd name="connsiteY3" fmla="*/ 228600 h 239431"/>
                <a:gd name="connsiteX4" fmla="*/ 212367 w 222671"/>
                <a:gd name="connsiteY4" fmla="*/ 77152 h 239431"/>
                <a:gd name="connsiteX5" fmla="*/ 219987 w 222671"/>
                <a:gd name="connsiteY5" fmla="*/ 39052 h 239431"/>
                <a:gd name="connsiteX6" fmla="*/ 204747 w 222671"/>
                <a:gd name="connsiteY6" fmla="*/ 0 h 23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2671" h="239431">
                  <a:moveTo>
                    <a:pt x="204747" y="0"/>
                  </a:moveTo>
                  <a:cubicBezTo>
                    <a:pt x="140929" y="33338"/>
                    <a:pt x="79969" y="51435"/>
                    <a:pt x="30439" y="60960"/>
                  </a:cubicBezTo>
                  <a:lnTo>
                    <a:pt x="912" y="196215"/>
                  </a:lnTo>
                  <a:cubicBezTo>
                    <a:pt x="-6708" y="230505"/>
                    <a:pt x="35202" y="254317"/>
                    <a:pt x="60919" y="228600"/>
                  </a:cubicBezTo>
                  <a:lnTo>
                    <a:pt x="212367" y="77152"/>
                  </a:lnTo>
                  <a:cubicBezTo>
                    <a:pt x="221892" y="67627"/>
                    <a:pt x="225702" y="52388"/>
                    <a:pt x="219987" y="39052"/>
                  </a:cubicBezTo>
                  <a:lnTo>
                    <a:pt x="204747" y="0"/>
                  </a:lnTo>
                  <a:close/>
                </a:path>
              </a:pathLst>
            </a:custGeom>
            <a:solidFill>
              <a:schemeClr val="accent4"/>
            </a:solidFill>
            <a:ln w="9525" cap="flat">
              <a:noFill/>
              <a:prstDash val="solid"/>
              <a:miter/>
            </a:ln>
          </p:spPr>
          <p:txBody>
            <a:bodyPr rtlCol="0" anchor="ctr"/>
            <a:lstStyle/>
            <a:p>
              <a:endParaRPr lang="de-DE"/>
            </a:p>
          </p:txBody>
        </p:sp>
        <p:sp>
          <p:nvSpPr>
            <p:cNvPr id="325" name="Freihandform 324">
              <a:extLst>
                <a:ext uri="{FF2B5EF4-FFF2-40B4-BE49-F238E27FC236}">
                  <a16:creationId xmlns:a16="http://schemas.microsoft.com/office/drawing/2014/main" id="{124B5677-DDDA-C0F2-73F3-4437C6E0EEE2}"/>
                </a:ext>
              </a:extLst>
            </p:cNvPr>
            <p:cNvSpPr/>
            <p:nvPr/>
          </p:nvSpPr>
          <p:spPr>
            <a:xfrm>
              <a:off x="-734254" y="4709987"/>
              <a:ext cx="512445" cy="511492"/>
            </a:xfrm>
            <a:custGeom>
              <a:avLst/>
              <a:gdLst>
                <a:gd name="connsiteX0" fmla="*/ 338138 w 512445"/>
                <a:gd name="connsiteY0" fmla="*/ 0 h 511492"/>
                <a:gd name="connsiteX1" fmla="*/ 156210 w 512445"/>
                <a:gd name="connsiteY1" fmla="*/ 123825 h 511492"/>
                <a:gd name="connsiteX2" fmla="*/ 0 w 512445"/>
                <a:gd name="connsiteY2" fmla="*/ 452438 h 511492"/>
                <a:gd name="connsiteX3" fmla="*/ 59055 w 512445"/>
                <a:gd name="connsiteY3" fmla="*/ 511493 h 511492"/>
                <a:gd name="connsiteX4" fmla="*/ 388620 w 512445"/>
                <a:gd name="connsiteY4" fmla="*/ 356235 h 511492"/>
                <a:gd name="connsiteX5" fmla="*/ 512445 w 512445"/>
                <a:gd name="connsiteY5" fmla="*/ 175260 h 511492"/>
                <a:gd name="connsiteX6" fmla="*/ 440055 w 512445"/>
                <a:gd name="connsiteY6" fmla="*/ 70485 h 511492"/>
                <a:gd name="connsiteX7" fmla="*/ 338138 w 512445"/>
                <a:gd name="connsiteY7" fmla="*/ 0 h 511492"/>
                <a:gd name="connsiteX8" fmla="*/ 386715 w 512445"/>
                <a:gd name="connsiteY8" fmla="*/ 205740 h 511492"/>
                <a:gd name="connsiteX9" fmla="*/ 305753 w 512445"/>
                <a:gd name="connsiteY9" fmla="*/ 205740 h 511492"/>
                <a:gd name="connsiteX10" fmla="*/ 305753 w 512445"/>
                <a:gd name="connsiteY10" fmla="*/ 124778 h 511492"/>
                <a:gd name="connsiteX11" fmla="*/ 386715 w 512445"/>
                <a:gd name="connsiteY11" fmla="*/ 124778 h 511492"/>
                <a:gd name="connsiteX12" fmla="*/ 386715 w 512445"/>
                <a:gd name="connsiteY12" fmla="*/ 205740 h 511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12445" h="511492">
                  <a:moveTo>
                    <a:pt x="338138" y="0"/>
                  </a:moveTo>
                  <a:cubicBezTo>
                    <a:pt x="281940" y="22860"/>
                    <a:pt x="218123" y="61913"/>
                    <a:pt x="156210" y="123825"/>
                  </a:cubicBezTo>
                  <a:cubicBezTo>
                    <a:pt x="42863" y="237173"/>
                    <a:pt x="9525" y="374333"/>
                    <a:pt x="0" y="452438"/>
                  </a:cubicBezTo>
                  <a:lnTo>
                    <a:pt x="59055" y="511493"/>
                  </a:lnTo>
                  <a:cubicBezTo>
                    <a:pt x="137160" y="501968"/>
                    <a:pt x="275273" y="469583"/>
                    <a:pt x="388620" y="356235"/>
                  </a:cubicBezTo>
                  <a:cubicBezTo>
                    <a:pt x="450533" y="294323"/>
                    <a:pt x="489585" y="231458"/>
                    <a:pt x="512445" y="175260"/>
                  </a:cubicBezTo>
                  <a:cubicBezTo>
                    <a:pt x="500063" y="143828"/>
                    <a:pt x="475298" y="106680"/>
                    <a:pt x="440055" y="70485"/>
                  </a:cubicBezTo>
                  <a:cubicBezTo>
                    <a:pt x="405765" y="37147"/>
                    <a:pt x="369570" y="12383"/>
                    <a:pt x="338138" y="0"/>
                  </a:cubicBezTo>
                  <a:close/>
                  <a:moveTo>
                    <a:pt x="386715" y="205740"/>
                  </a:moveTo>
                  <a:cubicBezTo>
                    <a:pt x="364808" y="227648"/>
                    <a:pt x="328613" y="227648"/>
                    <a:pt x="305753" y="205740"/>
                  </a:cubicBezTo>
                  <a:cubicBezTo>
                    <a:pt x="283845" y="183833"/>
                    <a:pt x="283845" y="147638"/>
                    <a:pt x="305753" y="124778"/>
                  </a:cubicBezTo>
                  <a:cubicBezTo>
                    <a:pt x="327660" y="102870"/>
                    <a:pt x="363855" y="102870"/>
                    <a:pt x="386715" y="124778"/>
                  </a:cubicBezTo>
                  <a:cubicBezTo>
                    <a:pt x="408623" y="147638"/>
                    <a:pt x="408623" y="183833"/>
                    <a:pt x="386715" y="205740"/>
                  </a:cubicBezTo>
                  <a:close/>
                </a:path>
              </a:pathLst>
            </a:custGeom>
            <a:solidFill>
              <a:schemeClr val="accent2"/>
            </a:solidFill>
            <a:ln w="9525" cap="flat">
              <a:noFill/>
              <a:prstDash val="solid"/>
              <a:miter/>
            </a:ln>
          </p:spPr>
          <p:txBody>
            <a:bodyPr rtlCol="0" anchor="ctr"/>
            <a:lstStyle/>
            <a:p>
              <a:endParaRPr lang="de-DE"/>
            </a:p>
          </p:txBody>
        </p:sp>
        <p:sp>
          <p:nvSpPr>
            <p:cNvPr id="326" name="Freihandform 325">
              <a:extLst>
                <a:ext uri="{FF2B5EF4-FFF2-40B4-BE49-F238E27FC236}">
                  <a16:creationId xmlns:a16="http://schemas.microsoft.com/office/drawing/2014/main" id="{FDE2CF65-E369-86F7-E6AD-152C9FE20169}"/>
                </a:ext>
              </a:extLst>
            </p:cNvPr>
            <p:cNvSpPr/>
            <p:nvPr/>
          </p:nvSpPr>
          <p:spPr>
            <a:xfrm>
              <a:off x="-846441" y="5198005"/>
              <a:ext cx="135662" cy="135943"/>
            </a:xfrm>
            <a:custGeom>
              <a:avLst/>
              <a:gdLst>
                <a:gd name="connsiteX0" fmla="*/ 111235 w 135662"/>
                <a:gd name="connsiteY0" fmla="*/ 24428 h 135943"/>
                <a:gd name="connsiteX1" fmla="*/ 66467 w 135662"/>
                <a:gd name="connsiteY1" fmla="*/ 14903 h 135943"/>
                <a:gd name="connsiteX2" fmla="*/ 2650 w 135662"/>
                <a:gd name="connsiteY2" fmla="*/ 133013 h 135943"/>
                <a:gd name="connsiteX3" fmla="*/ 120760 w 135662"/>
                <a:gd name="connsiteY3" fmla="*/ 69195 h 135943"/>
                <a:gd name="connsiteX4" fmla="*/ 111235 w 135662"/>
                <a:gd name="connsiteY4" fmla="*/ 24428 h 135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662" h="135943">
                  <a:moveTo>
                    <a:pt x="111235" y="24428"/>
                  </a:moveTo>
                  <a:cubicBezTo>
                    <a:pt x="95995" y="9188"/>
                    <a:pt x="97900" y="-16530"/>
                    <a:pt x="66467" y="14903"/>
                  </a:cubicBezTo>
                  <a:cubicBezTo>
                    <a:pt x="35035" y="46335"/>
                    <a:pt x="-11638" y="117773"/>
                    <a:pt x="2650" y="133013"/>
                  </a:cubicBezTo>
                  <a:cubicBezTo>
                    <a:pt x="17890" y="148253"/>
                    <a:pt x="89327" y="100628"/>
                    <a:pt x="120760" y="69195"/>
                  </a:cubicBezTo>
                  <a:cubicBezTo>
                    <a:pt x="152192" y="36810"/>
                    <a:pt x="126475" y="38715"/>
                    <a:pt x="111235" y="24428"/>
                  </a:cubicBezTo>
                  <a:close/>
                </a:path>
              </a:pathLst>
            </a:custGeom>
            <a:solidFill>
              <a:schemeClr val="accent2"/>
            </a:solidFill>
            <a:ln w="9525" cap="flat">
              <a:noFill/>
              <a:prstDash val="solid"/>
              <a:miter/>
            </a:ln>
          </p:spPr>
          <p:txBody>
            <a:bodyPr rtlCol="0" anchor="ctr"/>
            <a:lstStyle/>
            <a:p>
              <a:endParaRPr lang="de-DE"/>
            </a:p>
          </p:txBody>
        </p:sp>
      </p:grpSp>
      <p:sp>
        <p:nvSpPr>
          <p:cNvPr id="2" name="Rechteck 1">
            <a:extLst>
              <a:ext uri="{FF2B5EF4-FFF2-40B4-BE49-F238E27FC236}">
                <a16:creationId xmlns:a16="http://schemas.microsoft.com/office/drawing/2014/main" id="{452BFB04-EF66-FDD4-A33C-71DA3999B7B9}"/>
              </a:ext>
            </a:extLst>
          </p:cNvPr>
          <p:cNvSpPr/>
          <p:nvPr/>
        </p:nvSpPr>
        <p:spPr>
          <a:xfrm rot="16200000">
            <a:off x="88820" y="1318509"/>
            <a:ext cx="479018" cy="290481"/>
          </a:xfrm>
          <a:prstGeom prst="rect">
            <a:avLst/>
          </a:prstGeom>
          <a:solidFill>
            <a:srgbClr val="339933"/>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800"/>
              <a:t>Kunde</a:t>
            </a:r>
          </a:p>
        </p:txBody>
      </p:sp>
    </p:spTree>
    <p:extLst>
      <p:ext uri="{BB962C8B-B14F-4D97-AF65-F5344CB8AC3E}">
        <p14:creationId xmlns:p14="http://schemas.microsoft.com/office/powerpoint/2010/main" val="22842452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14FB21C9-3B39-49AB-BF6E-3996F3AF81CB}"/>
              </a:ext>
            </a:extLst>
          </p:cNvPr>
          <p:cNvSpPr/>
          <p:nvPr/>
        </p:nvSpPr>
        <p:spPr>
          <a:xfrm>
            <a:off x="4787250" y="4456017"/>
            <a:ext cx="302556" cy="28623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a:t>1</a:t>
            </a:r>
          </a:p>
        </p:txBody>
      </p:sp>
      <p:sp>
        <p:nvSpPr>
          <p:cNvPr id="233" name="Rechteck 232">
            <a:extLst>
              <a:ext uri="{FF2B5EF4-FFF2-40B4-BE49-F238E27FC236}">
                <a16:creationId xmlns:a16="http://schemas.microsoft.com/office/drawing/2014/main" id="{1AA46967-3618-411C-98B6-601F806D7B5C}"/>
              </a:ext>
            </a:extLst>
          </p:cNvPr>
          <p:cNvSpPr/>
          <p:nvPr/>
        </p:nvSpPr>
        <p:spPr>
          <a:xfrm>
            <a:off x="11561771" y="4456017"/>
            <a:ext cx="302556" cy="28623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a:t>4</a:t>
            </a:r>
          </a:p>
        </p:txBody>
      </p:sp>
      <p:sp>
        <p:nvSpPr>
          <p:cNvPr id="234" name="Rechteck 233">
            <a:extLst>
              <a:ext uri="{FF2B5EF4-FFF2-40B4-BE49-F238E27FC236}">
                <a16:creationId xmlns:a16="http://schemas.microsoft.com/office/drawing/2014/main" id="{20F094A2-BC7C-4A21-BB0C-F1F1AD6CF36B}"/>
              </a:ext>
            </a:extLst>
          </p:cNvPr>
          <p:cNvSpPr/>
          <p:nvPr/>
        </p:nvSpPr>
        <p:spPr>
          <a:xfrm>
            <a:off x="11561771" y="5479298"/>
            <a:ext cx="302556" cy="28623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a:t>8</a:t>
            </a:r>
          </a:p>
        </p:txBody>
      </p:sp>
      <p:sp>
        <p:nvSpPr>
          <p:cNvPr id="232" name="Rechteck 231">
            <a:extLst>
              <a:ext uri="{FF2B5EF4-FFF2-40B4-BE49-F238E27FC236}">
                <a16:creationId xmlns:a16="http://schemas.microsoft.com/office/drawing/2014/main" id="{AA7D90E2-3291-45FA-BBA1-85811CD263F5}"/>
              </a:ext>
            </a:extLst>
          </p:cNvPr>
          <p:cNvSpPr/>
          <p:nvPr/>
        </p:nvSpPr>
        <p:spPr>
          <a:xfrm>
            <a:off x="9303715" y="4456017"/>
            <a:ext cx="302556" cy="28623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a:t>3</a:t>
            </a:r>
          </a:p>
        </p:txBody>
      </p:sp>
      <p:sp>
        <p:nvSpPr>
          <p:cNvPr id="235" name="Rechteck 234">
            <a:extLst>
              <a:ext uri="{FF2B5EF4-FFF2-40B4-BE49-F238E27FC236}">
                <a16:creationId xmlns:a16="http://schemas.microsoft.com/office/drawing/2014/main" id="{4EA70A2D-3FEA-4BB7-AD87-93BA8171C618}"/>
              </a:ext>
            </a:extLst>
          </p:cNvPr>
          <p:cNvSpPr/>
          <p:nvPr/>
        </p:nvSpPr>
        <p:spPr>
          <a:xfrm>
            <a:off x="9310820" y="5474125"/>
            <a:ext cx="302556" cy="28623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a:t>7</a:t>
            </a:r>
          </a:p>
        </p:txBody>
      </p:sp>
      <p:sp>
        <p:nvSpPr>
          <p:cNvPr id="236" name="Rechteck 235">
            <a:extLst>
              <a:ext uri="{FF2B5EF4-FFF2-40B4-BE49-F238E27FC236}">
                <a16:creationId xmlns:a16="http://schemas.microsoft.com/office/drawing/2014/main" id="{C0D94059-EA34-4278-9A16-81F217627264}"/>
              </a:ext>
            </a:extLst>
          </p:cNvPr>
          <p:cNvSpPr/>
          <p:nvPr/>
        </p:nvSpPr>
        <p:spPr>
          <a:xfrm>
            <a:off x="7050494" y="5474125"/>
            <a:ext cx="302556" cy="28623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a:t>6</a:t>
            </a:r>
          </a:p>
        </p:txBody>
      </p:sp>
      <p:sp>
        <p:nvSpPr>
          <p:cNvPr id="185" name="Rechteck 184">
            <a:extLst>
              <a:ext uri="{FF2B5EF4-FFF2-40B4-BE49-F238E27FC236}">
                <a16:creationId xmlns:a16="http://schemas.microsoft.com/office/drawing/2014/main" id="{E4343A7A-4416-4103-8E87-979FCF951364}"/>
              </a:ext>
            </a:extLst>
          </p:cNvPr>
          <p:cNvSpPr/>
          <p:nvPr/>
        </p:nvSpPr>
        <p:spPr>
          <a:xfrm>
            <a:off x="5136523" y="5472972"/>
            <a:ext cx="2214582" cy="985099"/>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77" name="Rechteck 176">
            <a:extLst>
              <a:ext uri="{FF2B5EF4-FFF2-40B4-BE49-F238E27FC236}">
                <a16:creationId xmlns:a16="http://schemas.microsoft.com/office/drawing/2014/main" id="{D1AB8D83-952C-425E-9692-124CF4826ED3}"/>
              </a:ext>
            </a:extLst>
          </p:cNvPr>
          <p:cNvSpPr/>
          <p:nvPr/>
        </p:nvSpPr>
        <p:spPr>
          <a:xfrm>
            <a:off x="7393134" y="4456017"/>
            <a:ext cx="2214582" cy="985099"/>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29" name="Rechteck 228">
            <a:extLst>
              <a:ext uri="{FF2B5EF4-FFF2-40B4-BE49-F238E27FC236}">
                <a16:creationId xmlns:a16="http://schemas.microsoft.com/office/drawing/2014/main" id="{A18A92B0-FA9E-41A9-816E-F0BB586644A3}"/>
              </a:ext>
            </a:extLst>
          </p:cNvPr>
          <p:cNvSpPr/>
          <p:nvPr/>
        </p:nvSpPr>
        <p:spPr>
          <a:xfrm>
            <a:off x="9648515" y="5474125"/>
            <a:ext cx="2211442" cy="985099"/>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sz="1000">
              <a:solidFill>
                <a:schemeClr val="tx1">
                  <a:lumMod val="95000"/>
                  <a:lumOff val="5000"/>
                </a:schemeClr>
              </a:solidFill>
            </a:endParaRPr>
          </a:p>
        </p:txBody>
      </p:sp>
      <p:sp>
        <p:nvSpPr>
          <p:cNvPr id="206" name="Rechteck 205">
            <a:extLst>
              <a:ext uri="{FF2B5EF4-FFF2-40B4-BE49-F238E27FC236}">
                <a16:creationId xmlns:a16="http://schemas.microsoft.com/office/drawing/2014/main" id="{29F249A3-EFEF-492A-BEC6-B5AD74B31AF3}"/>
              </a:ext>
            </a:extLst>
          </p:cNvPr>
          <p:cNvSpPr/>
          <p:nvPr/>
        </p:nvSpPr>
        <p:spPr>
          <a:xfrm>
            <a:off x="9649745" y="4456017"/>
            <a:ext cx="2214582" cy="985099"/>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sz="1000">
              <a:solidFill>
                <a:schemeClr val="tx1">
                  <a:lumMod val="95000"/>
                  <a:lumOff val="5000"/>
                </a:schemeClr>
              </a:solidFill>
            </a:endParaRPr>
          </a:p>
        </p:txBody>
      </p:sp>
      <p:sp>
        <p:nvSpPr>
          <p:cNvPr id="2" name="Foliennummernplatzhalter 1">
            <a:extLst>
              <a:ext uri="{FF2B5EF4-FFF2-40B4-BE49-F238E27FC236}">
                <a16:creationId xmlns:a16="http://schemas.microsoft.com/office/drawing/2014/main" id="{574A741A-A897-5EAD-80C0-767EF870BF59}"/>
              </a:ext>
            </a:extLst>
          </p:cNvPr>
          <p:cNvSpPr>
            <a:spLocks noGrp="1"/>
          </p:cNvSpPr>
          <p:nvPr>
            <p:ph type="sldNum" sz="quarter" idx="12"/>
          </p:nvPr>
        </p:nvSpPr>
        <p:spPr/>
        <p:txBody>
          <a:bodyPr/>
          <a:lstStyle/>
          <a:p>
            <a:fld id="{B4256C18-6D8C-4341-B569-3B1E941D5C64}" type="slidenum">
              <a:rPr lang="de-DE" smtClean="0"/>
              <a:t>11</a:t>
            </a:fld>
            <a:endParaRPr lang="de-DE"/>
          </a:p>
        </p:txBody>
      </p:sp>
      <p:sp>
        <p:nvSpPr>
          <p:cNvPr id="3" name="Titel 2">
            <a:extLst>
              <a:ext uri="{FF2B5EF4-FFF2-40B4-BE49-F238E27FC236}">
                <a16:creationId xmlns:a16="http://schemas.microsoft.com/office/drawing/2014/main" id="{34E65EF6-3D9C-82CA-6D1D-862F4B5E6F1B}"/>
              </a:ext>
            </a:extLst>
          </p:cNvPr>
          <p:cNvSpPr>
            <a:spLocks noGrp="1"/>
          </p:cNvSpPr>
          <p:nvPr>
            <p:ph type="title"/>
          </p:nvPr>
        </p:nvSpPr>
        <p:spPr>
          <a:prstGeom prst="rect">
            <a:avLst/>
          </a:prstGeom>
        </p:spPr>
        <p:txBody>
          <a:bodyPr/>
          <a:lstStyle/>
          <a:p>
            <a:r>
              <a:rPr lang="de-DE"/>
              <a:t>On Detail die Vorgehensphase des </a:t>
            </a:r>
            <a:r>
              <a:rPr lang="de-DE">
                <a:solidFill>
                  <a:schemeClr val="tx2"/>
                </a:solidFill>
              </a:rPr>
              <a:t>ausführlichen</a:t>
            </a:r>
            <a:r>
              <a:rPr lang="de-DE"/>
              <a:t> </a:t>
            </a:r>
            <a:r>
              <a:rPr lang="de-DE" err="1"/>
              <a:t>Readiness</a:t>
            </a:r>
            <a:r>
              <a:rPr lang="de-DE"/>
              <a:t> Check </a:t>
            </a:r>
            <a:r>
              <a:rPr lang="de-DE">
                <a:solidFill>
                  <a:schemeClr val="tx2"/>
                </a:solidFill>
              </a:rPr>
              <a:t>angepasst auf </a:t>
            </a:r>
            <a:r>
              <a:rPr lang="de-DE"/>
              <a:t>die Ausgangssituation und Zielsetzung bei </a:t>
            </a:r>
            <a:r>
              <a:rPr lang="de-DE">
                <a:solidFill>
                  <a:schemeClr val="tx2"/>
                </a:solidFill>
              </a:rPr>
              <a:t>&lt;Kunde&gt;</a:t>
            </a:r>
          </a:p>
        </p:txBody>
      </p:sp>
      <p:grpSp>
        <p:nvGrpSpPr>
          <p:cNvPr id="8" name="Gruppieren 7">
            <a:extLst>
              <a:ext uri="{FF2B5EF4-FFF2-40B4-BE49-F238E27FC236}">
                <a16:creationId xmlns:a16="http://schemas.microsoft.com/office/drawing/2014/main" id="{DA1C71D3-AE04-3049-AFEF-4323547AD72D}"/>
              </a:ext>
            </a:extLst>
          </p:cNvPr>
          <p:cNvGrpSpPr/>
          <p:nvPr/>
        </p:nvGrpSpPr>
        <p:grpSpPr>
          <a:xfrm>
            <a:off x="278363" y="1797511"/>
            <a:ext cx="1824039" cy="4042070"/>
            <a:chOff x="195484" y="2599812"/>
            <a:chExt cx="1824040" cy="4042070"/>
          </a:xfrm>
        </p:grpSpPr>
        <p:grpSp>
          <p:nvGrpSpPr>
            <p:cNvPr id="9" name="Gruppieren 8">
              <a:extLst>
                <a:ext uri="{FF2B5EF4-FFF2-40B4-BE49-F238E27FC236}">
                  <a16:creationId xmlns:a16="http://schemas.microsoft.com/office/drawing/2014/main" id="{5BFAE215-5E8D-CB28-176E-8F5A83C33AD5}"/>
                </a:ext>
              </a:extLst>
            </p:cNvPr>
            <p:cNvGrpSpPr/>
            <p:nvPr/>
          </p:nvGrpSpPr>
          <p:grpSpPr>
            <a:xfrm>
              <a:off x="195484" y="2795916"/>
              <a:ext cx="1824040" cy="3845966"/>
              <a:chOff x="164465" y="1638419"/>
              <a:chExt cx="2214588" cy="4664674"/>
            </a:xfrm>
          </p:grpSpPr>
          <p:sp>
            <p:nvSpPr>
              <p:cNvPr id="11" name="Rechteck 10">
                <a:extLst>
                  <a:ext uri="{FF2B5EF4-FFF2-40B4-BE49-F238E27FC236}">
                    <a16:creationId xmlns:a16="http://schemas.microsoft.com/office/drawing/2014/main" id="{1C5D436E-4B08-55FC-2B9C-21EE15DE8FA9}"/>
                  </a:ext>
                </a:extLst>
              </p:cNvPr>
              <p:cNvSpPr/>
              <p:nvPr/>
            </p:nvSpPr>
            <p:spPr>
              <a:xfrm>
                <a:off x="165052" y="1638419"/>
                <a:ext cx="2214001" cy="4664674"/>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prstClr val="white"/>
                  </a:solidFill>
                  <a:latin typeface="Calibri" panose="020F0502020204030204"/>
                </a:endParaRPr>
              </a:p>
            </p:txBody>
          </p:sp>
          <p:sp>
            <p:nvSpPr>
              <p:cNvPr id="12" name="Textplatzhalter 3">
                <a:extLst>
                  <a:ext uri="{FF2B5EF4-FFF2-40B4-BE49-F238E27FC236}">
                    <a16:creationId xmlns:a16="http://schemas.microsoft.com/office/drawing/2014/main" id="{FDE31625-9697-3230-BC99-D9D993821255}"/>
                  </a:ext>
                </a:extLst>
              </p:cNvPr>
              <p:cNvSpPr txBox="1">
                <a:spLocks/>
              </p:cNvSpPr>
              <p:nvPr/>
            </p:nvSpPr>
            <p:spPr>
              <a:xfrm>
                <a:off x="164465" y="1723131"/>
                <a:ext cx="2211074" cy="2284513"/>
              </a:xfrm>
              <a:prstGeom prst="rect">
                <a:avLst/>
              </a:prstGeom>
            </p:spPr>
            <p:txBody>
              <a:bodyPr vert="horz" lIns="91440" tIns="45720" rIns="91440" bIns="45720" rtlCol="0">
                <a:noAutofit/>
              </a:bodyPr>
              <a:lstStyle>
                <a:lvl1pPr marL="457189" indent="-457189" algn="l" defTabSz="1219170" rtl="0" eaLnBrk="1" latinLnBrk="0" hangingPunct="1">
                  <a:spcBef>
                    <a:spcPct val="20000"/>
                  </a:spcBef>
                  <a:buClr>
                    <a:srgbClr val="EA5901"/>
                  </a:buClr>
                  <a:buFont typeface="Wingdings" panose="05000000000000000000" pitchFamily="2" charset="2"/>
                  <a:buChar char="§"/>
                  <a:defRPr sz="3200" kern="1200" baseline="0">
                    <a:solidFill>
                      <a:schemeClr val="tx1"/>
                    </a:solidFill>
                    <a:latin typeface="Calibri" panose="020F0502020204030204" pitchFamily="34" charset="0"/>
                    <a:ea typeface="+mn-ea"/>
                    <a:cs typeface="+mn-cs"/>
                  </a:defRPr>
                </a:lvl1pPr>
                <a:lvl2pPr marL="990575" indent="-380990" algn="l" defTabSz="1219170" rtl="0" eaLnBrk="1" latinLnBrk="0" hangingPunct="1">
                  <a:spcBef>
                    <a:spcPct val="20000"/>
                  </a:spcBef>
                  <a:buClr>
                    <a:srgbClr val="EA5901"/>
                  </a:buClr>
                  <a:buFont typeface="Wingdings" panose="05000000000000000000" pitchFamily="2" charset="2"/>
                  <a:buChar char="§"/>
                  <a:defRPr sz="2933" kern="1200" baseline="0">
                    <a:solidFill>
                      <a:schemeClr val="tx1"/>
                    </a:solidFill>
                    <a:latin typeface="Calibri" panose="020F0502020204030204" pitchFamily="34" charset="0"/>
                    <a:ea typeface="+mn-ea"/>
                    <a:cs typeface="+mn-cs"/>
                  </a:defRPr>
                </a:lvl2pPr>
                <a:lvl3pPr marL="1523962" indent="-304792" algn="l" defTabSz="1219170" rtl="0" eaLnBrk="1" latinLnBrk="0" hangingPunct="1">
                  <a:spcBef>
                    <a:spcPct val="20000"/>
                  </a:spcBef>
                  <a:buClr>
                    <a:srgbClr val="EA5901"/>
                  </a:buClr>
                  <a:buFont typeface="Wingdings" panose="05000000000000000000" pitchFamily="2" charset="2"/>
                  <a:buChar char="§"/>
                  <a:defRPr sz="2667" kern="1200" baseline="0">
                    <a:solidFill>
                      <a:schemeClr val="tx1"/>
                    </a:solidFill>
                    <a:latin typeface="Calibri" panose="020F0502020204030204" pitchFamily="34" charset="0"/>
                    <a:ea typeface="+mn-ea"/>
                    <a:cs typeface="+mn-cs"/>
                  </a:defRPr>
                </a:lvl3pPr>
                <a:lvl4pPr marL="2133547" indent="-304792" algn="l" defTabSz="1219170" rtl="0" eaLnBrk="1" latinLnBrk="0" hangingPunct="1">
                  <a:spcBef>
                    <a:spcPct val="20000"/>
                  </a:spcBef>
                  <a:buClr>
                    <a:srgbClr val="EA5901"/>
                  </a:buClr>
                  <a:buFont typeface="Wingdings" panose="05000000000000000000" pitchFamily="2" charset="2"/>
                  <a:buChar char="§"/>
                  <a:defRPr sz="2400" kern="1200" baseline="0">
                    <a:solidFill>
                      <a:schemeClr val="tx1"/>
                    </a:solidFill>
                    <a:latin typeface="Calibri" panose="020F0502020204030204" pitchFamily="34" charset="0"/>
                    <a:ea typeface="+mn-ea"/>
                    <a:cs typeface="+mn-cs"/>
                  </a:defRPr>
                </a:lvl4pPr>
                <a:lvl5pPr marL="2743131" indent="-304792" algn="l" defTabSz="1219170" rtl="0" eaLnBrk="1" latinLnBrk="0" hangingPunct="1">
                  <a:spcBef>
                    <a:spcPct val="20000"/>
                  </a:spcBef>
                  <a:buClr>
                    <a:srgbClr val="EA5901"/>
                  </a:buClr>
                  <a:buFont typeface="Wingdings" panose="05000000000000000000" pitchFamily="2" charset="2"/>
                  <a:buChar char="§"/>
                  <a:defRPr sz="2400" kern="1200" baseline="0">
                    <a:solidFill>
                      <a:schemeClr val="tx1"/>
                    </a:solidFill>
                    <a:latin typeface="Calibri" panose="020F0502020204030204" pitchFamily="34" charset="0"/>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0" indent="0">
                  <a:buNone/>
                  <a:defRPr/>
                </a:pPr>
                <a:endParaRPr lang="de-DE" sz="1300">
                  <a:solidFill>
                    <a:srgbClr val="E7E6E6">
                      <a:lumMod val="25000"/>
                    </a:srgbClr>
                  </a:solidFill>
                </a:endParaRPr>
              </a:p>
              <a:p>
                <a:pPr marL="184150" indent="-184150">
                  <a:spcBef>
                    <a:spcPts val="0"/>
                  </a:spcBef>
                  <a:buClr>
                    <a:schemeClr val="tx2"/>
                  </a:buClr>
                  <a:buSzPct val="100000"/>
                  <a:buFont typeface="Wingdings" pitchFamily="2" charset="2"/>
                  <a:buChar char="ü"/>
                </a:pPr>
                <a:r>
                  <a:rPr lang="de-DE" sz="1200">
                    <a:solidFill>
                      <a:srgbClr val="E7E6E6">
                        <a:lumMod val="25000"/>
                      </a:srgbClr>
                    </a:solidFill>
                    <a:latin typeface="Calibri" panose="020F0502020204030204"/>
                  </a:rPr>
                  <a:t>Strategie Workshop</a:t>
                </a:r>
              </a:p>
              <a:p>
                <a:pPr marL="184150" indent="-184150">
                  <a:spcBef>
                    <a:spcPts val="0"/>
                  </a:spcBef>
                  <a:buClr>
                    <a:schemeClr val="tx2"/>
                  </a:buClr>
                  <a:buSzPct val="100000"/>
                  <a:buFont typeface="Wingdings" pitchFamily="2" charset="2"/>
                  <a:buChar char="ü"/>
                </a:pPr>
                <a:r>
                  <a:rPr lang="de-DE" sz="1200">
                    <a:solidFill>
                      <a:srgbClr val="E7E6E6">
                        <a:lumMod val="25000"/>
                      </a:srgbClr>
                    </a:solidFill>
                    <a:latin typeface="Calibri" panose="020F0502020204030204"/>
                  </a:rPr>
                  <a:t>Systemanalyse – </a:t>
                </a:r>
                <a:r>
                  <a:rPr lang="de-DE" sz="1200" err="1">
                    <a:solidFill>
                      <a:srgbClr val="E7E6E6">
                        <a:lumMod val="25000"/>
                      </a:srgbClr>
                    </a:solidFill>
                    <a:latin typeface="Calibri" panose="020F0502020204030204"/>
                  </a:rPr>
                  <a:t>Simplifications</a:t>
                </a:r>
                <a:r>
                  <a:rPr lang="de-DE" sz="1200">
                    <a:solidFill>
                      <a:srgbClr val="E7E6E6">
                        <a:lumMod val="25000"/>
                      </a:srgbClr>
                    </a:solidFill>
                    <a:latin typeface="Calibri" panose="020F0502020204030204"/>
                  </a:rPr>
                  <a:t> &amp; Eigenentwicklungen</a:t>
                </a:r>
              </a:p>
              <a:p>
                <a:pPr marL="184150" indent="-184150">
                  <a:spcBef>
                    <a:spcPts val="0"/>
                  </a:spcBef>
                  <a:buClr>
                    <a:schemeClr val="tx2"/>
                  </a:buClr>
                  <a:buSzPct val="100000"/>
                  <a:buFont typeface="Wingdings" pitchFamily="2" charset="2"/>
                  <a:buChar char="ü"/>
                </a:pPr>
                <a:r>
                  <a:rPr lang="de-DE" sz="1200">
                    <a:solidFill>
                      <a:srgbClr val="E7E6E6">
                        <a:lumMod val="25000"/>
                      </a:srgbClr>
                    </a:solidFill>
                    <a:latin typeface="Calibri" panose="020F0502020204030204"/>
                  </a:rPr>
                  <a:t>Zielsystemlandschaft definieren (S/4HANA, </a:t>
                </a:r>
                <a:r>
                  <a:rPr lang="de-DE" sz="1200" err="1">
                    <a:solidFill>
                      <a:srgbClr val="E7E6E6">
                        <a:lumMod val="25000"/>
                      </a:srgbClr>
                    </a:solidFill>
                    <a:latin typeface="Calibri" panose="020F0502020204030204"/>
                  </a:rPr>
                  <a:t>SuFa</a:t>
                </a:r>
                <a:r>
                  <a:rPr lang="de-DE" sz="1200">
                    <a:solidFill>
                      <a:srgbClr val="E7E6E6">
                        <a:lumMod val="25000"/>
                      </a:srgbClr>
                    </a:solidFill>
                    <a:latin typeface="Calibri" panose="020F0502020204030204"/>
                  </a:rPr>
                  <a:t>)</a:t>
                </a:r>
              </a:p>
              <a:p>
                <a:pPr marL="184150" indent="-184150">
                  <a:spcBef>
                    <a:spcPts val="0"/>
                  </a:spcBef>
                  <a:buClr>
                    <a:schemeClr val="tx2"/>
                  </a:buClr>
                  <a:buSzPct val="100000"/>
                  <a:buFont typeface="Wingdings" pitchFamily="2" charset="2"/>
                  <a:buChar char="ü"/>
                </a:pPr>
                <a:r>
                  <a:rPr lang="de-DE" sz="1200">
                    <a:solidFill>
                      <a:srgbClr val="E7E6E6">
                        <a:lumMod val="25000"/>
                      </a:srgbClr>
                    </a:solidFill>
                    <a:latin typeface="Calibri" panose="020F0502020204030204"/>
                  </a:rPr>
                  <a:t>Lizenzanalyse</a:t>
                </a:r>
              </a:p>
              <a:p>
                <a:pPr marL="184150" indent="-184150">
                  <a:spcBef>
                    <a:spcPts val="0"/>
                  </a:spcBef>
                  <a:buClr>
                    <a:schemeClr val="tx2"/>
                  </a:buClr>
                  <a:buSzPct val="100000"/>
                  <a:buFont typeface="Wingdings" pitchFamily="2" charset="2"/>
                  <a:buChar char="ü"/>
                </a:pPr>
                <a:r>
                  <a:rPr lang="de-DE" sz="1200">
                    <a:solidFill>
                      <a:srgbClr val="E7E6E6">
                        <a:lumMod val="25000"/>
                      </a:srgbClr>
                    </a:solidFill>
                    <a:latin typeface="Calibri" panose="020F0502020204030204"/>
                  </a:rPr>
                  <a:t>Vorgehen &amp; Zeitplanung</a:t>
                </a:r>
              </a:p>
              <a:p>
                <a:pPr marL="184150" indent="-184150">
                  <a:spcBef>
                    <a:spcPts val="0"/>
                  </a:spcBef>
                  <a:buClr>
                    <a:schemeClr val="tx2"/>
                  </a:buClr>
                  <a:buSzPct val="100000"/>
                  <a:buFont typeface="Wingdings" pitchFamily="2" charset="2"/>
                  <a:buChar char="ü"/>
                </a:pPr>
                <a:r>
                  <a:rPr lang="de-DE" sz="1200">
                    <a:solidFill>
                      <a:srgbClr val="E7E6E6">
                        <a:lumMod val="25000"/>
                      </a:srgbClr>
                    </a:solidFill>
                    <a:latin typeface="Calibri" panose="020F0502020204030204"/>
                  </a:rPr>
                  <a:t>Roadmap als Management Präsentation</a:t>
                </a:r>
              </a:p>
              <a:p>
                <a:pPr marL="184150" indent="-184150">
                  <a:spcBef>
                    <a:spcPts val="0"/>
                  </a:spcBef>
                  <a:buClr>
                    <a:schemeClr val="accent2"/>
                  </a:buClr>
                  <a:buSzPct val="100000"/>
                  <a:buFont typeface="Wingdings" pitchFamily="2" charset="2"/>
                  <a:buChar char="ü"/>
                </a:pPr>
                <a:endParaRPr lang="de-DE" sz="933">
                  <a:solidFill>
                    <a:srgbClr val="E7E6E6">
                      <a:lumMod val="25000"/>
                    </a:srgbClr>
                  </a:solidFill>
                  <a:latin typeface="Calibri" panose="020F0502020204030204"/>
                </a:endParaRPr>
              </a:p>
              <a:p>
                <a:pPr marL="184150" indent="-184150">
                  <a:spcBef>
                    <a:spcPts val="0"/>
                  </a:spcBef>
                  <a:buClr>
                    <a:schemeClr val="accent2"/>
                  </a:buClr>
                  <a:buSzPct val="100000"/>
                  <a:buFont typeface="Wingdings" pitchFamily="2" charset="2"/>
                  <a:buChar char="ü"/>
                </a:pPr>
                <a:endParaRPr lang="de-DE" sz="1300">
                  <a:solidFill>
                    <a:srgbClr val="E7E6E6">
                      <a:lumMod val="25000"/>
                    </a:srgbClr>
                  </a:solidFill>
                  <a:latin typeface="Calibri" panose="020F0502020204030204"/>
                </a:endParaRPr>
              </a:p>
            </p:txBody>
          </p:sp>
        </p:grpSp>
        <p:sp>
          <p:nvSpPr>
            <p:cNvPr id="10" name="Textfeld 9">
              <a:extLst>
                <a:ext uri="{FF2B5EF4-FFF2-40B4-BE49-F238E27FC236}">
                  <a16:creationId xmlns:a16="http://schemas.microsoft.com/office/drawing/2014/main" id="{442A4E8E-F8C0-951F-1CBE-B75B89544342}"/>
                </a:ext>
              </a:extLst>
            </p:cNvPr>
            <p:cNvSpPr txBox="1"/>
            <p:nvPr/>
          </p:nvSpPr>
          <p:spPr bwMode="gray">
            <a:xfrm>
              <a:off x="198736" y="2599812"/>
              <a:ext cx="1817894" cy="184666"/>
            </a:xfrm>
            <a:prstGeom prst="rect">
              <a:avLst/>
            </a:prstGeom>
            <a:solidFill>
              <a:schemeClr val="tx2"/>
            </a:solidFill>
            <a:ln>
              <a:noFill/>
            </a:ln>
          </p:spPr>
          <p:style>
            <a:lnRef idx="2">
              <a:schemeClr val="accent2">
                <a:shade val="50000"/>
              </a:schemeClr>
            </a:lnRef>
            <a:fillRef idx="1">
              <a:schemeClr val="accent2"/>
            </a:fillRef>
            <a:effectRef idx="0">
              <a:schemeClr val="accent2"/>
            </a:effectRef>
            <a:fontRef idx="minor">
              <a:schemeClr val="lt1"/>
            </a:fontRef>
          </p:style>
          <p:txBody>
            <a:bodyPr wrap="square" lIns="0" tIns="0" rIns="0" bIns="0" rtlCol="0">
              <a:spAutoFit/>
            </a:bodyPr>
            <a:lstStyle/>
            <a:p>
              <a:pPr marL="0" indent="0" algn="ctr">
                <a:spcBef>
                  <a:spcPts val="0"/>
                </a:spcBef>
                <a:buClr>
                  <a:schemeClr val="accent6"/>
                </a:buClr>
                <a:buSzPct val="140000"/>
                <a:buNone/>
              </a:pPr>
              <a:r>
                <a:rPr lang="de-DE" sz="1200" err="1">
                  <a:solidFill>
                    <a:schemeClr val="bg1"/>
                  </a:solidFill>
                  <a:latin typeface="+mn-lt"/>
                  <a:ea typeface="DIN-Regular" panose="020B0500010101010101" pitchFamily="34" charset="0"/>
                </a:rPr>
                <a:t>Readiness</a:t>
              </a:r>
              <a:r>
                <a:rPr lang="de-DE" sz="1200">
                  <a:solidFill>
                    <a:schemeClr val="bg1"/>
                  </a:solidFill>
                  <a:latin typeface="+mn-lt"/>
                  <a:ea typeface="DIN-Regular" panose="020B0500010101010101" pitchFamily="34" charset="0"/>
                </a:rPr>
                <a:t> Check &amp; Roadmap</a:t>
              </a:r>
            </a:p>
          </p:txBody>
        </p:sp>
      </p:grpSp>
      <p:sp>
        <p:nvSpPr>
          <p:cNvPr id="13" name="Freihandform: Form 37">
            <a:extLst>
              <a:ext uri="{FF2B5EF4-FFF2-40B4-BE49-F238E27FC236}">
                <a16:creationId xmlns:a16="http://schemas.microsoft.com/office/drawing/2014/main" id="{95D190B1-E2A3-611C-4C0E-25BCB5565E6B}"/>
              </a:ext>
            </a:extLst>
          </p:cNvPr>
          <p:cNvSpPr/>
          <p:nvPr/>
        </p:nvSpPr>
        <p:spPr>
          <a:xfrm>
            <a:off x="1552933" y="5257674"/>
            <a:ext cx="115091" cy="188105"/>
          </a:xfrm>
          <a:custGeom>
            <a:avLst/>
            <a:gdLst>
              <a:gd name="connsiteX0" fmla="*/ 57827 w 115091"/>
              <a:gd name="connsiteY0" fmla="*/ 83250 h 188105"/>
              <a:gd name="connsiteX1" fmla="*/ 33077 w 115091"/>
              <a:gd name="connsiteY1" fmla="*/ 58500 h 188105"/>
              <a:gd name="connsiteX2" fmla="*/ 57827 w 115091"/>
              <a:gd name="connsiteY2" fmla="*/ 33750 h 188105"/>
              <a:gd name="connsiteX3" fmla="*/ 82577 w 115091"/>
              <a:gd name="connsiteY3" fmla="*/ 58500 h 188105"/>
              <a:gd name="connsiteX4" fmla="*/ 82577 w 115091"/>
              <a:gd name="connsiteY4" fmla="*/ 58500 h 188105"/>
              <a:gd name="connsiteX5" fmla="*/ 57827 w 115091"/>
              <a:gd name="connsiteY5" fmla="*/ 83250 h 188105"/>
              <a:gd name="connsiteX6" fmla="*/ 57827 w 115091"/>
              <a:gd name="connsiteY6" fmla="*/ 83250 h 188105"/>
              <a:gd name="connsiteX7" fmla="*/ 57827 w 115091"/>
              <a:gd name="connsiteY7" fmla="*/ 0 h 188105"/>
              <a:gd name="connsiteX8" fmla="*/ 10015 w 115091"/>
              <a:gd name="connsiteY8" fmla="*/ 25313 h 188105"/>
              <a:gd name="connsiteX9" fmla="*/ 3827 w 115091"/>
              <a:gd name="connsiteY9" fmla="*/ 79313 h 188105"/>
              <a:gd name="connsiteX10" fmla="*/ 30265 w 115091"/>
              <a:gd name="connsiteY10" fmla="*/ 137250 h 188105"/>
              <a:gd name="connsiteX11" fmla="*/ 52765 w 115091"/>
              <a:gd name="connsiteY11" fmla="*/ 185063 h 188105"/>
              <a:gd name="connsiteX12" fmla="*/ 60077 w 115091"/>
              <a:gd name="connsiteY12" fmla="*/ 187313 h 188105"/>
              <a:gd name="connsiteX13" fmla="*/ 62327 w 115091"/>
              <a:gd name="connsiteY13" fmla="*/ 185063 h 188105"/>
              <a:gd name="connsiteX14" fmla="*/ 84827 w 115091"/>
              <a:gd name="connsiteY14" fmla="*/ 137250 h 188105"/>
              <a:gd name="connsiteX15" fmla="*/ 111265 w 115091"/>
              <a:gd name="connsiteY15" fmla="*/ 79313 h 188105"/>
              <a:gd name="connsiteX16" fmla="*/ 105077 w 115091"/>
              <a:gd name="connsiteY16" fmla="*/ 25313 h 188105"/>
              <a:gd name="connsiteX17" fmla="*/ 57827 w 115091"/>
              <a:gd name="connsiteY17" fmla="*/ 0 h 188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5091" h="188105">
                <a:moveTo>
                  <a:pt x="57827" y="83250"/>
                </a:moveTo>
                <a:cubicBezTo>
                  <a:pt x="44327" y="83250"/>
                  <a:pt x="33077" y="72000"/>
                  <a:pt x="33077" y="58500"/>
                </a:cubicBezTo>
                <a:cubicBezTo>
                  <a:pt x="33077" y="45000"/>
                  <a:pt x="44327" y="33750"/>
                  <a:pt x="57827" y="33750"/>
                </a:cubicBezTo>
                <a:cubicBezTo>
                  <a:pt x="71327" y="33750"/>
                  <a:pt x="82577" y="45000"/>
                  <a:pt x="82577" y="58500"/>
                </a:cubicBezTo>
                <a:lnTo>
                  <a:pt x="82577" y="58500"/>
                </a:lnTo>
                <a:cubicBezTo>
                  <a:pt x="82577" y="72000"/>
                  <a:pt x="71327" y="83250"/>
                  <a:pt x="57827" y="83250"/>
                </a:cubicBezTo>
                <a:cubicBezTo>
                  <a:pt x="57827" y="83250"/>
                  <a:pt x="57827" y="83250"/>
                  <a:pt x="57827" y="83250"/>
                </a:cubicBezTo>
                <a:close/>
                <a:moveTo>
                  <a:pt x="57827" y="0"/>
                </a:moveTo>
                <a:cubicBezTo>
                  <a:pt x="38702" y="0"/>
                  <a:pt x="20702" y="9562"/>
                  <a:pt x="10015" y="25313"/>
                </a:cubicBezTo>
                <a:cubicBezTo>
                  <a:pt x="-673" y="41063"/>
                  <a:pt x="-2923" y="61312"/>
                  <a:pt x="3827" y="79313"/>
                </a:cubicBezTo>
                <a:lnTo>
                  <a:pt x="30265" y="137250"/>
                </a:lnTo>
                <a:lnTo>
                  <a:pt x="52765" y="185063"/>
                </a:lnTo>
                <a:cubicBezTo>
                  <a:pt x="54452" y="187875"/>
                  <a:pt x="57827" y="189000"/>
                  <a:pt x="60077" y="187313"/>
                </a:cubicBezTo>
                <a:cubicBezTo>
                  <a:pt x="61202" y="186750"/>
                  <a:pt x="61765" y="186187"/>
                  <a:pt x="62327" y="185063"/>
                </a:cubicBezTo>
                <a:lnTo>
                  <a:pt x="84827" y="137250"/>
                </a:lnTo>
                <a:lnTo>
                  <a:pt x="111265" y="79313"/>
                </a:lnTo>
                <a:cubicBezTo>
                  <a:pt x="118015" y="61312"/>
                  <a:pt x="115765" y="41063"/>
                  <a:pt x="105077" y="25313"/>
                </a:cubicBezTo>
                <a:cubicBezTo>
                  <a:pt x="94952" y="9562"/>
                  <a:pt x="76952" y="0"/>
                  <a:pt x="57827" y="0"/>
                </a:cubicBezTo>
                <a:close/>
              </a:path>
            </a:pathLst>
          </a:custGeom>
          <a:solidFill>
            <a:schemeClr val="accent2"/>
          </a:solidFill>
          <a:ln w="5556" cap="flat">
            <a:noFill/>
            <a:prstDash val="solid"/>
            <a:miter/>
          </a:ln>
        </p:spPr>
        <p:txBody>
          <a:bodyPr rtlCol="0" anchor="ctr"/>
          <a:lstStyle/>
          <a:p>
            <a:endParaRPr lang="de-DE"/>
          </a:p>
        </p:txBody>
      </p:sp>
      <p:sp>
        <p:nvSpPr>
          <p:cNvPr id="14" name="Freihandform: Form 38">
            <a:extLst>
              <a:ext uri="{FF2B5EF4-FFF2-40B4-BE49-F238E27FC236}">
                <a16:creationId xmlns:a16="http://schemas.microsoft.com/office/drawing/2014/main" id="{33D6AE16-B3AD-C53D-4057-AFB8FA2E8536}"/>
              </a:ext>
            </a:extLst>
          </p:cNvPr>
          <p:cNvSpPr/>
          <p:nvPr/>
        </p:nvSpPr>
        <p:spPr>
          <a:xfrm>
            <a:off x="1251741" y="5462986"/>
            <a:ext cx="143888" cy="233087"/>
          </a:xfrm>
          <a:custGeom>
            <a:avLst/>
            <a:gdLst>
              <a:gd name="connsiteX0" fmla="*/ 72144 w 143888"/>
              <a:gd name="connsiteY0" fmla="*/ 102937 h 233087"/>
              <a:gd name="connsiteX1" fmla="*/ 41207 w 143888"/>
              <a:gd name="connsiteY1" fmla="*/ 72000 h 233087"/>
              <a:gd name="connsiteX2" fmla="*/ 72144 w 143888"/>
              <a:gd name="connsiteY2" fmla="*/ 41062 h 233087"/>
              <a:gd name="connsiteX3" fmla="*/ 103082 w 143888"/>
              <a:gd name="connsiteY3" fmla="*/ 72000 h 233087"/>
              <a:gd name="connsiteX4" fmla="*/ 103082 w 143888"/>
              <a:gd name="connsiteY4" fmla="*/ 72000 h 233087"/>
              <a:gd name="connsiteX5" fmla="*/ 72144 w 143888"/>
              <a:gd name="connsiteY5" fmla="*/ 102937 h 233087"/>
              <a:gd name="connsiteX6" fmla="*/ 72144 w 143888"/>
              <a:gd name="connsiteY6" fmla="*/ 102937 h 233087"/>
              <a:gd name="connsiteX7" fmla="*/ 72144 w 143888"/>
              <a:gd name="connsiteY7" fmla="*/ 102937 h 233087"/>
              <a:gd name="connsiteX8" fmla="*/ 72144 w 143888"/>
              <a:gd name="connsiteY8" fmla="*/ 0 h 233087"/>
              <a:gd name="connsiteX9" fmla="*/ 12519 w 143888"/>
              <a:gd name="connsiteY9" fmla="*/ 31500 h 233087"/>
              <a:gd name="connsiteX10" fmla="*/ 5207 w 143888"/>
              <a:gd name="connsiteY10" fmla="*/ 98438 h 233087"/>
              <a:gd name="connsiteX11" fmla="*/ 37832 w 143888"/>
              <a:gd name="connsiteY11" fmla="*/ 170438 h 233087"/>
              <a:gd name="connsiteX12" fmla="*/ 65957 w 143888"/>
              <a:gd name="connsiteY12" fmla="*/ 229500 h 233087"/>
              <a:gd name="connsiteX13" fmla="*/ 75519 w 143888"/>
              <a:gd name="connsiteY13" fmla="*/ 232313 h 233087"/>
              <a:gd name="connsiteX14" fmla="*/ 78332 w 143888"/>
              <a:gd name="connsiteY14" fmla="*/ 229500 h 233087"/>
              <a:gd name="connsiteX15" fmla="*/ 106457 w 143888"/>
              <a:gd name="connsiteY15" fmla="*/ 170438 h 233087"/>
              <a:gd name="connsiteX16" fmla="*/ 139082 w 143888"/>
              <a:gd name="connsiteY16" fmla="*/ 98438 h 233087"/>
              <a:gd name="connsiteX17" fmla="*/ 131769 w 143888"/>
              <a:gd name="connsiteY17" fmla="*/ 31500 h 233087"/>
              <a:gd name="connsiteX18" fmla="*/ 72144 w 143888"/>
              <a:gd name="connsiteY18" fmla="*/ 0 h 233087"/>
              <a:gd name="connsiteX19" fmla="*/ 72144 w 143888"/>
              <a:gd name="connsiteY19" fmla="*/ 0 h 233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43888" h="233087">
                <a:moveTo>
                  <a:pt x="72144" y="102937"/>
                </a:moveTo>
                <a:cubicBezTo>
                  <a:pt x="55269" y="102937"/>
                  <a:pt x="41207" y="88875"/>
                  <a:pt x="41207" y="72000"/>
                </a:cubicBezTo>
                <a:cubicBezTo>
                  <a:pt x="41207" y="55125"/>
                  <a:pt x="55269" y="41062"/>
                  <a:pt x="72144" y="41062"/>
                </a:cubicBezTo>
                <a:cubicBezTo>
                  <a:pt x="89019" y="41062"/>
                  <a:pt x="103082" y="55125"/>
                  <a:pt x="103082" y="72000"/>
                </a:cubicBezTo>
                <a:cubicBezTo>
                  <a:pt x="103082" y="72000"/>
                  <a:pt x="103082" y="72000"/>
                  <a:pt x="103082" y="72000"/>
                </a:cubicBezTo>
                <a:cubicBezTo>
                  <a:pt x="103082" y="88875"/>
                  <a:pt x="89019" y="102937"/>
                  <a:pt x="72144" y="102937"/>
                </a:cubicBezTo>
                <a:cubicBezTo>
                  <a:pt x="72144" y="102937"/>
                  <a:pt x="72144" y="102937"/>
                  <a:pt x="72144" y="102937"/>
                </a:cubicBezTo>
                <a:lnTo>
                  <a:pt x="72144" y="102937"/>
                </a:lnTo>
                <a:close/>
                <a:moveTo>
                  <a:pt x="72144" y="0"/>
                </a:moveTo>
                <a:cubicBezTo>
                  <a:pt x="48519" y="0"/>
                  <a:pt x="26019" y="11812"/>
                  <a:pt x="12519" y="31500"/>
                </a:cubicBezTo>
                <a:cubicBezTo>
                  <a:pt x="-981" y="51187"/>
                  <a:pt x="-3793" y="76500"/>
                  <a:pt x="5207" y="98438"/>
                </a:cubicBezTo>
                <a:lnTo>
                  <a:pt x="37832" y="170438"/>
                </a:lnTo>
                <a:lnTo>
                  <a:pt x="65957" y="229500"/>
                </a:lnTo>
                <a:cubicBezTo>
                  <a:pt x="67644" y="232875"/>
                  <a:pt x="72144" y="234000"/>
                  <a:pt x="75519" y="232313"/>
                </a:cubicBezTo>
                <a:cubicBezTo>
                  <a:pt x="76644" y="231750"/>
                  <a:pt x="77769" y="230625"/>
                  <a:pt x="78332" y="229500"/>
                </a:cubicBezTo>
                <a:lnTo>
                  <a:pt x="106457" y="170438"/>
                </a:lnTo>
                <a:lnTo>
                  <a:pt x="139082" y="98438"/>
                </a:lnTo>
                <a:cubicBezTo>
                  <a:pt x="147519" y="76500"/>
                  <a:pt x="144707" y="51187"/>
                  <a:pt x="131769" y="31500"/>
                </a:cubicBezTo>
                <a:cubicBezTo>
                  <a:pt x="118269" y="11812"/>
                  <a:pt x="95769" y="0"/>
                  <a:pt x="72144" y="0"/>
                </a:cubicBezTo>
                <a:lnTo>
                  <a:pt x="72144" y="0"/>
                </a:lnTo>
                <a:close/>
              </a:path>
            </a:pathLst>
          </a:custGeom>
          <a:solidFill>
            <a:schemeClr val="tx2"/>
          </a:solidFill>
          <a:ln w="5556" cap="flat">
            <a:noFill/>
            <a:prstDash val="solid"/>
            <a:miter/>
          </a:ln>
        </p:spPr>
        <p:txBody>
          <a:bodyPr rtlCol="0" anchor="ctr"/>
          <a:lstStyle/>
          <a:p>
            <a:endParaRPr lang="de-DE"/>
          </a:p>
        </p:txBody>
      </p:sp>
      <p:sp>
        <p:nvSpPr>
          <p:cNvPr id="15" name="Freihandform: Form 39">
            <a:extLst>
              <a:ext uri="{FF2B5EF4-FFF2-40B4-BE49-F238E27FC236}">
                <a16:creationId xmlns:a16="http://schemas.microsoft.com/office/drawing/2014/main" id="{912101E7-3D4D-5C4E-AF3C-16ABCA4188EE}"/>
              </a:ext>
            </a:extLst>
          </p:cNvPr>
          <p:cNvSpPr/>
          <p:nvPr/>
        </p:nvSpPr>
        <p:spPr>
          <a:xfrm>
            <a:off x="1368885" y="5662674"/>
            <a:ext cx="33750" cy="33750"/>
          </a:xfrm>
          <a:custGeom>
            <a:avLst/>
            <a:gdLst>
              <a:gd name="connsiteX0" fmla="*/ 33750 w 33750"/>
              <a:gd name="connsiteY0" fmla="*/ 33750 h 33750"/>
              <a:gd name="connsiteX1" fmla="*/ 19125 w 33750"/>
              <a:gd name="connsiteY1" fmla="*/ 33750 h 33750"/>
              <a:gd name="connsiteX2" fmla="*/ 0 w 33750"/>
              <a:gd name="connsiteY2" fmla="*/ 33750 h 33750"/>
              <a:gd name="connsiteX3" fmla="*/ 0 w 33750"/>
              <a:gd name="connsiteY3" fmla="*/ 0 h 33750"/>
              <a:gd name="connsiteX4" fmla="*/ 19125 w 33750"/>
              <a:gd name="connsiteY4" fmla="*/ 0 h 33750"/>
              <a:gd name="connsiteX5" fmla="*/ 33750 w 33750"/>
              <a:gd name="connsiteY5" fmla="*/ 0 h 33750"/>
              <a:gd name="connsiteX6" fmla="*/ 33750 w 33750"/>
              <a:gd name="connsiteY6" fmla="*/ 33750 h 33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750" h="33750">
                <a:moveTo>
                  <a:pt x="33750" y="33750"/>
                </a:moveTo>
                <a:lnTo>
                  <a:pt x="19125" y="33750"/>
                </a:lnTo>
                <a:cubicBezTo>
                  <a:pt x="12375" y="33750"/>
                  <a:pt x="6188" y="33750"/>
                  <a:pt x="0" y="33750"/>
                </a:cubicBezTo>
                <a:lnTo>
                  <a:pt x="0" y="0"/>
                </a:lnTo>
                <a:cubicBezTo>
                  <a:pt x="5625" y="0"/>
                  <a:pt x="12375" y="0"/>
                  <a:pt x="19125" y="0"/>
                </a:cubicBezTo>
                <a:lnTo>
                  <a:pt x="33750" y="0"/>
                </a:lnTo>
                <a:lnTo>
                  <a:pt x="33750" y="33750"/>
                </a:lnTo>
                <a:close/>
              </a:path>
            </a:pathLst>
          </a:custGeom>
          <a:solidFill>
            <a:srgbClr val="339933"/>
          </a:solidFill>
          <a:ln w="5556" cap="flat">
            <a:noFill/>
            <a:prstDash val="solid"/>
            <a:miter/>
          </a:ln>
        </p:spPr>
        <p:txBody>
          <a:bodyPr rtlCol="0" anchor="ctr"/>
          <a:lstStyle/>
          <a:p>
            <a:endParaRPr lang="de-DE"/>
          </a:p>
        </p:txBody>
      </p:sp>
      <p:sp>
        <p:nvSpPr>
          <p:cNvPr id="16" name="Freihandform: Form 40">
            <a:extLst>
              <a:ext uri="{FF2B5EF4-FFF2-40B4-BE49-F238E27FC236}">
                <a16:creationId xmlns:a16="http://schemas.microsoft.com/office/drawing/2014/main" id="{2393C31B-314B-1810-1DE4-3138A5B36B18}"/>
              </a:ext>
            </a:extLst>
          </p:cNvPr>
          <p:cNvSpPr/>
          <p:nvPr/>
        </p:nvSpPr>
        <p:spPr>
          <a:xfrm>
            <a:off x="1425698" y="5662111"/>
            <a:ext cx="34312" cy="34312"/>
          </a:xfrm>
          <a:custGeom>
            <a:avLst/>
            <a:gdLst>
              <a:gd name="connsiteX0" fmla="*/ 0 w 34312"/>
              <a:gd name="connsiteY0" fmla="*/ 34312 h 34312"/>
              <a:gd name="connsiteX1" fmla="*/ 0 w 34312"/>
              <a:gd name="connsiteY1" fmla="*/ 562 h 34312"/>
              <a:gd name="connsiteX2" fmla="*/ 33187 w 34312"/>
              <a:gd name="connsiteY2" fmla="*/ 0 h 34312"/>
              <a:gd name="connsiteX3" fmla="*/ 34312 w 34312"/>
              <a:gd name="connsiteY3" fmla="*/ 33750 h 34312"/>
              <a:gd name="connsiteX4" fmla="*/ 0 w 34312"/>
              <a:gd name="connsiteY4" fmla="*/ 34312 h 343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312" h="34312">
                <a:moveTo>
                  <a:pt x="0" y="34312"/>
                </a:moveTo>
                <a:lnTo>
                  <a:pt x="0" y="562"/>
                </a:lnTo>
                <a:cubicBezTo>
                  <a:pt x="12375" y="562"/>
                  <a:pt x="23062" y="562"/>
                  <a:pt x="33187" y="0"/>
                </a:cubicBezTo>
                <a:lnTo>
                  <a:pt x="34312" y="33750"/>
                </a:lnTo>
                <a:cubicBezTo>
                  <a:pt x="23625" y="34312"/>
                  <a:pt x="12375" y="34312"/>
                  <a:pt x="0" y="34312"/>
                </a:cubicBezTo>
                <a:close/>
              </a:path>
            </a:pathLst>
          </a:custGeom>
          <a:solidFill>
            <a:srgbClr val="339933"/>
          </a:solidFill>
          <a:ln w="5556" cap="flat">
            <a:noFill/>
            <a:prstDash val="solid"/>
            <a:miter/>
          </a:ln>
        </p:spPr>
        <p:txBody>
          <a:bodyPr rtlCol="0" anchor="ctr"/>
          <a:lstStyle/>
          <a:p>
            <a:endParaRPr lang="de-DE"/>
          </a:p>
        </p:txBody>
      </p:sp>
      <p:sp>
        <p:nvSpPr>
          <p:cNvPr id="17" name="Freihandform: Form 41">
            <a:extLst>
              <a:ext uri="{FF2B5EF4-FFF2-40B4-BE49-F238E27FC236}">
                <a16:creationId xmlns:a16="http://schemas.microsoft.com/office/drawing/2014/main" id="{945A01A1-56E2-9F01-82F4-14988D102418}"/>
              </a:ext>
            </a:extLst>
          </p:cNvPr>
          <p:cNvSpPr/>
          <p:nvPr/>
        </p:nvSpPr>
        <p:spPr>
          <a:xfrm>
            <a:off x="1480823" y="5658736"/>
            <a:ext cx="35999" cy="35999"/>
          </a:xfrm>
          <a:custGeom>
            <a:avLst/>
            <a:gdLst>
              <a:gd name="connsiteX0" fmla="*/ 1687 w 35999"/>
              <a:gd name="connsiteY0" fmla="*/ 36000 h 35999"/>
              <a:gd name="connsiteX1" fmla="*/ 0 w 35999"/>
              <a:gd name="connsiteY1" fmla="*/ 2250 h 35999"/>
              <a:gd name="connsiteX2" fmla="*/ 32625 w 35999"/>
              <a:gd name="connsiteY2" fmla="*/ 0 h 35999"/>
              <a:gd name="connsiteX3" fmla="*/ 36000 w 35999"/>
              <a:gd name="connsiteY3" fmla="*/ 33750 h 35999"/>
              <a:gd name="connsiteX4" fmla="*/ 1687 w 35999"/>
              <a:gd name="connsiteY4" fmla="*/ 36000 h 35999"/>
              <a:gd name="connsiteX5" fmla="*/ 1687 w 35999"/>
              <a:gd name="connsiteY5" fmla="*/ 36000 h 35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999" h="35999">
                <a:moveTo>
                  <a:pt x="1687" y="36000"/>
                </a:moveTo>
                <a:lnTo>
                  <a:pt x="0" y="2250"/>
                </a:lnTo>
                <a:cubicBezTo>
                  <a:pt x="11812" y="1687"/>
                  <a:pt x="23062" y="1125"/>
                  <a:pt x="32625" y="0"/>
                </a:cubicBezTo>
                <a:lnTo>
                  <a:pt x="36000" y="33750"/>
                </a:lnTo>
                <a:cubicBezTo>
                  <a:pt x="25875" y="34875"/>
                  <a:pt x="14063" y="35437"/>
                  <a:pt x="1687" y="36000"/>
                </a:cubicBezTo>
                <a:lnTo>
                  <a:pt x="1687" y="36000"/>
                </a:lnTo>
                <a:close/>
              </a:path>
            </a:pathLst>
          </a:custGeom>
          <a:solidFill>
            <a:srgbClr val="339933"/>
          </a:solidFill>
          <a:ln w="5556" cap="flat">
            <a:noFill/>
            <a:prstDash val="solid"/>
            <a:miter/>
          </a:ln>
        </p:spPr>
        <p:txBody>
          <a:bodyPr rtlCol="0" anchor="ctr"/>
          <a:lstStyle/>
          <a:p>
            <a:endParaRPr lang="de-DE"/>
          </a:p>
        </p:txBody>
      </p:sp>
      <p:sp>
        <p:nvSpPr>
          <p:cNvPr id="18" name="Freihandform: Form 42">
            <a:extLst>
              <a:ext uri="{FF2B5EF4-FFF2-40B4-BE49-F238E27FC236}">
                <a16:creationId xmlns:a16="http://schemas.microsoft.com/office/drawing/2014/main" id="{914CC79B-7F49-21B8-FB48-7028570C39C0}"/>
              </a:ext>
            </a:extLst>
          </p:cNvPr>
          <p:cNvSpPr/>
          <p:nvPr/>
        </p:nvSpPr>
        <p:spPr>
          <a:xfrm>
            <a:off x="1535386" y="5650299"/>
            <a:ext cx="39937" cy="39375"/>
          </a:xfrm>
          <a:custGeom>
            <a:avLst/>
            <a:gdLst>
              <a:gd name="connsiteX0" fmla="*/ 5062 w 39937"/>
              <a:gd name="connsiteY0" fmla="*/ 39375 h 39375"/>
              <a:gd name="connsiteX1" fmla="*/ 0 w 39937"/>
              <a:gd name="connsiteY1" fmla="*/ 6187 h 39375"/>
              <a:gd name="connsiteX2" fmla="*/ 30938 w 39937"/>
              <a:gd name="connsiteY2" fmla="*/ 0 h 39375"/>
              <a:gd name="connsiteX3" fmla="*/ 39937 w 39937"/>
              <a:gd name="connsiteY3" fmla="*/ 32625 h 39375"/>
              <a:gd name="connsiteX4" fmla="*/ 5062 w 39937"/>
              <a:gd name="connsiteY4" fmla="*/ 39375 h 393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937" h="39375">
                <a:moveTo>
                  <a:pt x="5062" y="39375"/>
                </a:moveTo>
                <a:lnTo>
                  <a:pt x="0" y="6187"/>
                </a:lnTo>
                <a:cubicBezTo>
                  <a:pt x="10687" y="4500"/>
                  <a:pt x="20812" y="2813"/>
                  <a:pt x="30938" y="0"/>
                </a:cubicBezTo>
                <a:lnTo>
                  <a:pt x="39937" y="32625"/>
                </a:lnTo>
                <a:cubicBezTo>
                  <a:pt x="28125" y="35437"/>
                  <a:pt x="16875" y="37687"/>
                  <a:pt x="5062" y="39375"/>
                </a:cubicBezTo>
                <a:close/>
              </a:path>
            </a:pathLst>
          </a:custGeom>
          <a:solidFill>
            <a:srgbClr val="339933"/>
          </a:solidFill>
          <a:ln w="5556" cap="flat">
            <a:noFill/>
            <a:prstDash val="solid"/>
            <a:miter/>
          </a:ln>
        </p:spPr>
        <p:txBody>
          <a:bodyPr rtlCol="0" anchor="ctr"/>
          <a:lstStyle/>
          <a:p>
            <a:endParaRPr lang="de-DE"/>
          </a:p>
        </p:txBody>
      </p:sp>
      <p:sp>
        <p:nvSpPr>
          <p:cNvPr id="19" name="Freihandform: Form 43">
            <a:extLst>
              <a:ext uri="{FF2B5EF4-FFF2-40B4-BE49-F238E27FC236}">
                <a16:creationId xmlns:a16="http://schemas.microsoft.com/office/drawing/2014/main" id="{FBF5FBA7-BD94-9637-15D7-F3C0A95A7A45}"/>
              </a:ext>
            </a:extLst>
          </p:cNvPr>
          <p:cNvSpPr/>
          <p:nvPr/>
        </p:nvSpPr>
        <p:spPr>
          <a:xfrm>
            <a:off x="1585448" y="5630048"/>
            <a:ext cx="47812" cy="44437"/>
          </a:xfrm>
          <a:custGeom>
            <a:avLst/>
            <a:gdLst>
              <a:gd name="connsiteX0" fmla="*/ 13500 w 47812"/>
              <a:gd name="connsiteY0" fmla="*/ 44438 h 44437"/>
              <a:gd name="connsiteX1" fmla="*/ 0 w 47812"/>
              <a:gd name="connsiteY1" fmla="*/ 13500 h 44437"/>
              <a:gd name="connsiteX2" fmla="*/ 18000 w 47812"/>
              <a:gd name="connsiteY2" fmla="*/ 0 h 44437"/>
              <a:gd name="connsiteX3" fmla="*/ 47813 w 47812"/>
              <a:gd name="connsiteY3" fmla="*/ 16313 h 44437"/>
              <a:gd name="connsiteX4" fmla="*/ 13500 w 47812"/>
              <a:gd name="connsiteY4" fmla="*/ 44438 h 44437"/>
              <a:gd name="connsiteX5" fmla="*/ 13500 w 47812"/>
              <a:gd name="connsiteY5" fmla="*/ 44438 h 44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812" h="44437">
                <a:moveTo>
                  <a:pt x="13500" y="44438"/>
                </a:moveTo>
                <a:lnTo>
                  <a:pt x="0" y="13500"/>
                </a:lnTo>
                <a:cubicBezTo>
                  <a:pt x="7312" y="11250"/>
                  <a:pt x="13500" y="6188"/>
                  <a:pt x="18000" y="0"/>
                </a:cubicBezTo>
                <a:lnTo>
                  <a:pt x="47813" y="16313"/>
                </a:lnTo>
                <a:cubicBezTo>
                  <a:pt x="39375" y="29250"/>
                  <a:pt x="27562" y="38813"/>
                  <a:pt x="13500" y="44438"/>
                </a:cubicBezTo>
                <a:lnTo>
                  <a:pt x="13500" y="44438"/>
                </a:lnTo>
                <a:close/>
              </a:path>
            </a:pathLst>
          </a:custGeom>
          <a:solidFill>
            <a:srgbClr val="339933"/>
          </a:solidFill>
          <a:ln w="5556" cap="flat">
            <a:noFill/>
            <a:prstDash val="solid"/>
            <a:miter/>
          </a:ln>
        </p:spPr>
        <p:txBody>
          <a:bodyPr rtlCol="0" anchor="ctr"/>
          <a:lstStyle/>
          <a:p>
            <a:endParaRPr lang="de-DE"/>
          </a:p>
        </p:txBody>
      </p:sp>
      <p:sp>
        <p:nvSpPr>
          <p:cNvPr id="20" name="Freihandform: Form 44">
            <a:extLst>
              <a:ext uri="{FF2B5EF4-FFF2-40B4-BE49-F238E27FC236}">
                <a16:creationId xmlns:a16="http://schemas.microsoft.com/office/drawing/2014/main" id="{C7AF85FC-5002-C7AE-BBCD-605E9E559A1B}"/>
              </a:ext>
            </a:extLst>
          </p:cNvPr>
          <p:cNvSpPr/>
          <p:nvPr/>
        </p:nvSpPr>
        <p:spPr>
          <a:xfrm>
            <a:off x="1594448" y="5575486"/>
            <a:ext cx="42749" cy="43312"/>
          </a:xfrm>
          <a:custGeom>
            <a:avLst/>
            <a:gdLst>
              <a:gd name="connsiteX0" fmla="*/ 9562 w 42749"/>
              <a:gd name="connsiteY0" fmla="*/ 43312 h 43312"/>
              <a:gd name="connsiteX1" fmla="*/ 0 w 42749"/>
              <a:gd name="connsiteY1" fmla="*/ 23625 h 43312"/>
              <a:gd name="connsiteX2" fmla="*/ 23625 w 42749"/>
              <a:gd name="connsiteY2" fmla="*/ 0 h 43312"/>
              <a:gd name="connsiteX3" fmla="*/ 42750 w 42749"/>
              <a:gd name="connsiteY3" fmla="*/ 39375 h 43312"/>
              <a:gd name="connsiteX4" fmla="*/ 9562 w 42749"/>
              <a:gd name="connsiteY4" fmla="*/ 43312 h 433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749" h="43312">
                <a:moveTo>
                  <a:pt x="9562" y="43312"/>
                </a:moveTo>
                <a:cubicBezTo>
                  <a:pt x="8438" y="36000"/>
                  <a:pt x="5063" y="28687"/>
                  <a:pt x="0" y="23625"/>
                </a:cubicBezTo>
                <a:lnTo>
                  <a:pt x="23625" y="0"/>
                </a:lnTo>
                <a:cubicBezTo>
                  <a:pt x="34312" y="10688"/>
                  <a:pt x="41062" y="24188"/>
                  <a:pt x="42750" y="39375"/>
                </a:cubicBezTo>
                <a:lnTo>
                  <a:pt x="9562" y="43312"/>
                </a:lnTo>
                <a:close/>
              </a:path>
            </a:pathLst>
          </a:custGeom>
          <a:solidFill>
            <a:srgbClr val="339933"/>
          </a:solidFill>
          <a:ln w="5556" cap="flat">
            <a:noFill/>
            <a:prstDash val="solid"/>
            <a:miter/>
          </a:ln>
        </p:spPr>
        <p:txBody>
          <a:bodyPr rtlCol="0" anchor="ctr"/>
          <a:lstStyle/>
          <a:p>
            <a:endParaRPr lang="de-DE"/>
          </a:p>
        </p:txBody>
      </p:sp>
      <p:sp>
        <p:nvSpPr>
          <p:cNvPr id="21" name="Freihandform: Form 45">
            <a:extLst>
              <a:ext uri="{FF2B5EF4-FFF2-40B4-BE49-F238E27FC236}">
                <a16:creationId xmlns:a16="http://schemas.microsoft.com/office/drawing/2014/main" id="{3A3B0CBC-41AE-2DB4-8775-EEF2B43B2C0E}"/>
              </a:ext>
            </a:extLst>
          </p:cNvPr>
          <p:cNvSpPr/>
          <p:nvPr/>
        </p:nvSpPr>
        <p:spPr>
          <a:xfrm>
            <a:off x="1552261" y="5545674"/>
            <a:ext cx="43874" cy="43312"/>
          </a:xfrm>
          <a:custGeom>
            <a:avLst/>
            <a:gdLst>
              <a:gd name="connsiteX0" fmla="*/ 28125 w 43874"/>
              <a:gd name="connsiteY0" fmla="*/ 43313 h 43312"/>
              <a:gd name="connsiteX1" fmla="*/ 0 w 43874"/>
              <a:gd name="connsiteY1" fmla="*/ 32063 h 43312"/>
              <a:gd name="connsiteX2" fmla="*/ 9562 w 43874"/>
              <a:gd name="connsiteY2" fmla="*/ 0 h 43312"/>
              <a:gd name="connsiteX3" fmla="*/ 43875 w 43874"/>
              <a:gd name="connsiteY3" fmla="*/ 13500 h 43312"/>
              <a:gd name="connsiteX4" fmla="*/ 28125 w 43874"/>
              <a:gd name="connsiteY4" fmla="*/ 43313 h 433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874" h="43312">
                <a:moveTo>
                  <a:pt x="28125" y="43313"/>
                </a:moveTo>
                <a:cubicBezTo>
                  <a:pt x="19125" y="38812"/>
                  <a:pt x="9562" y="34875"/>
                  <a:pt x="0" y="32063"/>
                </a:cubicBezTo>
                <a:lnTo>
                  <a:pt x="9562" y="0"/>
                </a:lnTo>
                <a:cubicBezTo>
                  <a:pt x="21375" y="3375"/>
                  <a:pt x="33188" y="7875"/>
                  <a:pt x="43875" y="13500"/>
                </a:cubicBezTo>
                <a:lnTo>
                  <a:pt x="28125" y="43313"/>
                </a:lnTo>
                <a:close/>
              </a:path>
            </a:pathLst>
          </a:custGeom>
          <a:solidFill>
            <a:srgbClr val="339933"/>
          </a:solidFill>
          <a:ln w="5556" cap="flat">
            <a:noFill/>
            <a:prstDash val="solid"/>
            <a:miter/>
          </a:ln>
        </p:spPr>
        <p:txBody>
          <a:bodyPr rtlCol="0" anchor="ctr"/>
          <a:lstStyle/>
          <a:p>
            <a:endParaRPr lang="de-DE"/>
          </a:p>
        </p:txBody>
      </p:sp>
      <p:sp>
        <p:nvSpPr>
          <p:cNvPr id="22" name="Freihandform: Form 46">
            <a:extLst>
              <a:ext uri="{FF2B5EF4-FFF2-40B4-BE49-F238E27FC236}">
                <a16:creationId xmlns:a16="http://schemas.microsoft.com/office/drawing/2014/main" id="{DBC26B28-2C10-7247-C507-5DD5969523BE}"/>
              </a:ext>
            </a:extLst>
          </p:cNvPr>
          <p:cNvSpPr/>
          <p:nvPr/>
        </p:nvSpPr>
        <p:spPr>
          <a:xfrm>
            <a:off x="1497698" y="5531048"/>
            <a:ext cx="41062" cy="41062"/>
          </a:xfrm>
          <a:custGeom>
            <a:avLst/>
            <a:gdLst>
              <a:gd name="connsiteX0" fmla="*/ 33187 w 41062"/>
              <a:gd name="connsiteY0" fmla="*/ 41063 h 41062"/>
              <a:gd name="connsiteX1" fmla="*/ 24187 w 41062"/>
              <a:gd name="connsiteY1" fmla="*/ 38813 h 41062"/>
              <a:gd name="connsiteX2" fmla="*/ 0 w 41062"/>
              <a:gd name="connsiteY2" fmla="*/ 32625 h 41062"/>
              <a:gd name="connsiteX3" fmla="*/ 9000 w 41062"/>
              <a:gd name="connsiteY3" fmla="*/ 0 h 41062"/>
              <a:gd name="connsiteX4" fmla="*/ 32063 w 41062"/>
              <a:gd name="connsiteY4" fmla="*/ 6188 h 41062"/>
              <a:gd name="connsiteX5" fmla="*/ 41062 w 41062"/>
              <a:gd name="connsiteY5" fmla="*/ 8438 h 41062"/>
              <a:gd name="connsiteX6" fmla="*/ 33187 w 41062"/>
              <a:gd name="connsiteY6" fmla="*/ 41063 h 41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062" h="41062">
                <a:moveTo>
                  <a:pt x="33187" y="41063"/>
                </a:moveTo>
                <a:lnTo>
                  <a:pt x="24187" y="38813"/>
                </a:lnTo>
                <a:cubicBezTo>
                  <a:pt x="16312" y="36563"/>
                  <a:pt x="7875" y="34875"/>
                  <a:pt x="0" y="32625"/>
                </a:cubicBezTo>
                <a:lnTo>
                  <a:pt x="9000" y="0"/>
                </a:lnTo>
                <a:cubicBezTo>
                  <a:pt x="16312" y="2250"/>
                  <a:pt x="24187" y="3938"/>
                  <a:pt x="32063" y="6188"/>
                </a:cubicBezTo>
                <a:lnTo>
                  <a:pt x="41062" y="8438"/>
                </a:lnTo>
                <a:lnTo>
                  <a:pt x="33187" y="41063"/>
                </a:lnTo>
                <a:close/>
              </a:path>
            </a:pathLst>
          </a:custGeom>
          <a:solidFill>
            <a:srgbClr val="339933"/>
          </a:solidFill>
          <a:ln w="5556" cap="flat">
            <a:noFill/>
            <a:prstDash val="solid"/>
            <a:miter/>
          </a:ln>
        </p:spPr>
        <p:txBody>
          <a:bodyPr rtlCol="0" anchor="ctr"/>
          <a:lstStyle/>
          <a:p>
            <a:endParaRPr lang="de-DE"/>
          </a:p>
        </p:txBody>
      </p:sp>
      <p:sp>
        <p:nvSpPr>
          <p:cNvPr id="23" name="Freihandform: Form 47">
            <a:extLst>
              <a:ext uri="{FF2B5EF4-FFF2-40B4-BE49-F238E27FC236}">
                <a16:creationId xmlns:a16="http://schemas.microsoft.com/office/drawing/2014/main" id="{E289F7E2-DBE0-147A-22AF-CEB996A5F4D2}"/>
              </a:ext>
            </a:extLst>
          </p:cNvPr>
          <p:cNvSpPr/>
          <p:nvPr/>
        </p:nvSpPr>
        <p:spPr>
          <a:xfrm>
            <a:off x="1439761" y="5511924"/>
            <a:ext cx="47249" cy="43874"/>
          </a:xfrm>
          <a:custGeom>
            <a:avLst/>
            <a:gdLst>
              <a:gd name="connsiteX0" fmla="*/ 34875 w 47249"/>
              <a:gd name="connsiteY0" fmla="*/ 43875 h 43874"/>
              <a:gd name="connsiteX1" fmla="*/ 0 w 47249"/>
              <a:gd name="connsiteY1" fmla="*/ 19125 h 43874"/>
              <a:gd name="connsiteX2" fmla="*/ 27562 w 47249"/>
              <a:gd name="connsiteY2" fmla="*/ 0 h 43874"/>
              <a:gd name="connsiteX3" fmla="*/ 47250 w 47249"/>
              <a:gd name="connsiteY3" fmla="*/ 12937 h 43874"/>
              <a:gd name="connsiteX4" fmla="*/ 34875 w 47249"/>
              <a:gd name="connsiteY4" fmla="*/ 43875 h 438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249" h="43874">
                <a:moveTo>
                  <a:pt x="34875" y="43875"/>
                </a:moveTo>
                <a:cubicBezTo>
                  <a:pt x="21375" y="38812"/>
                  <a:pt x="9000" y="30375"/>
                  <a:pt x="0" y="19125"/>
                </a:cubicBezTo>
                <a:lnTo>
                  <a:pt x="27562" y="0"/>
                </a:lnTo>
                <a:cubicBezTo>
                  <a:pt x="32625" y="6187"/>
                  <a:pt x="39937" y="10687"/>
                  <a:pt x="47250" y="12937"/>
                </a:cubicBezTo>
                <a:lnTo>
                  <a:pt x="34875" y="43875"/>
                </a:lnTo>
                <a:close/>
              </a:path>
            </a:pathLst>
          </a:custGeom>
          <a:solidFill>
            <a:srgbClr val="339933"/>
          </a:solidFill>
          <a:ln w="5556" cap="flat">
            <a:noFill/>
            <a:prstDash val="solid"/>
            <a:miter/>
          </a:ln>
        </p:spPr>
        <p:txBody>
          <a:bodyPr rtlCol="0" anchor="ctr"/>
          <a:lstStyle/>
          <a:p>
            <a:endParaRPr lang="de-DE"/>
          </a:p>
        </p:txBody>
      </p:sp>
      <p:sp>
        <p:nvSpPr>
          <p:cNvPr id="24" name="Freihandform: Form 48">
            <a:extLst>
              <a:ext uri="{FF2B5EF4-FFF2-40B4-BE49-F238E27FC236}">
                <a16:creationId xmlns:a16="http://schemas.microsoft.com/office/drawing/2014/main" id="{0A94A260-26C5-2503-8140-4219C6EF7B19}"/>
              </a:ext>
            </a:extLst>
          </p:cNvPr>
          <p:cNvSpPr/>
          <p:nvPr/>
        </p:nvSpPr>
        <p:spPr>
          <a:xfrm>
            <a:off x="1431323" y="5457923"/>
            <a:ext cx="43874" cy="42750"/>
          </a:xfrm>
          <a:custGeom>
            <a:avLst/>
            <a:gdLst>
              <a:gd name="connsiteX0" fmla="*/ 33750 w 43874"/>
              <a:gd name="connsiteY0" fmla="*/ 42750 h 42750"/>
              <a:gd name="connsiteX1" fmla="*/ 0 w 43874"/>
              <a:gd name="connsiteY1" fmla="*/ 40500 h 42750"/>
              <a:gd name="connsiteX2" fmla="*/ 23062 w 43874"/>
              <a:gd name="connsiteY2" fmla="*/ 0 h 42750"/>
              <a:gd name="connsiteX3" fmla="*/ 43875 w 43874"/>
              <a:gd name="connsiteY3" fmla="*/ 26438 h 42750"/>
              <a:gd name="connsiteX4" fmla="*/ 33750 w 43874"/>
              <a:gd name="connsiteY4" fmla="*/ 42750 h 42750"/>
              <a:gd name="connsiteX5" fmla="*/ 33750 w 43874"/>
              <a:gd name="connsiteY5" fmla="*/ 42750 h 42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874" h="42750">
                <a:moveTo>
                  <a:pt x="33750" y="42750"/>
                </a:moveTo>
                <a:lnTo>
                  <a:pt x="0" y="40500"/>
                </a:lnTo>
                <a:cubicBezTo>
                  <a:pt x="1125" y="24188"/>
                  <a:pt x="10125" y="9563"/>
                  <a:pt x="23062" y="0"/>
                </a:cubicBezTo>
                <a:lnTo>
                  <a:pt x="43875" y="26438"/>
                </a:lnTo>
                <a:cubicBezTo>
                  <a:pt x="33750" y="34875"/>
                  <a:pt x="33750" y="41063"/>
                  <a:pt x="33750" y="42750"/>
                </a:cubicBezTo>
                <a:lnTo>
                  <a:pt x="33750" y="42750"/>
                </a:lnTo>
                <a:close/>
              </a:path>
            </a:pathLst>
          </a:custGeom>
          <a:solidFill>
            <a:srgbClr val="339933"/>
          </a:solidFill>
          <a:ln w="5556" cap="flat">
            <a:noFill/>
            <a:prstDash val="solid"/>
            <a:miter/>
          </a:ln>
        </p:spPr>
        <p:txBody>
          <a:bodyPr rtlCol="0" anchor="ctr"/>
          <a:lstStyle/>
          <a:p>
            <a:endParaRPr lang="de-DE"/>
          </a:p>
        </p:txBody>
      </p:sp>
      <p:sp>
        <p:nvSpPr>
          <p:cNvPr id="25" name="Freihandform: Form 113">
            <a:extLst>
              <a:ext uri="{FF2B5EF4-FFF2-40B4-BE49-F238E27FC236}">
                <a16:creationId xmlns:a16="http://schemas.microsoft.com/office/drawing/2014/main" id="{E47D5E7D-37EA-0D0D-1234-2CCD472FD5A4}"/>
              </a:ext>
            </a:extLst>
          </p:cNvPr>
          <p:cNvSpPr/>
          <p:nvPr/>
        </p:nvSpPr>
        <p:spPr>
          <a:xfrm>
            <a:off x="1477448" y="5433174"/>
            <a:ext cx="42750" cy="42749"/>
          </a:xfrm>
          <a:custGeom>
            <a:avLst/>
            <a:gdLst>
              <a:gd name="connsiteX0" fmla="*/ 13500 w 42750"/>
              <a:gd name="connsiteY0" fmla="*/ 42750 h 42749"/>
              <a:gd name="connsiteX1" fmla="*/ 0 w 42750"/>
              <a:gd name="connsiteY1" fmla="*/ 11812 h 42749"/>
              <a:gd name="connsiteX2" fmla="*/ 34875 w 42750"/>
              <a:gd name="connsiteY2" fmla="*/ 0 h 42749"/>
              <a:gd name="connsiteX3" fmla="*/ 42750 w 42750"/>
              <a:gd name="connsiteY3" fmla="*/ 32625 h 42749"/>
              <a:gd name="connsiteX4" fmla="*/ 13500 w 42750"/>
              <a:gd name="connsiteY4" fmla="*/ 42750 h 42749"/>
              <a:gd name="connsiteX5" fmla="*/ 13500 w 42750"/>
              <a:gd name="connsiteY5" fmla="*/ 42750 h 42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750" h="42749">
                <a:moveTo>
                  <a:pt x="13500" y="42750"/>
                </a:moveTo>
                <a:lnTo>
                  <a:pt x="0" y="11812"/>
                </a:lnTo>
                <a:cubicBezTo>
                  <a:pt x="11250" y="6750"/>
                  <a:pt x="23063" y="2813"/>
                  <a:pt x="34875" y="0"/>
                </a:cubicBezTo>
                <a:lnTo>
                  <a:pt x="42750" y="32625"/>
                </a:lnTo>
                <a:cubicBezTo>
                  <a:pt x="32625" y="35437"/>
                  <a:pt x="23063" y="38812"/>
                  <a:pt x="13500" y="42750"/>
                </a:cubicBezTo>
                <a:lnTo>
                  <a:pt x="13500" y="42750"/>
                </a:lnTo>
                <a:close/>
              </a:path>
            </a:pathLst>
          </a:custGeom>
          <a:solidFill>
            <a:srgbClr val="339933"/>
          </a:solidFill>
          <a:ln w="5556" cap="flat">
            <a:noFill/>
            <a:prstDash val="solid"/>
            <a:miter/>
          </a:ln>
        </p:spPr>
        <p:txBody>
          <a:bodyPr rtlCol="0" anchor="ctr"/>
          <a:lstStyle/>
          <a:p>
            <a:endParaRPr lang="de-DE"/>
          </a:p>
        </p:txBody>
      </p:sp>
      <p:sp>
        <p:nvSpPr>
          <p:cNvPr id="26" name="Freihandform: Form 114">
            <a:extLst>
              <a:ext uri="{FF2B5EF4-FFF2-40B4-BE49-F238E27FC236}">
                <a16:creationId xmlns:a16="http://schemas.microsoft.com/office/drawing/2014/main" id="{F2AFA9A3-12E6-0F43-E28F-3B3E690858CD}"/>
              </a:ext>
            </a:extLst>
          </p:cNvPr>
          <p:cNvSpPr/>
          <p:nvPr/>
        </p:nvSpPr>
        <p:spPr>
          <a:xfrm>
            <a:off x="1535386" y="5424173"/>
            <a:ext cx="37687" cy="37687"/>
          </a:xfrm>
          <a:custGeom>
            <a:avLst/>
            <a:gdLst>
              <a:gd name="connsiteX0" fmla="*/ 5625 w 37687"/>
              <a:gd name="connsiteY0" fmla="*/ 37688 h 37687"/>
              <a:gd name="connsiteX1" fmla="*/ 0 w 37687"/>
              <a:gd name="connsiteY1" fmla="*/ 4500 h 37687"/>
              <a:gd name="connsiteX2" fmla="*/ 34875 w 37687"/>
              <a:gd name="connsiteY2" fmla="*/ 0 h 37687"/>
              <a:gd name="connsiteX3" fmla="*/ 37687 w 37687"/>
              <a:gd name="connsiteY3" fmla="*/ 33750 h 37687"/>
              <a:gd name="connsiteX4" fmla="*/ 5625 w 37687"/>
              <a:gd name="connsiteY4" fmla="*/ 37688 h 37687"/>
              <a:gd name="connsiteX5" fmla="*/ 5625 w 37687"/>
              <a:gd name="connsiteY5" fmla="*/ 37688 h 37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687" h="37687">
                <a:moveTo>
                  <a:pt x="5625" y="37688"/>
                </a:moveTo>
                <a:lnTo>
                  <a:pt x="0" y="4500"/>
                </a:lnTo>
                <a:cubicBezTo>
                  <a:pt x="14625" y="2250"/>
                  <a:pt x="27000" y="563"/>
                  <a:pt x="34875" y="0"/>
                </a:cubicBezTo>
                <a:lnTo>
                  <a:pt x="37687" y="33750"/>
                </a:lnTo>
                <a:cubicBezTo>
                  <a:pt x="32062" y="34313"/>
                  <a:pt x="19688" y="35438"/>
                  <a:pt x="5625" y="37688"/>
                </a:cubicBezTo>
                <a:lnTo>
                  <a:pt x="5625" y="37688"/>
                </a:lnTo>
                <a:close/>
              </a:path>
            </a:pathLst>
          </a:custGeom>
          <a:solidFill>
            <a:srgbClr val="339933"/>
          </a:solidFill>
          <a:ln w="5556" cap="flat">
            <a:noFill/>
            <a:prstDash val="solid"/>
            <a:miter/>
          </a:ln>
        </p:spPr>
        <p:txBody>
          <a:bodyPr rtlCol="0" anchor="ctr"/>
          <a:lstStyle/>
          <a:p>
            <a:endParaRPr lang="de-DE"/>
          </a:p>
        </p:txBody>
      </p:sp>
      <p:sp>
        <p:nvSpPr>
          <p:cNvPr id="27" name="Freihandform: Form 15">
            <a:extLst>
              <a:ext uri="{FF2B5EF4-FFF2-40B4-BE49-F238E27FC236}">
                <a16:creationId xmlns:a16="http://schemas.microsoft.com/office/drawing/2014/main" id="{ABF1790F-68C5-A537-01E0-E02A6AFD3711}"/>
              </a:ext>
            </a:extLst>
          </p:cNvPr>
          <p:cNvSpPr/>
          <p:nvPr/>
        </p:nvSpPr>
        <p:spPr>
          <a:xfrm>
            <a:off x="539190" y="5263299"/>
            <a:ext cx="348750" cy="450000"/>
          </a:xfrm>
          <a:custGeom>
            <a:avLst/>
            <a:gdLst>
              <a:gd name="connsiteX0" fmla="*/ 33750 w 348750"/>
              <a:gd name="connsiteY0" fmla="*/ 67500 h 450000"/>
              <a:gd name="connsiteX1" fmla="*/ 95625 w 348750"/>
              <a:gd name="connsiteY1" fmla="*/ 67500 h 450000"/>
              <a:gd name="connsiteX2" fmla="*/ 95625 w 348750"/>
              <a:gd name="connsiteY2" fmla="*/ 101250 h 450000"/>
              <a:gd name="connsiteX3" fmla="*/ 253125 w 348750"/>
              <a:gd name="connsiteY3" fmla="*/ 101250 h 450000"/>
              <a:gd name="connsiteX4" fmla="*/ 253125 w 348750"/>
              <a:gd name="connsiteY4" fmla="*/ 67500 h 450000"/>
              <a:gd name="connsiteX5" fmla="*/ 315000 w 348750"/>
              <a:gd name="connsiteY5" fmla="*/ 67500 h 450000"/>
              <a:gd name="connsiteX6" fmla="*/ 315000 w 348750"/>
              <a:gd name="connsiteY6" fmla="*/ 416250 h 450000"/>
              <a:gd name="connsiteX7" fmla="*/ 33750 w 348750"/>
              <a:gd name="connsiteY7" fmla="*/ 416250 h 450000"/>
              <a:gd name="connsiteX8" fmla="*/ 33750 w 348750"/>
              <a:gd name="connsiteY8" fmla="*/ 67500 h 450000"/>
              <a:gd name="connsiteX9" fmla="*/ 174937 w 348750"/>
              <a:gd name="connsiteY9" fmla="*/ 22500 h 450000"/>
              <a:gd name="connsiteX10" fmla="*/ 191250 w 348750"/>
              <a:gd name="connsiteY10" fmla="*/ 39375 h 450000"/>
              <a:gd name="connsiteX11" fmla="*/ 174375 w 348750"/>
              <a:gd name="connsiteY11" fmla="*/ 56250 h 450000"/>
              <a:gd name="connsiteX12" fmla="*/ 157500 w 348750"/>
              <a:gd name="connsiteY12" fmla="*/ 39375 h 450000"/>
              <a:gd name="connsiteX13" fmla="*/ 174937 w 348750"/>
              <a:gd name="connsiteY13" fmla="*/ 22500 h 450000"/>
              <a:gd name="connsiteX14" fmla="*/ 0 w 348750"/>
              <a:gd name="connsiteY14" fmla="*/ 56250 h 450000"/>
              <a:gd name="connsiteX15" fmla="*/ 0 w 348750"/>
              <a:gd name="connsiteY15" fmla="*/ 427500 h 450000"/>
              <a:gd name="connsiteX16" fmla="*/ 22500 w 348750"/>
              <a:gd name="connsiteY16" fmla="*/ 450000 h 450000"/>
              <a:gd name="connsiteX17" fmla="*/ 326250 w 348750"/>
              <a:gd name="connsiteY17" fmla="*/ 450000 h 450000"/>
              <a:gd name="connsiteX18" fmla="*/ 348750 w 348750"/>
              <a:gd name="connsiteY18" fmla="*/ 427500 h 450000"/>
              <a:gd name="connsiteX19" fmla="*/ 348750 w 348750"/>
              <a:gd name="connsiteY19" fmla="*/ 56250 h 450000"/>
              <a:gd name="connsiteX20" fmla="*/ 326250 w 348750"/>
              <a:gd name="connsiteY20" fmla="*/ 33750 h 450000"/>
              <a:gd name="connsiteX21" fmla="*/ 230625 w 348750"/>
              <a:gd name="connsiteY21" fmla="*/ 33750 h 450000"/>
              <a:gd name="connsiteX22" fmla="*/ 230625 w 348750"/>
              <a:gd name="connsiteY22" fmla="*/ 22500 h 450000"/>
              <a:gd name="connsiteX23" fmla="*/ 208125 w 348750"/>
              <a:gd name="connsiteY23" fmla="*/ 0 h 450000"/>
              <a:gd name="connsiteX24" fmla="*/ 140625 w 348750"/>
              <a:gd name="connsiteY24" fmla="*/ 0 h 450000"/>
              <a:gd name="connsiteX25" fmla="*/ 118125 w 348750"/>
              <a:gd name="connsiteY25" fmla="*/ 22500 h 450000"/>
              <a:gd name="connsiteX26" fmla="*/ 118125 w 348750"/>
              <a:gd name="connsiteY26" fmla="*/ 33750 h 450000"/>
              <a:gd name="connsiteX27" fmla="*/ 22500 w 348750"/>
              <a:gd name="connsiteY27" fmla="*/ 33750 h 450000"/>
              <a:gd name="connsiteX28" fmla="*/ 0 w 348750"/>
              <a:gd name="connsiteY28" fmla="*/ 56250 h 45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48750" h="450000">
                <a:moveTo>
                  <a:pt x="33750" y="67500"/>
                </a:moveTo>
                <a:lnTo>
                  <a:pt x="95625" y="67500"/>
                </a:lnTo>
                <a:lnTo>
                  <a:pt x="95625" y="101250"/>
                </a:lnTo>
                <a:lnTo>
                  <a:pt x="253125" y="101250"/>
                </a:lnTo>
                <a:lnTo>
                  <a:pt x="253125" y="67500"/>
                </a:lnTo>
                <a:lnTo>
                  <a:pt x="315000" y="67500"/>
                </a:lnTo>
                <a:lnTo>
                  <a:pt x="315000" y="416250"/>
                </a:lnTo>
                <a:lnTo>
                  <a:pt x="33750" y="416250"/>
                </a:lnTo>
                <a:lnTo>
                  <a:pt x="33750" y="67500"/>
                </a:lnTo>
                <a:close/>
                <a:moveTo>
                  <a:pt x="174937" y="22500"/>
                </a:moveTo>
                <a:cubicBezTo>
                  <a:pt x="183938" y="22500"/>
                  <a:pt x="191250" y="30375"/>
                  <a:pt x="191250" y="39375"/>
                </a:cubicBezTo>
                <a:cubicBezTo>
                  <a:pt x="191250" y="48938"/>
                  <a:pt x="183938" y="56250"/>
                  <a:pt x="174375" y="56250"/>
                </a:cubicBezTo>
                <a:cubicBezTo>
                  <a:pt x="164813" y="56250"/>
                  <a:pt x="157500" y="48938"/>
                  <a:pt x="157500" y="39375"/>
                </a:cubicBezTo>
                <a:cubicBezTo>
                  <a:pt x="157500" y="29813"/>
                  <a:pt x="164813" y="22500"/>
                  <a:pt x="174937" y="22500"/>
                </a:cubicBezTo>
                <a:close/>
                <a:moveTo>
                  <a:pt x="0" y="56250"/>
                </a:moveTo>
                <a:lnTo>
                  <a:pt x="0" y="427500"/>
                </a:lnTo>
                <a:cubicBezTo>
                  <a:pt x="0" y="439875"/>
                  <a:pt x="10125" y="450000"/>
                  <a:pt x="22500" y="450000"/>
                </a:cubicBezTo>
                <a:lnTo>
                  <a:pt x="326250" y="450000"/>
                </a:lnTo>
                <a:cubicBezTo>
                  <a:pt x="338625" y="450000"/>
                  <a:pt x="348750" y="439875"/>
                  <a:pt x="348750" y="427500"/>
                </a:cubicBezTo>
                <a:lnTo>
                  <a:pt x="348750" y="56250"/>
                </a:lnTo>
                <a:cubicBezTo>
                  <a:pt x="348750" y="43875"/>
                  <a:pt x="338625" y="33750"/>
                  <a:pt x="326250" y="33750"/>
                </a:cubicBezTo>
                <a:lnTo>
                  <a:pt x="230625" y="33750"/>
                </a:lnTo>
                <a:lnTo>
                  <a:pt x="230625" y="22500"/>
                </a:lnTo>
                <a:cubicBezTo>
                  <a:pt x="230625" y="10125"/>
                  <a:pt x="220500" y="0"/>
                  <a:pt x="208125" y="0"/>
                </a:cubicBezTo>
                <a:lnTo>
                  <a:pt x="140625" y="0"/>
                </a:lnTo>
                <a:cubicBezTo>
                  <a:pt x="128250" y="0"/>
                  <a:pt x="118125" y="10125"/>
                  <a:pt x="118125" y="22500"/>
                </a:cubicBezTo>
                <a:lnTo>
                  <a:pt x="118125" y="33750"/>
                </a:lnTo>
                <a:lnTo>
                  <a:pt x="22500" y="33750"/>
                </a:lnTo>
                <a:cubicBezTo>
                  <a:pt x="10125" y="33750"/>
                  <a:pt x="0" y="43875"/>
                  <a:pt x="0" y="56250"/>
                </a:cubicBezTo>
                <a:close/>
              </a:path>
            </a:pathLst>
          </a:custGeom>
          <a:solidFill>
            <a:schemeClr val="accent2"/>
          </a:solidFill>
          <a:ln w="5556" cap="flat">
            <a:noFill/>
            <a:prstDash val="solid"/>
            <a:miter/>
          </a:ln>
        </p:spPr>
        <p:txBody>
          <a:bodyPr rtlCol="0" anchor="ctr"/>
          <a:lstStyle/>
          <a:p>
            <a:endParaRPr lang="de-DE"/>
          </a:p>
        </p:txBody>
      </p:sp>
      <p:sp>
        <p:nvSpPr>
          <p:cNvPr id="28" name="Freihandform: Form 22">
            <a:extLst>
              <a:ext uri="{FF2B5EF4-FFF2-40B4-BE49-F238E27FC236}">
                <a16:creationId xmlns:a16="http://schemas.microsoft.com/office/drawing/2014/main" id="{627D30EA-12ED-8685-8391-FA1050F0EC02}"/>
              </a:ext>
            </a:extLst>
          </p:cNvPr>
          <p:cNvSpPr/>
          <p:nvPr/>
        </p:nvSpPr>
        <p:spPr>
          <a:xfrm>
            <a:off x="606690" y="5544549"/>
            <a:ext cx="95625" cy="22500"/>
          </a:xfrm>
          <a:custGeom>
            <a:avLst/>
            <a:gdLst>
              <a:gd name="connsiteX0" fmla="*/ 0 w 95625"/>
              <a:gd name="connsiteY0" fmla="*/ 0 h 22500"/>
              <a:gd name="connsiteX1" fmla="*/ 95625 w 95625"/>
              <a:gd name="connsiteY1" fmla="*/ 0 h 22500"/>
              <a:gd name="connsiteX2" fmla="*/ 95625 w 95625"/>
              <a:gd name="connsiteY2" fmla="*/ 22500 h 22500"/>
              <a:gd name="connsiteX3" fmla="*/ 0 w 95625"/>
              <a:gd name="connsiteY3" fmla="*/ 22500 h 22500"/>
            </a:gdLst>
            <a:ahLst/>
            <a:cxnLst>
              <a:cxn ang="0">
                <a:pos x="connsiteX0" y="connsiteY0"/>
              </a:cxn>
              <a:cxn ang="0">
                <a:pos x="connsiteX1" y="connsiteY1"/>
              </a:cxn>
              <a:cxn ang="0">
                <a:pos x="connsiteX2" y="connsiteY2"/>
              </a:cxn>
              <a:cxn ang="0">
                <a:pos x="connsiteX3" y="connsiteY3"/>
              </a:cxn>
            </a:cxnLst>
            <a:rect l="l" t="t" r="r" b="b"/>
            <a:pathLst>
              <a:path w="95625" h="22500">
                <a:moveTo>
                  <a:pt x="0" y="0"/>
                </a:moveTo>
                <a:lnTo>
                  <a:pt x="95625" y="0"/>
                </a:lnTo>
                <a:lnTo>
                  <a:pt x="95625" y="22500"/>
                </a:lnTo>
                <a:lnTo>
                  <a:pt x="0" y="22500"/>
                </a:lnTo>
                <a:close/>
              </a:path>
            </a:pathLst>
          </a:custGeom>
          <a:solidFill>
            <a:schemeClr val="bg2">
              <a:lumMod val="75000"/>
            </a:schemeClr>
          </a:solidFill>
          <a:ln w="5556" cap="flat">
            <a:noFill/>
            <a:prstDash val="solid"/>
            <a:miter/>
          </a:ln>
        </p:spPr>
        <p:txBody>
          <a:bodyPr rtlCol="0" anchor="ctr"/>
          <a:lstStyle/>
          <a:p>
            <a:endParaRPr lang="de-DE"/>
          </a:p>
        </p:txBody>
      </p:sp>
      <p:sp>
        <p:nvSpPr>
          <p:cNvPr id="29" name="Freihandform: Form 23">
            <a:extLst>
              <a:ext uri="{FF2B5EF4-FFF2-40B4-BE49-F238E27FC236}">
                <a16:creationId xmlns:a16="http://schemas.microsoft.com/office/drawing/2014/main" id="{0762B386-145C-B3C1-58D7-9B18929DB50F}"/>
              </a:ext>
            </a:extLst>
          </p:cNvPr>
          <p:cNvSpPr/>
          <p:nvPr/>
        </p:nvSpPr>
        <p:spPr>
          <a:xfrm>
            <a:off x="606690" y="5612049"/>
            <a:ext cx="95625" cy="22500"/>
          </a:xfrm>
          <a:custGeom>
            <a:avLst/>
            <a:gdLst>
              <a:gd name="connsiteX0" fmla="*/ 0 w 95625"/>
              <a:gd name="connsiteY0" fmla="*/ 0 h 22500"/>
              <a:gd name="connsiteX1" fmla="*/ 95625 w 95625"/>
              <a:gd name="connsiteY1" fmla="*/ 0 h 22500"/>
              <a:gd name="connsiteX2" fmla="*/ 95625 w 95625"/>
              <a:gd name="connsiteY2" fmla="*/ 22500 h 22500"/>
              <a:gd name="connsiteX3" fmla="*/ 0 w 95625"/>
              <a:gd name="connsiteY3" fmla="*/ 22500 h 22500"/>
            </a:gdLst>
            <a:ahLst/>
            <a:cxnLst>
              <a:cxn ang="0">
                <a:pos x="connsiteX0" y="connsiteY0"/>
              </a:cxn>
              <a:cxn ang="0">
                <a:pos x="connsiteX1" y="connsiteY1"/>
              </a:cxn>
              <a:cxn ang="0">
                <a:pos x="connsiteX2" y="connsiteY2"/>
              </a:cxn>
              <a:cxn ang="0">
                <a:pos x="connsiteX3" y="connsiteY3"/>
              </a:cxn>
            </a:cxnLst>
            <a:rect l="l" t="t" r="r" b="b"/>
            <a:pathLst>
              <a:path w="95625" h="22500">
                <a:moveTo>
                  <a:pt x="0" y="0"/>
                </a:moveTo>
                <a:lnTo>
                  <a:pt x="95625" y="0"/>
                </a:lnTo>
                <a:lnTo>
                  <a:pt x="95625" y="22500"/>
                </a:lnTo>
                <a:lnTo>
                  <a:pt x="0" y="22500"/>
                </a:lnTo>
                <a:close/>
              </a:path>
            </a:pathLst>
          </a:custGeom>
          <a:solidFill>
            <a:schemeClr val="bg2">
              <a:lumMod val="75000"/>
            </a:schemeClr>
          </a:solidFill>
          <a:ln w="5556" cap="flat">
            <a:noFill/>
            <a:prstDash val="solid"/>
            <a:miter/>
          </a:ln>
        </p:spPr>
        <p:txBody>
          <a:bodyPr rtlCol="0" anchor="ctr"/>
          <a:lstStyle/>
          <a:p>
            <a:endParaRPr lang="de-DE"/>
          </a:p>
        </p:txBody>
      </p:sp>
      <p:sp>
        <p:nvSpPr>
          <p:cNvPr id="30" name="Freihandform: Form 25">
            <a:extLst>
              <a:ext uri="{FF2B5EF4-FFF2-40B4-BE49-F238E27FC236}">
                <a16:creationId xmlns:a16="http://schemas.microsoft.com/office/drawing/2014/main" id="{9EBECEB3-B7BA-6E04-D923-72CA1C8BA20D}"/>
              </a:ext>
            </a:extLst>
          </p:cNvPr>
          <p:cNvSpPr/>
          <p:nvPr/>
        </p:nvSpPr>
        <p:spPr>
          <a:xfrm>
            <a:off x="606690" y="5409549"/>
            <a:ext cx="95625" cy="22500"/>
          </a:xfrm>
          <a:custGeom>
            <a:avLst/>
            <a:gdLst>
              <a:gd name="connsiteX0" fmla="*/ 0 w 95625"/>
              <a:gd name="connsiteY0" fmla="*/ 0 h 22500"/>
              <a:gd name="connsiteX1" fmla="*/ 95625 w 95625"/>
              <a:gd name="connsiteY1" fmla="*/ 0 h 22500"/>
              <a:gd name="connsiteX2" fmla="*/ 95625 w 95625"/>
              <a:gd name="connsiteY2" fmla="*/ 22500 h 22500"/>
              <a:gd name="connsiteX3" fmla="*/ 0 w 95625"/>
              <a:gd name="connsiteY3" fmla="*/ 22500 h 22500"/>
            </a:gdLst>
            <a:ahLst/>
            <a:cxnLst>
              <a:cxn ang="0">
                <a:pos x="connsiteX0" y="connsiteY0"/>
              </a:cxn>
              <a:cxn ang="0">
                <a:pos x="connsiteX1" y="connsiteY1"/>
              </a:cxn>
              <a:cxn ang="0">
                <a:pos x="connsiteX2" y="connsiteY2"/>
              </a:cxn>
              <a:cxn ang="0">
                <a:pos x="connsiteX3" y="connsiteY3"/>
              </a:cxn>
            </a:cxnLst>
            <a:rect l="l" t="t" r="r" b="b"/>
            <a:pathLst>
              <a:path w="95625" h="22500">
                <a:moveTo>
                  <a:pt x="0" y="0"/>
                </a:moveTo>
                <a:lnTo>
                  <a:pt x="95625" y="0"/>
                </a:lnTo>
                <a:lnTo>
                  <a:pt x="95625" y="22500"/>
                </a:lnTo>
                <a:lnTo>
                  <a:pt x="0" y="22500"/>
                </a:lnTo>
                <a:close/>
              </a:path>
            </a:pathLst>
          </a:custGeom>
          <a:solidFill>
            <a:schemeClr val="bg2">
              <a:lumMod val="75000"/>
            </a:schemeClr>
          </a:solidFill>
          <a:ln w="5556" cap="flat">
            <a:noFill/>
            <a:prstDash val="solid"/>
            <a:miter/>
          </a:ln>
        </p:spPr>
        <p:txBody>
          <a:bodyPr rtlCol="0" anchor="ctr"/>
          <a:lstStyle/>
          <a:p>
            <a:endParaRPr lang="de-DE"/>
          </a:p>
        </p:txBody>
      </p:sp>
      <p:sp>
        <p:nvSpPr>
          <p:cNvPr id="31" name="Freihandform: Form 33">
            <a:extLst>
              <a:ext uri="{FF2B5EF4-FFF2-40B4-BE49-F238E27FC236}">
                <a16:creationId xmlns:a16="http://schemas.microsoft.com/office/drawing/2014/main" id="{D3FAC8F9-6BD6-F87D-C57A-95B162343CA0}"/>
              </a:ext>
            </a:extLst>
          </p:cNvPr>
          <p:cNvSpPr/>
          <p:nvPr/>
        </p:nvSpPr>
        <p:spPr>
          <a:xfrm>
            <a:off x="606690" y="5477049"/>
            <a:ext cx="95625" cy="22500"/>
          </a:xfrm>
          <a:custGeom>
            <a:avLst/>
            <a:gdLst>
              <a:gd name="connsiteX0" fmla="*/ 0 w 95625"/>
              <a:gd name="connsiteY0" fmla="*/ 0 h 22500"/>
              <a:gd name="connsiteX1" fmla="*/ 95625 w 95625"/>
              <a:gd name="connsiteY1" fmla="*/ 0 h 22500"/>
              <a:gd name="connsiteX2" fmla="*/ 95625 w 95625"/>
              <a:gd name="connsiteY2" fmla="*/ 22500 h 22500"/>
              <a:gd name="connsiteX3" fmla="*/ 0 w 95625"/>
              <a:gd name="connsiteY3" fmla="*/ 22500 h 22500"/>
            </a:gdLst>
            <a:ahLst/>
            <a:cxnLst>
              <a:cxn ang="0">
                <a:pos x="connsiteX0" y="connsiteY0"/>
              </a:cxn>
              <a:cxn ang="0">
                <a:pos x="connsiteX1" y="connsiteY1"/>
              </a:cxn>
              <a:cxn ang="0">
                <a:pos x="connsiteX2" y="connsiteY2"/>
              </a:cxn>
              <a:cxn ang="0">
                <a:pos x="connsiteX3" y="connsiteY3"/>
              </a:cxn>
            </a:cxnLst>
            <a:rect l="l" t="t" r="r" b="b"/>
            <a:pathLst>
              <a:path w="95625" h="22500">
                <a:moveTo>
                  <a:pt x="0" y="0"/>
                </a:moveTo>
                <a:lnTo>
                  <a:pt x="95625" y="0"/>
                </a:lnTo>
                <a:lnTo>
                  <a:pt x="95625" y="22500"/>
                </a:lnTo>
                <a:lnTo>
                  <a:pt x="0" y="22500"/>
                </a:lnTo>
                <a:close/>
              </a:path>
            </a:pathLst>
          </a:custGeom>
          <a:solidFill>
            <a:schemeClr val="bg2">
              <a:lumMod val="75000"/>
            </a:schemeClr>
          </a:solidFill>
          <a:ln w="5556" cap="flat">
            <a:noFill/>
            <a:prstDash val="solid"/>
            <a:miter/>
          </a:ln>
        </p:spPr>
        <p:txBody>
          <a:bodyPr rtlCol="0" anchor="ctr"/>
          <a:lstStyle/>
          <a:p>
            <a:endParaRPr lang="de-DE"/>
          </a:p>
        </p:txBody>
      </p:sp>
      <p:sp>
        <p:nvSpPr>
          <p:cNvPr id="32" name="Freihandform: Form 34">
            <a:extLst>
              <a:ext uri="{FF2B5EF4-FFF2-40B4-BE49-F238E27FC236}">
                <a16:creationId xmlns:a16="http://schemas.microsoft.com/office/drawing/2014/main" id="{8866A390-0B3F-20C4-7936-6FB23ACE2F6B}"/>
              </a:ext>
            </a:extLst>
          </p:cNvPr>
          <p:cNvSpPr/>
          <p:nvPr/>
        </p:nvSpPr>
        <p:spPr>
          <a:xfrm>
            <a:off x="741127" y="5385361"/>
            <a:ext cx="75375" cy="60749"/>
          </a:xfrm>
          <a:custGeom>
            <a:avLst/>
            <a:gdLst>
              <a:gd name="connsiteX0" fmla="*/ 0 w 75375"/>
              <a:gd name="connsiteY0" fmla="*/ 34312 h 60749"/>
              <a:gd name="connsiteX1" fmla="*/ 11812 w 75375"/>
              <a:gd name="connsiteY1" fmla="*/ 22500 h 60749"/>
              <a:gd name="connsiteX2" fmla="*/ 26437 w 75375"/>
              <a:gd name="connsiteY2" fmla="*/ 37125 h 60749"/>
              <a:gd name="connsiteX3" fmla="*/ 63562 w 75375"/>
              <a:gd name="connsiteY3" fmla="*/ 0 h 60749"/>
              <a:gd name="connsiteX4" fmla="*/ 75375 w 75375"/>
              <a:gd name="connsiteY4" fmla="*/ 11812 h 60749"/>
              <a:gd name="connsiteX5" fmla="*/ 26437 w 75375"/>
              <a:gd name="connsiteY5" fmla="*/ 60750 h 60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375" h="60749">
                <a:moveTo>
                  <a:pt x="0" y="34312"/>
                </a:moveTo>
                <a:lnTo>
                  <a:pt x="11812" y="22500"/>
                </a:lnTo>
                <a:lnTo>
                  <a:pt x="26437" y="37125"/>
                </a:lnTo>
                <a:lnTo>
                  <a:pt x="63562" y="0"/>
                </a:lnTo>
                <a:lnTo>
                  <a:pt x="75375" y="11812"/>
                </a:lnTo>
                <a:lnTo>
                  <a:pt x="26437" y="60750"/>
                </a:lnTo>
                <a:close/>
              </a:path>
            </a:pathLst>
          </a:custGeom>
          <a:solidFill>
            <a:srgbClr val="339933"/>
          </a:solidFill>
          <a:ln w="5556" cap="flat">
            <a:noFill/>
            <a:prstDash val="solid"/>
            <a:miter/>
          </a:ln>
        </p:spPr>
        <p:txBody>
          <a:bodyPr rtlCol="0" anchor="ctr"/>
          <a:lstStyle/>
          <a:p>
            <a:endParaRPr lang="de-DE"/>
          </a:p>
        </p:txBody>
      </p:sp>
      <p:sp>
        <p:nvSpPr>
          <p:cNvPr id="33" name="Freihandform: Form 35">
            <a:extLst>
              <a:ext uri="{FF2B5EF4-FFF2-40B4-BE49-F238E27FC236}">
                <a16:creationId xmlns:a16="http://schemas.microsoft.com/office/drawing/2014/main" id="{B6CF35E1-D392-B45C-913D-F1A230D9984B}"/>
              </a:ext>
            </a:extLst>
          </p:cNvPr>
          <p:cNvSpPr/>
          <p:nvPr/>
        </p:nvSpPr>
        <p:spPr>
          <a:xfrm>
            <a:off x="741127" y="5452861"/>
            <a:ext cx="75375" cy="60749"/>
          </a:xfrm>
          <a:custGeom>
            <a:avLst/>
            <a:gdLst>
              <a:gd name="connsiteX0" fmla="*/ 0 w 75375"/>
              <a:gd name="connsiteY0" fmla="*/ 34312 h 60749"/>
              <a:gd name="connsiteX1" fmla="*/ 11812 w 75375"/>
              <a:gd name="connsiteY1" fmla="*/ 22500 h 60749"/>
              <a:gd name="connsiteX2" fmla="*/ 26437 w 75375"/>
              <a:gd name="connsiteY2" fmla="*/ 37125 h 60749"/>
              <a:gd name="connsiteX3" fmla="*/ 63562 w 75375"/>
              <a:gd name="connsiteY3" fmla="*/ 0 h 60749"/>
              <a:gd name="connsiteX4" fmla="*/ 75375 w 75375"/>
              <a:gd name="connsiteY4" fmla="*/ 11812 h 60749"/>
              <a:gd name="connsiteX5" fmla="*/ 26437 w 75375"/>
              <a:gd name="connsiteY5" fmla="*/ 60750 h 60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375" h="60749">
                <a:moveTo>
                  <a:pt x="0" y="34312"/>
                </a:moveTo>
                <a:lnTo>
                  <a:pt x="11812" y="22500"/>
                </a:lnTo>
                <a:lnTo>
                  <a:pt x="26437" y="37125"/>
                </a:lnTo>
                <a:lnTo>
                  <a:pt x="63562" y="0"/>
                </a:lnTo>
                <a:lnTo>
                  <a:pt x="75375" y="11812"/>
                </a:lnTo>
                <a:lnTo>
                  <a:pt x="26437" y="60750"/>
                </a:lnTo>
                <a:close/>
              </a:path>
            </a:pathLst>
          </a:custGeom>
          <a:solidFill>
            <a:srgbClr val="339933"/>
          </a:solidFill>
          <a:ln w="5556" cap="flat">
            <a:noFill/>
            <a:prstDash val="solid"/>
            <a:miter/>
          </a:ln>
        </p:spPr>
        <p:txBody>
          <a:bodyPr rtlCol="0" anchor="ctr"/>
          <a:lstStyle/>
          <a:p>
            <a:endParaRPr lang="de-DE"/>
          </a:p>
        </p:txBody>
      </p:sp>
      <p:sp>
        <p:nvSpPr>
          <p:cNvPr id="34" name="Textfeld 33">
            <a:extLst>
              <a:ext uri="{FF2B5EF4-FFF2-40B4-BE49-F238E27FC236}">
                <a16:creationId xmlns:a16="http://schemas.microsoft.com/office/drawing/2014/main" id="{C63BB304-77C5-6745-2C5E-55E1E8A09768}"/>
              </a:ext>
            </a:extLst>
          </p:cNvPr>
          <p:cNvSpPr txBox="1"/>
          <p:nvPr/>
        </p:nvSpPr>
        <p:spPr>
          <a:xfrm>
            <a:off x="893160" y="5288244"/>
            <a:ext cx="294862" cy="400110"/>
          </a:xfrm>
          <a:prstGeom prst="rect">
            <a:avLst/>
          </a:prstGeom>
          <a:noFill/>
        </p:spPr>
        <p:txBody>
          <a:bodyPr wrap="square" rtlCol="0">
            <a:spAutoFit/>
          </a:bodyPr>
          <a:lstStyle/>
          <a:p>
            <a:r>
              <a:rPr lang="de-DE" sz="2000" b="1">
                <a:solidFill>
                  <a:schemeClr val="accent3"/>
                </a:solidFill>
              </a:rPr>
              <a:t>&amp;</a:t>
            </a:r>
            <a:endParaRPr lang="de-DE" b="1">
              <a:solidFill>
                <a:schemeClr val="accent3"/>
              </a:solidFill>
            </a:endParaRPr>
          </a:p>
        </p:txBody>
      </p:sp>
      <p:sp>
        <p:nvSpPr>
          <p:cNvPr id="35" name="Eingebuchteter Richtungspfeil 34">
            <a:extLst>
              <a:ext uri="{FF2B5EF4-FFF2-40B4-BE49-F238E27FC236}">
                <a16:creationId xmlns:a16="http://schemas.microsoft.com/office/drawing/2014/main" id="{2EDC4615-58CD-2916-E0FA-94C982B9AE5C}"/>
              </a:ext>
            </a:extLst>
          </p:cNvPr>
          <p:cNvSpPr/>
          <p:nvPr/>
        </p:nvSpPr>
        <p:spPr>
          <a:xfrm>
            <a:off x="279074" y="898566"/>
            <a:ext cx="1817895" cy="595252"/>
          </a:xfrm>
          <a:prstGeom prst="chevron">
            <a:avLst/>
          </a:prstGeom>
          <a:solidFill>
            <a:schemeClr val="accent2"/>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de-DE">
                <a:solidFill>
                  <a:schemeClr val="bg1"/>
                </a:solidFill>
              </a:rPr>
              <a:t>Planungs-phase</a:t>
            </a:r>
          </a:p>
        </p:txBody>
      </p:sp>
      <p:sp>
        <p:nvSpPr>
          <p:cNvPr id="36" name="Freihandform: Form 105">
            <a:extLst>
              <a:ext uri="{FF2B5EF4-FFF2-40B4-BE49-F238E27FC236}">
                <a16:creationId xmlns:a16="http://schemas.microsoft.com/office/drawing/2014/main" id="{5B1D1BFB-DFF0-A73F-91B5-E5B97A566AF6}"/>
              </a:ext>
            </a:extLst>
          </p:cNvPr>
          <p:cNvSpPr/>
          <p:nvPr/>
        </p:nvSpPr>
        <p:spPr>
          <a:xfrm>
            <a:off x="741127" y="5525424"/>
            <a:ext cx="75375" cy="60749"/>
          </a:xfrm>
          <a:custGeom>
            <a:avLst/>
            <a:gdLst>
              <a:gd name="connsiteX0" fmla="*/ 0 w 75375"/>
              <a:gd name="connsiteY0" fmla="*/ 34312 h 60749"/>
              <a:gd name="connsiteX1" fmla="*/ 11812 w 75375"/>
              <a:gd name="connsiteY1" fmla="*/ 22500 h 60749"/>
              <a:gd name="connsiteX2" fmla="*/ 26437 w 75375"/>
              <a:gd name="connsiteY2" fmla="*/ 37125 h 60749"/>
              <a:gd name="connsiteX3" fmla="*/ 63562 w 75375"/>
              <a:gd name="connsiteY3" fmla="*/ 0 h 60749"/>
              <a:gd name="connsiteX4" fmla="*/ 75375 w 75375"/>
              <a:gd name="connsiteY4" fmla="*/ 11812 h 60749"/>
              <a:gd name="connsiteX5" fmla="*/ 26437 w 75375"/>
              <a:gd name="connsiteY5" fmla="*/ 60750 h 60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375" h="60749">
                <a:moveTo>
                  <a:pt x="0" y="34312"/>
                </a:moveTo>
                <a:lnTo>
                  <a:pt x="11812" y="22500"/>
                </a:lnTo>
                <a:lnTo>
                  <a:pt x="26437" y="37125"/>
                </a:lnTo>
                <a:lnTo>
                  <a:pt x="63562" y="0"/>
                </a:lnTo>
                <a:lnTo>
                  <a:pt x="75375" y="11812"/>
                </a:lnTo>
                <a:lnTo>
                  <a:pt x="26437" y="60750"/>
                </a:lnTo>
                <a:close/>
              </a:path>
            </a:pathLst>
          </a:custGeom>
          <a:solidFill>
            <a:srgbClr val="339933"/>
          </a:solidFill>
          <a:ln w="5556" cap="flat">
            <a:noFill/>
            <a:prstDash val="solid"/>
            <a:miter/>
          </a:ln>
        </p:spPr>
        <p:txBody>
          <a:bodyPr rtlCol="0" anchor="ctr"/>
          <a:lstStyle/>
          <a:p>
            <a:endParaRPr lang="de-DE"/>
          </a:p>
        </p:txBody>
      </p:sp>
      <p:sp>
        <p:nvSpPr>
          <p:cNvPr id="37" name="Freihandform: Form 112">
            <a:extLst>
              <a:ext uri="{FF2B5EF4-FFF2-40B4-BE49-F238E27FC236}">
                <a16:creationId xmlns:a16="http://schemas.microsoft.com/office/drawing/2014/main" id="{C7DD3E2E-745B-E58C-E6AF-62E87FA22939}"/>
              </a:ext>
            </a:extLst>
          </p:cNvPr>
          <p:cNvSpPr/>
          <p:nvPr/>
        </p:nvSpPr>
        <p:spPr>
          <a:xfrm>
            <a:off x="741127" y="5595204"/>
            <a:ext cx="75375" cy="60749"/>
          </a:xfrm>
          <a:custGeom>
            <a:avLst/>
            <a:gdLst>
              <a:gd name="connsiteX0" fmla="*/ 0 w 75375"/>
              <a:gd name="connsiteY0" fmla="*/ 34312 h 60749"/>
              <a:gd name="connsiteX1" fmla="*/ 11812 w 75375"/>
              <a:gd name="connsiteY1" fmla="*/ 22500 h 60749"/>
              <a:gd name="connsiteX2" fmla="*/ 26437 w 75375"/>
              <a:gd name="connsiteY2" fmla="*/ 37125 h 60749"/>
              <a:gd name="connsiteX3" fmla="*/ 63562 w 75375"/>
              <a:gd name="connsiteY3" fmla="*/ 0 h 60749"/>
              <a:gd name="connsiteX4" fmla="*/ 75375 w 75375"/>
              <a:gd name="connsiteY4" fmla="*/ 11812 h 60749"/>
              <a:gd name="connsiteX5" fmla="*/ 26437 w 75375"/>
              <a:gd name="connsiteY5" fmla="*/ 60750 h 60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375" h="60749">
                <a:moveTo>
                  <a:pt x="0" y="34312"/>
                </a:moveTo>
                <a:lnTo>
                  <a:pt x="11812" y="22500"/>
                </a:lnTo>
                <a:lnTo>
                  <a:pt x="26437" y="37125"/>
                </a:lnTo>
                <a:lnTo>
                  <a:pt x="63562" y="0"/>
                </a:lnTo>
                <a:lnTo>
                  <a:pt x="75375" y="11812"/>
                </a:lnTo>
                <a:lnTo>
                  <a:pt x="26437" y="60750"/>
                </a:lnTo>
                <a:close/>
              </a:path>
            </a:pathLst>
          </a:custGeom>
          <a:solidFill>
            <a:srgbClr val="339933"/>
          </a:solidFill>
          <a:ln w="5556" cap="flat">
            <a:noFill/>
            <a:prstDash val="solid"/>
            <a:miter/>
          </a:ln>
        </p:spPr>
        <p:txBody>
          <a:bodyPr rtlCol="0" anchor="ctr"/>
          <a:lstStyle/>
          <a:p>
            <a:endParaRPr lang="de-DE"/>
          </a:p>
        </p:txBody>
      </p:sp>
      <p:cxnSp>
        <p:nvCxnSpPr>
          <p:cNvPr id="39" name="Gerader Verbinder 18">
            <a:extLst>
              <a:ext uri="{FF2B5EF4-FFF2-40B4-BE49-F238E27FC236}">
                <a16:creationId xmlns:a16="http://schemas.microsoft.com/office/drawing/2014/main" id="{D81731EB-EBC9-4538-ED5C-4327FC4625FD}"/>
              </a:ext>
            </a:extLst>
          </p:cNvPr>
          <p:cNvCxnSpPr>
            <a:cxnSpLocks/>
          </p:cNvCxnSpPr>
          <p:nvPr/>
        </p:nvCxnSpPr>
        <p:spPr>
          <a:xfrm flipV="1">
            <a:off x="2575752" y="954000"/>
            <a:ext cx="0" cy="5526041"/>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40" name="Gruppieren 39">
            <a:extLst>
              <a:ext uri="{FF2B5EF4-FFF2-40B4-BE49-F238E27FC236}">
                <a16:creationId xmlns:a16="http://schemas.microsoft.com/office/drawing/2014/main" id="{33E3EF34-7954-FB73-2C47-0907DE195625}"/>
              </a:ext>
            </a:extLst>
          </p:cNvPr>
          <p:cNvGrpSpPr/>
          <p:nvPr/>
        </p:nvGrpSpPr>
        <p:grpSpPr>
          <a:xfrm>
            <a:off x="2335263" y="3154658"/>
            <a:ext cx="475200" cy="851089"/>
            <a:chOff x="4341682" y="6006911"/>
            <a:chExt cx="475200" cy="851089"/>
          </a:xfrm>
          <a:solidFill>
            <a:schemeClr val="bg2">
              <a:lumMod val="90000"/>
            </a:schemeClr>
          </a:solidFill>
        </p:grpSpPr>
        <p:sp>
          <p:nvSpPr>
            <p:cNvPr id="41" name="Rechteck 40">
              <a:extLst>
                <a:ext uri="{FF2B5EF4-FFF2-40B4-BE49-F238E27FC236}">
                  <a16:creationId xmlns:a16="http://schemas.microsoft.com/office/drawing/2014/main" id="{D1F86FC5-E34F-C24F-2E52-B9308F405F67}"/>
                </a:ext>
              </a:extLst>
            </p:cNvPr>
            <p:cNvSpPr/>
            <p:nvPr/>
          </p:nvSpPr>
          <p:spPr>
            <a:xfrm>
              <a:off x="4456190" y="6006911"/>
              <a:ext cx="246185" cy="8510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nvGrpSpPr>
            <p:cNvPr id="42" name="Gruppieren 41">
              <a:extLst>
                <a:ext uri="{FF2B5EF4-FFF2-40B4-BE49-F238E27FC236}">
                  <a16:creationId xmlns:a16="http://schemas.microsoft.com/office/drawing/2014/main" id="{75A18727-6FD3-A49E-AD7E-79E9FE2A4213}"/>
                </a:ext>
              </a:extLst>
            </p:cNvPr>
            <p:cNvGrpSpPr/>
            <p:nvPr/>
          </p:nvGrpSpPr>
          <p:grpSpPr>
            <a:xfrm>
              <a:off x="4341682" y="6194111"/>
              <a:ext cx="475200" cy="476688"/>
              <a:chOff x="5499621" y="3542862"/>
              <a:chExt cx="496072" cy="485192"/>
            </a:xfrm>
            <a:grpFill/>
          </p:grpSpPr>
          <p:sp>
            <p:nvSpPr>
              <p:cNvPr id="43" name="Ellipse 28">
                <a:extLst>
                  <a:ext uri="{FF2B5EF4-FFF2-40B4-BE49-F238E27FC236}">
                    <a16:creationId xmlns:a16="http://schemas.microsoft.com/office/drawing/2014/main" id="{3180E102-169E-70C1-3AD7-CE39E16449F8}"/>
                  </a:ext>
                </a:extLst>
              </p:cNvPr>
              <p:cNvSpPr/>
              <p:nvPr/>
            </p:nvSpPr>
            <p:spPr>
              <a:xfrm>
                <a:off x="5499621" y="3542862"/>
                <a:ext cx="496072" cy="48519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4" name="Pfeil: Chevron 29">
                <a:extLst>
                  <a:ext uri="{FF2B5EF4-FFF2-40B4-BE49-F238E27FC236}">
                    <a16:creationId xmlns:a16="http://schemas.microsoft.com/office/drawing/2014/main" id="{2D33F9DA-A5EC-8369-DDA4-37C7BFC98DC7}"/>
                  </a:ext>
                </a:extLst>
              </p:cNvPr>
              <p:cNvSpPr/>
              <p:nvPr/>
            </p:nvSpPr>
            <p:spPr>
              <a:xfrm>
                <a:off x="5668346" y="3664939"/>
                <a:ext cx="158621" cy="241037"/>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grpSp>
      </p:grpSp>
      <p:grpSp>
        <p:nvGrpSpPr>
          <p:cNvPr id="68" name="Google Shape;1073;p33">
            <a:extLst>
              <a:ext uri="{FF2B5EF4-FFF2-40B4-BE49-F238E27FC236}">
                <a16:creationId xmlns:a16="http://schemas.microsoft.com/office/drawing/2014/main" id="{77272B47-E5A9-48D8-A76F-FF542B229325}"/>
              </a:ext>
            </a:extLst>
          </p:cNvPr>
          <p:cNvGrpSpPr/>
          <p:nvPr/>
        </p:nvGrpSpPr>
        <p:grpSpPr>
          <a:xfrm>
            <a:off x="3952408" y="1926075"/>
            <a:ext cx="7347367" cy="2250700"/>
            <a:chOff x="1868688" y="2393250"/>
            <a:chExt cx="5510525" cy="1688025"/>
          </a:xfrm>
        </p:grpSpPr>
        <p:sp>
          <p:nvSpPr>
            <p:cNvPr id="69" name="Google Shape;1074;p33">
              <a:extLst>
                <a:ext uri="{FF2B5EF4-FFF2-40B4-BE49-F238E27FC236}">
                  <a16:creationId xmlns:a16="http://schemas.microsoft.com/office/drawing/2014/main" id="{E0BF98D9-1B55-48AF-B81E-B419B344CD85}"/>
                </a:ext>
              </a:extLst>
            </p:cNvPr>
            <p:cNvSpPr/>
            <p:nvPr/>
          </p:nvSpPr>
          <p:spPr>
            <a:xfrm>
              <a:off x="3092938" y="2481350"/>
              <a:ext cx="2917050" cy="114925"/>
            </a:xfrm>
            <a:custGeom>
              <a:avLst/>
              <a:gdLst/>
              <a:ahLst/>
              <a:cxnLst/>
              <a:rect l="l" t="t" r="r" b="b"/>
              <a:pathLst>
                <a:path w="116682" h="4597" extrusionOk="0">
                  <a:moveTo>
                    <a:pt x="1" y="0"/>
                  </a:moveTo>
                  <a:lnTo>
                    <a:pt x="191" y="1465"/>
                  </a:lnTo>
                  <a:lnTo>
                    <a:pt x="107252" y="1465"/>
                  </a:lnTo>
                  <a:cubicBezTo>
                    <a:pt x="107752" y="1465"/>
                    <a:pt x="108252" y="1465"/>
                    <a:pt x="108752" y="1500"/>
                  </a:cubicBezTo>
                  <a:cubicBezTo>
                    <a:pt x="109252" y="1548"/>
                    <a:pt x="109717" y="1584"/>
                    <a:pt x="110181" y="1655"/>
                  </a:cubicBezTo>
                  <a:cubicBezTo>
                    <a:pt x="110455" y="1655"/>
                    <a:pt x="110645" y="1703"/>
                    <a:pt x="110884" y="1739"/>
                  </a:cubicBezTo>
                  <a:lnTo>
                    <a:pt x="110919" y="1739"/>
                  </a:lnTo>
                  <a:cubicBezTo>
                    <a:pt x="111157" y="1774"/>
                    <a:pt x="111348" y="1810"/>
                    <a:pt x="111574" y="1858"/>
                  </a:cubicBezTo>
                  <a:cubicBezTo>
                    <a:pt x="111812" y="1893"/>
                    <a:pt x="112003" y="1965"/>
                    <a:pt x="112229" y="2001"/>
                  </a:cubicBezTo>
                  <a:cubicBezTo>
                    <a:pt x="112431" y="2048"/>
                    <a:pt x="112622" y="2084"/>
                    <a:pt x="112777" y="2120"/>
                  </a:cubicBezTo>
                  <a:cubicBezTo>
                    <a:pt x="112896" y="2155"/>
                    <a:pt x="113003" y="2203"/>
                    <a:pt x="113122" y="2239"/>
                  </a:cubicBezTo>
                  <a:cubicBezTo>
                    <a:pt x="113205" y="2239"/>
                    <a:pt x="113312" y="2274"/>
                    <a:pt x="113396" y="2310"/>
                  </a:cubicBezTo>
                  <a:cubicBezTo>
                    <a:pt x="113515" y="2358"/>
                    <a:pt x="113586" y="2393"/>
                    <a:pt x="113705" y="2393"/>
                  </a:cubicBezTo>
                  <a:cubicBezTo>
                    <a:pt x="113777" y="2429"/>
                    <a:pt x="113860" y="2465"/>
                    <a:pt x="113967" y="2512"/>
                  </a:cubicBezTo>
                  <a:cubicBezTo>
                    <a:pt x="114051" y="2548"/>
                    <a:pt x="114170" y="2584"/>
                    <a:pt x="114241" y="2620"/>
                  </a:cubicBezTo>
                  <a:cubicBezTo>
                    <a:pt x="114324" y="2620"/>
                    <a:pt x="114396" y="2667"/>
                    <a:pt x="114479" y="2703"/>
                  </a:cubicBezTo>
                  <a:cubicBezTo>
                    <a:pt x="114586" y="2739"/>
                    <a:pt x="114670" y="2774"/>
                    <a:pt x="114741" y="2822"/>
                  </a:cubicBezTo>
                  <a:cubicBezTo>
                    <a:pt x="114824" y="2858"/>
                    <a:pt x="114896" y="2893"/>
                    <a:pt x="114979" y="2929"/>
                  </a:cubicBezTo>
                  <a:cubicBezTo>
                    <a:pt x="115051" y="2977"/>
                    <a:pt x="115134" y="3013"/>
                    <a:pt x="115205" y="3048"/>
                  </a:cubicBezTo>
                  <a:cubicBezTo>
                    <a:pt x="115253" y="3084"/>
                    <a:pt x="115325" y="3132"/>
                    <a:pt x="115408" y="3167"/>
                  </a:cubicBezTo>
                  <a:cubicBezTo>
                    <a:pt x="115479" y="3203"/>
                    <a:pt x="115515" y="3239"/>
                    <a:pt x="115598" y="3286"/>
                  </a:cubicBezTo>
                  <a:cubicBezTo>
                    <a:pt x="115634" y="3322"/>
                    <a:pt x="115717" y="3358"/>
                    <a:pt x="115753" y="3394"/>
                  </a:cubicBezTo>
                  <a:cubicBezTo>
                    <a:pt x="115825" y="3441"/>
                    <a:pt x="115908" y="3513"/>
                    <a:pt x="115944" y="3548"/>
                  </a:cubicBezTo>
                  <a:cubicBezTo>
                    <a:pt x="115979" y="3596"/>
                    <a:pt x="116027" y="3632"/>
                    <a:pt x="116063" y="3632"/>
                  </a:cubicBezTo>
                  <a:cubicBezTo>
                    <a:pt x="116134" y="3751"/>
                    <a:pt x="116218" y="3822"/>
                    <a:pt x="116289" y="3906"/>
                  </a:cubicBezTo>
                  <a:cubicBezTo>
                    <a:pt x="116337" y="3977"/>
                    <a:pt x="116372" y="4013"/>
                    <a:pt x="116408" y="4096"/>
                  </a:cubicBezTo>
                  <a:cubicBezTo>
                    <a:pt x="116408" y="4132"/>
                    <a:pt x="116444" y="4215"/>
                    <a:pt x="116491" y="4251"/>
                  </a:cubicBezTo>
                  <a:cubicBezTo>
                    <a:pt x="116491" y="4322"/>
                    <a:pt x="116491" y="4370"/>
                    <a:pt x="116527" y="4441"/>
                  </a:cubicBezTo>
                  <a:lnTo>
                    <a:pt x="116527" y="4596"/>
                  </a:lnTo>
                  <a:lnTo>
                    <a:pt x="116682" y="3084"/>
                  </a:lnTo>
                  <a:lnTo>
                    <a:pt x="116682" y="2929"/>
                  </a:lnTo>
                  <a:cubicBezTo>
                    <a:pt x="116682" y="2858"/>
                    <a:pt x="116682" y="2822"/>
                    <a:pt x="116646" y="2739"/>
                  </a:cubicBezTo>
                  <a:cubicBezTo>
                    <a:pt x="116646" y="2703"/>
                    <a:pt x="116599" y="2620"/>
                    <a:pt x="116563" y="2584"/>
                  </a:cubicBezTo>
                  <a:cubicBezTo>
                    <a:pt x="116527" y="2512"/>
                    <a:pt x="116491" y="2477"/>
                    <a:pt x="116444" y="2393"/>
                  </a:cubicBezTo>
                  <a:cubicBezTo>
                    <a:pt x="116408" y="2322"/>
                    <a:pt x="116337" y="2239"/>
                    <a:pt x="116218" y="2167"/>
                  </a:cubicBezTo>
                  <a:cubicBezTo>
                    <a:pt x="116182" y="2120"/>
                    <a:pt x="116134" y="2084"/>
                    <a:pt x="116134" y="2084"/>
                  </a:cubicBezTo>
                  <a:cubicBezTo>
                    <a:pt x="116063" y="2012"/>
                    <a:pt x="115979" y="1965"/>
                    <a:pt x="115908" y="1893"/>
                  </a:cubicBezTo>
                  <a:cubicBezTo>
                    <a:pt x="115872" y="1858"/>
                    <a:pt x="115825" y="1810"/>
                    <a:pt x="115789" y="1810"/>
                  </a:cubicBezTo>
                  <a:cubicBezTo>
                    <a:pt x="115717" y="1774"/>
                    <a:pt x="115634" y="1703"/>
                    <a:pt x="115563" y="1655"/>
                  </a:cubicBezTo>
                  <a:cubicBezTo>
                    <a:pt x="115479" y="1620"/>
                    <a:pt x="115444" y="1584"/>
                    <a:pt x="115360" y="1584"/>
                  </a:cubicBezTo>
                  <a:cubicBezTo>
                    <a:pt x="115289" y="1548"/>
                    <a:pt x="115253" y="1500"/>
                    <a:pt x="115170" y="1465"/>
                  </a:cubicBezTo>
                  <a:cubicBezTo>
                    <a:pt x="115134" y="1465"/>
                    <a:pt x="115134" y="1429"/>
                    <a:pt x="115134" y="1429"/>
                  </a:cubicBezTo>
                  <a:lnTo>
                    <a:pt x="115098" y="1429"/>
                  </a:lnTo>
                  <a:cubicBezTo>
                    <a:pt x="115051" y="1393"/>
                    <a:pt x="114979" y="1393"/>
                    <a:pt x="114908" y="1346"/>
                  </a:cubicBezTo>
                  <a:cubicBezTo>
                    <a:pt x="114824" y="1310"/>
                    <a:pt x="114753" y="1274"/>
                    <a:pt x="114670" y="1239"/>
                  </a:cubicBezTo>
                  <a:cubicBezTo>
                    <a:pt x="114598" y="1191"/>
                    <a:pt x="114479" y="1155"/>
                    <a:pt x="114396" y="1119"/>
                  </a:cubicBezTo>
                  <a:cubicBezTo>
                    <a:pt x="114324" y="1084"/>
                    <a:pt x="114205" y="1036"/>
                    <a:pt x="114134" y="1036"/>
                  </a:cubicBezTo>
                  <a:lnTo>
                    <a:pt x="114086" y="1000"/>
                  </a:lnTo>
                  <a:cubicBezTo>
                    <a:pt x="114015" y="965"/>
                    <a:pt x="113932" y="965"/>
                    <a:pt x="113860" y="929"/>
                  </a:cubicBezTo>
                  <a:cubicBezTo>
                    <a:pt x="113741" y="881"/>
                    <a:pt x="113670" y="881"/>
                    <a:pt x="113551" y="846"/>
                  </a:cubicBezTo>
                  <a:cubicBezTo>
                    <a:pt x="113467" y="810"/>
                    <a:pt x="113360" y="774"/>
                    <a:pt x="113277" y="774"/>
                  </a:cubicBezTo>
                  <a:cubicBezTo>
                    <a:pt x="113205" y="727"/>
                    <a:pt x="113122" y="691"/>
                    <a:pt x="113003" y="691"/>
                  </a:cubicBezTo>
                  <a:cubicBezTo>
                    <a:pt x="113003" y="691"/>
                    <a:pt x="112967" y="691"/>
                    <a:pt x="112931" y="655"/>
                  </a:cubicBezTo>
                  <a:lnTo>
                    <a:pt x="112848" y="655"/>
                  </a:lnTo>
                  <a:cubicBezTo>
                    <a:pt x="112812" y="619"/>
                    <a:pt x="112741" y="619"/>
                    <a:pt x="112658" y="619"/>
                  </a:cubicBezTo>
                  <a:cubicBezTo>
                    <a:pt x="112622" y="572"/>
                    <a:pt x="112538" y="572"/>
                    <a:pt x="112467" y="536"/>
                  </a:cubicBezTo>
                  <a:lnTo>
                    <a:pt x="112384" y="536"/>
                  </a:lnTo>
                  <a:cubicBezTo>
                    <a:pt x="112348" y="536"/>
                    <a:pt x="112312" y="500"/>
                    <a:pt x="112277" y="500"/>
                  </a:cubicBezTo>
                  <a:cubicBezTo>
                    <a:pt x="112193" y="500"/>
                    <a:pt x="112157" y="500"/>
                    <a:pt x="112086" y="465"/>
                  </a:cubicBezTo>
                  <a:cubicBezTo>
                    <a:pt x="112038" y="465"/>
                    <a:pt x="111967" y="465"/>
                    <a:pt x="111931" y="417"/>
                  </a:cubicBezTo>
                  <a:lnTo>
                    <a:pt x="111776" y="417"/>
                  </a:lnTo>
                  <a:cubicBezTo>
                    <a:pt x="111776" y="417"/>
                    <a:pt x="111729" y="417"/>
                    <a:pt x="111729" y="381"/>
                  </a:cubicBezTo>
                  <a:lnTo>
                    <a:pt x="111574" y="381"/>
                  </a:lnTo>
                  <a:cubicBezTo>
                    <a:pt x="111538" y="381"/>
                    <a:pt x="111503" y="346"/>
                    <a:pt x="111419" y="346"/>
                  </a:cubicBezTo>
                  <a:cubicBezTo>
                    <a:pt x="111384" y="346"/>
                    <a:pt x="111348" y="346"/>
                    <a:pt x="111265" y="310"/>
                  </a:cubicBezTo>
                  <a:lnTo>
                    <a:pt x="111157" y="310"/>
                  </a:lnTo>
                  <a:cubicBezTo>
                    <a:pt x="111110" y="310"/>
                    <a:pt x="111074" y="310"/>
                    <a:pt x="111074" y="262"/>
                  </a:cubicBezTo>
                  <a:lnTo>
                    <a:pt x="110848" y="262"/>
                  </a:lnTo>
                  <a:cubicBezTo>
                    <a:pt x="110800" y="227"/>
                    <a:pt x="110764" y="227"/>
                    <a:pt x="110729" y="227"/>
                  </a:cubicBezTo>
                  <a:lnTo>
                    <a:pt x="110574" y="227"/>
                  </a:lnTo>
                  <a:cubicBezTo>
                    <a:pt x="110538" y="191"/>
                    <a:pt x="110491" y="191"/>
                    <a:pt x="110455" y="191"/>
                  </a:cubicBezTo>
                  <a:lnTo>
                    <a:pt x="110300" y="191"/>
                  </a:lnTo>
                  <a:cubicBezTo>
                    <a:pt x="110264" y="191"/>
                    <a:pt x="110229" y="155"/>
                    <a:pt x="110181" y="155"/>
                  </a:cubicBezTo>
                  <a:lnTo>
                    <a:pt x="109919" y="155"/>
                  </a:lnTo>
                  <a:cubicBezTo>
                    <a:pt x="109871" y="107"/>
                    <a:pt x="109836" y="107"/>
                    <a:pt x="109764" y="107"/>
                  </a:cubicBezTo>
                  <a:lnTo>
                    <a:pt x="109526" y="107"/>
                  </a:lnTo>
                  <a:cubicBezTo>
                    <a:pt x="109490" y="107"/>
                    <a:pt x="109455" y="72"/>
                    <a:pt x="109371" y="72"/>
                  </a:cubicBezTo>
                  <a:lnTo>
                    <a:pt x="108990" y="72"/>
                  </a:lnTo>
                  <a:lnTo>
                    <a:pt x="108907" y="36"/>
                  </a:lnTo>
                  <a:lnTo>
                    <a:pt x="108217" y="36"/>
                  </a:lnTo>
                  <a:cubicBezTo>
                    <a:pt x="108181" y="0"/>
                    <a:pt x="108133" y="0"/>
                    <a:pt x="108097" y="0"/>
                  </a:cubicBezTo>
                  <a:close/>
                </a:path>
              </a:pathLst>
            </a:custGeom>
            <a:solidFill>
              <a:srgbClr val="353535"/>
            </a:solidFill>
            <a:ln>
              <a:noFill/>
            </a:ln>
          </p:spPr>
          <p:txBody>
            <a:bodyPr spcFirstLastPara="1" wrap="square" lIns="121900" tIns="121900" rIns="121900" bIns="121900" anchor="ctr" anchorCtr="0">
              <a:noAutofit/>
            </a:bodyPr>
            <a:lstStyle/>
            <a:p>
              <a:endParaRPr sz="2400"/>
            </a:p>
          </p:txBody>
        </p:sp>
        <p:sp>
          <p:nvSpPr>
            <p:cNvPr id="70" name="Google Shape;1075;p33">
              <a:extLst>
                <a:ext uri="{FF2B5EF4-FFF2-40B4-BE49-F238E27FC236}">
                  <a16:creationId xmlns:a16="http://schemas.microsoft.com/office/drawing/2014/main" id="{B792382C-424B-44B6-B884-6AEA4440F3D5}"/>
                </a:ext>
              </a:extLst>
            </p:cNvPr>
            <p:cNvSpPr/>
            <p:nvPr/>
          </p:nvSpPr>
          <p:spPr>
            <a:xfrm>
              <a:off x="2994113" y="2596250"/>
              <a:ext cx="3329025" cy="264925"/>
            </a:xfrm>
            <a:custGeom>
              <a:avLst/>
              <a:gdLst/>
              <a:ahLst/>
              <a:cxnLst/>
              <a:rect l="l" t="t" r="r" b="b"/>
              <a:pathLst>
                <a:path w="133161" h="10597" extrusionOk="0">
                  <a:moveTo>
                    <a:pt x="133160" y="0"/>
                  </a:moveTo>
                  <a:lnTo>
                    <a:pt x="133148" y="80"/>
                  </a:lnTo>
                  <a:lnTo>
                    <a:pt x="133148" y="80"/>
                  </a:lnTo>
                  <a:cubicBezTo>
                    <a:pt x="133155" y="54"/>
                    <a:pt x="133160" y="28"/>
                    <a:pt x="133160" y="0"/>
                  </a:cubicBezTo>
                  <a:close/>
                  <a:moveTo>
                    <a:pt x="133148" y="80"/>
                  </a:moveTo>
                  <a:cubicBezTo>
                    <a:pt x="133134" y="132"/>
                    <a:pt x="133113" y="183"/>
                    <a:pt x="133113" y="238"/>
                  </a:cubicBezTo>
                  <a:lnTo>
                    <a:pt x="133113" y="274"/>
                  </a:lnTo>
                  <a:cubicBezTo>
                    <a:pt x="133077" y="345"/>
                    <a:pt x="133041" y="429"/>
                    <a:pt x="133041" y="464"/>
                  </a:cubicBezTo>
                  <a:cubicBezTo>
                    <a:pt x="133041" y="500"/>
                    <a:pt x="133005" y="500"/>
                    <a:pt x="133005" y="500"/>
                  </a:cubicBezTo>
                  <a:cubicBezTo>
                    <a:pt x="133005" y="583"/>
                    <a:pt x="132958" y="655"/>
                    <a:pt x="132922" y="738"/>
                  </a:cubicBezTo>
                  <a:lnTo>
                    <a:pt x="132886" y="738"/>
                  </a:lnTo>
                  <a:lnTo>
                    <a:pt x="132767" y="964"/>
                  </a:lnTo>
                  <a:lnTo>
                    <a:pt x="132767" y="1000"/>
                  </a:lnTo>
                  <a:cubicBezTo>
                    <a:pt x="132696" y="1048"/>
                    <a:pt x="132648" y="1119"/>
                    <a:pt x="132613" y="1203"/>
                  </a:cubicBezTo>
                  <a:cubicBezTo>
                    <a:pt x="132577" y="1203"/>
                    <a:pt x="132577" y="1203"/>
                    <a:pt x="132577" y="1238"/>
                  </a:cubicBezTo>
                  <a:cubicBezTo>
                    <a:pt x="132493" y="1274"/>
                    <a:pt x="132458" y="1357"/>
                    <a:pt x="132386" y="1429"/>
                  </a:cubicBezTo>
                  <a:lnTo>
                    <a:pt x="132339" y="1465"/>
                  </a:lnTo>
                  <a:cubicBezTo>
                    <a:pt x="132303" y="1512"/>
                    <a:pt x="132232" y="1584"/>
                    <a:pt x="132148" y="1667"/>
                  </a:cubicBezTo>
                  <a:cubicBezTo>
                    <a:pt x="132077" y="1738"/>
                    <a:pt x="131993" y="1774"/>
                    <a:pt x="131922" y="1857"/>
                  </a:cubicBezTo>
                  <a:cubicBezTo>
                    <a:pt x="131874" y="1857"/>
                    <a:pt x="131874" y="1893"/>
                    <a:pt x="131839" y="1893"/>
                  </a:cubicBezTo>
                  <a:cubicBezTo>
                    <a:pt x="131767" y="1977"/>
                    <a:pt x="131684" y="2012"/>
                    <a:pt x="131612" y="2048"/>
                  </a:cubicBezTo>
                  <a:cubicBezTo>
                    <a:pt x="131612" y="2084"/>
                    <a:pt x="131565" y="2084"/>
                    <a:pt x="131565" y="2084"/>
                  </a:cubicBezTo>
                  <a:cubicBezTo>
                    <a:pt x="131493" y="2167"/>
                    <a:pt x="131374" y="2203"/>
                    <a:pt x="131303" y="2286"/>
                  </a:cubicBezTo>
                  <a:cubicBezTo>
                    <a:pt x="131220" y="2322"/>
                    <a:pt x="131148" y="2358"/>
                    <a:pt x="131112" y="2393"/>
                  </a:cubicBezTo>
                  <a:cubicBezTo>
                    <a:pt x="131029" y="2393"/>
                    <a:pt x="130993" y="2441"/>
                    <a:pt x="130910" y="2477"/>
                  </a:cubicBezTo>
                  <a:cubicBezTo>
                    <a:pt x="130874" y="2512"/>
                    <a:pt x="130803" y="2548"/>
                    <a:pt x="130719" y="2596"/>
                  </a:cubicBezTo>
                  <a:cubicBezTo>
                    <a:pt x="130684" y="2631"/>
                    <a:pt x="130600" y="2667"/>
                    <a:pt x="130529" y="2667"/>
                  </a:cubicBezTo>
                  <a:cubicBezTo>
                    <a:pt x="130493" y="2703"/>
                    <a:pt x="130410" y="2750"/>
                    <a:pt x="130338" y="2786"/>
                  </a:cubicBezTo>
                  <a:cubicBezTo>
                    <a:pt x="130255" y="2822"/>
                    <a:pt x="130184" y="2858"/>
                    <a:pt x="130136" y="2858"/>
                  </a:cubicBezTo>
                  <a:cubicBezTo>
                    <a:pt x="130065" y="2905"/>
                    <a:pt x="129946" y="2941"/>
                    <a:pt x="129874" y="2977"/>
                  </a:cubicBezTo>
                  <a:cubicBezTo>
                    <a:pt x="129826" y="3012"/>
                    <a:pt x="129755" y="3012"/>
                    <a:pt x="129672" y="3060"/>
                  </a:cubicBezTo>
                  <a:cubicBezTo>
                    <a:pt x="129565" y="3096"/>
                    <a:pt x="129410" y="3167"/>
                    <a:pt x="129255" y="3203"/>
                  </a:cubicBezTo>
                  <a:lnTo>
                    <a:pt x="129207" y="3250"/>
                  </a:lnTo>
                  <a:cubicBezTo>
                    <a:pt x="129017" y="3286"/>
                    <a:pt x="128862" y="3358"/>
                    <a:pt x="128672" y="3405"/>
                  </a:cubicBezTo>
                  <a:cubicBezTo>
                    <a:pt x="128362" y="3512"/>
                    <a:pt x="128052" y="3596"/>
                    <a:pt x="127707" y="3715"/>
                  </a:cubicBezTo>
                  <a:cubicBezTo>
                    <a:pt x="127671" y="3715"/>
                    <a:pt x="127624" y="3715"/>
                    <a:pt x="127552" y="3751"/>
                  </a:cubicBezTo>
                  <a:cubicBezTo>
                    <a:pt x="127243" y="3822"/>
                    <a:pt x="126898" y="3905"/>
                    <a:pt x="126552" y="3977"/>
                  </a:cubicBezTo>
                  <a:cubicBezTo>
                    <a:pt x="126469" y="3977"/>
                    <a:pt x="126433" y="4024"/>
                    <a:pt x="126350" y="4024"/>
                  </a:cubicBezTo>
                  <a:cubicBezTo>
                    <a:pt x="126005" y="4096"/>
                    <a:pt x="125624" y="4179"/>
                    <a:pt x="125231" y="4215"/>
                  </a:cubicBezTo>
                  <a:cubicBezTo>
                    <a:pt x="125195" y="4251"/>
                    <a:pt x="125112" y="4251"/>
                    <a:pt x="125040" y="4251"/>
                  </a:cubicBezTo>
                  <a:cubicBezTo>
                    <a:pt x="124647" y="4334"/>
                    <a:pt x="124266" y="4370"/>
                    <a:pt x="123885" y="4441"/>
                  </a:cubicBezTo>
                  <a:lnTo>
                    <a:pt x="123730" y="4441"/>
                  </a:lnTo>
                  <a:cubicBezTo>
                    <a:pt x="123302" y="4524"/>
                    <a:pt x="122873" y="4560"/>
                    <a:pt x="122409" y="4596"/>
                  </a:cubicBezTo>
                  <a:lnTo>
                    <a:pt x="122254" y="4596"/>
                  </a:lnTo>
                  <a:cubicBezTo>
                    <a:pt x="121790" y="4679"/>
                    <a:pt x="121325" y="4715"/>
                    <a:pt x="120825" y="4715"/>
                  </a:cubicBezTo>
                  <a:lnTo>
                    <a:pt x="120754" y="4715"/>
                  </a:lnTo>
                  <a:cubicBezTo>
                    <a:pt x="120242" y="4751"/>
                    <a:pt x="119706" y="4798"/>
                    <a:pt x="119158" y="4798"/>
                  </a:cubicBezTo>
                  <a:cubicBezTo>
                    <a:pt x="118623" y="4834"/>
                    <a:pt x="118039" y="4834"/>
                    <a:pt x="117468" y="4834"/>
                  </a:cubicBezTo>
                  <a:lnTo>
                    <a:pt x="9823" y="4834"/>
                  </a:lnTo>
                  <a:cubicBezTo>
                    <a:pt x="9752" y="4870"/>
                    <a:pt x="9669" y="4870"/>
                    <a:pt x="9597" y="4870"/>
                  </a:cubicBezTo>
                  <a:lnTo>
                    <a:pt x="9133" y="4870"/>
                  </a:lnTo>
                  <a:cubicBezTo>
                    <a:pt x="9085" y="4905"/>
                    <a:pt x="9049" y="4905"/>
                    <a:pt x="8978" y="4905"/>
                  </a:cubicBezTo>
                  <a:lnTo>
                    <a:pt x="8668" y="4905"/>
                  </a:lnTo>
                  <a:cubicBezTo>
                    <a:pt x="8585" y="4953"/>
                    <a:pt x="8466" y="4953"/>
                    <a:pt x="8359" y="4953"/>
                  </a:cubicBezTo>
                  <a:lnTo>
                    <a:pt x="8276" y="4953"/>
                  </a:lnTo>
                  <a:cubicBezTo>
                    <a:pt x="8204" y="4989"/>
                    <a:pt x="8121" y="4989"/>
                    <a:pt x="8049" y="4989"/>
                  </a:cubicBezTo>
                  <a:cubicBezTo>
                    <a:pt x="7966" y="4989"/>
                    <a:pt x="7847" y="5025"/>
                    <a:pt x="7776" y="5025"/>
                  </a:cubicBezTo>
                  <a:cubicBezTo>
                    <a:pt x="7692" y="5025"/>
                    <a:pt x="7656" y="5025"/>
                    <a:pt x="7621" y="5060"/>
                  </a:cubicBezTo>
                  <a:lnTo>
                    <a:pt x="7502" y="5060"/>
                  </a:lnTo>
                  <a:cubicBezTo>
                    <a:pt x="7430" y="5060"/>
                    <a:pt x="7347" y="5060"/>
                    <a:pt x="7311" y="5108"/>
                  </a:cubicBezTo>
                  <a:cubicBezTo>
                    <a:pt x="7240" y="5108"/>
                    <a:pt x="7121" y="5108"/>
                    <a:pt x="7037" y="5144"/>
                  </a:cubicBezTo>
                  <a:cubicBezTo>
                    <a:pt x="6966" y="5144"/>
                    <a:pt x="6930" y="5144"/>
                    <a:pt x="6847" y="5179"/>
                  </a:cubicBezTo>
                  <a:cubicBezTo>
                    <a:pt x="6728" y="5179"/>
                    <a:pt x="6656" y="5179"/>
                    <a:pt x="6537" y="5215"/>
                  </a:cubicBezTo>
                  <a:cubicBezTo>
                    <a:pt x="6502" y="5215"/>
                    <a:pt x="6418" y="5215"/>
                    <a:pt x="6347" y="5263"/>
                  </a:cubicBezTo>
                  <a:cubicBezTo>
                    <a:pt x="6263" y="5263"/>
                    <a:pt x="6192" y="5298"/>
                    <a:pt x="6073" y="5298"/>
                  </a:cubicBezTo>
                  <a:cubicBezTo>
                    <a:pt x="6001" y="5334"/>
                    <a:pt x="5882" y="5334"/>
                    <a:pt x="5799" y="5370"/>
                  </a:cubicBezTo>
                  <a:lnTo>
                    <a:pt x="5692" y="5370"/>
                  </a:lnTo>
                  <a:cubicBezTo>
                    <a:pt x="5573" y="5417"/>
                    <a:pt x="5454" y="5453"/>
                    <a:pt x="5335" y="5489"/>
                  </a:cubicBezTo>
                  <a:cubicBezTo>
                    <a:pt x="5263" y="5489"/>
                    <a:pt x="5180" y="5489"/>
                    <a:pt x="5109" y="5525"/>
                  </a:cubicBezTo>
                  <a:lnTo>
                    <a:pt x="5025" y="5525"/>
                  </a:lnTo>
                  <a:cubicBezTo>
                    <a:pt x="4954" y="5572"/>
                    <a:pt x="4835" y="5608"/>
                    <a:pt x="4728" y="5608"/>
                  </a:cubicBezTo>
                  <a:cubicBezTo>
                    <a:pt x="4644" y="5644"/>
                    <a:pt x="4525" y="5679"/>
                    <a:pt x="4454" y="5679"/>
                  </a:cubicBezTo>
                  <a:cubicBezTo>
                    <a:pt x="4454" y="5679"/>
                    <a:pt x="4454" y="5727"/>
                    <a:pt x="4418" y="5727"/>
                  </a:cubicBezTo>
                  <a:cubicBezTo>
                    <a:pt x="4335" y="5727"/>
                    <a:pt x="4263" y="5763"/>
                    <a:pt x="4180" y="5798"/>
                  </a:cubicBezTo>
                  <a:cubicBezTo>
                    <a:pt x="4061" y="5798"/>
                    <a:pt x="3989" y="5834"/>
                    <a:pt x="3870" y="5882"/>
                  </a:cubicBezTo>
                  <a:cubicBezTo>
                    <a:pt x="3835" y="5882"/>
                    <a:pt x="3799" y="5917"/>
                    <a:pt x="3715" y="5917"/>
                  </a:cubicBezTo>
                  <a:cubicBezTo>
                    <a:pt x="3644" y="5953"/>
                    <a:pt x="3596" y="5953"/>
                    <a:pt x="3525" y="5989"/>
                  </a:cubicBezTo>
                  <a:cubicBezTo>
                    <a:pt x="3442" y="6037"/>
                    <a:pt x="3406" y="6037"/>
                    <a:pt x="3334" y="6072"/>
                  </a:cubicBezTo>
                  <a:cubicBezTo>
                    <a:pt x="3287" y="6072"/>
                    <a:pt x="3215" y="6108"/>
                    <a:pt x="3180" y="6108"/>
                  </a:cubicBezTo>
                  <a:cubicBezTo>
                    <a:pt x="3132" y="6144"/>
                    <a:pt x="3096" y="6144"/>
                    <a:pt x="3061" y="6144"/>
                  </a:cubicBezTo>
                  <a:cubicBezTo>
                    <a:pt x="3061" y="6191"/>
                    <a:pt x="3025" y="6191"/>
                    <a:pt x="3025" y="6191"/>
                  </a:cubicBezTo>
                  <a:cubicBezTo>
                    <a:pt x="2977" y="6191"/>
                    <a:pt x="2942" y="6227"/>
                    <a:pt x="2870" y="6227"/>
                  </a:cubicBezTo>
                  <a:cubicBezTo>
                    <a:pt x="2823" y="6263"/>
                    <a:pt x="2787" y="6263"/>
                    <a:pt x="2751" y="6298"/>
                  </a:cubicBezTo>
                  <a:cubicBezTo>
                    <a:pt x="2715" y="6298"/>
                    <a:pt x="2668" y="6346"/>
                    <a:pt x="2596" y="6346"/>
                  </a:cubicBezTo>
                  <a:cubicBezTo>
                    <a:pt x="2561" y="6382"/>
                    <a:pt x="2513" y="6382"/>
                    <a:pt x="2477" y="6418"/>
                  </a:cubicBezTo>
                  <a:lnTo>
                    <a:pt x="2442" y="6418"/>
                  </a:lnTo>
                  <a:cubicBezTo>
                    <a:pt x="2442" y="6418"/>
                    <a:pt x="2406" y="6453"/>
                    <a:pt x="2358" y="6453"/>
                  </a:cubicBezTo>
                  <a:cubicBezTo>
                    <a:pt x="2322" y="6501"/>
                    <a:pt x="2287" y="6501"/>
                    <a:pt x="2251" y="6501"/>
                  </a:cubicBezTo>
                  <a:cubicBezTo>
                    <a:pt x="2203" y="6537"/>
                    <a:pt x="2168" y="6537"/>
                    <a:pt x="2132" y="6572"/>
                  </a:cubicBezTo>
                  <a:cubicBezTo>
                    <a:pt x="2096" y="6572"/>
                    <a:pt x="2096" y="6608"/>
                    <a:pt x="2049" y="6608"/>
                  </a:cubicBezTo>
                  <a:cubicBezTo>
                    <a:pt x="2013" y="6656"/>
                    <a:pt x="1977" y="6656"/>
                    <a:pt x="1941" y="6691"/>
                  </a:cubicBezTo>
                  <a:lnTo>
                    <a:pt x="1906" y="6691"/>
                  </a:lnTo>
                  <a:lnTo>
                    <a:pt x="1822" y="6727"/>
                  </a:lnTo>
                  <a:cubicBezTo>
                    <a:pt x="1822" y="6727"/>
                    <a:pt x="1787" y="6763"/>
                    <a:pt x="1751" y="6763"/>
                  </a:cubicBezTo>
                  <a:cubicBezTo>
                    <a:pt x="1703" y="6799"/>
                    <a:pt x="1668" y="6799"/>
                    <a:pt x="1668" y="6846"/>
                  </a:cubicBezTo>
                  <a:cubicBezTo>
                    <a:pt x="1632" y="6846"/>
                    <a:pt x="1596" y="6882"/>
                    <a:pt x="1549" y="6882"/>
                  </a:cubicBezTo>
                  <a:cubicBezTo>
                    <a:pt x="1549" y="6882"/>
                    <a:pt x="1513" y="6918"/>
                    <a:pt x="1477" y="6918"/>
                  </a:cubicBezTo>
                  <a:cubicBezTo>
                    <a:pt x="1477" y="6953"/>
                    <a:pt x="1441" y="6953"/>
                    <a:pt x="1441" y="6953"/>
                  </a:cubicBezTo>
                  <a:lnTo>
                    <a:pt x="1394" y="6953"/>
                  </a:lnTo>
                  <a:lnTo>
                    <a:pt x="1394" y="7001"/>
                  </a:lnTo>
                  <a:cubicBezTo>
                    <a:pt x="1358" y="7001"/>
                    <a:pt x="1358" y="7037"/>
                    <a:pt x="1322" y="7037"/>
                  </a:cubicBezTo>
                  <a:cubicBezTo>
                    <a:pt x="1287" y="7037"/>
                    <a:pt x="1287" y="7072"/>
                    <a:pt x="1239" y="7072"/>
                  </a:cubicBezTo>
                  <a:lnTo>
                    <a:pt x="1168" y="7156"/>
                  </a:lnTo>
                  <a:cubicBezTo>
                    <a:pt x="1132" y="7156"/>
                    <a:pt x="1132" y="7191"/>
                    <a:pt x="1084" y="7191"/>
                  </a:cubicBezTo>
                  <a:cubicBezTo>
                    <a:pt x="1048" y="7227"/>
                    <a:pt x="1048" y="7227"/>
                    <a:pt x="1013" y="7227"/>
                  </a:cubicBezTo>
                  <a:cubicBezTo>
                    <a:pt x="1013" y="7263"/>
                    <a:pt x="1013" y="7263"/>
                    <a:pt x="977" y="7263"/>
                  </a:cubicBezTo>
                  <a:cubicBezTo>
                    <a:pt x="977" y="7263"/>
                    <a:pt x="977" y="7311"/>
                    <a:pt x="929" y="7311"/>
                  </a:cubicBezTo>
                  <a:lnTo>
                    <a:pt x="894" y="7346"/>
                  </a:lnTo>
                  <a:cubicBezTo>
                    <a:pt x="858" y="7382"/>
                    <a:pt x="822" y="7382"/>
                    <a:pt x="822" y="7418"/>
                  </a:cubicBezTo>
                  <a:cubicBezTo>
                    <a:pt x="775" y="7418"/>
                    <a:pt x="775" y="7465"/>
                    <a:pt x="739" y="7465"/>
                  </a:cubicBezTo>
                  <a:cubicBezTo>
                    <a:pt x="739" y="7501"/>
                    <a:pt x="703" y="7501"/>
                    <a:pt x="703" y="7537"/>
                  </a:cubicBezTo>
                  <a:cubicBezTo>
                    <a:pt x="667" y="7537"/>
                    <a:pt x="667" y="7572"/>
                    <a:pt x="620" y="7572"/>
                  </a:cubicBezTo>
                  <a:lnTo>
                    <a:pt x="584" y="7620"/>
                  </a:lnTo>
                  <a:cubicBezTo>
                    <a:pt x="548" y="7656"/>
                    <a:pt x="548" y="7692"/>
                    <a:pt x="513" y="7692"/>
                  </a:cubicBezTo>
                  <a:cubicBezTo>
                    <a:pt x="513" y="7727"/>
                    <a:pt x="465" y="7727"/>
                    <a:pt x="465" y="7775"/>
                  </a:cubicBezTo>
                  <a:cubicBezTo>
                    <a:pt x="429" y="7775"/>
                    <a:pt x="429" y="7811"/>
                    <a:pt x="394" y="7811"/>
                  </a:cubicBezTo>
                  <a:cubicBezTo>
                    <a:pt x="394" y="7846"/>
                    <a:pt x="394" y="7846"/>
                    <a:pt x="358" y="7882"/>
                  </a:cubicBezTo>
                  <a:lnTo>
                    <a:pt x="358" y="7930"/>
                  </a:lnTo>
                  <a:cubicBezTo>
                    <a:pt x="310" y="7930"/>
                    <a:pt x="310" y="7965"/>
                    <a:pt x="275" y="7965"/>
                  </a:cubicBezTo>
                  <a:cubicBezTo>
                    <a:pt x="275" y="8001"/>
                    <a:pt x="275" y="8001"/>
                    <a:pt x="239" y="8037"/>
                  </a:cubicBezTo>
                  <a:lnTo>
                    <a:pt x="239" y="8084"/>
                  </a:lnTo>
                  <a:cubicBezTo>
                    <a:pt x="203" y="8120"/>
                    <a:pt x="203" y="8120"/>
                    <a:pt x="203" y="8156"/>
                  </a:cubicBezTo>
                  <a:lnTo>
                    <a:pt x="156" y="8156"/>
                  </a:lnTo>
                  <a:lnTo>
                    <a:pt x="156" y="8192"/>
                  </a:lnTo>
                  <a:cubicBezTo>
                    <a:pt x="120" y="8239"/>
                    <a:pt x="120" y="8275"/>
                    <a:pt x="120" y="8275"/>
                  </a:cubicBezTo>
                  <a:cubicBezTo>
                    <a:pt x="84" y="8311"/>
                    <a:pt x="84" y="8346"/>
                    <a:pt x="84" y="8346"/>
                  </a:cubicBezTo>
                  <a:cubicBezTo>
                    <a:pt x="84" y="8394"/>
                    <a:pt x="84" y="8394"/>
                    <a:pt x="48" y="8430"/>
                  </a:cubicBezTo>
                  <a:lnTo>
                    <a:pt x="48" y="8549"/>
                  </a:lnTo>
                  <a:cubicBezTo>
                    <a:pt x="1" y="8549"/>
                    <a:pt x="1" y="8584"/>
                    <a:pt x="1" y="8620"/>
                  </a:cubicBezTo>
                  <a:lnTo>
                    <a:pt x="1" y="8656"/>
                  </a:lnTo>
                  <a:lnTo>
                    <a:pt x="1" y="8704"/>
                  </a:lnTo>
                  <a:lnTo>
                    <a:pt x="1" y="8811"/>
                  </a:lnTo>
                  <a:lnTo>
                    <a:pt x="1" y="8858"/>
                  </a:lnTo>
                  <a:lnTo>
                    <a:pt x="1" y="8894"/>
                  </a:lnTo>
                  <a:lnTo>
                    <a:pt x="1" y="8930"/>
                  </a:lnTo>
                  <a:lnTo>
                    <a:pt x="239" y="10597"/>
                  </a:lnTo>
                  <a:lnTo>
                    <a:pt x="239" y="10359"/>
                  </a:lnTo>
                  <a:cubicBezTo>
                    <a:pt x="239" y="10287"/>
                    <a:pt x="275" y="10168"/>
                    <a:pt x="275" y="10085"/>
                  </a:cubicBezTo>
                  <a:cubicBezTo>
                    <a:pt x="310" y="10013"/>
                    <a:pt x="358" y="9930"/>
                    <a:pt x="394" y="9858"/>
                  </a:cubicBezTo>
                  <a:lnTo>
                    <a:pt x="394" y="9823"/>
                  </a:lnTo>
                  <a:cubicBezTo>
                    <a:pt x="429" y="9739"/>
                    <a:pt x="513" y="9668"/>
                    <a:pt x="548" y="9585"/>
                  </a:cubicBezTo>
                  <a:cubicBezTo>
                    <a:pt x="620" y="9466"/>
                    <a:pt x="739" y="9358"/>
                    <a:pt x="858" y="9239"/>
                  </a:cubicBezTo>
                  <a:cubicBezTo>
                    <a:pt x="929" y="9120"/>
                    <a:pt x="1084" y="9049"/>
                    <a:pt x="1203" y="8930"/>
                  </a:cubicBezTo>
                  <a:cubicBezTo>
                    <a:pt x="1322" y="8811"/>
                    <a:pt x="1477" y="8739"/>
                    <a:pt x="1632" y="8620"/>
                  </a:cubicBezTo>
                  <a:cubicBezTo>
                    <a:pt x="1787" y="8501"/>
                    <a:pt x="1941" y="8430"/>
                    <a:pt x="2132" y="8311"/>
                  </a:cubicBezTo>
                  <a:cubicBezTo>
                    <a:pt x="2287" y="8239"/>
                    <a:pt x="2477" y="8156"/>
                    <a:pt x="2668" y="8037"/>
                  </a:cubicBezTo>
                  <a:cubicBezTo>
                    <a:pt x="2870" y="7965"/>
                    <a:pt x="3061" y="7882"/>
                    <a:pt x="3287" y="7811"/>
                  </a:cubicBezTo>
                  <a:cubicBezTo>
                    <a:pt x="3489" y="7692"/>
                    <a:pt x="3715" y="7620"/>
                    <a:pt x="3906" y="7537"/>
                  </a:cubicBezTo>
                  <a:lnTo>
                    <a:pt x="3954" y="7537"/>
                  </a:lnTo>
                  <a:cubicBezTo>
                    <a:pt x="4144" y="7465"/>
                    <a:pt x="4370" y="7418"/>
                    <a:pt x="4608" y="7346"/>
                  </a:cubicBezTo>
                  <a:lnTo>
                    <a:pt x="4644" y="7346"/>
                  </a:lnTo>
                  <a:cubicBezTo>
                    <a:pt x="4835" y="7263"/>
                    <a:pt x="5073" y="7191"/>
                    <a:pt x="5299" y="7156"/>
                  </a:cubicBezTo>
                  <a:cubicBezTo>
                    <a:pt x="5382" y="7108"/>
                    <a:pt x="5454" y="7108"/>
                    <a:pt x="5537" y="7072"/>
                  </a:cubicBezTo>
                  <a:cubicBezTo>
                    <a:pt x="5692" y="7037"/>
                    <a:pt x="5847" y="7001"/>
                    <a:pt x="6001" y="7001"/>
                  </a:cubicBezTo>
                  <a:cubicBezTo>
                    <a:pt x="6109" y="6953"/>
                    <a:pt x="6192" y="6953"/>
                    <a:pt x="6263" y="6918"/>
                  </a:cubicBezTo>
                  <a:cubicBezTo>
                    <a:pt x="6418" y="6882"/>
                    <a:pt x="6573" y="6882"/>
                    <a:pt x="6728" y="6846"/>
                  </a:cubicBezTo>
                  <a:cubicBezTo>
                    <a:pt x="6847" y="6799"/>
                    <a:pt x="6918" y="6799"/>
                    <a:pt x="7037" y="6763"/>
                  </a:cubicBezTo>
                  <a:cubicBezTo>
                    <a:pt x="7192" y="6763"/>
                    <a:pt x="7347" y="6727"/>
                    <a:pt x="7502" y="6691"/>
                  </a:cubicBezTo>
                  <a:cubicBezTo>
                    <a:pt x="7585" y="6691"/>
                    <a:pt x="7692" y="6691"/>
                    <a:pt x="7811" y="6656"/>
                  </a:cubicBezTo>
                  <a:cubicBezTo>
                    <a:pt x="8002" y="6656"/>
                    <a:pt x="8240" y="6608"/>
                    <a:pt x="8466" y="6572"/>
                  </a:cubicBezTo>
                  <a:lnTo>
                    <a:pt x="8514" y="6572"/>
                  </a:lnTo>
                  <a:cubicBezTo>
                    <a:pt x="8776" y="6537"/>
                    <a:pt x="9049" y="6537"/>
                    <a:pt x="9323" y="6501"/>
                  </a:cubicBezTo>
                  <a:cubicBezTo>
                    <a:pt x="9895" y="6453"/>
                    <a:pt x="10443" y="6453"/>
                    <a:pt x="11026" y="6453"/>
                  </a:cubicBezTo>
                  <a:lnTo>
                    <a:pt x="117885" y="6453"/>
                  </a:lnTo>
                  <a:cubicBezTo>
                    <a:pt x="117968" y="6453"/>
                    <a:pt x="118039" y="6418"/>
                    <a:pt x="118123" y="6418"/>
                  </a:cubicBezTo>
                  <a:lnTo>
                    <a:pt x="119432" y="6418"/>
                  </a:lnTo>
                  <a:cubicBezTo>
                    <a:pt x="119551" y="6382"/>
                    <a:pt x="119706" y="6382"/>
                    <a:pt x="119861" y="6382"/>
                  </a:cubicBezTo>
                  <a:cubicBezTo>
                    <a:pt x="120016" y="6382"/>
                    <a:pt x="120171" y="6382"/>
                    <a:pt x="120361" y="6346"/>
                  </a:cubicBezTo>
                  <a:lnTo>
                    <a:pt x="120825" y="6346"/>
                  </a:lnTo>
                  <a:cubicBezTo>
                    <a:pt x="121016" y="6298"/>
                    <a:pt x="121171" y="6298"/>
                    <a:pt x="121325" y="6298"/>
                  </a:cubicBezTo>
                  <a:cubicBezTo>
                    <a:pt x="121480" y="6263"/>
                    <a:pt x="121635" y="6263"/>
                    <a:pt x="121790" y="6263"/>
                  </a:cubicBezTo>
                  <a:cubicBezTo>
                    <a:pt x="121909" y="6263"/>
                    <a:pt x="121980" y="6227"/>
                    <a:pt x="122064" y="6227"/>
                  </a:cubicBezTo>
                  <a:lnTo>
                    <a:pt x="122218" y="6227"/>
                  </a:lnTo>
                  <a:cubicBezTo>
                    <a:pt x="122337" y="6191"/>
                    <a:pt x="122409" y="6191"/>
                    <a:pt x="122528" y="6191"/>
                  </a:cubicBezTo>
                  <a:cubicBezTo>
                    <a:pt x="122754" y="6144"/>
                    <a:pt x="122957" y="6144"/>
                    <a:pt x="123183" y="6108"/>
                  </a:cubicBezTo>
                  <a:cubicBezTo>
                    <a:pt x="123302" y="6108"/>
                    <a:pt x="123409" y="6072"/>
                    <a:pt x="123492" y="6072"/>
                  </a:cubicBezTo>
                  <a:lnTo>
                    <a:pt x="123611" y="6072"/>
                  </a:lnTo>
                  <a:lnTo>
                    <a:pt x="123647" y="6037"/>
                  </a:lnTo>
                  <a:lnTo>
                    <a:pt x="123838" y="6037"/>
                  </a:lnTo>
                  <a:cubicBezTo>
                    <a:pt x="124076" y="5989"/>
                    <a:pt x="124302" y="5953"/>
                    <a:pt x="124492" y="5917"/>
                  </a:cubicBezTo>
                  <a:cubicBezTo>
                    <a:pt x="124612" y="5917"/>
                    <a:pt x="124731" y="5882"/>
                    <a:pt x="124850" y="5882"/>
                  </a:cubicBezTo>
                  <a:cubicBezTo>
                    <a:pt x="124921" y="5834"/>
                    <a:pt x="124957" y="5834"/>
                    <a:pt x="125040" y="5834"/>
                  </a:cubicBezTo>
                  <a:cubicBezTo>
                    <a:pt x="125350" y="5763"/>
                    <a:pt x="125659" y="5727"/>
                    <a:pt x="125921" y="5679"/>
                  </a:cubicBezTo>
                  <a:cubicBezTo>
                    <a:pt x="126005" y="5644"/>
                    <a:pt x="126076" y="5644"/>
                    <a:pt x="126159" y="5608"/>
                  </a:cubicBezTo>
                  <a:cubicBezTo>
                    <a:pt x="126195" y="5608"/>
                    <a:pt x="126278" y="5608"/>
                    <a:pt x="126314" y="5572"/>
                  </a:cubicBezTo>
                  <a:cubicBezTo>
                    <a:pt x="126659" y="5489"/>
                    <a:pt x="126969" y="5453"/>
                    <a:pt x="127243" y="5370"/>
                  </a:cubicBezTo>
                  <a:cubicBezTo>
                    <a:pt x="127279" y="5334"/>
                    <a:pt x="127314" y="5334"/>
                    <a:pt x="127362" y="5334"/>
                  </a:cubicBezTo>
                  <a:cubicBezTo>
                    <a:pt x="127398" y="5334"/>
                    <a:pt x="127433" y="5298"/>
                    <a:pt x="127469" y="5298"/>
                  </a:cubicBezTo>
                  <a:cubicBezTo>
                    <a:pt x="127826" y="5215"/>
                    <a:pt x="128136" y="5108"/>
                    <a:pt x="128433" y="5025"/>
                  </a:cubicBezTo>
                  <a:cubicBezTo>
                    <a:pt x="128433" y="5025"/>
                    <a:pt x="128433" y="4989"/>
                    <a:pt x="128481" y="4989"/>
                  </a:cubicBezTo>
                  <a:cubicBezTo>
                    <a:pt x="128672" y="4953"/>
                    <a:pt x="128826" y="4870"/>
                    <a:pt x="128981" y="4834"/>
                  </a:cubicBezTo>
                  <a:lnTo>
                    <a:pt x="129017" y="4798"/>
                  </a:lnTo>
                  <a:cubicBezTo>
                    <a:pt x="129172" y="4751"/>
                    <a:pt x="129326" y="4679"/>
                    <a:pt x="129481" y="4644"/>
                  </a:cubicBezTo>
                  <a:cubicBezTo>
                    <a:pt x="129565" y="4596"/>
                    <a:pt x="129600" y="4560"/>
                    <a:pt x="129672" y="4560"/>
                  </a:cubicBezTo>
                  <a:cubicBezTo>
                    <a:pt x="129755" y="4524"/>
                    <a:pt x="129826" y="4489"/>
                    <a:pt x="129910" y="4441"/>
                  </a:cubicBezTo>
                  <a:lnTo>
                    <a:pt x="129946" y="4441"/>
                  </a:lnTo>
                  <a:cubicBezTo>
                    <a:pt x="129981" y="4405"/>
                    <a:pt x="130065" y="4370"/>
                    <a:pt x="130100" y="4370"/>
                  </a:cubicBezTo>
                  <a:cubicBezTo>
                    <a:pt x="130184" y="4334"/>
                    <a:pt x="130255" y="4286"/>
                    <a:pt x="130338" y="4251"/>
                  </a:cubicBezTo>
                  <a:lnTo>
                    <a:pt x="130374" y="4251"/>
                  </a:lnTo>
                  <a:cubicBezTo>
                    <a:pt x="130410" y="4215"/>
                    <a:pt x="130446" y="4179"/>
                    <a:pt x="130493" y="4179"/>
                  </a:cubicBezTo>
                  <a:cubicBezTo>
                    <a:pt x="130565" y="4132"/>
                    <a:pt x="130648" y="4096"/>
                    <a:pt x="130719" y="4060"/>
                  </a:cubicBezTo>
                  <a:cubicBezTo>
                    <a:pt x="130719" y="4060"/>
                    <a:pt x="130719" y="4024"/>
                    <a:pt x="130755" y="4024"/>
                  </a:cubicBezTo>
                  <a:cubicBezTo>
                    <a:pt x="130803" y="4024"/>
                    <a:pt x="130839" y="3977"/>
                    <a:pt x="130874" y="3941"/>
                  </a:cubicBezTo>
                  <a:cubicBezTo>
                    <a:pt x="130958" y="3905"/>
                    <a:pt x="130993" y="3870"/>
                    <a:pt x="131065" y="3822"/>
                  </a:cubicBezTo>
                  <a:lnTo>
                    <a:pt x="131112" y="3822"/>
                  </a:lnTo>
                  <a:cubicBezTo>
                    <a:pt x="131184" y="3786"/>
                    <a:pt x="131255" y="3715"/>
                    <a:pt x="131339" y="3667"/>
                  </a:cubicBezTo>
                  <a:lnTo>
                    <a:pt x="131374" y="3631"/>
                  </a:lnTo>
                  <a:cubicBezTo>
                    <a:pt x="131458" y="3596"/>
                    <a:pt x="131493" y="3560"/>
                    <a:pt x="131529" y="3512"/>
                  </a:cubicBezTo>
                  <a:cubicBezTo>
                    <a:pt x="131565" y="3512"/>
                    <a:pt x="131612" y="3477"/>
                    <a:pt x="131612" y="3477"/>
                  </a:cubicBezTo>
                  <a:lnTo>
                    <a:pt x="131648" y="3441"/>
                  </a:lnTo>
                  <a:cubicBezTo>
                    <a:pt x="131684" y="3441"/>
                    <a:pt x="131684" y="3405"/>
                    <a:pt x="131684" y="3405"/>
                  </a:cubicBezTo>
                  <a:cubicBezTo>
                    <a:pt x="131684" y="3405"/>
                    <a:pt x="131720" y="3405"/>
                    <a:pt x="131720" y="3358"/>
                  </a:cubicBezTo>
                  <a:cubicBezTo>
                    <a:pt x="131803" y="3322"/>
                    <a:pt x="131839" y="3286"/>
                    <a:pt x="131922" y="3203"/>
                  </a:cubicBezTo>
                  <a:cubicBezTo>
                    <a:pt x="131958" y="3167"/>
                    <a:pt x="132029" y="3131"/>
                    <a:pt x="132077" y="3096"/>
                  </a:cubicBezTo>
                  <a:cubicBezTo>
                    <a:pt x="132077" y="3060"/>
                    <a:pt x="132112" y="3012"/>
                    <a:pt x="132148" y="3012"/>
                  </a:cubicBezTo>
                  <a:lnTo>
                    <a:pt x="132148" y="2977"/>
                  </a:lnTo>
                  <a:cubicBezTo>
                    <a:pt x="132184" y="2977"/>
                    <a:pt x="132184" y="2977"/>
                    <a:pt x="132184" y="2941"/>
                  </a:cubicBezTo>
                  <a:cubicBezTo>
                    <a:pt x="132232" y="2905"/>
                    <a:pt x="132267" y="2858"/>
                    <a:pt x="132303" y="2822"/>
                  </a:cubicBezTo>
                  <a:lnTo>
                    <a:pt x="132339" y="2786"/>
                  </a:lnTo>
                  <a:cubicBezTo>
                    <a:pt x="132339" y="2750"/>
                    <a:pt x="132386" y="2750"/>
                    <a:pt x="132386" y="2750"/>
                  </a:cubicBezTo>
                  <a:cubicBezTo>
                    <a:pt x="132386" y="2703"/>
                    <a:pt x="132422" y="2703"/>
                    <a:pt x="132422" y="2703"/>
                  </a:cubicBezTo>
                  <a:cubicBezTo>
                    <a:pt x="132458" y="2631"/>
                    <a:pt x="132493" y="2596"/>
                    <a:pt x="132493" y="2548"/>
                  </a:cubicBezTo>
                  <a:lnTo>
                    <a:pt x="132541" y="2548"/>
                  </a:lnTo>
                  <a:lnTo>
                    <a:pt x="132541" y="2512"/>
                  </a:lnTo>
                  <a:cubicBezTo>
                    <a:pt x="132577" y="2477"/>
                    <a:pt x="132577" y="2477"/>
                    <a:pt x="132577" y="2441"/>
                  </a:cubicBezTo>
                  <a:cubicBezTo>
                    <a:pt x="132613" y="2393"/>
                    <a:pt x="132648" y="2358"/>
                    <a:pt x="132648" y="2322"/>
                  </a:cubicBezTo>
                  <a:cubicBezTo>
                    <a:pt x="132648" y="2322"/>
                    <a:pt x="132696" y="2322"/>
                    <a:pt x="132696" y="2286"/>
                  </a:cubicBezTo>
                  <a:lnTo>
                    <a:pt x="132696" y="2238"/>
                  </a:lnTo>
                  <a:lnTo>
                    <a:pt x="132732" y="2203"/>
                  </a:lnTo>
                  <a:cubicBezTo>
                    <a:pt x="132732" y="2167"/>
                    <a:pt x="132767" y="2131"/>
                    <a:pt x="132767" y="2084"/>
                  </a:cubicBezTo>
                  <a:cubicBezTo>
                    <a:pt x="132767" y="2048"/>
                    <a:pt x="132803" y="2048"/>
                    <a:pt x="132803" y="2048"/>
                  </a:cubicBezTo>
                  <a:lnTo>
                    <a:pt x="132803" y="2012"/>
                  </a:lnTo>
                  <a:cubicBezTo>
                    <a:pt x="132803" y="2012"/>
                    <a:pt x="132803" y="1977"/>
                    <a:pt x="132851" y="1977"/>
                  </a:cubicBezTo>
                  <a:cubicBezTo>
                    <a:pt x="132851" y="1929"/>
                    <a:pt x="132851" y="1893"/>
                    <a:pt x="132886" y="1857"/>
                  </a:cubicBezTo>
                  <a:lnTo>
                    <a:pt x="132886" y="1822"/>
                  </a:lnTo>
                  <a:lnTo>
                    <a:pt x="132886" y="1774"/>
                  </a:lnTo>
                  <a:lnTo>
                    <a:pt x="132886" y="1738"/>
                  </a:lnTo>
                  <a:cubicBezTo>
                    <a:pt x="132886" y="1703"/>
                    <a:pt x="132922" y="1703"/>
                    <a:pt x="132922" y="1667"/>
                  </a:cubicBezTo>
                  <a:lnTo>
                    <a:pt x="132922" y="1619"/>
                  </a:lnTo>
                  <a:lnTo>
                    <a:pt x="132922" y="1584"/>
                  </a:lnTo>
                  <a:lnTo>
                    <a:pt x="132922" y="1548"/>
                  </a:lnTo>
                  <a:lnTo>
                    <a:pt x="133148" y="80"/>
                  </a:lnTo>
                  <a:close/>
                </a:path>
              </a:pathLst>
            </a:custGeom>
            <a:solidFill>
              <a:srgbClr val="353535"/>
            </a:solidFill>
            <a:ln>
              <a:noFill/>
            </a:ln>
          </p:spPr>
          <p:txBody>
            <a:bodyPr spcFirstLastPara="1" wrap="square" lIns="121900" tIns="121900" rIns="121900" bIns="121900" anchor="ctr" anchorCtr="0">
              <a:noAutofit/>
            </a:bodyPr>
            <a:lstStyle/>
            <a:p>
              <a:endParaRPr sz="2400"/>
            </a:p>
          </p:txBody>
        </p:sp>
        <p:sp>
          <p:nvSpPr>
            <p:cNvPr id="71" name="Google Shape;1076;p33">
              <a:extLst>
                <a:ext uri="{FF2B5EF4-FFF2-40B4-BE49-F238E27FC236}">
                  <a16:creationId xmlns:a16="http://schemas.microsoft.com/office/drawing/2014/main" id="{30783880-A8E7-4239-A12F-E548788E0CBF}"/>
                </a:ext>
              </a:extLst>
            </p:cNvPr>
            <p:cNvSpPr/>
            <p:nvPr/>
          </p:nvSpPr>
          <p:spPr>
            <a:xfrm>
              <a:off x="2634838" y="2875450"/>
              <a:ext cx="3819550" cy="336375"/>
            </a:xfrm>
            <a:custGeom>
              <a:avLst/>
              <a:gdLst/>
              <a:ahLst/>
              <a:cxnLst/>
              <a:rect l="l" t="t" r="r" b="b"/>
              <a:pathLst>
                <a:path w="152782" h="13455" extrusionOk="0">
                  <a:moveTo>
                    <a:pt x="1" y="0"/>
                  </a:moveTo>
                  <a:cubicBezTo>
                    <a:pt x="1" y="98"/>
                    <a:pt x="25" y="219"/>
                    <a:pt x="53" y="326"/>
                  </a:cubicBezTo>
                  <a:lnTo>
                    <a:pt x="53" y="326"/>
                  </a:lnTo>
                  <a:lnTo>
                    <a:pt x="1" y="0"/>
                  </a:lnTo>
                  <a:close/>
                  <a:moveTo>
                    <a:pt x="53" y="326"/>
                  </a:moveTo>
                  <a:lnTo>
                    <a:pt x="275" y="1703"/>
                  </a:lnTo>
                  <a:cubicBezTo>
                    <a:pt x="310" y="1857"/>
                    <a:pt x="310" y="1977"/>
                    <a:pt x="346" y="2084"/>
                  </a:cubicBezTo>
                  <a:cubicBezTo>
                    <a:pt x="382" y="2131"/>
                    <a:pt x="382" y="2167"/>
                    <a:pt x="382" y="2203"/>
                  </a:cubicBezTo>
                  <a:cubicBezTo>
                    <a:pt x="430" y="2322"/>
                    <a:pt x="501" y="2441"/>
                    <a:pt x="537" y="2548"/>
                  </a:cubicBezTo>
                  <a:lnTo>
                    <a:pt x="537" y="2596"/>
                  </a:lnTo>
                  <a:lnTo>
                    <a:pt x="584" y="2596"/>
                  </a:lnTo>
                  <a:cubicBezTo>
                    <a:pt x="620" y="2703"/>
                    <a:pt x="691" y="2858"/>
                    <a:pt x="775" y="2977"/>
                  </a:cubicBezTo>
                  <a:cubicBezTo>
                    <a:pt x="811" y="3012"/>
                    <a:pt x="811" y="3012"/>
                    <a:pt x="846" y="3048"/>
                  </a:cubicBezTo>
                  <a:cubicBezTo>
                    <a:pt x="930" y="3167"/>
                    <a:pt x="1001" y="3251"/>
                    <a:pt x="1084" y="3358"/>
                  </a:cubicBezTo>
                  <a:cubicBezTo>
                    <a:pt x="1084" y="3358"/>
                    <a:pt x="1084" y="3405"/>
                    <a:pt x="1120" y="3405"/>
                  </a:cubicBezTo>
                  <a:lnTo>
                    <a:pt x="1120" y="3441"/>
                  </a:lnTo>
                  <a:cubicBezTo>
                    <a:pt x="1239" y="3560"/>
                    <a:pt x="1358" y="3667"/>
                    <a:pt x="1465" y="3786"/>
                  </a:cubicBezTo>
                  <a:cubicBezTo>
                    <a:pt x="1513" y="3822"/>
                    <a:pt x="1549" y="3822"/>
                    <a:pt x="1549" y="3870"/>
                  </a:cubicBezTo>
                  <a:cubicBezTo>
                    <a:pt x="1620" y="3905"/>
                    <a:pt x="1668" y="3977"/>
                    <a:pt x="1739" y="4024"/>
                  </a:cubicBezTo>
                  <a:cubicBezTo>
                    <a:pt x="1775" y="4060"/>
                    <a:pt x="1823" y="4096"/>
                    <a:pt x="1894" y="4132"/>
                  </a:cubicBezTo>
                  <a:cubicBezTo>
                    <a:pt x="1894" y="4179"/>
                    <a:pt x="1930" y="4179"/>
                    <a:pt x="1930" y="4215"/>
                  </a:cubicBezTo>
                  <a:cubicBezTo>
                    <a:pt x="1977" y="4215"/>
                    <a:pt x="1977" y="4215"/>
                    <a:pt x="1977" y="4251"/>
                  </a:cubicBezTo>
                  <a:cubicBezTo>
                    <a:pt x="2132" y="4370"/>
                    <a:pt x="2275" y="4441"/>
                    <a:pt x="2430" y="4560"/>
                  </a:cubicBezTo>
                  <a:cubicBezTo>
                    <a:pt x="2477" y="4596"/>
                    <a:pt x="2477" y="4596"/>
                    <a:pt x="2513" y="4596"/>
                  </a:cubicBezTo>
                  <a:cubicBezTo>
                    <a:pt x="2668" y="4715"/>
                    <a:pt x="2823" y="4798"/>
                    <a:pt x="2977" y="4905"/>
                  </a:cubicBezTo>
                  <a:cubicBezTo>
                    <a:pt x="2977" y="4905"/>
                    <a:pt x="3013" y="4905"/>
                    <a:pt x="3049" y="4953"/>
                  </a:cubicBezTo>
                  <a:cubicBezTo>
                    <a:pt x="3097" y="4953"/>
                    <a:pt x="3132" y="4989"/>
                    <a:pt x="3168" y="4989"/>
                  </a:cubicBezTo>
                  <a:cubicBezTo>
                    <a:pt x="3204" y="5025"/>
                    <a:pt x="3251" y="5060"/>
                    <a:pt x="3323" y="5108"/>
                  </a:cubicBezTo>
                  <a:cubicBezTo>
                    <a:pt x="3323" y="5108"/>
                    <a:pt x="3358" y="5108"/>
                    <a:pt x="3406" y="5144"/>
                  </a:cubicBezTo>
                  <a:cubicBezTo>
                    <a:pt x="3442" y="5179"/>
                    <a:pt x="3513" y="5215"/>
                    <a:pt x="3597" y="5215"/>
                  </a:cubicBezTo>
                  <a:cubicBezTo>
                    <a:pt x="3632" y="5263"/>
                    <a:pt x="3668" y="5298"/>
                    <a:pt x="3716" y="5298"/>
                  </a:cubicBezTo>
                  <a:cubicBezTo>
                    <a:pt x="3751" y="5298"/>
                    <a:pt x="3751" y="5334"/>
                    <a:pt x="3751" y="5334"/>
                  </a:cubicBezTo>
                  <a:cubicBezTo>
                    <a:pt x="3906" y="5370"/>
                    <a:pt x="4025" y="5453"/>
                    <a:pt x="4180" y="5489"/>
                  </a:cubicBezTo>
                  <a:cubicBezTo>
                    <a:pt x="4180" y="5525"/>
                    <a:pt x="4216" y="5525"/>
                    <a:pt x="4216" y="5525"/>
                  </a:cubicBezTo>
                  <a:cubicBezTo>
                    <a:pt x="4335" y="5560"/>
                    <a:pt x="4442" y="5644"/>
                    <a:pt x="4561" y="5679"/>
                  </a:cubicBezTo>
                  <a:cubicBezTo>
                    <a:pt x="4597" y="5679"/>
                    <a:pt x="4644" y="5679"/>
                    <a:pt x="4644" y="5715"/>
                  </a:cubicBezTo>
                  <a:cubicBezTo>
                    <a:pt x="4680" y="5715"/>
                    <a:pt x="4716" y="5715"/>
                    <a:pt x="4751" y="5763"/>
                  </a:cubicBezTo>
                  <a:cubicBezTo>
                    <a:pt x="4787" y="5763"/>
                    <a:pt x="4871" y="5798"/>
                    <a:pt x="4906" y="5834"/>
                  </a:cubicBezTo>
                  <a:cubicBezTo>
                    <a:pt x="4990" y="5834"/>
                    <a:pt x="5097" y="5870"/>
                    <a:pt x="5180" y="5918"/>
                  </a:cubicBezTo>
                  <a:cubicBezTo>
                    <a:pt x="5180" y="5918"/>
                    <a:pt x="5216" y="5918"/>
                    <a:pt x="5216" y="5953"/>
                  </a:cubicBezTo>
                  <a:lnTo>
                    <a:pt x="5252" y="5953"/>
                  </a:lnTo>
                  <a:cubicBezTo>
                    <a:pt x="5371" y="5989"/>
                    <a:pt x="5490" y="6025"/>
                    <a:pt x="5644" y="6072"/>
                  </a:cubicBezTo>
                  <a:cubicBezTo>
                    <a:pt x="5680" y="6108"/>
                    <a:pt x="5716" y="6108"/>
                    <a:pt x="5764" y="6108"/>
                  </a:cubicBezTo>
                  <a:cubicBezTo>
                    <a:pt x="5799" y="6144"/>
                    <a:pt x="5835" y="6144"/>
                    <a:pt x="5871" y="6144"/>
                  </a:cubicBezTo>
                  <a:cubicBezTo>
                    <a:pt x="5918" y="6179"/>
                    <a:pt x="5954" y="6179"/>
                    <a:pt x="5990" y="6179"/>
                  </a:cubicBezTo>
                  <a:cubicBezTo>
                    <a:pt x="6109" y="6227"/>
                    <a:pt x="6228" y="6263"/>
                    <a:pt x="6335" y="6299"/>
                  </a:cubicBezTo>
                  <a:lnTo>
                    <a:pt x="6383" y="6299"/>
                  </a:lnTo>
                  <a:cubicBezTo>
                    <a:pt x="6418" y="6334"/>
                    <a:pt x="6418" y="6334"/>
                    <a:pt x="6454" y="6334"/>
                  </a:cubicBezTo>
                  <a:cubicBezTo>
                    <a:pt x="6537" y="6382"/>
                    <a:pt x="6609" y="6382"/>
                    <a:pt x="6692" y="6418"/>
                  </a:cubicBezTo>
                  <a:cubicBezTo>
                    <a:pt x="6799" y="6453"/>
                    <a:pt x="6918" y="6453"/>
                    <a:pt x="7037" y="6489"/>
                  </a:cubicBezTo>
                  <a:cubicBezTo>
                    <a:pt x="7157" y="6537"/>
                    <a:pt x="7264" y="6572"/>
                    <a:pt x="7383" y="6608"/>
                  </a:cubicBezTo>
                  <a:cubicBezTo>
                    <a:pt x="7502" y="6608"/>
                    <a:pt x="7573" y="6644"/>
                    <a:pt x="7657" y="6644"/>
                  </a:cubicBezTo>
                  <a:lnTo>
                    <a:pt x="7692" y="6691"/>
                  </a:lnTo>
                  <a:lnTo>
                    <a:pt x="7728" y="6691"/>
                  </a:lnTo>
                  <a:cubicBezTo>
                    <a:pt x="7847" y="6727"/>
                    <a:pt x="7966" y="6727"/>
                    <a:pt x="8073" y="6763"/>
                  </a:cubicBezTo>
                  <a:cubicBezTo>
                    <a:pt x="8157" y="6763"/>
                    <a:pt x="8228" y="6799"/>
                    <a:pt x="8311" y="6799"/>
                  </a:cubicBezTo>
                  <a:cubicBezTo>
                    <a:pt x="8347" y="6799"/>
                    <a:pt x="8383" y="6846"/>
                    <a:pt x="8383" y="6846"/>
                  </a:cubicBezTo>
                  <a:lnTo>
                    <a:pt x="8431" y="6846"/>
                  </a:lnTo>
                  <a:cubicBezTo>
                    <a:pt x="8538" y="6882"/>
                    <a:pt x="8692" y="6882"/>
                    <a:pt x="8812" y="6918"/>
                  </a:cubicBezTo>
                  <a:cubicBezTo>
                    <a:pt x="8895" y="6918"/>
                    <a:pt x="8966" y="6953"/>
                    <a:pt x="9050" y="6953"/>
                  </a:cubicBezTo>
                  <a:lnTo>
                    <a:pt x="9121" y="6953"/>
                  </a:lnTo>
                  <a:cubicBezTo>
                    <a:pt x="9121" y="6953"/>
                    <a:pt x="9121" y="7001"/>
                    <a:pt x="9157" y="7001"/>
                  </a:cubicBezTo>
                  <a:cubicBezTo>
                    <a:pt x="9276" y="7001"/>
                    <a:pt x="9395" y="7037"/>
                    <a:pt x="9514" y="7037"/>
                  </a:cubicBezTo>
                  <a:cubicBezTo>
                    <a:pt x="9585" y="7072"/>
                    <a:pt x="9704" y="7072"/>
                    <a:pt x="9776" y="7108"/>
                  </a:cubicBezTo>
                  <a:lnTo>
                    <a:pt x="9859" y="7108"/>
                  </a:lnTo>
                  <a:cubicBezTo>
                    <a:pt x="9966" y="7108"/>
                    <a:pt x="10085" y="7156"/>
                    <a:pt x="10240" y="7156"/>
                  </a:cubicBezTo>
                  <a:cubicBezTo>
                    <a:pt x="10359" y="7191"/>
                    <a:pt x="10478" y="7191"/>
                    <a:pt x="10586" y="7227"/>
                  </a:cubicBezTo>
                  <a:cubicBezTo>
                    <a:pt x="10705" y="7227"/>
                    <a:pt x="10824" y="7263"/>
                    <a:pt x="10943" y="7263"/>
                  </a:cubicBezTo>
                  <a:cubicBezTo>
                    <a:pt x="11098" y="7311"/>
                    <a:pt x="11205" y="7311"/>
                    <a:pt x="11324" y="7311"/>
                  </a:cubicBezTo>
                  <a:cubicBezTo>
                    <a:pt x="11443" y="7346"/>
                    <a:pt x="11562" y="7346"/>
                    <a:pt x="11717" y="7382"/>
                  </a:cubicBezTo>
                  <a:cubicBezTo>
                    <a:pt x="11824" y="7382"/>
                    <a:pt x="11943" y="7382"/>
                    <a:pt x="12062" y="7418"/>
                  </a:cubicBezTo>
                  <a:lnTo>
                    <a:pt x="12217" y="7418"/>
                  </a:lnTo>
                  <a:cubicBezTo>
                    <a:pt x="12288" y="7418"/>
                    <a:pt x="12371" y="7465"/>
                    <a:pt x="12443" y="7465"/>
                  </a:cubicBezTo>
                  <a:cubicBezTo>
                    <a:pt x="12562" y="7465"/>
                    <a:pt x="12717" y="7465"/>
                    <a:pt x="12836" y="7501"/>
                  </a:cubicBezTo>
                  <a:cubicBezTo>
                    <a:pt x="12943" y="7501"/>
                    <a:pt x="13098" y="7501"/>
                    <a:pt x="13217" y="7537"/>
                  </a:cubicBezTo>
                  <a:lnTo>
                    <a:pt x="13610" y="7537"/>
                  </a:lnTo>
                  <a:cubicBezTo>
                    <a:pt x="13681" y="7572"/>
                    <a:pt x="13765" y="7572"/>
                    <a:pt x="13836" y="7572"/>
                  </a:cubicBezTo>
                  <a:lnTo>
                    <a:pt x="14026" y="7572"/>
                  </a:lnTo>
                  <a:cubicBezTo>
                    <a:pt x="14146" y="7572"/>
                    <a:pt x="14300" y="7620"/>
                    <a:pt x="14419" y="7620"/>
                  </a:cubicBezTo>
                  <a:lnTo>
                    <a:pt x="14836" y="7620"/>
                  </a:lnTo>
                  <a:cubicBezTo>
                    <a:pt x="14955" y="7620"/>
                    <a:pt x="15110" y="7656"/>
                    <a:pt x="15265" y="7656"/>
                  </a:cubicBezTo>
                  <a:lnTo>
                    <a:pt x="15693" y="7656"/>
                  </a:lnTo>
                  <a:cubicBezTo>
                    <a:pt x="15848" y="7656"/>
                    <a:pt x="15967" y="7656"/>
                    <a:pt x="16122" y="7692"/>
                  </a:cubicBezTo>
                  <a:lnTo>
                    <a:pt x="139530" y="7692"/>
                  </a:lnTo>
                  <a:cubicBezTo>
                    <a:pt x="139876" y="7692"/>
                    <a:pt x="140185" y="7692"/>
                    <a:pt x="140495" y="7727"/>
                  </a:cubicBezTo>
                  <a:lnTo>
                    <a:pt x="140530" y="7727"/>
                  </a:lnTo>
                  <a:cubicBezTo>
                    <a:pt x="140840" y="7727"/>
                    <a:pt x="141149" y="7727"/>
                    <a:pt x="141459" y="7775"/>
                  </a:cubicBezTo>
                  <a:lnTo>
                    <a:pt x="141495" y="7775"/>
                  </a:lnTo>
                  <a:cubicBezTo>
                    <a:pt x="141804" y="7811"/>
                    <a:pt x="142114" y="7846"/>
                    <a:pt x="142423" y="7882"/>
                  </a:cubicBezTo>
                  <a:lnTo>
                    <a:pt x="142459" y="7882"/>
                  </a:lnTo>
                  <a:cubicBezTo>
                    <a:pt x="142769" y="7930"/>
                    <a:pt x="143078" y="7965"/>
                    <a:pt x="143388" y="8001"/>
                  </a:cubicBezTo>
                  <a:cubicBezTo>
                    <a:pt x="143697" y="8037"/>
                    <a:pt x="144007" y="8120"/>
                    <a:pt x="144317" y="8156"/>
                  </a:cubicBezTo>
                  <a:lnTo>
                    <a:pt x="144352" y="8192"/>
                  </a:lnTo>
                  <a:cubicBezTo>
                    <a:pt x="144662" y="8239"/>
                    <a:pt x="144936" y="8311"/>
                    <a:pt x="145245" y="8394"/>
                  </a:cubicBezTo>
                  <a:cubicBezTo>
                    <a:pt x="145555" y="8465"/>
                    <a:pt x="145829" y="8549"/>
                    <a:pt x="146138" y="8620"/>
                  </a:cubicBezTo>
                  <a:lnTo>
                    <a:pt x="146174" y="8620"/>
                  </a:lnTo>
                  <a:cubicBezTo>
                    <a:pt x="146400" y="8692"/>
                    <a:pt x="146638" y="8775"/>
                    <a:pt x="146864" y="8846"/>
                  </a:cubicBezTo>
                  <a:cubicBezTo>
                    <a:pt x="147019" y="8894"/>
                    <a:pt x="147174" y="8930"/>
                    <a:pt x="147329" y="9001"/>
                  </a:cubicBezTo>
                  <a:cubicBezTo>
                    <a:pt x="147448" y="9049"/>
                    <a:pt x="147603" y="9085"/>
                    <a:pt x="147722" y="9120"/>
                  </a:cubicBezTo>
                  <a:cubicBezTo>
                    <a:pt x="147877" y="9204"/>
                    <a:pt x="147996" y="9239"/>
                    <a:pt x="148150" y="9311"/>
                  </a:cubicBezTo>
                  <a:cubicBezTo>
                    <a:pt x="148258" y="9358"/>
                    <a:pt x="148377" y="9394"/>
                    <a:pt x="148531" y="9430"/>
                  </a:cubicBezTo>
                  <a:cubicBezTo>
                    <a:pt x="148650" y="9513"/>
                    <a:pt x="148805" y="9585"/>
                    <a:pt x="148912" y="9620"/>
                  </a:cubicBezTo>
                  <a:cubicBezTo>
                    <a:pt x="149031" y="9704"/>
                    <a:pt x="149150" y="9739"/>
                    <a:pt x="149270" y="9775"/>
                  </a:cubicBezTo>
                  <a:cubicBezTo>
                    <a:pt x="149377" y="9858"/>
                    <a:pt x="149496" y="9930"/>
                    <a:pt x="149651" y="10013"/>
                  </a:cubicBezTo>
                  <a:cubicBezTo>
                    <a:pt x="149734" y="10049"/>
                    <a:pt x="149841" y="10085"/>
                    <a:pt x="149924" y="10168"/>
                  </a:cubicBezTo>
                  <a:cubicBezTo>
                    <a:pt x="150079" y="10239"/>
                    <a:pt x="150151" y="10323"/>
                    <a:pt x="150270" y="10394"/>
                  </a:cubicBezTo>
                  <a:cubicBezTo>
                    <a:pt x="150389" y="10442"/>
                    <a:pt x="150460" y="10478"/>
                    <a:pt x="150544" y="10549"/>
                  </a:cubicBezTo>
                  <a:cubicBezTo>
                    <a:pt x="150663" y="10632"/>
                    <a:pt x="150770" y="10704"/>
                    <a:pt x="150889" y="10787"/>
                  </a:cubicBezTo>
                  <a:cubicBezTo>
                    <a:pt x="150960" y="10859"/>
                    <a:pt x="151044" y="10906"/>
                    <a:pt x="151115" y="10978"/>
                  </a:cubicBezTo>
                  <a:cubicBezTo>
                    <a:pt x="151234" y="11061"/>
                    <a:pt x="151317" y="11168"/>
                    <a:pt x="151425" y="11252"/>
                  </a:cubicBezTo>
                  <a:cubicBezTo>
                    <a:pt x="151472" y="11287"/>
                    <a:pt x="151508" y="11323"/>
                    <a:pt x="151579" y="11406"/>
                  </a:cubicBezTo>
                  <a:cubicBezTo>
                    <a:pt x="151698" y="11561"/>
                    <a:pt x="151853" y="11668"/>
                    <a:pt x="151937" y="11823"/>
                  </a:cubicBezTo>
                  <a:cubicBezTo>
                    <a:pt x="152044" y="11978"/>
                    <a:pt x="152127" y="12133"/>
                    <a:pt x="152198" y="12252"/>
                  </a:cubicBezTo>
                  <a:cubicBezTo>
                    <a:pt x="152282" y="12406"/>
                    <a:pt x="152353" y="12525"/>
                    <a:pt x="152401" y="12680"/>
                  </a:cubicBezTo>
                  <a:cubicBezTo>
                    <a:pt x="152437" y="12799"/>
                    <a:pt x="152437" y="12954"/>
                    <a:pt x="152437" y="13061"/>
                  </a:cubicBezTo>
                  <a:cubicBezTo>
                    <a:pt x="152459" y="13159"/>
                    <a:pt x="152467" y="13243"/>
                    <a:pt x="152462" y="13321"/>
                  </a:cubicBezTo>
                  <a:lnTo>
                    <a:pt x="152462" y="13321"/>
                  </a:lnTo>
                  <a:cubicBezTo>
                    <a:pt x="152566" y="12746"/>
                    <a:pt x="152636" y="12169"/>
                    <a:pt x="152746" y="11561"/>
                  </a:cubicBezTo>
                  <a:cubicBezTo>
                    <a:pt x="152746" y="11442"/>
                    <a:pt x="152782" y="11323"/>
                    <a:pt x="152746" y="11168"/>
                  </a:cubicBezTo>
                  <a:cubicBezTo>
                    <a:pt x="152746" y="11061"/>
                    <a:pt x="152710" y="10942"/>
                    <a:pt x="152663" y="10787"/>
                  </a:cubicBezTo>
                  <a:cubicBezTo>
                    <a:pt x="152627" y="10668"/>
                    <a:pt x="152591" y="10513"/>
                    <a:pt x="152508" y="10394"/>
                  </a:cubicBezTo>
                  <a:cubicBezTo>
                    <a:pt x="152437" y="10239"/>
                    <a:pt x="152353" y="10132"/>
                    <a:pt x="152246" y="9978"/>
                  </a:cubicBezTo>
                  <a:cubicBezTo>
                    <a:pt x="152127" y="9823"/>
                    <a:pt x="152008" y="9668"/>
                    <a:pt x="151853" y="9549"/>
                  </a:cubicBezTo>
                  <a:cubicBezTo>
                    <a:pt x="151817" y="9477"/>
                    <a:pt x="151782" y="9430"/>
                    <a:pt x="151698" y="9394"/>
                  </a:cubicBezTo>
                  <a:cubicBezTo>
                    <a:pt x="151627" y="9323"/>
                    <a:pt x="151508" y="9204"/>
                    <a:pt x="151389" y="9120"/>
                  </a:cubicBezTo>
                  <a:lnTo>
                    <a:pt x="151389" y="9085"/>
                  </a:lnTo>
                  <a:cubicBezTo>
                    <a:pt x="151317" y="9049"/>
                    <a:pt x="151234" y="9013"/>
                    <a:pt x="151163" y="8930"/>
                  </a:cubicBezTo>
                  <a:cubicBezTo>
                    <a:pt x="151079" y="8858"/>
                    <a:pt x="150960" y="8775"/>
                    <a:pt x="150853" y="8704"/>
                  </a:cubicBezTo>
                  <a:cubicBezTo>
                    <a:pt x="150770" y="8656"/>
                    <a:pt x="150663" y="8585"/>
                    <a:pt x="150579" y="8549"/>
                  </a:cubicBezTo>
                  <a:cubicBezTo>
                    <a:pt x="150460" y="8465"/>
                    <a:pt x="150389" y="8394"/>
                    <a:pt x="150270" y="8346"/>
                  </a:cubicBezTo>
                  <a:lnTo>
                    <a:pt x="150234" y="8311"/>
                  </a:lnTo>
                  <a:lnTo>
                    <a:pt x="150198" y="8311"/>
                  </a:lnTo>
                  <a:cubicBezTo>
                    <a:pt x="150115" y="8239"/>
                    <a:pt x="149996" y="8192"/>
                    <a:pt x="149924" y="8156"/>
                  </a:cubicBezTo>
                  <a:cubicBezTo>
                    <a:pt x="149805" y="8084"/>
                    <a:pt x="149686" y="8037"/>
                    <a:pt x="149531" y="7965"/>
                  </a:cubicBezTo>
                  <a:cubicBezTo>
                    <a:pt x="149424" y="7882"/>
                    <a:pt x="149305" y="7846"/>
                    <a:pt x="149186" y="7811"/>
                  </a:cubicBezTo>
                  <a:cubicBezTo>
                    <a:pt x="149067" y="7727"/>
                    <a:pt x="148912" y="7692"/>
                    <a:pt x="148805" y="7620"/>
                  </a:cubicBezTo>
                  <a:cubicBezTo>
                    <a:pt x="148758" y="7620"/>
                    <a:pt x="148722" y="7572"/>
                    <a:pt x="148722" y="7572"/>
                  </a:cubicBezTo>
                  <a:cubicBezTo>
                    <a:pt x="148603" y="7537"/>
                    <a:pt x="148531" y="7501"/>
                    <a:pt x="148412" y="7465"/>
                  </a:cubicBezTo>
                  <a:cubicBezTo>
                    <a:pt x="148305" y="7418"/>
                    <a:pt x="148150" y="7346"/>
                    <a:pt x="147996" y="7311"/>
                  </a:cubicBezTo>
                  <a:cubicBezTo>
                    <a:pt x="147877" y="7263"/>
                    <a:pt x="147722" y="7227"/>
                    <a:pt x="147603" y="7156"/>
                  </a:cubicBezTo>
                  <a:cubicBezTo>
                    <a:pt x="147484" y="7108"/>
                    <a:pt x="147376" y="7072"/>
                    <a:pt x="147257" y="7037"/>
                  </a:cubicBezTo>
                  <a:cubicBezTo>
                    <a:pt x="147222" y="7037"/>
                    <a:pt x="147174" y="7037"/>
                    <a:pt x="147138" y="7001"/>
                  </a:cubicBezTo>
                  <a:lnTo>
                    <a:pt x="147019" y="7001"/>
                  </a:lnTo>
                  <a:cubicBezTo>
                    <a:pt x="146948" y="6953"/>
                    <a:pt x="146864" y="6918"/>
                    <a:pt x="146793" y="6882"/>
                  </a:cubicBezTo>
                  <a:cubicBezTo>
                    <a:pt x="146674" y="6882"/>
                    <a:pt x="146603" y="6846"/>
                    <a:pt x="146519" y="6799"/>
                  </a:cubicBezTo>
                  <a:lnTo>
                    <a:pt x="146400" y="6799"/>
                  </a:lnTo>
                  <a:cubicBezTo>
                    <a:pt x="146329" y="6763"/>
                    <a:pt x="146293" y="6763"/>
                    <a:pt x="146245" y="6763"/>
                  </a:cubicBezTo>
                  <a:cubicBezTo>
                    <a:pt x="146138" y="6727"/>
                    <a:pt x="146055" y="6691"/>
                    <a:pt x="145983" y="6691"/>
                  </a:cubicBezTo>
                  <a:cubicBezTo>
                    <a:pt x="145900" y="6644"/>
                    <a:pt x="145829" y="6644"/>
                    <a:pt x="145745" y="6608"/>
                  </a:cubicBezTo>
                  <a:cubicBezTo>
                    <a:pt x="145674" y="6608"/>
                    <a:pt x="145591" y="6572"/>
                    <a:pt x="145519" y="6572"/>
                  </a:cubicBezTo>
                  <a:lnTo>
                    <a:pt x="145329" y="6537"/>
                  </a:lnTo>
                  <a:cubicBezTo>
                    <a:pt x="145245" y="6489"/>
                    <a:pt x="145174" y="6489"/>
                    <a:pt x="145090" y="6453"/>
                  </a:cubicBezTo>
                  <a:cubicBezTo>
                    <a:pt x="145019" y="6453"/>
                    <a:pt x="144971" y="6453"/>
                    <a:pt x="144900" y="6418"/>
                  </a:cubicBezTo>
                  <a:cubicBezTo>
                    <a:pt x="144817" y="6418"/>
                    <a:pt x="144781" y="6418"/>
                    <a:pt x="144709" y="6382"/>
                  </a:cubicBezTo>
                  <a:lnTo>
                    <a:pt x="144590" y="6382"/>
                  </a:lnTo>
                  <a:cubicBezTo>
                    <a:pt x="144555" y="6346"/>
                    <a:pt x="144555" y="6346"/>
                    <a:pt x="144507" y="6346"/>
                  </a:cubicBezTo>
                  <a:cubicBezTo>
                    <a:pt x="144436" y="6346"/>
                    <a:pt x="144400" y="6346"/>
                    <a:pt x="144317" y="6299"/>
                  </a:cubicBezTo>
                  <a:cubicBezTo>
                    <a:pt x="144245" y="6299"/>
                    <a:pt x="144197" y="6299"/>
                    <a:pt x="144126" y="6263"/>
                  </a:cubicBezTo>
                  <a:lnTo>
                    <a:pt x="143936" y="6263"/>
                  </a:lnTo>
                  <a:cubicBezTo>
                    <a:pt x="143888" y="6227"/>
                    <a:pt x="143816" y="6227"/>
                    <a:pt x="143781" y="6227"/>
                  </a:cubicBezTo>
                  <a:cubicBezTo>
                    <a:pt x="143733" y="6227"/>
                    <a:pt x="143697" y="6227"/>
                    <a:pt x="143662" y="6191"/>
                  </a:cubicBezTo>
                  <a:lnTo>
                    <a:pt x="143578" y="6191"/>
                  </a:lnTo>
                  <a:cubicBezTo>
                    <a:pt x="143543" y="6191"/>
                    <a:pt x="143471" y="6191"/>
                    <a:pt x="143424" y="6144"/>
                  </a:cubicBezTo>
                  <a:lnTo>
                    <a:pt x="143233" y="6144"/>
                  </a:lnTo>
                  <a:cubicBezTo>
                    <a:pt x="143197" y="6144"/>
                    <a:pt x="143114" y="6108"/>
                    <a:pt x="143043" y="6108"/>
                  </a:cubicBezTo>
                  <a:lnTo>
                    <a:pt x="142888" y="6108"/>
                  </a:lnTo>
                  <a:cubicBezTo>
                    <a:pt x="142852" y="6072"/>
                    <a:pt x="142769" y="6072"/>
                    <a:pt x="142733" y="6072"/>
                  </a:cubicBezTo>
                  <a:lnTo>
                    <a:pt x="142697" y="6072"/>
                  </a:lnTo>
                  <a:cubicBezTo>
                    <a:pt x="142650" y="6072"/>
                    <a:pt x="142578" y="6072"/>
                    <a:pt x="142543" y="6037"/>
                  </a:cubicBezTo>
                  <a:lnTo>
                    <a:pt x="142197" y="6037"/>
                  </a:lnTo>
                  <a:cubicBezTo>
                    <a:pt x="142150" y="5989"/>
                    <a:pt x="142078" y="5989"/>
                    <a:pt x="142042" y="5989"/>
                  </a:cubicBezTo>
                  <a:lnTo>
                    <a:pt x="141888" y="5989"/>
                  </a:lnTo>
                  <a:cubicBezTo>
                    <a:pt x="141804" y="5989"/>
                    <a:pt x="141769" y="5953"/>
                    <a:pt x="141733" y="5953"/>
                  </a:cubicBezTo>
                  <a:lnTo>
                    <a:pt x="141340" y="5953"/>
                  </a:lnTo>
                  <a:cubicBezTo>
                    <a:pt x="141304" y="5953"/>
                    <a:pt x="141269" y="5918"/>
                    <a:pt x="141185" y="5918"/>
                  </a:cubicBezTo>
                  <a:lnTo>
                    <a:pt x="140495" y="5918"/>
                  </a:lnTo>
                  <a:cubicBezTo>
                    <a:pt x="140447" y="5918"/>
                    <a:pt x="140376" y="5882"/>
                    <a:pt x="140340" y="5882"/>
                  </a:cubicBezTo>
                  <a:lnTo>
                    <a:pt x="15384" y="5882"/>
                  </a:lnTo>
                  <a:cubicBezTo>
                    <a:pt x="14800" y="5834"/>
                    <a:pt x="14229" y="5798"/>
                    <a:pt x="13645" y="5763"/>
                  </a:cubicBezTo>
                  <a:lnTo>
                    <a:pt x="13610" y="5763"/>
                  </a:lnTo>
                  <a:cubicBezTo>
                    <a:pt x="13026" y="5727"/>
                    <a:pt x="12479" y="5679"/>
                    <a:pt x="11943" y="5644"/>
                  </a:cubicBezTo>
                  <a:cubicBezTo>
                    <a:pt x="11943" y="5608"/>
                    <a:pt x="11907" y="5608"/>
                    <a:pt x="11907" y="5608"/>
                  </a:cubicBezTo>
                  <a:cubicBezTo>
                    <a:pt x="11359" y="5572"/>
                    <a:pt x="10824" y="5489"/>
                    <a:pt x="10324" y="5417"/>
                  </a:cubicBezTo>
                  <a:cubicBezTo>
                    <a:pt x="10050" y="5370"/>
                    <a:pt x="9812" y="5334"/>
                    <a:pt x="9585" y="5298"/>
                  </a:cubicBezTo>
                  <a:lnTo>
                    <a:pt x="9514" y="5298"/>
                  </a:lnTo>
                  <a:cubicBezTo>
                    <a:pt x="9276" y="5263"/>
                    <a:pt x="9050" y="5215"/>
                    <a:pt x="8847" y="5179"/>
                  </a:cubicBezTo>
                  <a:lnTo>
                    <a:pt x="8776" y="5179"/>
                  </a:lnTo>
                  <a:cubicBezTo>
                    <a:pt x="8538" y="5144"/>
                    <a:pt x="8347" y="5108"/>
                    <a:pt x="8121" y="5025"/>
                  </a:cubicBezTo>
                  <a:lnTo>
                    <a:pt x="8038" y="5025"/>
                  </a:lnTo>
                  <a:cubicBezTo>
                    <a:pt x="7847" y="4989"/>
                    <a:pt x="7657" y="4953"/>
                    <a:pt x="7418" y="4870"/>
                  </a:cubicBezTo>
                  <a:lnTo>
                    <a:pt x="7383" y="4870"/>
                  </a:lnTo>
                  <a:cubicBezTo>
                    <a:pt x="7145" y="4834"/>
                    <a:pt x="6954" y="4751"/>
                    <a:pt x="6764" y="4715"/>
                  </a:cubicBezTo>
                  <a:cubicBezTo>
                    <a:pt x="6537" y="4679"/>
                    <a:pt x="6383" y="4596"/>
                    <a:pt x="6180" y="4560"/>
                  </a:cubicBezTo>
                  <a:cubicBezTo>
                    <a:pt x="6145" y="4560"/>
                    <a:pt x="6145" y="4524"/>
                    <a:pt x="6109" y="4524"/>
                  </a:cubicBezTo>
                  <a:cubicBezTo>
                    <a:pt x="5918" y="4489"/>
                    <a:pt x="5764" y="4441"/>
                    <a:pt x="5609" y="4370"/>
                  </a:cubicBezTo>
                  <a:cubicBezTo>
                    <a:pt x="5525" y="4370"/>
                    <a:pt x="5490" y="4334"/>
                    <a:pt x="5454" y="4334"/>
                  </a:cubicBezTo>
                  <a:cubicBezTo>
                    <a:pt x="5299" y="4286"/>
                    <a:pt x="5144" y="4215"/>
                    <a:pt x="4942" y="4179"/>
                  </a:cubicBezTo>
                  <a:lnTo>
                    <a:pt x="4906" y="4132"/>
                  </a:lnTo>
                  <a:cubicBezTo>
                    <a:pt x="4751" y="4096"/>
                    <a:pt x="4597" y="4024"/>
                    <a:pt x="4478" y="3977"/>
                  </a:cubicBezTo>
                  <a:cubicBezTo>
                    <a:pt x="4442" y="3977"/>
                    <a:pt x="4406" y="3941"/>
                    <a:pt x="4370" y="3941"/>
                  </a:cubicBezTo>
                  <a:cubicBezTo>
                    <a:pt x="4216" y="3870"/>
                    <a:pt x="4061" y="3822"/>
                    <a:pt x="3942" y="3751"/>
                  </a:cubicBezTo>
                  <a:lnTo>
                    <a:pt x="3870" y="3751"/>
                  </a:lnTo>
                  <a:cubicBezTo>
                    <a:pt x="3751" y="3667"/>
                    <a:pt x="3597" y="3596"/>
                    <a:pt x="3442" y="3512"/>
                  </a:cubicBezTo>
                  <a:cubicBezTo>
                    <a:pt x="3406" y="3512"/>
                    <a:pt x="3358" y="3477"/>
                    <a:pt x="3323" y="3477"/>
                  </a:cubicBezTo>
                  <a:cubicBezTo>
                    <a:pt x="3204" y="3405"/>
                    <a:pt x="3132" y="3358"/>
                    <a:pt x="3013" y="3322"/>
                  </a:cubicBezTo>
                  <a:cubicBezTo>
                    <a:pt x="2977" y="3286"/>
                    <a:pt x="2942" y="3286"/>
                    <a:pt x="2858" y="3251"/>
                  </a:cubicBezTo>
                  <a:cubicBezTo>
                    <a:pt x="2823" y="3215"/>
                    <a:pt x="2739" y="3167"/>
                    <a:pt x="2668" y="3131"/>
                  </a:cubicBezTo>
                  <a:cubicBezTo>
                    <a:pt x="2513" y="3060"/>
                    <a:pt x="2358" y="2941"/>
                    <a:pt x="2239" y="2858"/>
                  </a:cubicBezTo>
                  <a:cubicBezTo>
                    <a:pt x="2204" y="2858"/>
                    <a:pt x="2168" y="2822"/>
                    <a:pt x="2168" y="2822"/>
                  </a:cubicBezTo>
                  <a:cubicBezTo>
                    <a:pt x="2013" y="2703"/>
                    <a:pt x="1858" y="2596"/>
                    <a:pt x="1703" y="2477"/>
                  </a:cubicBezTo>
                  <a:cubicBezTo>
                    <a:pt x="1668" y="2477"/>
                    <a:pt x="1620" y="2441"/>
                    <a:pt x="1584" y="2393"/>
                  </a:cubicBezTo>
                  <a:cubicBezTo>
                    <a:pt x="1465" y="2322"/>
                    <a:pt x="1358" y="2203"/>
                    <a:pt x="1275" y="2131"/>
                  </a:cubicBezTo>
                  <a:cubicBezTo>
                    <a:pt x="1239" y="2084"/>
                    <a:pt x="1203" y="2084"/>
                    <a:pt x="1203" y="2048"/>
                  </a:cubicBezTo>
                  <a:cubicBezTo>
                    <a:pt x="1084" y="1929"/>
                    <a:pt x="965" y="1822"/>
                    <a:pt x="846" y="1703"/>
                  </a:cubicBezTo>
                  <a:lnTo>
                    <a:pt x="775" y="1619"/>
                  </a:lnTo>
                  <a:cubicBezTo>
                    <a:pt x="691" y="1512"/>
                    <a:pt x="620" y="1429"/>
                    <a:pt x="537" y="1310"/>
                  </a:cubicBezTo>
                  <a:cubicBezTo>
                    <a:pt x="537" y="1310"/>
                    <a:pt x="501" y="1274"/>
                    <a:pt x="501" y="1238"/>
                  </a:cubicBezTo>
                  <a:cubicBezTo>
                    <a:pt x="430" y="1119"/>
                    <a:pt x="346" y="1000"/>
                    <a:pt x="275" y="845"/>
                  </a:cubicBezTo>
                  <a:cubicBezTo>
                    <a:pt x="275" y="845"/>
                    <a:pt x="275" y="810"/>
                    <a:pt x="227" y="810"/>
                  </a:cubicBezTo>
                  <a:cubicBezTo>
                    <a:pt x="191" y="691"/>
                    <a:pt x="156" y="584"/>
                    <a:pt x="120" y="500"/>
                  </a:cubicBezTo>
                  <a:cubicBezTo>
                    <a:pt x="120" y="464"/>
                    <a:pt x="72" y="429"/>
                    <a:pt x="72" y="393"/>
                  </a:cubicBezTo>
                  <a:cubicBezTo>
                    <a:pt x="66" y="372"/>
                    <a:pt x="59" y="349"/>
                    <a:pt x="53" y="326"/>
                  </a:cubicBezTo>
                  <a:close/>
                  <a:moveTo>
                    <a:pt x="152462" y="13321"/>
                  </a:moveTo>
                  <a:cubicBezTo>
                    <a:pt x="152453" y="13365"/>
                    <a:pt x="152445" y="13410"/>
                    <a:pt x="152437" y="13454"/>
                  </a:cubicBezTo>
                  <a:cubicBezTo>
                    <a:pt x="152450" y="13410"/>
                    <a:pt x="152458" y="13367"/>
                    <a:pt x="152462" y="13321"/>
                  </a:cubicBezTo>
                  <a:close/>
                </a:path>
              </a:pathLst>
            </a:custGeom>
            <a:solidFill>
              <a:srgbClr val="353535"/>
            </a:solidFill>
            <a:ln>
              <a:noFill/>
            </a:ln>
          </p:spPr>
          <p:txBody>
            <a:bodyPr spcFirstLastPara="1" wrap="square" lIns="121900" tIns="121900" rIns="121900" bIns="121900" anchor="ctr" anchorCtr="0">
              <a:noAutofit/>
            </a:bodyPr>
            <a:lstStyle/>
            <a:p>
              <a:endParaRPr sz="2400"/>
            </a:p>
          </p:txBody>
        </p:sp>
        <p:sp>
          <p:nvSpPr>
            <p:cNvPr id="72" name="Google Shape;1077;p33">
              <a:extLst>
                <a:ext uri="{FF2B5EF4-FFF2-40B4-BE49-F238E27FC236}">
                  <a16:creationId xmlns:a16="http://schemas.microsoft.com/office/drawing/2014/main" id="{68830BC0-356A-4F4E-B77A-8F0169010416}"/>
                </a:ext>
              </a:extLst>
            </p:cNvPr>
            <p:cNvSpPr/>
            <p:nvPr/>
          </p:nvSpPr>
          <p:spPr>
            <a:xfrm>
              <a:off x="2395238" y="3252275"/>
              <a:ext cx="4482425" cy="446500"/>
            </a:xfrm>
            <a:custGeom>
              <a:avLst/>
              <a:gdLst/>
              <a:ahLst/>
              <a:cxnLst/>
              <a:rect l="l" t="t" r="r" b="b"/>
              <a:pathLst>
                <a:path w="179297" h="17860" extrusionOk="0">
                  <a:moveTo>
                    <a:pt x="179297" y="0"/>
                  </a:moveTo>
                  <a:lnTo>
                    <a:pt x="179224" y="366"/>
                  </a:lnTo>
                  <a:lnTo>
                    <a:pt x="179224" y="366"/>
                  </a:lnTo>
                  <a:cubicBezTo>
                    <a:pt x="179266" y="256"/>
                    <a:pt x="179297" y="143"/>
                    <a:pt x="179297" y="0"/>
                  </a:cubicBezTo>
                  <a:close/>
                  <a:moveTo>
                    <a:pt x="179224" y="366"/>
                  </a:moveTo>
                  <a:cubicBezTo>
                    <a:pt x="179220" y="375"/>
                    <a:pt x="179217" y="384"/>
                    <a:pt x="179213" y="393"/>
                  </a:cubicBezTo>
                  <a:lnTo>
                    <a:pt x="179213" y="420"/>
                  </a:lnTo>
                  <a:lnTo>
                    <a:pt x="179224" y="366"/>
                  </a:lnTo>
                  <a:close/>
                  <a:moveTo>
                    <a:pt x="179213" y="420"/>
                  </a:moveTo>
                  <a:lnTo>
                    <a:pt x="179208" y="446"/>
                  </a:lnTo>
                  <a:lnTo>
                    <a:pt x="179208" y="446"/>
                  </a:lnTo>
                  <a:cubicBezTo>
                    <a:pt x="179210" y="441"/>
                    <a:pt x="179211" y="435"/>
                    <a:pt x="179213" y="429"/>
                  </a:cubicBezTo>
                  <a:lnTo>
                    <a:pt x="179213" y="420"/>
                  </a:lnTo>
                  <a:close/>
                  <a:moveTo>
                    <a:pt x="179208" y="446"/>
                  </a:moveTo>
                  <a:lnTo>
                    <a:pt x="179208" y="446"/>
                  </a:lnTo>
                  <a:cubicBezTo>
                    <a:pt x="179174" y="555"/>
                    <a:pt x="179140" y="625"/>
                    <a:pt x="179106" y="739"/>
                  </a:cubicBezTo>
                  <a:cubicBezTo>
                    <a:pt x="179106" y="774"/>
                    <a:pt x="179058" y="774"/>
                    <a:pt x="179058" y="810"/>
                  </a:cubicBezTo>
                  <a:cubicBezTo>
                    <a:pt x="179023" y="929"/>
                    <a:pt x="178987" y="1012"/>
                    <a:pt x="178951" y="1084"/>
                  </a:cubicBezTo>
                  <a:cubicBezTo>
                    <a:pt x="178951" y="1120"/>
                    <a:pt x="178904" y="1120"/>
                    <a:pt x="178904" y="1167"/>
                  </a:cubicBezTo>
                  <a:cubicBezTo>
                    <a:pt x="178868" y="1239"/>
                    <a:pt x="178797" y="1358"/>
                    <a:pt x="178749" y="1477"/>
                  </a:cubicBezTo>
                  <a:cubicBezTo>
                    <a:pt x="178713" y="1477"/>
                    <a:pt x="178713" y="1512"/>
                    <a:pt x="178713" y="1548"/>
                  </a:cubicBezTo>
                  <a:cubicBezTo>
                    <a:pt x="178642" y="1632"/>
                    <a:pt x="178594" y="1703"/>
                    <a:pt x="178523" y="1786"/>
                  </a:cubicBezTo>
                  <a:cubicBezTo>
                    <a:pt x="178523" y="1822"/>
                    <a:pt x="178487" y="1858"/>
                    <a:pt x="178487" y="1858"/>
                  </a:cubicBezTo>
                  <a:cubicBezTo>
                    <a:pt x="178404" y="1977"/>
                    <a:pt x="178332" y="2084"/>
                    <a:pt x="178249" y="2167"/>
                  </a:cubicBezTo>
                  <a:cubicBezTo>
                    <a:pt x="178213" y="2203"/>
                    <a:pt x="178213" y="2239"/>
                    <a:pt x="178177" y="2239"/>
                  </a:cubicBezTo>
                  <a:cubicBezTo>
                    <a:pt x="178094" y="2322"/>
                    <a:pt x="178023" y="2394"/>
                    <a:pt x="177987" y="2477"/>
                  </a:cubicBezTo>
                  <a:cubicBezTo>
                    <a:pt x="177939" y="2513"/>
                    <a:pt x="177904" y="2548"/>
                    <a:pt x="177868" y="2596"/>
                  </a:cubicBezTo>
                  <a:cubicBezTo>
                    <a:pt x="177832" y="2632"/>
                    <a:pt x="177749" y="2703"/>
                    <a:pt x="177713" y="2751"/>
                  </a:cubicBezTo>
                  <a:cubicBezTo>
                    <a:pt x="177630" y="2822"/>
                    <a:pt x="177558" y="2906"/>
                    <a:pt x="177475" y="2977"/>
                  </a:cubicBezTo>
                  <a:cubicBezTo>
                    <a:pt x="177403" y="3013"/>
                    <a:pt x="177368" y="3060"/>
                    <a:pt x="177320" y="3096"/>
                  </a:cubicBezTo>
                  <a:cubicBezTo>
                    <a:pt x="177213" y="3167"/>
                    <a:pt x="177130" y="3251"/>
                    <a:pt x="177058" y="3322"/>
                  </a:cubicBezTo>
                  <a:cubicBezTo>
                    <a:pt x="177011" y="3370"/>
                    <a:pt x="176939" y="3406"/>
                    <a:pt x="176903" y="3441"/>
                  </a:cubicBezTo>
                  <a:cubicBezTo>
                    <a:pt x="176784" y="3525"/>
                    <a:pt x="176701" y="3596"/>
                    <a:pt x="176594" y="3679"/>
                  </a:cubicBezTo>
                  <a:cubicBezTo>
                    <a:pt x="176511" y="3715"/>
                    <a:pt x="176475" y="3751"/>
                    <a:pt x="176439" y="3787"/>
                  </a:cubicBezTo>
                  <a:cubicBezTo>
                    <a:pt x="176284" y="3870"/>
                    <a:pt x="176165" y="3941"/>
                    <a:pt x="176010" y="4025"/>
                  </a:cubicBezTo>
                  <a:cubicBezTo>
                    <a:pt x="175975" y="4060"/>
                    <a:pt x="175975" y="4060"/>
                    <a:pt x="175927" y="4096"/>
                  </a:cubicBezTo>
                  <a:cubicBezTo>
                    <a:pt x="175737" y="4215"/>
                    <a:pt x="175546" y="4334"/>
                    <a:pt x="175356" y="4406"/>
                  </a:cubicBezTo>
                  <a:cubicBezTo>
                    <a:pt x="175272" y="4453"/>
                    <a:pt x="175237" y="4489"/>
                    <a:pt x="175165" y="4525"/>
                  </a:cubicBezTo>
                  <a:cubicBezTo>
                    <a:pt x="175046" y="4608"/>
                    <a:pt x="174891" y="4644"/>
                    <a:pt x="174736" y="4715"/>
                  </a:cubicBezTo>
                  <a:cubicBezTo>
                    <a:pt x="174653" y="4763"/>
                    <a:pt x="174582" y="4799"/>
                    <a:pt x="174498" y="4834"/>
                  </a:cubicBezTo>
                  <a:cubicBezTo>
                    <a:pt x="174344" y="4918"/>
                    <a:pt x="174236" y="4953"/>
                    <a:pt x="174082" y="5025"/>
                  </a:cubicBezTo>
                  <a:cubicBezTo>
                    <a:pt x="173998" y="5072"/>
                    <a:pt x="173927" y="5108"/>
                    <a:pt x="173844" y="5144"/>
                  </a:cubicBezTo>
                  <a:cubicBezTo>
                    <a:pt x="173653" y="5180"/>
                    <a:pt x="173498" y="5263"/>
                    <a:pt x="173343" y="5334"/>
                  </a:cubicBezTo>
                  <a:cubicBezTo>
                    <a:pt x="173260" y="5334"/>
                    <a:pt x="173189" y="5370"/>
                    <a:pt x="173105" y="5418"/>
                  </a:cubicBezTo>
                  <a:cubicBezTo>
                    <a:pt x="172879" y="5489"/>
                    <a:pt x="172605" y="5573"/>
                    <a:pt x="172379" y="5680"/>
                  </a:cubicBezTo>
                  <a:lnTo>
                    <a:pt x="172296" y="5680"/>
                  </a:lnTo>
                  <a:cubicBezTo>
                    <a:pt x="172069" y="5763"/>
                    <a:pt x="171831" y="5834"/>
                    <a:pt x="171569" y="5918"/>
                  </a:cubicBezTo>
                  <a:cubicBezTo>
                    <a:pt x="171486" y="5918"/>
                    <a:pt x="171415" y="5954"/>
                    <a:pt x="171331" y="5989"/>
                  </a:cubicBezTo>
                  <a:cubicBezTo>
                    <a:pt x="171141" y="6037"/>
                    <a:pt x="170950" y="6073"/>
                    <a:pt x="170748" y="6144"/>
                  </a:cubicBezTo>
                  <a:cubicBezTo>
                    <a:pt x="170641" y="6144"/>
                    <a:pt x="170557" y="6192"/>
                    <a:pt x="170438" y="6227"/>
                  </a:cubicBezTo>
                  <a:cubicBezTo>
                    <a:pt x="170248" y="6263"/>
                    <a:pt x="170057" y="6299"/>
                    <a:pt x="169867" y="6346"/>
                  </a:cubicBezTo>
                  <a:cubicBezTo>
                    <a:pt x="169748" y="6382"/>
                    <a:pt x="169629" y="6382"/>
                    <a:pt x="169557" y="6418"/>
                  </a:cubicBezTo>
                  <a:cubicBezTo>
                    <a:pt x="169402" y="6454"/>
                    <a:pt x="169248" y="6501"/>
                    <a:pt x="169093" y="6501"/>
                  </a:cubicBezTo>
                  <a:cubicBezTo>
                    <a:pt x="168974" y="6537"/>
                    <a:pt x="168855" y="6573"/>
                    <a:pt x="168700" y="6573"/>
                  </a:cubicBezTo>
                  <a:cubicBezTo>
                    <a:pt x="168545" y="6608"/>
                    <a:pt x="168390" y="6656"/>
                    <a:pt x="168236" y="6656"/>
                  </a:cubicBezTo>
                  <a:cubicBezTo>
                    <a:pt x="168129" y="6692"/>
                    <a:pt x="167974" y="6727"/>
                    <a:pt x="167855" y="6727"/>
                  </a:cubicBezTo>
                  <a:cubicBezTo>
                    <a:pt x="167783" y="6727"/>
                    <a:pt x="167700" y="6763"/>
                    <a:pt x="167664" y="6763"/>
                  </a:cubicBezTo>
                  <a:cubicBezTo>
                    <a:pt x="167116" y="6846"/>
                    <a:pt x="166581" y="6918"/>
                    <a:pt x="165997" y="7001"/>
                  </a:cubicBezTo>
                  <a:lnTo>
                    <a:pt x="165926" y="7001"/>
                  </a:lnTo>
                  <a:cubicBezTo>
                    <a:pt x="165342" y="7073"/>
                    <a:pt x="164759" y="7120"/>
                    <a:pt x="164140" y="7156"/>
                  </a:cubicBezTo>
                  <a:cubicBezTo>
                    <a:pt x="164104" y="7192"/>
                    <a:pt x="164104" y="7192"/>
                    <a:pt x="164068" y="7192"/>
                  </a:cubicBezTo>
                  <a:cubicBezTo>
                    <a:pt x="163449" y="7227"/>
                    <a:pt x="162830" y="7275"/>
                    <a:pt x="162175" y="7275"/>
                  </a:cubicBezTo>
                  <a:lnTo>
                    <a:pt x="162092" y="7275"/>
                  </a:lnTo>
                  <a:cubicBezTo>
                    <a:pt x="161437" y="7311"/>
                    <a:pt x="160747" y="7311"/>
                    <a:pt x="160092" y="7311"/>
                  </a:cubicBezTo>
                  <a:lnTo>
                    <a:pt x="15729" y="7311"/>
                  </a:lnTo>
                  <a:cubicBezTo>
                    <a:pt x="15657" y="7311"/>
                    <a:pt x="15538" y="7311"/>
                    <a:pt x="15455" y="7347"/>
                  </a:cubicBezTo>
                  <a:lnTo>
                    <a:pt x="14764" y="7347"/>
                  </a:lnTo>
                  <a:cubicBezTo>
                    <a:pt x="14645" y="7347"/>
                    <a:pt x="14574" y="7382"/>
                    <a:pt x="14490" y="7382"/>
                  </a:cubicBezTo>
                  <a:lnTo>
                    <a:pt x="14181" y="7382"/>
                  </a:lnTo>
                  <a:cubicBezTo>
                    <a:pt x="14109" y="7430"/>
                    <a:pt x="13990" y="7430"/>
                    <a:pt x="13907" y="7430"/>
                  </a:cubicBezTo>
                  <a:lnTo>
                    <a:pt x="13835" y="7430"/>
                  </a:lnTo>
                  <a:cubicBezTo>
                    <a:pt x="13752" y="7430"/>
                    <a:pt x="13681" y="7466"/>
                    <a:pt x="13645" y="7466"/>
                  </a:cubicBezTo>
                  <a:cubicBezTo>
                    <a:pt x="13490" y="7466"/>
                    <a:pt x="13335" y="7466"/>
                    <a:pt x="13216" y="7501"/>
                  </a:cubicBezTo>
                  <a:cubicBezTo>
                    <a:pt x="13062" y="7501"/>
                    <a:pt x="12907" y="7537"/>
                    <a:pt x="12788" y="7537"/>
                  </a:cubicBezTo>
                  <a:cubicBezTo>
                    <a:pt x="12752" y="7537"/>
                    <a:pt x="12716" y="7537"/>
                    <a:pt x="12716" y="7585"/>
                  </a:cubicBezTo>
                  <a:lnTo>
                    <a:pt x="12681" y="7585"/>
                  </a:lnTo>
                  <a:cubicBezTo>
                    <a:pt x="12561" y="7585"/>
                    <a:pt x="12442" y="7585"/>
                    <a:pt x="12371" y="7620"/>
                  </a:cubicBezTo>
                  <a:cubicBezTo>
                    <a:pt x="12216" y="7620"/>
                    <a:pt x="12061" y="7656"/>
                    <a:pt x="11942" y="7692"/>
                  </a:cubicBezTo>
                  <a:cubicBezTo>
                    <a:pt x="11859" y="7692"/>
                    <a:pt x="11788" y="7692"/>
                    <a:pt x="11704" y="7739"/>
                  </a:cubicBezTo>
                  <a:lnTo>
                    <a:pt x="11549" y="7739"/>
                  </a:lnTo>
                  <a:cubicBezTo>
                    <a:pt x="11478" y="7775"/>
                    <a:pt x="11395" y="7775"/>
                    <a:pt x="11287" y="7811"/>
                  </a:cubicBezTo>
                  <a:cubicBezTo>
                    <a:pt x="11168" y="7811"/>
                    <a:pt x="11049" y="7847"/>
                    <a:pt x="10942" y="7847"/>
                  </a:cubicBezTo>
                  <a:cubicBezTo>
                    <a:pt x="10859" y="7882"/>
                    <a:pt x="10740" y="7930"/>
                    <a:pt x="10633" y="7930"/>
                  </a:cubicBezTo>
                  <a:cubicBezTo>
                    <a:pt x="10514" y="7966"/>
                    <a:pt x="10359" y="8001"/>
                    <a:pt x="10240" y="8037"/>
                  </a:cubicBezTo>
                  <a:cubicBezTo>
                    <a:pt x="10121" y="8037"/>
                    <a:pt x="10049" y="8085"/>
                    <a:pt x="9966" y="8085"/>
                  </a:cubicBezTo>
                  <a:cubicBezTo>
                    <a:pt x="9811" y="8120"/>
                    <a:pt x="9704" y="8156"/>
                    <a:pt x="9585" y="8192"/>
                  </a:cubicBezTo>
                  <a:cubicBezTo>
                    <a:pt x="9430" y="8240"/>
                    <a:pt x="9311" y="8275"/>
                    <a:pt x="9156" y="8275"/>
                  </a:cubicBezTo>
                  <a:cubicBezTo>
                    <a:pt x="9121" y="8311"/>
                    <a:pt x="9085" y="8311"/>
                    <a:pt x="9001" y="8347"/>
                  </a:cubicBezTo>
                  <a:cubicBezTo>
                    <a:pt x="8847" y="8394"/>
                    <a:pt x="8656" y="8430"/>
                    <a:pt x="8501" y="8501"/>
                  </a:cubicBezTo>
                  <a:cubicBezTo>
                    <a:pt x="8382" y="8549"/>
                    <a:pt x="8275" y="8549"/>
                    <a:pt x="8156" y="8585"/>
                  </a:cubicBezTo>
                  <a:cubicBezTo>
                    <a:pt x="8120" y="8585"/>
                    <a:pt x="8120" y="8621"/>
                    <a:pt x="8073" y="8621"/>
                  </a:cubicBezTo>
                  <a:cubicBezTo>
                    <a:pt x="7918" y="8656"/>
                    <a:pt x="7811" y="8704"/>
                    <a:pt x="7656" y="8775"/>
                  </a:cubicBezTo>
                  <a:cubicBezTo>
                    <a:pt x="7501" y="8811"/>
                    <a:pt x="7382" y="8859"/>
                    <a:pt x="7227" y="8894"/>
                  </a:cubicBezTo>
                  <a:lnTo>
                    <a:pt x="7192" y="8930"/>
                  </a:lnTo>
                  <a:lnTo>
                    <a:pt x="7144" y="8930"/>
                  </a:lnTo>
                  <a:cubicBezTo>
                    <a:pt x="7037" y="8966"/>
                    <a:pt x="6918" y="9013"/>
                    <a:pt x="6799" y="9049"/>
                  </a:cubicBezTo>
                  <a:cubicBezTo>
                    <a:pt x="6680" y="9121"/>
                    <a:pt x="6525" y="9168"/>
                    <a:pt x="6418" y="9240"/>
                  </a:cubicBezTo>
                  <a:cubicBezTo>
                    <a:pt x="6334" y="9240"/>
                    <a:pt x="6263" y="9275"/>
                    <a:pt x="6180" y="9323"/>
                  </a:cubicBezTo>
                  <a:lnTo>
                    <a:pt x="6144" y="9323"/>
                  </a:lnTo>
                  <a:cubicBezTo>
                    <a:pt x="6025" y="9359"/>
                    <a:pt x="5953" y="9394"/>
                    <a:pt x="5870" y="9430"/>
                  </a:cubicBezTo>
                  <a:cubicBezTo>
                    <a:pt x="5799" y="9478"/>
                    <a:pt x="5680" y="9513"/>
                    <a:pt x="5608" y="9549"/>
                  </a:cubicBezTo>
                  <a:cubicBezTo>
                    <a:pt x="5525" y="9633"/>
                    <a:pt x="5453" y="9668"/>
                    <a:pt x="5334" y="9704"/>
                  </a:cubicBezTo>
                  <a:cubicBezTo>
                    <a:pt x="5299" y="9704"/>
                    <a:pt x="5251" y="9740"/>
                    <a:pt x="5215" y="9740"/>
                  </a:cubicBezTo>
                  <a:cubicBezTo>
                    <a:pt x="5180" y="9740"/>
                    <a:pt x="5180" y="9740"/>
                    <a:pt x="5180" y="9787"/>
                  </a:cubicBezTo>
                  <a:lnTo>
                    <a:pt x="5144" y="9787"/>
                  </a:lnTo>
                  <a:cubicBezTo>
                    <a:pt x="5061" y="9823"/>
                    <a:pt x="4989" y="9859"/>
                    <a:pt x="4906" y="9894"/>
                  </a:cubicBezTo>
                  <a:cubicBezTo>
                    <a:pt x="4834" y="9942"/>
                    <a:pt x="4787" y="9978"/>
                    <a:pt x="4715" y="10014"/>
                  </a:cubicBezTo>
                  <a:cubicBezTo>
                    <a:pt x="4632" y="10049"/>
                    <a:pt x="4560" y="10097"/>
                    <a:pt x="4525" y="10097"/>
                  </a:cubicBezTo>
                  <a:cubicBezTo>
                    <a:pt x="4441" y="10133"/>
                    <a:pt x="4370" y="10168"/>
                    <a:pt x="4322" y="10204"/>
                  </a:cubicBezTo>
                  <a:lnTo>
                    <a:pt x="4287" y="10204"/>
                  </a:lnTo>
                  <a:lnTo>
                    <a:pt x="4287" y="10252"/>
                  </a:lnTo>
                  <a:cubicBezTo>
                    <a:pt x="4251" y="10252"/>
                    <a:pt x="4168" y="10287"/>
                    <a:pt x="4132" y="10323"/>
                  </a:cubicBezTo>
                  <a:cubicBezTo>
                    <a:pt x="4096" y="10323"/>
                    <a:pt x="4013" y="10359"/>
                    <a:pt x="3977" y="10406"/>
                  </a:cubicBezTo>
                  <a:cubicBezTo>
                    <a:pt x="3906" y="10442"/>
                    <a:pt x="3858" y="10478"/>
                    <a:pt x="3787" y="10514"/>
                  </a:cubicBezTo>
                  <a:cubicBezTo>
                    <a:pt x="3751" y="10561"/>
                    <a:pt x="3667" y="10561"/>
                    <a:pt x="3632" y="10597"/>
                  </a:cubicBezTo>
                  <a:cubicBezTo>
                    <a:pt x="3596" y="10633"/>
                    <a:pt x="3513" y="10668"/>
                    <a:pt x="3477" y="10716"/>
                  </a:cubicBezTo>
                  <a:lnTo>
                    <a:pt x="3441" y="10716"/>
                  </a:lnTo>
                  <a:lnTo>
                    <a:pt x="3441" y="10752"/>
                  </a:lnTo>
                  <a:cubicBezTo>
                    <a:pt x="3394" y="10752"/>
                    <a:pt x="3358" y="10787"/>
                    <a:pt x="3322" y="10787"/>
                  </a:cubicBezTo>
                  <a:cubicBezTo>
                    <a:pt x="3286" y="10823"/>
                    <a:pt x="3203" y="10871"/>
                    <a:pt x="3167" y="10907"/>
                  </a:cubicBezTo>
                  <a:cubicBezTo>
                    <a:pt x="3132" y="10942"/>
                    <a:pt x="3096" y="10942"/>
                    <a:pt x="3048" y="10978"/>
                  </a:cubicBezTo>
                  <a:cubicBezTo>
                    <a:pt x="2977" y="11026"/>
                    <a:pt x="2941" y="11061"/>
                    <a:pt x="2894" y="11097"/>
                  </a:cubicBezTo>
                  <a:cubicBezTo>
                    <a:pt x="2858" y="11133"/>
                    <a:pt x="2822" y="11133"/>
                    <a:pt x="2739" y="11180"/>
                  </a:cubicBezTo>
                  <a:cubicBezTo>
                    <a:pt x="2739" y="11216"/>
                    <a:pt x="2703" y="11252"/>
                    <a:pt x="2667" y="11252"/>
                  </a:cubicBezTo>
                  <a:lnTo>
                    <a:pt x="2632" y="11288"/>
                  </a:lnTo>
                  <a:cubicBezTo>
                    <a:pt x="2584" y="11335"/>
                    <a:pt x="2548" y="11335"/>
                    <a:pt x="2513" y="11371"/>
                  </a:cubicBezTo>
                  <a:cubicBezTo>
                    <a:pt x="2477" y="11407"/>
                    <a:pt x="2394" y="11442"/>
                    <a:pt x="2358" y="11478"/>
                  </a:cubicBezTo>
                  <a:cubicBezTo>
                    <a:pt x="2322" y="11526"/>
                    <a:pt x="2274" y="11561"/>
                    <a:pt x="2239" y="11561"/>
                  </a:cubicBezTo>
                  <a:cubicBezTo>
                    <a:pt x="2203" y="11597"/>
                    <a:pt x="2167" y="11633"/>
                    <a:pt x="2120" y="11680"/>
                  </a:cubicBezTo>
                  <a:cubicBezTo>
                    <a:pt x="2084" y="11716"/>
                    <a:pt x="2048" y="11752"/>
                    <a:pt x="2013" y="11752"/>
                  </a:cubicBezTo>
                  <a:cubicBezTo>
                    <a:pt x="2013" y="11788"/>
                    <a:pt x="1965" y="11788"/>
                    <a:pt x="1965" y="11835"/>
                  </a:cubicBezTo>
                  <a:cubicBezTo>
                    <a:pt x="1929" y="11835"/>
                    <a:pt x="1929" y="11871"/>
                    <a:pt x="1893" y="11871"/>
                  </a:cubicBezTo>
                  <a:cubicBezTo>
                    <a:pt x="1858" y="11907"/>
                    <a:pt x="1810" y="11942"/>
                    <a:pt x="1774" y="11990"/>
                  </a:cubicBezTo>
                  <a:cubicBezTo>
                    <a:pt x="1739" y="12026"/>
                    <a:pt x="1703" y="12026"/>
                    <a:pt x="1655" y="12061"/>
                  </a:cubicBezTo>
                  <a:cubicBezTo>
                    <a:pt x="1620" y="12097"/>
                    <a:pt x="1620" y="12145"/>
                    <a:pt x="1584" y="12180"/>
                  </a:cubicBezTo>
                  <a:cubicBezTo>
                    <a:pt x="1548" y="12216"/>
                    <a:pt x="1501" y="12252"/>
                    <a:pt x="1465" y="12300"/>
                  </a:cubicBezTo>
                  <a:cubicBezTo>
                    <a:pt x="1429" y="12335"/>
                    <a:pt x="1393" y="12335"/>
                    <a:pt x="1346" y="12371"/>
                  </a:cubicBezTo>
                  <a:lnTo>
                    <a:pt x="1346" y="12407"/>
                  </a:lnTo>
                  <a:cubicBezTo>
                    <a:pt x="1310" y="12454"/>
                    <a:pt x="1274" y="12454"/>
                    <a:pt x="1274" y="12490"/>
                  </a:cubicBezTo>
                  <a:cubicBezTo>
                    <a:pt x="1239" y="12526"/>
                    <a:pt x="1191" y="12561"/>
                    <a:pt x="1155" y="12609"/>
                  </a:cubicBezTo>
                  <a:cubicBezTo>
                    <a:pt x="1120" y="12645"/>
                    <a:pt x="1084" y="12681"/>
                    <a:pt x="1084" y="12716"/>
                  </a:cubicBezTo>
                  <a:cubicBezTo>
                    <a:pt x="1036" y="12764"/>
                    <a:pt x="1000" y="12800"/>
                    <a:pt x="965" y="12835"/>
                  </a:cubicBezTo>
                  <a:cubicBezTo>
                    <a:pt x="929" y="12871"/>
                    <a:pt x="929" y="12919"/>
                    <a:pt x="881" y="12954"/>
                  </a:cubicBezTo>
                  <a:cubicBezTo>
                    <a:pt x="846" y="12954"/>
                    <a:pt x="846" y="12954"/>
                    <a:pt x="846" y="12990"/>
                  </a:cubicBezTo>
                  <a:cubicBezTo>
                    <a:pt x="810" y="13026"/>
                    <a:pt x="774" y="13073"/>
                    <a:pt x="774" y="13109"/>
                  </a:cubicBezTo>
                  <a:cubicBezTo>
                    <a:pt x="727" y="13145"/>
                    <a:pt x="691" y="13181"/>
                    <a:pt x="691" y="13228"/>
                  </a:cubicBezTo>
                  <a:cubicBezTo>
                    <a:pt x="655" y="13264"/>
                    <a:pt x="619" y="13300"/>
                    <a:pt x="619" y="13335"/>
                  </a:cubicBezTo>
                  <a:lnTo>
                    <a:pt x="572" y="13335"/>
                  </a:lnTo>
                  <a:lnTo>
                    <a:pt x="572" y="13383"/>
                  </a:lnTo>
                  <a:cubicBezTo>
                    <a:pt x="572" y="13383"/>
                    <a:pt x="536" y="13419"/>
                    <a:pt x="536" y="13454"/>
                  </a:cubicBezTo>
                  <a:cubicBezTo>
                    <a:pt x="500" y="13490"/>
                    <a:pt x="500" y="13538"/>
                    <a:pt x="465" y="13574"/>
                  </a:cubicBezTo>
                  <a:cubicBezTo>
                    <a:pt x="417" y="13609"/>
                    <a:pt x="417" y="13645"/>
                    <a:pt x="381" y="13728"/>
                  </a:cubicBezTo>
                  <a:cubicBezTo>
                    <a:pt x="346" y="13764"/>
                    <a:pt x="346" y="13800"/>
                    <a:pt x="310" y="13847"/>
                  </a:cubicBezTo>
                  <a:cubicBezTo>
                    <a:pt x="310" y="13883"/>
                    <a:pt x="262" y="13955"/>
                    <a:pt x="262" y="14002"/>
                  </a:cubicBezTo>
                  <a:cubicBezTo>
                    <a:pt x="227" y="14002"/>
                    <a:pt x="227" y="14038"/>
                    <a:pt x="227" y="14038"/>
                  </a:cubicBezTo>
                  <a:lnTo>
                    <a:pt x="227" y="14074"/>
                  </a:lnTo>
                  <a:cubicBezTo>
                    <a:pt x="191" y="14109"/>
                    <a:pt x="191" y="14157"/>
                    <a:pt x="191" y="14157"/>
                  </a:cubicBezTo>
                  <a:cubicBezTo>
                    <a:pt x="155" y="14228"/>
                    <a:pt x="155" y="14264"/>
                    <a:pt x="119" y="14347"/>
                  </a:cubicBezTo>
                  <a:lnTo>
                    <a:pt x="119" y="14383"/>
                  </a:lnTo>
                  <a:lnTo>
                    <a:pt x="119" y="14419"/>
                  </a:lnTo>
                  <a:cubicBezTo>
                    <a:pt x="72" y="14466"/>
                    <a:pt x="72" y="14502"/>
                    <a:pt x="72" y="14502"/>
                  </a:cubicBezTo>
                  <a:cubicBezTo>
                    <a:pt x="72" y="14574"/>
                    <a:pt x="36" y="14609"/>
                    <a:pt x="36" y="14693"/>
                  </a:cubicBezTo>
                  <a:lnTo>
                    <a:pt x="36" y="14728"/>
                  </a:lnTo>
                  <a:lnTo>
                    <a:pt x="36" y="14812"/>
                  </a:lnTo>
                  <a:cubicBezTo>
                    <a:pt x="0" y="14847"/>
                    <a:pt x="0" y="14883"/>
                    <a:pt x="0" y="14967"/>
                  </a:cubicBezTo>
                  <a:lnTo>
                    <a:pt x="0" y="15002"/>
                  </a:lnTo>
                  <a:lnTo>
                    <a:pt x="0" y="15074"/>
                  </a:lnTo>
                  <a:lnTo>
                    <a:pt x="0" y="15121"/>
                  </a:lnTo>
                  <a:lnTo>
                    <a:pt x="0" y="15193"/>
                  </a:lnTo>
                  <a:lnTo>
                    <a:pt x="0" y="15312"/>
                  </a:lnTo>
                  <a:lnTo>
                    <a:pt x="0" y="15431"/>
                  </a:lnTo>
                  <a:lnTo>
                    <a:pt x="0" y="15467"/>
                  </a:lnTo>
                  <a:cubicBezTo>
                    <a:pt x="0" y="15538"/>
                    <a:pt x="36" y="15621"/>
                    <a:pt x="36" y="15693"/>
                  </a:cubicBezTo>
                  <a:lnTo>
                    <a:pt x="465" y="17860"/>
                  </a:lnTo>
                  <a:cubicBezTo>
                    <a:pt x="465" y="17741"/>
                    <a:pt x="417" y="17669"/>
                    <a:pt x="417" y="17550"/>
                  </a:cubicBezTo>
                  <a:lnTo>
                    <a:pt x="417" y="17479"/>
                  </a:lnTo>
                  <a:lnTo>
                    <a:pt x="417" y="17276"/>
                  </a:lnTo>
                  <a:lnTo>
                    <a:pt x="417" y="17169"/>
                  </a:lnTo>
                  <a:cubicBezTo>
                    <a:pt x="417" y="17086"/>
                    <a:pt x="417" y="17014"/>
                    <a:pt x="465" y="16931"/>
                  </a:cubicBezTo>
                  <a:lnTo>
                    <a:pt x="465" y="16860"/>
                  </a:lnTo>
                  <a:cubicBezTo>
                    <a:pt x="465" y="16741"/>
                    <a:pt x="500" y="16669"/>
                    <a:pt x="536" y="16550"/>
                  </a:cubicBezTo>
                  <a:lnTo>
                    <a:pt x="536" y="16514"/>
                  </a:lnTo>
                  <a:cubicBezTo>
                    <a:pt x="572" y="16431"/>
                    <a:pt x="619" y="16312"/>
                    <a:pt x="655" y="16205"/>
                  </a:cubicBezTo>
                  <a:lnTo>
                    <a:pt x="655" y="16157"/>
                  </a:lnTo>
                  <a:cubicBezTo>
                    <a:pt x="691" y="16050"/>
                    <a:pt x="774" y="15967"/>
                    <a:pt x="810" y="15848"/>
                  </a:cubicBezTo>
                  <a:cubicBezTo>
                    <a:pt x="881" y="15740"/>
                    <a:pt x="929" y="15621"/>
                    <a:pt x="1000" y="15502"/>
                  </a:cubicBezTo>
                  <a:lnTo>
                    <a:pt x="1000" y="15467"/>
                  </a:lnTo>
                  <a:cubicBezTo>
                    <a:pt x="1084" y="15348"/>
                    <a:pt x="1155" y="15228"/>
                    <a:pt x="1239" y="15121"/>
                  </a:cubicBezTo>
                  <a:cubicBezTo>
                    <a:pt x="1393" y="14919"/>
                    <a:pt x="1584" y="14728"/>
                    <a:pt x="1774" y="14502"/>
                  </a:cubicBezTo>
                  <a:cubicBezTo>
                    <a:pt x="1929" y="14312"/>
                    <a:pt x="2167" y="14109"/>
                    <a:pt x="2358" y="13919"/>
                  </a:cubicBezTo>
                  <a:cubicBezTo>
                    <a:pt x="2584" y="13728"/>
                    <a:pt x="2822" y="13538"/>
                    <a:pt x="3048" y="13383"/>
                  </a:cubicBezTo>
                  <a:lnTo>
                    <a:pt x="3048" y="13335"/>
                  </a:lnTo>
                  <a:cubicBezTo>
                    <a:pt x="3322" y="13181"/>
                    <a:pt x="3548" y="12990"/>
                    <a:pt x="3822" y="12835"/>
                  </a:cubicBezTo>
                  <a:lnTo>
                    <a:pt x="3822" y="12800"/>
                  </a:lnTo>
                  <a:cubicBezTo>
                    <a:pt x="4096" y="12645"/>
                    <a:pt x="4370" y="12490"/>
                    <a:pt x="4680" y="12335"/>
                  </a:cubicBezTo>
                  <a:lnTo>
                    <a:pt x="4680" y="12300"/>
                  </a:lnTo>
                  <a:cubicBezTo>
                    <a:pt x="4989" y="12145"/>
                    <a:pt x="5251" y="11990"/>
                    <a:pt x="5561" y="11835"/>
                  </a:cubicBezTo>
                  <a:lnTo>
                    <a:pt x="5596" y="11835"/>
                  </a:lnTo>
                  <a:cubicBezTo>
                    <a:pt x="5906" y="11680"/>
                    <a:pt x="6215" y="11526"/>
                    <a:pt x="6525" y="11407"/>
                  </a:cubicBezTo>
                  <a:cubicBezTo>
                    <a:pt x="6882" y="11252"/>
                    <a:pt x="7192" y="11133"/>
                    <a:pt x="7537" y="11026"/>
                  </a:cubicBezTo>
                  <a:cubicBezTo>
                    <a:pt x="7537" y="10978"/>
                    <a:pt x="7537" y="10978"/>
                    <a:pt x="7573" y="10978"/>
                  </a:cubicBezTo>
                  <a:cubicBezTo>
                    <a:pt x="7882" y="10871"/>
                    <a:pt x="8192" y="10752"/>
                    <a:pt x="8537" y="10668"/>
                  </a:cubicBezTo>
                  <a:cubicBezTo>
                    <a:pt x="8656" y="10633"/>
                    <a:pt x="8728" y="10597"/>
                    <a:pt x="8847" y="10561"/>
                  </a:cubicBezTo>
                  <a:cubicBezTo>
                    <a:pt x="9085" y="10478"/>
                    <a:pt x="9311" y="10406"/>
                    <a:pt x="9549" y="10359"/>
                  </a:cubicBezTo>
                  <a:cubicBezTo>
                    <a:pt x="9656" y="10323"/>
                    <a:pt x="9811" y="10287"/>
                    <a:pt x="9930" y="10252"/>
                  </a:cubicBezTo>
                  <a:cubicBezTo>
                    <a:pt x="10156" y="10168"/>
                    <a:pt x="10359" y="10133"/>
                    <a:pt x="10585" y="10097"/>
                  </a:cubicBezTo>
                  <a:cubicBezTo>
                    <a:pt x="10704" y="10049"/>
                    <a:pt x="10859" y="10014"/>
                    <a:pt x="11014" y="9978"/>
                  </a:cubicBezTo>
                  <a:cubicBezTo>
                    <a:pt x="11204" y="9942"/>
                    <a:pt x="11442" y="9894"/>
                    <a:pt x="11668" y="9859"/>
                  </a:cubicBezTo>
                  <a:cubicBezTo>
                    <a:pt x="11788" y="9823"/>
                    <a:pt x="11942" y="9787"/>
                    <a:pt x="12061" y="9787"/>
                  </a:cubicBezTo>
                  <a:cubicBezTo>
                    <a:pt x="12371" y="9704"/>
                    <a:pt x="12716" y="9668"/>
                    <a:pt x="13026" y="9633"/>
                  </a:cubicBezTo>
                  <a:lnTo>
                    <a:pt x="13062" y="9633"/>
                  </a:lnTo>
                  <a:cubicBezTo>
                    <a:pt x="13443" y="9549"/>
                    <a:pt x="13800" y="9513"/>
                    <a:pt x="14181" y="9478"/>
                  </a:cubicBezTo>
                  <a:cubicBezTo>
                    <a:pt x="14955" y="9394"/>
                    <a:pt x="15729" y="9359"/>
                    <a:pt x="16467" y="9359"/>
                  </a:cubicBezTo>
                  <a:lnTo>
                    <a:pt x="161437" y="9359"/>
                  </a:lnTo>
                  <a:cubicBezTo>
                    <a:pt x="161556" y="9323"/>
                    <a:pt x="161628" y="9323"/>
                    <a:pt x="161747" y="9323"/>
                  </a:cubicBezTo>
                  <a:lnTo>
                    <a:pt x="162021" y="9323"/>
                  </a:lnTo>
                  <a:cubicBezTo>
                    <a:pt x="162211" y="9323"/>
                    <a:pt x="162402" y="9323"/>
                    <a:pt x="162592" y="9275"/>
                  </a:cubicBezTo>
                  <a:cubicBezTo>
                    <a:pt x="162795" y="9275"/>
                    <a:pt x="162985" y="9275"/>
                    <a:pt x="163176" y="9240"/>
                  </a:cubicBezTo>
                  <a:cubicBezTo>
                    <a:pt x="163366" y="9240"/>
                    <a:pt x="163521" y="9240"/>
                    <a:pt x="163723" y="9204"/>
                  </a:cubicBezTo>
                  <a:lnTo>
                    <a:pt x="163830" y="9204"/>
                  </a:lnTo>
                  <a:cubicBezTo>
                    <a:pt x="164068" y="9204"/>
                    <a:pt x="164295" y="9168"/>
                    <a:pt x="164485" y="9168"/>
                  </a:cubicBezTo>
                  <a:cubicBezTo>
                    <a:pt x="164723" y="9132"/>
                    <a:pt x="164914" y="9132"/>
                    <a:pt x="165152" y="9085"/>
                  </a:cubicBezTo>
                  <a:cubicBezTo>
                    <a:pt x="165307" y="9085"/>
                    <a:pt x="165414" y="9049"/>
                    <a:pt x="165569" y="9049"/>
                  </a:cubicBezTo>
                  <a:lnTo>
                    <a:pt x="165652" y="9049"/>
                  </a:lnTo>
                  <a:cubicBezTo>
                    <a:pt x="165688" y="9013"/>
                    <a:pt x="165723" y="9013"/>
                    <a:pt x="165771" y="9013"/>
                  </a:cubicBezTo>
                  <a:cubicBezTo>
                    <a:pt x="166081" y="8978"/>
                    <a:pt x="166390" y="8930"/>
                    <a:pt x="166688" y="8894"/>
                  </a:cubicBezTo>
                  <a:cubicBezTo>
                    <a:pt x="166890" y="8859"/>
                    <a:pt x="167081" y="8823"/>
                    <a:pt x="167271" y="8823"/>
                  </a:cubicBezTo>
                  <a:cubicBezTo>
                    <a:pt x="167307" y="8823"/>
                    <a:pt x="167355" y="8775"/>
                    <a:pt x="167390" y="8775"/>
                  </a:cubicBezTo>
                  <a:lnTo>
                    <a:pt x="167509" y="8775"/>
                  </a:lnTo>
                  <a:cubicBezTo>
                    <a:pt x="167509" y="8775"/>
                    <a:pt x="167545" y="8775"/>
                    <a:pt x="167581" y="8740"/>
                  </a:cubicBezTo>
                  <a:cubicBezTo>
                    <a:pt x="167700" y="8740"/>
                    <a:pt x="167771" y="8740"/>
                    <a:pt x="167890" y="8704"/>
                  </a:cubicBezTo>
                  <a:cubicBezTo>
                    <a:pt x="168045" y="8668"/>
                    <a:pt x="168200" y="8668"/>
                    <a:pt x="168355" y="8621"/>
                  </a:cubicBezTo>
                  <a:cubicBezTo>
                    <a:pt x="168390" y="8621"/>
                    <a:pt x="168438" y="8621"/>
                    <a:pt x="168474" y="8585"/>
                  </a:cubicBezTo>
                  <a:cubicBezTo>
                    <a:pt x="168545" y="8585"/>
                    <a:pt x="168629" y="8549"/>
                    <a:pt x="168748" y="8549"/>
                  </a:cubicBezTo>
                  <a:cubicBezTo>
                    <a:pt x="168855" y="8513"/>
                    <a:pt x="169010" y="8466"/>
                    <a:pt x="169164" y="8466"/>
                  </a:cubicBezTo>
                  <a:cubicBezTo>
                    <a:pt x="169200" y="8430"/>
                    <a:pt x="169248" y="8430"/>
                    <a:pt x="169283" y="8430"/>
                  </a:cubicBezTo>
                  <a:cubicBezTo>
                    <a:pt x="169355" y="8430"/>
                    <a:pt x="169402" y="8394"/>
                    <a:pt x="169474" y="8394"/>
                  </a:cubicBezTo>
                  <a:cubicBezTo>
                    <a:pt x="169664" y="8359"/>
                    <a:pt x="169867" y="8275"/>
                    <a:pt x="170057" y="8240"/>
                  </a:cubicBezTo>
                  <a:cubicBezTo>
                    <a:pt x="170176" y="8204"/>
                    <a:pt x="170284" y="8204"/>
                    <a:pt x="170367" y="8156"/>
                  </a:cubicBezTo>
                  <a:cubicBezTo>
                    <a:pt x="170557" y="8120"/>
                    <a:pt x="170748" y="8049"/>
                    <a:pt x="170950" y="8001"/>
                  </a:cubicBezTo>
                  <a:cubicBezTo>
                    <a:pt x="170986" y="8001"/>
                    <a:pt x="171057" y="7966"/>
                    <a:pt x="171141" y="7966"/>
                  </a:cubicBezTo>
                  <a:cubicBezTo>
                    <a:pt x="171141" y="7966"/>
                    <a:pt x="171177" y="7930"/>
                    <a:pt x="171212" y="7930"/>
                  </a:cubicBezTo>
                  <a:cubicBezTo>
                    <a:pt x="171450" y="7847"/>
                    <a:pt x="171677" y="7775"/>
                    <a:pt x="171915" y="7739"/>
                  </a:cubicBezTo>
                  <a:cubicBezTo>
                    <a:pt x="171915" y="7692"/>
                    <a:pt x="171950" y="7692"/>
                    <a:pt x="171986" y="7692"/>
                  </a:cubicBezTo>
                  <a:cubicBezTo>
                    <a:pt x="172260" y="7620"/>
                    <a:pt x="172486" y="7501"/>
                    <a:pt x="172724" y="7430"/>
                  </a:cubicBezTo>
                  <a:lnTo>
                    <a:pt x="172796" y="7430"/>
                  </a:lnTo>
                  <a:cubicBezTo>
                    <a:pt x="172843" y="7382"/>
                    <a:pt x="172879" y="7347"/>
                    <a:pt x="172951" y="7347"/>
                  </a:cubicBezTo>
                  <a:cubicBezTo>
                    <a:pt x="173070" y="7311"/>
                    <a:pt x="173189" y="7275"/>
                    <a:pt x="173308" y="7192"/>
                  </a:cubicBezTo>
                  <a:cubicBezTo>
                    <a:pt x="173343" y="7192"/>
                    <a:pt x="173379" y="7156"/>
                    <a:pt x="173463" y="7156"/>
                  </a:cubicBezTo>
                  <a:cubicBezTo>
                    <a:pt x="173534" y="7120"/>
                    <a:pt x="173617" y="7073"/>
                    <a:pt x="173689" y="7037"/>
                  </a:cubicBezTo>
                  <a:cubicBezTo>
                    <a:pt x="173844" y="6966"/>
                    <a:pt x="173963" y="6918"/>
                    <a:pt x="174117" y="6846"/>
                  </a:cubicBezTo>
                  <a:cubicBezTo>
                    <a:pt x="174153" y="6811"/>
                    <a:pt x="174236" y="6811"/>
                    <a:pt x="174272" y="6763"/>
                  </a:cubicBezTo>
                  <a:cubicBezTo>
                    <a:pt x="174272" y="6763"/>
                    <a:pt x="174308" y="6763"/>
                    <a:pt x="174344" y="6727"/>
                  </a:cubicBezTo>
                  <a:cubicBezTo>
                    <a:pt x="174498" y="6656"/>
                    <a:pt x="174653" y="6573"/>
                    <a:pt x="174772" y="6501"/>
                  </a:cubicBezTo>
                  <a:cubicBezTo>
                    <a:pt x="174844" y="6501"/>
                    <a:pt x="174891" y="6454"/>
                    <a:pt x="174963" y="6418"/>
                  </a:cubicBezTo>
                  <a:cubicBezTo>
                    <a:pt x="175153" y="6311"/>
                    <a:pt x="175356" y="6227"/>
                    <a:pt x="175546" y="6108"/>
                  </a:cubicBezTo>
                  <a:cubicBezTo>
                    <a:pt x="175582" y="6073"/>
                    <a:pt x="175582" y="6037"/>
                    <a:pt x="175618" y="6037"/>
                  </a:cubicBezTo>
                  <a:cubicBezTo>
                    <a:pt x="175772" y="5954"/>
                    <a:pt x="175891" y="5882"/>
                    <a:pt x="176010" y="5763"/>
                  </a:cubicBezTo>
                  <a:lnTo>
                    <a:pt x="176046" y="5763"/>
                  </a:lnTo>
                  <a:cubicBezTo>
                    <a:pt x="176130" y="5727"/>
                    <a:pt x="176165" y="5692"/>
                    <a:pt x="176201" y="5644"/>
                  </a:cubicBezTo>
                  <a:cubicBezTo>
                    <a:pt x="176284" y="5573"/>
                    <a:pt x="176391" y="5537"/>
                    <a:pt x="176475" y="5453"/>
                  </a:cubicBezTo>
                  <a:cubicBezTo>
                    <a:pt x="176511" y="5418"/>
                    <a:pt x="176546" y="5418"/>
                    <a:pt x="176546" y="5418"/>
                  </a:cubicBezTo>
                  <a:cubicBezTo>
                    <a:pt x="176594" y="5382"/>
                    <a:pt x="176630" y="5334"/>
                    <a:pt x="176665" y="5299"/>
                  </a:cubicBezTo>
                  <a:cubicBezTo>
                    <a:pt x="176749" y="5227"/>
                    <a:pt x="176820" y="5180"/>
                    <a:pt x="176903" y="5108"/>
                  </a:cubicBezTo>
                  <a:cubicBezTo>
                    <a:pt x="176939" y="5072"/>
                    <a:pt x="176975" y="5072"/>
                    <a:pt x="176975" y="5025"/>
                  </a:cubicBezTo>
                  <a:cubicBezTo>
                    <a:pt x="177011" y="4989"/>
                    <a:pt x="177046" y="4989"/>
                    <a:pt x="177094" y="4953"/>
                  </a:cubicBezTo>
                  <a:cubicBezTo>
                    <a:pt x="177130" y="4918"/>
                    <a:pt x="177165" y="4870"/>
                    <a:pt x="177201" y="4834"/>
                  </a:cubicBezTo>
                  <a:cubicBezTo>
                    <a:pt x="177249" y="4799"/>
                    <a:pt x="177284" y="4763"/>
                    <a:pt x="177320" y="4763"/>
                  </a:cubicBezTo>
                  <a:cubicBezTo>
                    <a:pt x="177320" y="4715"/>
                    <a:pt x="177356" y="4680"/>
                    <a:pt x="177403" y="4644"/>
                  </a:cubicBezTo>
                  <a:cubicBezTo>
                    <a:pt x="177439" y="4644"/>
                    <a:pt x="177439" y="4608"/>
                    <a:pt x="177475" y="4560"/>
                  </a:cubicBezTo>
                  <a:cubicBezTo>
                    <a:pt x="177511" y="4525"/>
                    <a:pt x="177558" y="4489"/>
                    <a:pt x="177558" y="4453"/>
                  </a:cubicBezTo>
                  <a:cubicBezTo>
                    <a:pt x="177594" y="4453"/>
                    <a:pt x="177630" y="4406"/>
                    <a:pt x="177630" y="4406"/>
                  </a:cubicBezTo>
                  <a:cubicBezTo>
                    <a:pt x="177665" y="4334"/>
                    <a:pt x="177749" y="4299"/>
                    <a:pt x="177784" y="4215"/>
                  </a:cubicBezTo>
                  <a:cubicBezTo>
                    <a:pt x="177784" y="4215"/>
                    <a:pt x="177820" y="4179"/>
                    <a:pt x="177820" y="4144"/>
                  </a:cubicBezTo>
                  <a:lnTo>
                    <a:pt x="177868" y="4144"/>
                  </a:lnTo>
                  <a:cubicBezTo>
                    <a:pt x="177939" y="4060"/>
                    <a:pt x="178023" y="3941"/>
                    <a:pt x="178058" y="3870"/>
                  </a:cubicBezTo>
                  <a:cubicBezTo>
                    <a:pt x="178058" y="3870"/>
                    <a:pt x="178058" y="3834"/>
                    <a:pt x="178094" y="3834"/>
                  </a:cubicBezTo>
                  <a:cubicBezTo>
                    <a:pt x="178094" y="3834"/>
                    <a:pt x="178130" y="3787"/>
                    <a:pt x="178130" y="3751"/>
                  </a:cubicBezTo>
                  <a:cubicBezTo>
                    <a:pt x="178177" y="3715"/>
                    <a:pt x="178213" y="3632"/>
                    <a:pt x="178249" y="3596"/>
                  </a:cubicBezTo>
                  <a:cubicBezTo>
                    <a:pt x="178249" y="3560"/>
                    <a:pt x="178285" y="3525"/>
                    <a:pt x="178285" y="3525"/>
                  </a:cubicBezTo>
                  <a:cubicBezTo>
                    <a:pt x="178332" y="3477"/>
                    <a:pt x="178332" y="3441"/>
                    <a:pt x="178368" y="3441"/>
                  </a:cubicBezTo>
                  <a:cubicBezTo>
                    <a:pt x="178368" y="3406"/>
                    <a:pt x="178368" y="3370"/>
                    <a:pt x="178404" y="3370"/>
                  </a:cubicBezTo>
                  <a:cubicBezTo>
                    <a:pt x="178439" y="3287"/>
                    <a:pt x="178487" y="3215"/>
                    <a:pt x="178523" y="3132"/>
                  </a:cubicBezTo>
                  <a:lnTo>
                    <a:pt x="178523" y="3096"/>
                  </a:lnTo>
                  <a:lnTo>
                    <a:pt x="178558" y="3060"/>
                  </a:lnTo>
                  <a:cubicBezTo>
                    <a:pt x="178558" y="3013"/>
                    <a:pt x="178594" y="2941"/>
                    <a:pt x="178642" y="2906"/>
                  </a:cubicBezTo>
                  <a:cubicBezTo>
                    <a:pt x="178642" y="2870"/>
                    <a:pt x="178677" y="2822"/>
                    <a:pt x="178677" y="2786"/>
                  </a:cubicBezTo>
                  <a:cubicBezTo>
                    <a:pt x="178677" y="2751"/>
                    <a:pt x="178677" y="2715"/>
                    <a:pt x="178713" y="2715"/>
                  </a:cubicBezTo>
                  <a:lnTo>
                    <a:pt x="178713" y="2667"/>
                  </a:lnTo>
                  <a:cubicBezTo>
                    <a:pt x="178749" y="2596"/>
                    <a:pt x="178749" y="2560"/>
                    <a:pt x="178797" y="2477"/>
                  </a:cubicBezTo>
                  <a:cubicBezTo>
                    <a:pt x="178797" y="2441"/>
                    <a:pt x="178797" y="2405"/>
                    <a:pt x="178832" y="2358"/>
                  </a:cubicBezTo>
                  <a:lnTo>
                    <a:pt x="178832" y="2322"/>
                  </a:lnTo>
                  <a:cubicBezTo>
                    <a:pt x="178868" y="2251"/>
                    <a:pt x="178868" y="2203"/>
                    <a:pt x="178868" y="2132"/>
                  </a:cubicBezTo>
                  <a:cubicBezTo>
                    <a:pt x="178904" y="2096"/>
                    <a:pt x="178904" y="2013"/>
                    <a:pt x="178904" y="1977"/>
                  </a:cubicBezTo>
                  <a:lnTo>
                    <a:pt x="179208" y="446"/>
                  </a:lnTo>
                  <a:close/>
                </a:path>
              </a:pathLst>
            </a:custGeom>
            <a:solidFill>
              <a:srgbClr val="353535"/>
            </a:solidFill>
            <a:ln>
              <a:noFill/>
            </a:ln>
          </p:spPr>
          <p:txBody>
            <a:bodyPr spcFirstLastPara="1" wrap="square" lIns="121900" tIns="121900" rIns="121900" bIns="121900" anchor="ctr" anchorCtr="0">
              <a:noAutofit/>
            </a:bodyPr>
            <a:lstStyle/>
            <a:p>
              <a:endParaRPr sz="2400"/>
            </a:p>
          </p:txBody>
        </p:sp>
        <p:sp>
          <p:nvSpPr>
            <p:cNvPr id="73" name="Google Shape;1078;p33">
              <a:extLst>
                <a:ext uri="{FF2B5EF4-FFF2-40B4-BE49-F238E27FC236}">
                  <a16:creationId xmlns:a16="http://schemas.microsoft.com/office/drawing/2014/main" id="{6CF1E811-DFF7-4C86-9788-B0E6568D29B3}"/>
                </a:ext>
              </a:extLst>
            </p:cNvPr>
            <p:cNvSpPr/>
            <p:nvPr/>
          </p:nvSpPr>
          <p:spPr>
            <a:xfrm>
              <a:off x="1878213" y="3795200"/>
              <a:ext cx="5501000" cy="286075"/>
            </a:xfrm>
            <a:custGeom>
              <a:avLst/>
              <a:gdLst/>
              <a:ahLst/>
              <a:cxnLst/>
              <a:rect l="l" t="t" r="r" b="b"/>
              <a:pathLst>
                <a:path w="220040" h="11443" extrusionOk="0">
                  <a:moveTo>
                    <a:pt x="0" y="0"/>
                  </a:moveTo>
                  <a:lnTo>
                    <a:pt x="0" y="0"/>
                  </a:lnTo>
                  <a:cubicBezTo>
                    <a:pt x="155" y="739"/>
                    <a:pt x="345" y="1477"/>
                    <a:pt x="548" y="2203"/>
                  </a:cubicBezTo>
                  <a:cubicBezTo>
                    <a:pt x="584" y="2405"/>
                    <a:pt x="619" y="2560"/>
                    <a:pt x="703" y="2715"/>
                  </a:cubicBezTo>
                  <a:cubicBezTo>
                    <a:pt x="703" y="2751"/>
                    <a:pt x="738" y="2822"/>
                    <a:pt x="738" y="2870"/>
                  </a:cubicBezTo>
                  <a:cubicBezTo>
                    <a:pt x="774" y="2977"/>
                    <a:pt x="810" y="3096"/>
                    <a:pt x="857" y="3179"/>
                  </a:cubicBezTo>
                  <a:cubicBezTo>
                    <a:pt x="857" y="3215"/>
                    <a:pt x="893" y="3215"/>
                    <a:pt x="893" y="3215"/>
                  </a:cubicBezTo>
                  <a:cubicBezTo>
                    <a:pt x="893" y="3251"/>
                    <a:pt x="929" y="3286"/>
                    <a:pt x="929" y="3370"/>
                  </a:cubicBezTo>
                  <a:cubicBezTo>
                    <a:pt x="1012" y="3441"/>
                    <a:pt x="1048" y="3560"/>
                    <a:pt x="1084" y="3679"/>
                  </a:cubicBezTo>
                  <a:cubicBezTo>
                    <a:pt x="1119" y="3715"/>
                    <a:pt x="1167" y="3798"/>
                    <a:pt x="1203" y="3870"/>
                  </a:cubicBezTo>
                  <a:cubicBezTo>
                    <a:pt x="1238" y="3953"/>
                    <a:pt x="1274" y="4025"/>
                    <a:pt x="1358" y="4144"/>
                  </a:cubicBezTo>
                  <a:cubicBezTo>
                    <a:pt x="1393" y="4215"/>
                    <a:pt x="1429" y="4263"/>
                    <a:pt x="1477" y="4334"/>
                  </a:cubicBezTo>
                  <a:cubicBezTo>
                    <a:pt x="1512" y="4418"/>
                    <a:pt x="1584" y="4489"/>
                    <a:pt x="1619" y="4608"/>
                  </a:cubicBezTo>
                  <a:cubicBezTo>
                    <a:pt x="1667" y="4644"/>
                    <a:pt x="1739" y="4727"/>
                    <a:pt x="1774" y="4799"/>
                  </a:cubicBezTo>
                  <a:cubicBezTo>
                    <a:pt x="1822" y="4882"/>
                    <a:pt x="1893" y="4953"/>
                    <a:pt x="1977" y="5025"/>
                  </a:cubicBezTo>
                  <a:lnTo>
                    <a:pt x="1977" y="5072"/>
                  </a:lnTo>
                  <a:cubicBezTo>
                    <a:pt x="2012" y="5108"/>
                    <a:pt x="2084" y="5180"/>
                    <a:pt x="2131" y="5227"/>
                  </a:cubicBezTo>
                  <a:cubicBezTo>
                    <a:pt x="2167" y="5299"/>
                    <a:pt x="2239" y="5382"/>
                    <a:pt x="2322" y="5453"/>
                  </a:cubicBezTo>
                  <a:cubicBezTo>
                    <a:pt x="2358" y="5537"/>
                    <a:pt x="2441" y="5608"/>
                    <a:pt x="2512" y="5644"/>
                  </a:cubicBezTo>
                  <a:cubicBezTo>
                    <a:pt x="2548" y="5727"/>
                    <a:pt x="2596" y="5763"/>
                    <a:pt x="2667" y="5846"/>
                  </a:cubicBezTo>
                  <a:lnTo>
                    <a:pt x="2703" y="5882"/>
                  </a:lnTo>
                  <a:cubicBezTo>
                    <a:pt x="2751" y="5918"/>
                    <a:pt x="2751" y="5918"/>
                    <a:pt x="2786" y="5953"/>
                  </a:cubicBezTo>
                  <a:cubicBezTo>
                    <a:pt x="2822" y="6001"/>
                    <a:pt x="2905" y="6073"/>
                    <a:pt x="2941" y="6108"/>
                  </a:cubicBezTo>
                  <a:cubicBezTo>
                    <a:pt x="3012" y="6192"/>
                    <a:pt x="3060" y="6227"/>
                    <a:pt x="3132" y="6263"/>
                  </a:cubicBezTo>
                  <a:cubicBezTo>
                    <a:pt x="3132" y="6311"/>
                    <a:pt x="3167" y="6311"/>
                    <a:pt x="3167" y="6311"/>
                  </a:cubicBezTo>
                  <a:cubicBezTo>
                    <a:pt x="3251" y="6382"/>
                    <a:pt x="3322" y="6465"/>
                    <a:pt x="3405" y="6537"/>
                  </a:cubicBezTo>
                  <a:cubicBezTo>
                    <a:pt x="3477" y="6573"/>
                    <a:pt x="3524" y="6620"/>
                    <a:pt x="3596" y="6692"/>
                  </a:cubicBezTo>
                  <a:cubicBezTo>
                    <a:pt x="3715" y="6775"/>
                    <a:pt x="3786" y="6846"/>
                    <a:pt x="3905" y="6930"/>
                  </a:cubicBezTo>
                  <a:cubicBezTo>
                    <a:pt x="3941" y="6966"/>
                    <a:pt x="4025" y="7001"/>
                    <a:pt x="4060" y="7037"/>
                  </a:cubicBezTo>
                  <a:cubicBezTo>
                    <a:pt x="4060" y="7037"/>
                    <a:pt x="4096" y="7037"/>
                    <a:pt x="4096" y="7085"/>
                  </a:cubicBezTo>
                  <a:cubicBezTo>
                    <a:pt x="4251" y="7156"/>
                    <a:pt x="4406" y="7275"/>
                    <a:pt x="4560" y="7394"/>
                  </a:cubicBezTo>
                  <a:lnTo>
                    <a:pt x="4596" y="7430"/>
                  </a:lnTo>
                  <a:cubicBezTo>
                    <a:pt x="4715" y="7501"/>
                    <a:pt x="4870" y="7585"/>
                    <a:pt x="4989" y="7704"/>
                  </a:cubicBezTo>
                  <a:cubicBezTo>
                    <a:pt x="5025" y="7704"/>
                    <a:pt x="5060" y="7739"/>
                    <a:pt x="5108" y="7739"/>
                  </a:cubicBezTo>
                  <a:cubicBezTo>
                    <a:pt x="5144" y="7775"/>
                    <a:pt x="5215" y="7811"/>
                    <a:pt x="5263" y="7811"/>
                  </a:cubicBezTo>
                  <a:cubicBezTo>
                    <a:pt x="5334" y="7847"/>
                    <a:pt x="5370" y="7894"/>
                    <a:pt x="5453" y="7930"/>
                  </a:cubicBezTo>
                  <a:cubicBezTo>
                    <a:pt x="5525" y="7966"/>
                    <a:pt x="5572" y="8001"/>
                    <a:pt x="5644" y="8049"/>
                  </a:cubicBezTo>
                  <a:cubicBezTo>
                    <a:pt x="5727" y="8085"/>
                    <a:pt x="5763" y="8120"/>
                    <a:pt x="5799" y="8156"/>
                  </a:cubicBezTo>
                  <a:cubicBezTo>
                    <a:pt x="5834" y="8156"/>
                    <a:pt x="5882" y="8204"/>
                    <a:pt x="5918" y="8204"/>
                  </a:cubicBezTo>
                  <a:cubicBezTo>
                    <a:pt x="6072" y="8275"/>
                    <a:pt x="6227" y="8359"/>
                    <a:pt x="6382" y="8430"/>
                  </a:cubicBezTo>
                  <a:cubicBezTo>
                    <a:pt x="6382" y="8466"/>
                    <a:pt x="6418" y="8466"/>
                    <a:pt x="6418" y="8466"/>
                  </a:cubicBezTo>
                  <a:cubicBezTo>
                    <a:pt x="6537" y="8513"/>
                    <a:pt x="6692" y="8585"/>
                    <a:pt x="6799" y="8668"/>
                  </a:cubicBezTo>
                  <a:cubicBezTo>
                    <a:pt x="6846" y="8668"/>
                    <a:pt x="6918" y="8704"/>
                    <a:pt x="7001" y="8740"/>
                  </a:cubicBezTo>
                  <a:cubicBezTo>
                    <a:pt x="7001" y="8740"/>
                    <a:pt x="7037" y="8740"/>
                    <a:pt x="7037" y="8775"/>
                  </a:cubicBezTo>
                  <a:lnTo>
                    <a:pt x="7108" y="8775"/>
                  </a:lnTo>
                  <a:cubicBezTo>
                    <a:pt x="7156" y="8823"/>
                    <a:pt x="7192" y="8823"/>
                    <a:pt x="7227" y="8859"/>
                  </a:cubicBezTo>
                  <a:cubicBezTo>
                    <a:pt x="7382" y="8930"/>
                    <a:pt x="7537" y="8978"/>
                    <a:pt x="7692" y="9049"/>
                  </a:cubicBezTo>
                  <a:lnTo>
                    <a:pt x="7727" y="9049"/>
                  </a:lnTo>
                  <a:cubicBezTo>
                    <a:pt x="7775" y="9085"/>
                    <a:pt x="7811" y="9085"/>
                    <a:pt x="7846" y="9085"/>
                  </a:cubicBezTo>
                  <a:cubicBezTo>
                    <a:pt x="7930" y="9168"/>
                    <a:pt x="8037" y="9204"/>
                    <a:pt x="8156" y="9240"/>
                  </a:cubicBezTo>
                  <a:cubicBezTo>
                    <a:pt x="8275" y="9287"/>
                    <a:pt x="8346" y="9323"/>
                    <a:pt x="8430" y="9323"/>
                  </a:cubicBezTo>
                  <a:cubicBezTo>
                    <a:pt x="8466" y="9359"/>
                    <a:pt x="8501" y="9359"/>
                    <a:pt x="8549" y="9359"/>
                  </a:cubicBezTo>
                  <a:cubicBezTo>
                    <a:pt x="8585" y="9394"/>
                    <a:pt x="8585" y="9394"/>
                    <a:pt x="8620" y="9394"/>
                  </a:cubicBezTo>
                  <a:cubicBezTo>
                    <a:pt x="8775" y="9478"/>
                    <a:pt x="8930" y="9513"/>
                    <a:pt x="9085" y="9549"/>
                  </a:cubicBezTo>
                  <a:cubicBezTo>
                    <a:pt x="9120" y="9597"/>
                    <a:pt x="9168" y="9597"/>
                    <a:pt x="9204" y="9632"/>
                  </a:cubicBezTo>
                  <a:lnTo>
                    <a:pt x="9359" y="9668"/>
                  </a:lnTo>
                  <a:cubicBezTo>
                    <a:pt x="9430" y="9668"/>
                    <a:pt x="9478" y="9704"/>
                    <a:pt x="9549" y="9704"/>
                  </a:cubicBezTo>
                  <a:cubicBezTo>
                    <a:pt x="9704" y="9787"/>
                    <a:pt x="9859" y="9823"/>
                    <a:pt x="10013" y="9859"/>
                  </a:cubicBezTo>
                  <a:cubicBezTo>
                    <a:pt x="10013" y="9859"/>
                    <a:pt x="10049" y="9859"/>
                    <a:pt x="10049" y="9906"/>
                  </a:cubicBezTo>
                  <a:lnTo>
                    <a:pt x="10132" y="9906"/>
                  </a:lnTo>
                  <a:cubicBezTo>
                    <a:pt x="10240" y="9942"/>
                    <a:pt x="10359" y="9978"/>
                    <a:pt x="10478" y="10013"/>
                  </a:cubicBezTo>
                  <a:cubicBezTo>
                    <a:pt x="10597" y="10061"/>
                    <a:pt x="10752" y="10097"/>
                    <a:pt x="10859" y="10133"/>
                  </a:cubicBezTo>
                  <a:lnTo>
                    <a:pt x="10942" y="10133"/>
                  </a:lnTo>
                  <a:cubicBezTo>
                    <a:pt x="11097" y="10168"/>
                    <a:pt x="11287" y="10216"/>
                    <a:pt x="11442" y="10252"/>
                  </a:cubicBezTo>
                  <a:cubicBezTo>
                    <a:pt x="11525" y="10287"/>
                    <a:pt x="11597" y="10287"/>
                    <a:pt x="11716" y="10323"/>
                  </a:cubicBezTo>
                  <a:cubicBezTo>
                    <a:pt x="11752" y="10323"/>
                    <a:pt x="11787" y="10371"/>
                    <a:pt x="11823" y="10371"/>
                  </a:cubicBezTo>
                  <a:lnTo>
                    <a:pt x="11942" y="10371"/>
                  </a:lnTo>
                  <a:cubicBezTo>
                    <a:pt x="12097" y="10406"/>
                    <a:pt x="12252" y="10442"/>
                    <a:pt x="12407" y="10478"/>
                  </a:cubicBezTo>
                  <a:cubicBezTo>
                    <a:pt x="12490" y="10525"/>
                    <a:pt x="12526" y="10525"/>
                    <a:pt x="12597" y="10525"/>
                  </a:cubicBezTo>
                  <a:cubicBezTo>
                    <a:pt x="12645" y="10561"/>
                    <a:pt x="12716" y="10561"/>
                    <a:pt x="12752" y="10561"/>
                  </a:cubicBezTo>
                  <a:cubicBezTo>
                    <a:pt x="12799" y="10561"/>
                    <a:pt x="12871" y="10597"/>
                    <a:pt x="12907" y="10597"/>
                  </a:cubicBezTo>
                  <a:cubicBezTo>
                    <a:pt x="13061" y="10633"/>
                    <a:pt x="13264" y="10680"/>
                    <a:pt x="13419" y="10680"/>
                  </a:cubicBezTo>
                  <a:cubicBezTo>
                    <a:pt x="13454" y="10716"/>
                    <a:pt x="13490" y="10716"/>
                    <a:pt x="13526" y="10716"/>
                  </a:cubicBezTo>
                  <a:lnTo>
                    <a:pt x="13609" y="10716"/>
                  </a:lnTo>
                  <a:cubicBezTo>
                    <a:pt x="13645" y="10716"/>
                    <a:pt x="13645" y="10752"/>
                    <a:pt x="13680" y="10752"/>
                  </a:cubicBezTo>
                  <a:cubicBezTo>
                    <a:pt x="13764" y="10752"/>
                    <a:pt x="13835" y="10752"/>
                    <a:pt x="13919" y="10787"/>
                  </a:cubicBezTo>
                  <a:cubicBezTo>
                    <a:pt x="14109" y="10823"/>
                    <a:pt x="14264" y="10823"/>
                    <a:pt x="14419" y="10871"/>
                  </a:cubicBezTo>
                  <a:lnTo>
                    <a:pt x="14538" y="10871"/>
                  </a:lnTo>
                  <a:cubicBezTo>
                    <a:pt x="14573" y="10906"/>
                    <a:pt x="14609" y="10906"/>
                    <a:pt x="14657" y="10906"/>
                  </a:cubicBezTo>
                  <a:cubicBezTo>
                    <a:pt x="14728" y="10906"/>
                    <a:pt x="14847" y="10942"/>
                    <a:pt x="14954" y="10942"/>
                  </a:cubicBezTo>
                  <a:cubicBezTo>
                    <a:pt x="15157" y="10978"/>
                    <a:pt x="15312" y="10978"/>
                    <a:pt x="15502" y="11026"/>
                  </a:cubicBezTo>
                  <a:lnTo>
                    <a:pt x="15621" y="11026"/>
                  </a:lnTo>
                  <a:cubicBezTo>
                    <a:pt x="15776" y="11061"/>
                    <a:pt x="15883" y="11061"/>
                    <a:pt x="16038" y="11097"/>
                  </a:cubicBezTo>
                  <a:cubicBezTo>
                    <a:pt x="16193" y="11097"/>
                    <a:pt x="16395" y="11133"/>
                    <a:pt x="16550" y="11133"/>
                  </a:cubicBezTo>
                  <a:lnTo>
                    <a:pt x="16586" y="11133"/>
                  </a:lnTo>
                  <a:cubicBezTo>
                    <a:pt x="16776" y="11180"/>
                    <a:pt x="16967" y="11180"/>
                    <a:pt x="17121" y="11216"/>
                  </a:cubicBezTo>
                  <a:cubicBezTo>
                    <a:pt x="17276" y="11216"/>
                    <a:pt x="17395" y="11252"/>
                    <a:pt x="17550" y="11252"/>
                  </a:cubicBezTo>
                  <a:lnTo>
                    <a:pt x="17705" y="11252"/>
                  </a:lnTo>
                  <a:cubicBezTo>
                    <a:pt x="17895" y="11287"/>
                    <a:pt x="18086" y="11287"/>
                    <a:pt x="18288" y="11287"/>
                  </a:cubicBezTo>
                  <a:cubicBezTo>
                    <a:pt x="18395" y="11287"/>
                    <a:pt x="18479" y="11335"/>
                    <a:pt x="18598" y="11335"/>
                  </a:cubicBezTo>
                  <a:lnTo>
                    <a:pt x="18860" y="11335"/>
                  </a:lnTo>
                  <a:cubicBezTo>
                    <a:pt x="19098" y="11371"/>
                    <a:pt x="19288" y="11371"/>
                    <a:pt x="19479" y="11371"/>
                  </a:cubicBezTo>
                  <a:lnTo>
                    <a:pt x="19717" y="11371"/>
                  </a:lnTo>
                  <a:lnTo>
                    <a:pt x="19872" y="11407"/>
                  </a:lnTo>
                  <a:lnTo>
                    <a:pt x="21062" y="11407"/>
                  </a:lnTo>
                  <a:cubicBezTo>
                    <a:pt x="21146" y="11407"/>
                    <a:pt x="21265" y="11442"/>
                    <a:pt x="21372" y="11442"/>
                  </a:cubicBezTo>
                  <a:lnTo>
                    <a:pt x="219420" y="11442"/>
                  </a:lnTo>
                  <a:lnTo>
                    <a:pt x="220040" y="9085"/>
                  </a:lnTo>
                  <a:lnTo>
                    <a:pt x="20408" y="9085"/>
                  </a:lnTo>
                  <a:cubicBezTo>
                    <a:pt x="20062" y="9085"/>
                    <a:pt x="19717" y="9049"/>
                    <a:pt x="19372" y="9049"/>
                  </a:cubicBezTo>
                  <a:lnTo>
                    <a:pt x="19217" y="9049"/>
                  </a:lnTo>
                  <a:cubicBezTo>
                    <a:pt x="18907" y="9049"/>
                    <a:pt x="18550" y="9013"/>
                    <a:pt x="18241" y="9013"/>
                  </a:cubicBezTo>
                  <a:cubicBezTo>
                    <a:pt x="18205" y="9013"/>
                    <a:pt x="18133" y="8978"/>
                    <a:pt x="18086" y="8978"/>
                  </a:cubicBezTo>
                  <a:cubicBezTo>
                    <a:pt x="17776" y="8978"/>
                    <a:pt x="17467" y="8930"/>
                    <a:pt x="17169" y="8930"/>
                  </a:cubicBezTo>
                  <a:cubicBezTo>
                    <a:pt x="17121" y="8930"/>
                    <a:pt x="17086" y="8894"/>
                    <a:pt x="17050" y="8894"/>
                  </a:cubicBezTo>
                  <a:cubicBezTo>
                    <a:pt x="16705" y="8894"/>
                    <a:pt x="16395" y="8859"/>
                    <a:pt x="16086" y="8823"/>
                  </a:cubicBezTo>
                  <a:lnTo>
                    <a:pt x="16038" y="8823"/>
                  </a:lnTo>
                  <a:cubicBezTo>
                    <a:pt x="15728" y="8775"/>
                    <a:pt x="15419" y="8740"/>
                    <a:pt x="15109" y="8704"/>
                  </a:cubicBezTo>
                  <a:lnTo>
                    <a:pt x="15002" y="8704"/>
                  </a:lnTo>
                  <a:cubicBezTo>
                    <a:pt x="14728" y="8668"/>
                    <a:pt x="14419" y="8620"/>
                    <a:pt x="14109" y="8585"/>
                  </a:cubicBezTo>
                  <a:cubicBezTo>
                    <a:pt x="14073" y="8549"/>
                    <a:pt x="14038" y="8549"/>
                    <a:pt x="13990" y="8549"/>
                  </a:cubicBezTo>
                  <a:cubicBezTo>
                    <a:pt x="13728" y="8513"/>
                    <a:pt x="13419" y="8466"/>
                    <a:pt x="13145" y="8394"/>
                  </a:cubicBezTo>
                  <a:lnTo>
                    <a:pt x="13026" y="8394"/>
                  </a:lnTo>
                  <a:cubicBezTo>
                    <a:pt x="12752" y="8359"/>
                    <a:pt x="12490" y="8275"/>
                    <a:pt x="12216" y="8239"/>
                  </a:cubicBezTo>
                  <a:cubicBezTo>
                    <a:pt x="12180" y="8239"/>
                    <a:pt x="12133" y="8204"/>
                    <a:pt x="12061" y="8204"/>
                  </a:cubicBezTo>
                  <a:cubicBezTo>
                    <a:pt x="11835" y="8156"/>
                    <a:pt x="11561" y="8085"/>
                    <a:pt x="11287" y="8049"/>
                  </a:cubicBezTo>
                  <a:cubicBezTo>
                    <a:pt x="11252" y="8001"/>
                    <a:pt x="11216" y="8001"/>
                    <a:pt x="11168" y="8001"/>
                  </a:cubicBezTo>
                  <a:cubicBezTo>
                    <a:pt x="10906" y="7930"/>
                    <a:pt x="10632" y="7894"/>
                    <a:pt x="10394" y="7811"/>
                  </a:cubicBezTo>
                  <a:cubicBezTo>
                    <a:pt x="10359" y="7811"/>
                    <a:pt x="10359" y="7811"/>
                    <a:pt x="10323" y="7775"/>
                  </a:cubicBezTo>
                  <a:cubicBezTo>
                    <a:pt x="10085" y="7739"/>
                    <a:pt x="9823" y="7656"/>
                    <a:pt x="9585" y="7585"/>
                  </a:cubicBezTo>
                  <a:lnTo>
                    <a:pt x="9513" y="7585"/>
                  </a:lnTo>
                  <a:cubicBezTo>
                    <a:pt x="9275" y="7501"/>
                    <a:pt x="9049" y="7430"/>
                    <a:pt x="8811" y="7347"/>
                  </a:cubicBezTo>
                  <a:cubicBezTo>
                    <a:pt x="8775" y="7311"/>
                    <a:pt x="8704" y="7311"/>
                    <a:pt x="8656" y="7311"/>
                  </a:cubicBezTo>
                  <a:cubicBezTo>
                    <a:pt x="8430" y="7239"/>
                    <a:pt x="8192" y="7156"/>
                    <a:pt x="8001" y="7085"/>
                  </a:cubicBezTo>
                  <a:cubicBezTo>
                    <a:pt x="7965" y="7037"/>
                    <a:pt x="7930" y="7037"/>
                    <a:pt x="7882" y="7037"/>
                  </a:cubicBezTo>
                  <a:cubicBezTo>
                    <a:pt x="7692" y="6966"/>
                    <a:pt x="7465" y="6882"/>
                    <a:pt x="7263" y="6811"/>
                  </a:cubicBezTo>
                  <a:cubicBezTo>
                    <a:pt x="7227" y="6775"/>
                    <a:pt x="7227" y="6775"/>
                    <a:pt x="7192" y="6775"/>
                  </a:cubicBezTo>
                  <a:cubicBezTo>
                    <a:pt x="6953" y="6656"/>
                    <a:pt x="6763" y="6573"/>
                    <a:pt x="6572" y="6501"/>
                  </a:cubicBezTo>
                  <a:cubicBezTo>
                    <a:pt x="6537" y="6465"/>
                    <a:pt x="6453" y="6465"/>
                    <a:pt x="6418" y="6418"/>
                  </a:cubicBezTo>
                  <a:cubicBezTo>
                    <a:pt x="6227" y="6346"/>
                    <a:pt x="6037" y="6263"/>
                    <a:pt x="5834" y="6156"/>
                  </a:cubicBezTo>
                  <a:cubicBezTo>
                    <a:pt x="5644" y="6037"/>
                    <a:pt x="5453" y="5953"/>
                    <a:pt x="5263" y="5846"/>
                  </a:cubicBezTo>
                  <a:cubicBezTo>
                    <a:pt x="5179" y="5799"/>
                    <a:pt x="5144" y="5799"/>
                    <a:pt x="5108" y="5763"/>
                  </a:cubicBezTo>
                  <a:cubicBezTo>
                    <a:pt x="4953" y="5692"/>
                    <a:pt x="4834" y="5608"/>
                    <a:pt x="4679" y="5537"/>
                  </a:cubicBezTo>
                  <a:cubicBezTo>
                    <a:pt x="4644" y="5489"/>
                    <a:pt x="4596" y="5453"/>
                    <a:pt x="4525" y="5453"/>
                  </a:cubicBezTo>
                  <a:cubicBezTo>
                    <a:pt x="4370" y="5346"/>
                    <a:pt x="4215" y="5227"/>
                    <a:pt x="4025" y="5144"/>
                  </a:cubicBezTo>
                  <a:lnTo>
                    <a:pt x="4025" y="5108"/>
                  </a:lnTo>
                  <a:cubicBezTo>
                    <a:pt x="3834" y="4989"/>
                    <a:pt x="3679" y="4882"/>
                    <a:pt x="3524" y="4763"/>
                  </a:cubicBezTo>
                  <a:cubicBezTo>
                    <a:pt x="3441" y="4727"/>
                    <a:pt x="3405" y="4680"/>
                    <a:pt x="3322" y="4644"/>
                  </a:cubicBezTo>
                  <a:cubicBezTo>
                    <a:pt x="3251" y="4572"/>
                    <a:pt x="3132" y="4489"/>
                    <a:pt x="3012" y="4370"/>
                  </a:cubicBezTo>
                  <a:cubicBezTo>
                    <a:pt x="2977" y="4334"/>
                    <a:pt x="2905" y="4299"/>
                    <a:pt x="2822" y="4215"/>
                  </a:cubicBezTo>
                  <a:cubicBezTo>
                    <a:pt x="2751" y="4179"/>
                    <a:pt x="2667" y="4108"/>
                    <a:pt x="2548" y="4025"/>
                  </a:cubicBezTo>
                  <a:cubicBezTo>
                    <a:pt x="2512" y="3953"/>
                    <a:pt x="2441" y="3906"/>
                    <a:pt x="2393" y="3834"/>
                  </a:cubicBezTo>
                  <a:lnTo>
                    <a:pt x="2167" y="3596"/>
                  </a:lnTo>
                  <a:cubicBezTo>
                    <a:pt x="2084" y="3525"/>
                    <a:pt x="2012" y="3441"/>
                    <a:pt x="1929" y="3406"/>
                  </a:cubicBezTo>
                  <a:cubicBezTo>
                    <a:pt x="1858" y="3334"/>
                    <a:pt x="1822" y="3251"/>
                    <a:pt x="1739" y="3215"/>
                  </a:cubicBezTo>
                  <a:cubicBezTo>
                    <a:pt x="1667" y="3132"/>
                    <a:pt x="1619" y="3025"/>
                    <a:pt x="1548" y="2941"/>
                  </a:cubicBezTo>
                  <a:cubicBezTo>
                    <a:pt x="1512" y="2905"/>
                    <a:pt x="1429" y="2822"/>
                    <a:pt x="1393" y="2751"/>
                  </a:cubicBezTo>
                  <a:cubicBezTo>
                    <a:pt x="1322" y="2679"/>
                    <a:pt x="1274" y="2596"/>
                    <a:pt x="1203" y="2524"/>
                  </a:cubicBezTo>
                  <a:cubicBezTo>
                    <a:pt x="1167" y="2441"/>
                    <a:pt x="1119" y="2405"/>
                    <a:pt x="1048" y="2322"/>
                  </a:cubicBezTo>
                  <a:cubicBezTo>
                    <a:pt x="1012" y="2251"/>
                    <a:pt x="965" y="2167"/>
                    <a:pt x="893" y="2060"/>
                  </a:cubicBezTo>
                  <a:cubicBezTo>
                    <a:pt x="857" y="2013"/>
                    <a:pt x="810" y="1941"/>
                    <a:pt x="774" y="1858"/>
                  </a:cubicBezTo>
                  <a:cubicBezTo>
                    <a:pt x="738" y="1786"/>
                    <a:pt x="655" y="1703"/>
                    <a:pt x="619" y="1596"/>
                  </a:cubicBezTo>
                  <a:cubicBezTo>
                    <a:pt x="584" y="1548"/>
                    <a:pt x="548" y="1477"/>
                    <a:pt x="500" y="1441"/>
                  </a:cubicBezTo>
                  <a:cubicBezTo>
                    <a:pt x="465" y="1322"/>
                    <a:pt x="429" y="1203"/>
                    <a:pt x="393" y="1131"/>
                  </a:cubicBezTo>
                  <a:cubicBezTo>
                    <a:pt x="345" y="1048"/>
                    <a:pt x="310" y="1012"/>
                    <a:pt x="310" y="929"/>
                  </a:cubicBezTo>
                  <a:cubicBezTo>
                    <a:pt x="274" y="858"/>
                    <a:pt x="238" y="739"/>
                    <a:pt x="191" y="619"/>
                  </a:cubicBezTo>
                  <a:cubicBezTo>
                    <a:pt x="155" y="584"/>
                    <a:pt x="155" y="548"/>
                    <a:pt x="119" y="465"/>
                  </a:cubicBezTo>
                  <a:cubicBezTo>
                    <a:pt x="84" y="310"/>
                    <a:pt x="36" y="155"/>
                    <a:pt x="0" y="0"/>
                  </a:cubicBezTo>
                  <a:close/>
                </a:path>
              </a:pathLst>
            </a:custGeom>
            <a:solidFill>
              <a:srgbClr val="353535"/>
            </a:solidFill>
            <a:ln>
              <a:noFill/>
            </a:ln>
          </p:spPr>
          <p:txBody>
            <a:bodyPr spcFirstLastPara="1" wrap="square" lIns="121900" tIns="121900" rIns="121900" bIns="121900" anchor="ctr" anchorCtr="0">
              <a:noAutofit/>
            </a:bodyPr>
            <a:lstStyle/>
            <a:p>
              <a:endParaRPr sz="2400"/>
            </a:p>
          </p:txBody>
        </p:sp>
        <p:sp>
          <p:nvSpPr>
            <p:cNvPr id="74" name="Google Shape;1079;p33">
              <a:extLst>
                <a:ext uri="{FF2B5EF4-FFF2-40B4-BE49-F238E27FC236}">
                  <a16:creationId xmlns:a16="http://schemas.microsoft.com/office/drawing/2014/main" id="{4FA5278D-6BD3-4780-B28F-30686751C520}"/>
                </a:ext>
              </a:extLst>
            </p:cNvPr>
            <p:cNvSpPr/>
            <p:nvPr/>
          </p:nvSpPr>
          <p:spPr>
            <a:xfrm>
              <a:off x="1868688" y="2393250"/>
              <a:ext cx="5510525" cy="1629075"/>
            </a:xfrm>
            <a:custGeom>
              <a:avLst/>
              <a:gdLst/>
              <a:ahLst/>
              <a:cxnLst/>
              <a:rect l="l" t="t" r="r" b="b"/>
              <a:pathLst>
                <a:path w="220421" h="65163" extrusionOk="0">
                  <a:moveTo>
                    <a:pt x="51864" y="0"/>
                  </a:moveTo>
                  <a:lnTo>
                    <a:pt x="48971" y="3524"/>
                  </a:lnTo>
                  <a:lnTo>
                    <a:pt x="156377" y="3524"/>
                  </a:lnTo>
                  <a:cubicBezTo>
                    <a:pt x="157377" y="3524"/>
                    <a:pt x="158389" y="3596"/>
                    <a:pt x="159306" y="3715"/>
                  </a:cubicBezTo>
                  <a:cubicBezTo>
                    <a:pt x="160282" y="3834"/>
                    <a:pt x="161163" y="3989"/>
                    <a:pt x="161973" y="4215"/>
                  </a:cubicBezTo>
                  <a:cubicBezTo>
                    <a:pt x="162830" y="4453"/>
                    <a:pt x="163568" y="4679"/>
                    <a:pt x="164140" y="4989"/>
                  </a:cubicBezTo>
                  <a:cubicBezTo>
                    <a:pt x="164723" y="5263"/>
                    <a:pt x="165188" y="5608"/>
                    <a:pt x="165414" y="5917"/>
                  </a:cubicBezTo>
                  <a:cubicBezTo>
                    <a:pt x="165688" y="6263"/>
                    <a:pt x="165723" y="6608"/>
                    <a:pt x="165569" y="6918"/>
                  </a:cubicBezTo>
                  <a:cubicBezTo>
                    <a:pt x="165414" y="7227"/>
                    <a:pt x="165033" y="7501"/>
                    <a:pt x="164533" y="7739"/>
                  </a:cubicBezTo>
                  <a:cubicBezTo>
                    <a:pt x="163985" y="7965"/>
                    <a:pt x="163294" y="8156"/>
                    <a:pt x="162485" y="8275"/>
                  </a:cubicBezTo>
                  <a:cubicBezTo>
                    <a:pt x="161628" y="8430"/>
                    <a:pt x="160663" y="8513"/>
                    <a:pt x="159580" y="8513"/>
                  </a:cubicBezTo>
                  <a:lnTo>
                    <a:pt x="58746" y="8513"/>
                  </a:lnTo>
                  <a:cubicBezTo>
                    <a:pt x="55995" y="8513"/>
                    <a:pt x="53221" y="8703"/>
                    <a:pt x="50554" y="9049"/>
                  </a:cubicBezTo>
                  <a:cubicBezTo>
                    <a:pt x="47851" y="9394"/>
                    <a:pt x="45256" y="9894"/>
                    <a:pt x="42863" y="10561"/>
                  </a:cubicBezTo>
                  <a:cubicBezTo>
                    <a:pt x="40422" y="11216"/>
                    <a:pt x="38219" y="12025"/>
                    <a:pt x="36362" y="12918"/>
                  </a:cubicBezTo>
                  <a:cubicBezTo>
                    <a:pt x="34433" y="13883"/>
                    <a:pt x="32885" y="14919"/>
                    <a:pt x="31885" y="16050"/>
                  </a:cubicBezTo>
                  <a:cubicBezTo>
                    <a:pt x="30837" y="17169"/>
                    <a:pt x="30456" y="18324"/>
                    <a:pt x="30647" y="19371"/>
                  </a:cubicBezTo>
                  <a:cubicBezTo>
                    <a:pt x="30837" y="20455"/>
                    <a:pt x="31695" y="21455"/>
                    <a:pt x="33123" y="22300"/>
                  </a:cubicBezTo>
                  <a:cubicBezTo>
                    <a:pt x="34552" y="23158"/>
                    <a:pt x="36564" y="23884"/>
                    <a:pt x="39029" y="24396"/>
                  </a:cubicBezTo>
                  <a:cubicBezTo>
                    <a:pt x="41589" y="24896"/>
                    <a:pt x="44565" y="25170"/>
                    <a:pt x="47923" y="25170"/>
                  </a:cubicBezTo>
                  <a:lnTo>
                    <a:pt x="170402" y="25170"/>
                  </a:lnTo>
                  <a:cubicBezTo>
                    <a:pt x="171724" y="25170"/>
                    <a:pt x="173034" y="25277"/>
                    <a:pt x="174308" y="25479"/>
                  </a:cubicBezTo>
                  <a:cubicBezTo>
                    <a:pt x="175582" y="25670"/>
                    <a:pt x="176784" y="25979"/>
                    <a:pt x="177903" y="26325"/>
                  </a:cubicBezTo>
                  <a:cubicBezTo>
                    <a:pt x="179023" y="26718"/>
                    <a:pt x="180070" y="27134"/>
                    <a:pt x="180916" y="27634"/>
                  </a:cubicBezTo>
                  <a:cubicBezTo>
                    <a:pt x="181773" y="28146"/>
                    <a:pt x="182463" y="28682"/>
                    <a:pt x="182892" y="29266"/>
                  </a:cubicBezTo>
                  <a:cubicBezTo>
                    <a:pt x="183356" y="29837"/>
                    <a:pt x="183511" y="30420"/>
                    <a:pt x="183392" y="30968"/>
                  </a:cubicBezTo>
                  <a:cubicBezTo>
                    <a:pt x="183273" y="31468"/>
                    <a:pt x="182892" y="31968"/>
                    <a:pt x="182273" y="32349"/>
                  </a:cubicBezTo>
                  <a:cubicBezTo>
                    <a:pt x="181618" y="32778"/>
                    <a:pt x="180761" y="33123"/>
                    <a:pt x="179713" y="33361"/>
                  </a:cubicBezTo>
                  <a:cubicBezTo>
                    <a:pt x="178642" y="33588"/>
                    <a:pt x="177403" y="33707"/>
                    <a:pt x="175975" y="33707"/>
                  </a:cubicBezTo>
                  <a:lnTo>
                    <a:pt x="42363" y="33707"/>
                  </a:lnTo>
                  <a:cubicBezTo>
                    <a:pt x="38719" y="33707"/>
                    <a:pt x="34981" y="34052"/>
                    <a:pt x="31337" y="34671"/>
                  </a:cubicBezTo>
                  <a:cubicBezTo>
                    <a:pt x="27635" y="35290"/>
                    <a:pt x="24003" y="36219"/>
                    <a:pt x="20562" y="37374"/>
                  </a:cubicBezTo>
                  <a:cubicBezTo>
                    <a:pt x="17086" y="38576"/>
                    <a:pt x="13752" y="40005"/>
                    <a:pt x="10894" y="41636"/>
                  </a:cubicBezTo>
                  <a:cubicBezTo>
                    <a:pt x="7918" y="43327"/>
                    <a:pt x="5370" y="45268"/>
                    <a:pt x="3441" y="47351"/>
                  </a:cubicBezTo>
                  <a:cubicBezTo>
                    <a:pt x="1500" y="49518"/>
                    <a:pt x="417" y="51673"/>
                    <a:pt x="191" y="53685"/>
                  </a:cubicBezTo>
                  <a:cubicBezTo>
                    <a:pt x="0" y="55781"/>
                    <a:pt x="691" y="57745"/>
                    <a:pt x="2239" y="59412"/>
                  </a:cubicBezTo>
                  <a:cubicBezTo>
                    <a:pt x="3858" y="61150"/>
                    <a:pt x="6370" y="62579"/>
                    <a:pt x="9704" y="63579"/>
                  </a:cubicBezTo>
                  <a:cubicBezTo>
                    <a:pt x="13026" y="64591"/>
                    <a:pt x="17193" y="65163"/>
                    <a:pt x="21955" y="65163"/>
                  </a:cubicBezTo>
                  <a:lnTo>
                    <a:pt x="220421" y="65163"/>
                  </a:lnTo>
                  <a:lnTo>
                    <a:pt x="210872" y="53649"/>
                  </a:lnTo>
                  <a:lnTo>
                    <a:pt x="29444" y="53649"/>
                  </a:lnTo>
                  <a:cubicBezTo>
                    <a:pt x="27742" y="53649"/>
                    <a:pt x="26277" y="53459"/>
                    <a:pt x="25039" y="53149"/>
                  </a:cubicBezTo>
                  <a:cubicBezTo>
                    <a:pt x="23801" y="52804"/>
                    <a:pt x="22836" y="52340"/>
                    <a:pt x="22146" y="51756"/>
                  </a:cubicBezTo>
                  <a:cubicBezTo>
                    <a:pt x="21491" y="51173"/>
                    <a:pt x="21098" y="50482"/>
                    <a:pt x="21062" y="49744"/>
                  </a:cubicBezTo>
                  <a:cubicBezTo>
                    <a:pt x="21027" y="49006"/>
                    <a:pt x="21289" y="48196"/>
                    <a:pt x="21908" y="47351"/>
                  </a:cubicBezTo>
                  <a:cubicBezTo>
                    <a:pt x="22491" y="46541"/>
                    <a:pt x="23420" y="45768"/>
                    <a:pt x="24503" y="45065"/>
                  </a:cubicBezTo>
                  <a:cubicBezTo>
                    <a:pt x="25587" y="44410"/>
                    <a:pt x="26861" y="43791"/>
                    <a:pt x="28254" y="43291"/>
                  </a:cubicBezTo>
                  <a:cubicBezTo>
                    <a:pt x="29599" y="42791"/>
                    <a:pt x="31111" y="42362"/>
                    <a:pt x="32623" y="42089"/>
                  </a:cubicBezTo>
                  <a:cubicBezTo>
                    <a:pt x="34124" y="41827"/>
                    <a:pt x="35671" y="41672"/>
                    <a:pt x="37219" y="41672"/>
                  </a:cubicBezTo>
                  <a:lnTo>
                    <a:pt x="181154" y="41672"/>
                  </a:lnTo>
                  <a:cubicBezTo>
                    <a:pt x="185095" y="41672"/>
                    <a:pt x="188571" y="41279"/>
                    <a:pt x="191429" y="40588"/>
                  </a:cubicBezTo>
                  <a:cubicBezTo>
                    <a:pt x="194286" y="39886"/>
                    <a:pt x="196537" y="38921"/>
                    <a:pt x="198073" y="37731"/>
                  </a:cubicBezTo>
                  <a:cubicBezTo>
                    <a:pt x="199549" y="36564"/>
                    <a:pt x="200394" y="35219"/>
                    <a:pt x="200430" y="33742"/>
                  </a:cubicBezTo>
                  <a:cubicBezTo>
                    <a:pt x="200513" y="32314"/>
                    <a:pt x="199894" y="30813"/>
                    <a:pt x="198465" y="29266"/>
                  </a:cubicBezTo>
                  <a:cubicBezTo>
                    <a:pt x="197108" y="27753"/>
                    <a:pt x="195179" y="26360"/>
                    <a:pt x="192822" y="25170"/>
                  </a:cubicBezTo>
                  <a:cubicBezTo>
                    <a:pt x="190536" y="23967"/>
                    <a:pt x="187917" y="22920"/>
                    <a:pt x="185011" y="22038"/>
                  </a:cubicBezTo>
                  <a:cubicBezTo>
                    <a:pt x="182190" y="21181"/>
                    <a:pt x="179177" y="20526"/>
                    <a:pt x="176046" y="20062"/>
                  </a:cubicBezTo>
                  <a:cubicBezTo>
                    <a:pt x="172950" y="19598"/>
                    <a:pt x="169783" y="19324"/>
                    <a:pt x="166652" y="19324"/>
                  </a:cubicBezTo>
                  <a:lnTo>
                    <a:pt x="51709" y="19324"/>
                  </a:lnTo>
                  <a:cubicBezTo>
                    <a:pt x="50471" y="19324"/>
                    <a:pt x="49387" y="19252"/>
                    <a:pt x="48459" y="19062"/>
                  </a:cubicBezTo>
                  <a:cubicBezTo>
                    <a:pt x="47542" y="18907"/>
                    <a:pt x="46768" y="18669"/>
                    <a:pt x="46185" y="18359"/>
                  </a:cubicBezTo>
                  <a:cubicBezTo>
                    <a:pt x="45601" y="18050"/>
                    <a:pt x="45256" y="17669"/>
                    <a:pt x="45101" y="17276"/>
                  </a:cubicBezTo>
                  <a:cubicBezTo>
                    <a:pt x="44946" y="16895"/>
                    <a:pt x="45030" y="16466"/>
                    <a:pt x="45375" y="16038"/>
                  </a:cubicBezTo>
                  <a:cubicBezTo>
                    <a:pt x="45684" y="15585"/>
                    <a:pt x="46220" y="15192"/>
                    <a:pt x="46923" y="14811"/>
                  </a:cubicBezTo>
                  <a:cubicBezTo>
                    <a:pt x="47613" y="14418"/>
                    <a:pt x="48459" y="14109"/>
                    <a:pt x="49435" y="13835"/>
                  </a:cubicBezTo>
                  <a:cubicBezTo>
                    <a:pt x="50364" y="13573"/>
                    <a:pt x="51399" y="13335"/>
                    <a:pt x="52519" y="13180"/>
                  </a:cubicBezTo>
                  <a:cubicBezTo>
                    <a:pt x="53602" y="13025"/>
                    <a:pt x="54721" y="12954"/>
                    <a:pt x="55841" y="12954"/>
                  </a:cubicBezTo>
                  <a:lnTo>
                    <a:pt x="162485" y="12954"/>
                  </a:lnTo>
                  <a:cubicBezTo>
                    <a:pt x="165414" y="12954"/>
                    <a:pt x="168045" y="12716"/>
                    <a:pt x="170283" y="12335"/>
                  </a:cubicBezTo>
                  <a:cubicBezTo>
                    <a:pt x="172486" y="11990"/>
                    <a:pt x="174308" y="11406"/>
                    <a:pt x="175665" y="10751"/>
                  </a:cubicBezTo>
                  <a:cubicBezTo>
                    <a:pt x="176939" y="10097"/>
                    <a:pt x="177784" y="9358"/>
                    <a:pt x="178094" y="8513"/>
                  </a:cubicBezTo>
                  <a:cubicBezTo>
                    <a:pt x="178368" y="7691"/>
                    <a:pt x="178130" y="6810"/>
                    <a:pt x="177320" y="5917"/>
                  </a:cubicBezTo>
                  <a:cubicBezTo>
                    <a:pt x="176510" y="5072"/>
                    <a:pt x="175236" y="4251"/>
                    <a:pt x="173653" y="3524"/>
                  </a:cubicBezTo>
                  <a:cubicBezTo>
                    <a:pt x="172069" y="2786"/>
                    <a:pt x="170176" y="2167"/>
                    <a:pt x="168081" y="1667"/>
                  </a:cubicBezTo>
                  <a:cubicBezTo>
                    <a:pt x="165997" y="1119"/>
                    <a:pt x="163723" y="738"/>
                    <a:pt x="161366" y="429"/>
                  </a:cubicBezTo>
                  <a:cubicBezTo>
                    <a:pt x="159008" y="155"/>
                    <a:pt x="156567" y="0"/>
                    <a:pt x="154091" y="0"/>
                  </a:cubicBezTo>
                  <a:close/>
                </a:path>
              </a:pathLst>
            </a:custGeom>
            <a:solidFill>
              <a:schemeClr val="accent3"/>
            </a:solidFill>
            <a:ln>
              <a:noFill/>
            </a:ln>
          </p:spPr>
          <p:txBody>
            <a:bodyPr spcFirstLastPara="1" wrap="square" lIns="121900" tIns="121900" rIns="121900" bIns="121900" anchor="ctr" anchorCtr="0">
              <a:noAutofit/>
            </a:bodyPr>
            <a:lstStyle/>
            <a:p>
              <a:endParaRPr sz="2400"/>
            </a:p>
          </p:txBody>
        </p:sp>
        <p:sp>
          <p:nvSpPr>
            <p:cNvPr id="75" name="Google Shape;1080;p33">
              <a:extLst>
                <a:ext uri="{FF2B5EF4-FFF2-40B4-BE49-F238E27FC236}">
                  <a16:creationId xmlns:a16="http://schemas.microsoft.com/office/drawing/2014/main" id="{AAA4462F-C257-4687-B656-0D8F1DC2FE18}"/>
                </a:ext>
              </a:extLst>
            </p:cNvPr>
            <p:cNvSpPr/>
            <p:nvPr/>
          </p:nvSpPr>
          <p:spPr>
            <a:xfrm>
              <a:off x="3899588" y="2432825"/>
              <a:ext cx="228025" cy="11625"/>
            </a:xfrm>
            <a:custGeom>
              <a:avLst/>
              <a:gdLst/>
              <a:ahLst/>
              <a:cxnLst/>
              <a:rect l="l" t="t" r="r" b="b"/>
              <a:pathLst>
                <a:path w="9121" h="465" extrusionOk="0">
                  <a:moveTo>
                    <a:pt x="155" y="1"/>
                  </a:moveTo>
                  <a:lnTo>
                    <a:pt x="1" y="465"/>
                  </a:lnTo>
                  <a:lnTo>
                    <a:pt x="9014" y="465"/>
                  </a:lnTo>
                  <a:lnTo>
                    <a:pt x="9121" y="1"/>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76" name="Google Shape;1081;p33">
              <a:extLst>
                <a:ext uri="{FF2B5EF4-FFF2-40B4-BE49-F238E27FC236}">
                  <a16:creationId xmlns:a16="http://schemas.microsoft.com/office/drawing/2014/main" id="{E32DC7AE-04C4-4F97-BDDD-D9091729DCD5}"/>
                </a:ext>
              </a:extLst>
            </p:cNvPr>
            <p:cNvSpPr/>
            <p:nvPr/>
          </p:nvSpPr>
          <p:spPr>
            <a:xfrm>
              <a:off x="3448338" y="2432825"/>
              <a:ext cx="231900" cy="11625"/>
            </a:xfrm>
            <a:custGeom>
              <a:avLst/>
              <a:gdLst/>
              <a:ahLst/>
              <a:cxnLst/>
              <a:rect l="l" t="t" r="r" b="b"/>
              <a:pathLst>
                <a:path w="9276" h="465" extrusionOk="0">
                  <a:moveTo>
                    <a:pt x="310" y="1"/>
                  </a:moveTo>
                  <a:lnTo>
                    <a:pt x="1" y="465"/>
                  </a:lnTo>
                  <a:lnTo>
                    <a:pt x="9049" y="465"/>
                  </a:lnTo>
                  <a:lnTo>
                    <a:pt x="9276" y="1"/>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77" name="Google Shape;1082;p33">
              <a:extLst>
                <a:ext uri="{FF2B5EF4-FFF2-40B4-BE49-F238E27FC236}">
                  <a16:creationId xmlns:a16="http://schemas.microsoft.com/office/drawing/2014/main" id="{7C379DB5-A8D0-4A9E-8795-B57E09700222}"/>
                </a:ext>
              </a:extLst>
            </p:cNvPr>
            <p:cNvSpPr/>
            <p:nvPr/>
          </p:nvSpPr>
          <p:spPr>
            <a:xfrm>
              <a:off x="4800288" y="2432825"/>
              <a:ext cx="225950" cy="11625"/>
            </a:xfrm>
            <a:custGeom>
              <a:avLst/>
              <a:gdLst/>
              <a:ahLst/>
              <a:cxnLst/>
              <a:rect l="l" t="t" r="r" b="b"/>
              <a:pathLst>
                <a:path w="9038" h="465" extrusionOk="0">
                  <a:moveTo>
                    <a:pt x="1" y="1"/>
                  </a:moveTo>
                  <a:lnTo>
                    <a:pt x="37" y="465"/>
                  </a:lnTo>
                  <a:lnTo>
                    <a:pt x="9038" y="465"/>
                  </a:lnTo>
                  <a:lnTo>
                    <a:pt x="8931" y="1"/>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78" name="Google Shape;1083;p33">
              <a:extLst>
                <a:ext uri="{FF2B5EF4-FFF2-40B4-BE49-F238E27FC236}">
                  <a16:creationId xmlns:a16="http://schemas.microsoft.com/office/drawing/2014/main" id="{42E2A792-27B6-4A46-9DF3-ACA8D486E148}"/>
                </a:ext>
              </a:extLst>
            </p:cNvPr>
            <p:cNvSpPr/>
            <p:nvPr/>
          </p:nvSpPr>
          <p:spPr>
            <a:xfrm>
              <a:off x="5247663" y="2432825"/>
              <a:ext cx="229825" cy="11625"/>
            </a:xfrm>
            <a:custGeom>
              <a:avLst/>
              <a:gdLst/>
              <a:ahLst/>
              <a:cxnLst/>
              <a:rect l="l" t="t" r="r" b="b"/>
              <a:pathLst>
                <a:path w="9193" h="465" extrusionOk="0">
                  <a:moveTo>
                    <a:pt x="1" y="1"/>
                  </a:moveTo>
                  <a:lnTo>
                    <a:pt x="191" y="465"/>
                  </a:lnTo>
                  <a:lnTo>
                    <a:pt x="9193" y="465"/>
                  </a:lnTo>
                  <a:lnTo>
                    <a:pt x="8966" y="1"/>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79" name="Google Shape;1084;p33">
              <a:extLst>
                <a:ext uri="{FF2B5EF4-FFF2-40B4-BE49-F238E27FC236}">
                  <a16:creationId xmlns:a16="http://schemas.microsoft.com/office/drawing/2014/main" id="{D3ADE85B-5773-487A-8336-F58AC9487845}"/>
                </a:ext>
              </a:extLst>
            </p:cNvPr>
            <p:cNvSpPr/>
            <p:nvPr/>
          </p:nvSpPr>
          <p:spPr>
            <a:xfrm>
              <a:off x="4349938" y="2432825"/>
              <a:ext cx="226250" cy="11625"/>
            </a:xfrm>
            <a:custGeom>
              <a:avLst/>
              <a:gdLst/>
              <a:ahLst/>
              <a:cxnLst/>
              <a:rect l="l" t="t" r="r" b="b"/>
              <a:pathLst>
                <a:path w="9050" h="465" extrusionOk="0">
                  <a:moveTo>
                    <a:pt x="72" y="1"/>
                  </a:moveTo>
                  <a:lnTo>
                    <a:pt x="1" y="465"/>
                  </a:lnTo>
                  <a:lnTo>
                    <a:pt x="9049" y="465"/>
                  </a:lnTo>
                  <a:lnTo>
                    <a:pt x="9049" y="1"/>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80" name="Google Shape;1085;p33">
              <a:extLst>
                <a:ext uri="{FF2B5EF4-FFF2-40B4-BE49-F238E27FC236}">
                  <a16:creationId xmlns:a16="http://schemas.microsoft.com/office/drawing/2014/main" id="{7555BF8B-5E90-4CEC-BEA1-B1841EE63BE5}"/>
                </a:ext>
              </a:extLst>
            </p:cNvPr>
            <p:cNvSpPr/>
            <p:nvPr/>
          </p:nvSpPr>
          <p:spPr>
            <a:xfrm>
              <a:off x="3136388" y="2432825"/>
              <a:ext cx="95575" cy="11625"/>
            </a:xfrm>
            <a:custGeom>
              <a:avLst/>
              <a:gdLst/>
              <a:ahLst/>
              <a:cxnLst/>
              <a:rect l="l" t="t" r="r" b="b"/>
              <a:pathLst>
                <a:path w="3823" h="465" extrusionOk="0">
                  <a:moveTo>
                    <a:pt x="418" y="1"/>
                  </a:moveTo>
                  <a:lnTo>
                    <a:pt x="1" y="465"/>
                  </a:lnTo>
                  <a:lnTo>
                    <a:pt x="3478" y="465"/>
                  </a:lnTo>
                  <a:lnTo>
                    <a:pt x="3823" y="1"/>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81" name="Google Shape;1086;p33">
              <a:extLst>
                <a:ext uri="{FF2B5EF4-FFF2-40B4-BE49-F238E27FC236}">
                  <a16:creationId xmlns:a16="http://schemas.microsoft.com/office/drawing/2014/main" id="{297F8A75-2029-4581-AC1B-26C3E123644E}"/>
                </a:ext>
              </a:extLst>
            </p:cNvPr>
            <p:cNvSpPr/>
            <p:nvPr/>
          </p:nvSpPr>
          <p:spPr>
            <a:xfrm>
              <a:off x="5695938" y="2432825"/>
              <a:ext cx="236675" cy="26225"/>
            </a:xfrm>
            <a:custGeom>
              <a:avLst/>
              <a:gdLst/>
              <a:ahLst/>
              <a:cxnLst/>
              <a:rect l="l" t="t" r="r" b="b"/>
              <a:pathLst>
                <a:path w="9467" h="1049" extrusionOk="0">
                  <a:moveTo>
                    <a:pt x="1" y="1"/>
                  </a:moveTo>
                  <a:lnTo>
                    <a:pt x="275" y="465"/>
                  </a:lnTo>
                  <a:lnTo>
                    <a:pt x="2120" y="465"/>
                  </a:lnTo>
                  <a:cubicBezTo>
                    <a:pt x="2739" y="465"/>
                    <a:pt x="3323" y="513"/>
                    <a:pt x="3906" y="513"/>
                  </a:cubicBezTo>
                  <a:cubicBezTo>
                    <a:pt x="4478" y="548"/>
                    <a:pt x="5061" y="584"/>
                    <a:pt x="5644" y="620"/>
                  </a:cubicBezTo>
                  <a:cubicBezTo>
                    <a:pt x="6180" y="703"/>
                    <a:pt x="6764" y="739"/>
                    <a:pt x="7299" y="822"/>
                  </a:cubicBezTo>
                  <a:cubicBezTo>
                    <a:pt x="7883" y="894"/>
                    <a:pt x="8430" y="977"/>
                    <a:pt x="8966" y="1048"/>
                  </a:cubicBezTo>
                  <a:lnTo>
                    <a:pt x="9466" y="667"/>
                  </a:lnTo>
                  <a:cubicBezTo>
                    <a:pt x="8847" y="548"/>
                    <a:pt x="8228" y="465"/>
                    <a:pt x="7609" y="393"/>
                  </a:cubicBezTo>
                  <a:cubicBezTo>
                    <a:pt x="6990" y="310"/>
                    <a:pt x="6371" y="239"/>
                    <a:pt x="5716" y="155"/>
                  </a:cubicBezTo>
                  <a:cubicBezTo>
                    <a:pt x="5097" y="120"/>
                    <a:pt x="4442" y="84"/>
                    <a:pt x="3787" y="48"/>
                  </a:cubicBezTo>
                  <a:cubicBezTo>
                    <a:pt x="3132" y="48"/>
                    <a:pt x="2477" y="1"/>
                    <a:pt x="1811" y="1"/>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84" name="Google Shape;1087;p33">
              <a:extLst>
                <a:ext uri="{FF2B5EF4-FFF2-40B4-BE49-F238E27FC236}">
                  <a16:creationId xmlns:a16="http://schemas.microsoft.com/office/drawing/2014/main" id="{CBE3FF43-83EE-484B-9EE5-A0E3C9920256}"/>
                </a:ext>
              </a:extLst>
            </p:cNvPr>
            <p:cNvSpPr/>
            <p:nvPr/>
          </p:nvSpPr>
          <p:spPr>
            <a:xfrm>
              <a:off x="6092113" y="2510225"/>
              <a:ext cx="92600" cy="83075"/>
            </a:xfrm>
            <a:custGeom>
              <a:avLst/>
              <a:gdLst/>
              <a:ahLst/>
              <a:cxnLst/>
              <a:rect l="l" t="t" r="r" b="b"/>
              <a:pathLst>
                <a:path w="3704" h="3323" extrusionOk="0">
                  <a:moveTo>
                    <a:pt x="1346" y="0"/>
                  </a:moveTo>
                  <a:lnTo>
                    <a:pt x="1" y="155"/>
                  </a:lnTo>
                  <a:cubicBezTo>
                    <a:pt x="156" y="238"/>
                    <a:pt x="311" y="345"/>
                    <a:pt x="465" y="429"/>
                  </a:cubicBezTo>
                  <a:cubicBezTo>
                    <a:pt x="620" y="548"/>
                    <a:pt x="775" y="655"/>
                    <a:pt x="882" y="738"/>
                  </a:cubicBezTo>
                  <a:cubicBezTo>
                    <a:pt x="1037" y="857"/>
                    <a:pt x="1156" y="965"/>
                    <a:pt x="1275" y="1048"/>
                  </a:cubicBezTo>
                  <a:cubicBezTo>
                    <a:pt x="1346" y="1167"/>
                    <a:pt x="1465" y="1274"/>
                    <a:pt x="1549" y="1393"/>
                  </a:cubicBezTo>
                  <a:cubicBezTo>
                    <a:pt x="1656" y="1512"/>
                    <a:pt x="1775" y="1667"/>
                    <a:pt x="1858" y="1822"/>
                  </a:cubicBezTo>
                  <a:cubicBezTo>
                    <a:pt x="1930" y="1977"/>
                    <a:pt x="1966" y="2131"/>
                    <a:pt x="2013" y="2239"/>
                  </a:cubicBezTo>
                  <a:lnTo>
                    <a:pt x="2013" y="2667"/>
                  </a:lnTo>
                  <a:cubicBezTo>
                    <a:pt x="1966" y="2822"/>
                    <a:pt x="1930" y="2977"/>
                    <a:pt x="1894" y="3096"/>
                  </a:cubicBezTo>
                  <a:lnTo>
                    <a:pt x="3549" y="3322"/>
                  </a:lnTo>
                  <a:cubicBezTo>
                    <a:pt x="3597" y="3167"/>
                    <a:pt x="3668" y="3012"/>
                    <a:pt x="3668" y="2858"/>
                  </a:cubicBezTo>
                  <a:cubicBezTo>
                    <a:pt x="3704" y="2703"/>
                    <a:pt x="3668" y="2548"/>
                    <a:pt x="3668" y="2358"/>
                  </a:cubicBezTo>
                  <a:cubicBezTo>
                    <a:pt x="3632" y="2203"/>
                    <a:pt x="3549" y="2048"/>
                    <a:pt x="3478" y="1893"/>
                  </a:cubicBezTo>
                  <a:cubicBezTo>
                    <a:pt x="3394" y="1703"/>
                    <a:pt x="3287" y="1548"/>
                    <a:pt x="3132" y="1393"/>
                  </a:cubicBezTo>
                  <a:cubicBezTo>
                    <a:pt x="3049" y="1238"/>
                    <a:pt x="2942" y="1119"/>
                    <a:pt x="2787" y="1012"/>
                  </a:cubicBezTo>
                  <a:cubicBezTo>
                    <a:pt x="2668" y="893"/>
                    <a:pt x="2549" y="774"/>
                    <a:pt x="2394" y="655"/>
                  </a:cubicBezTo>
                  <a:cubicBezTo>
                    <a:pt x="2239" y="548"/>
                    <a:pt x="2085" y="429"/>
                    <a:pt x="1894" y="310"/>
                  </a:cubicBezTo>
                  <a:cubicBezTo>
                    <a:pt x="1739" y="191"/>
                    <a:pt x="1549" y="119"/>
                    <a:pt x="1346" y="0"/>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85" name="Google Shape;1088;p33">
              <a:extLst>
                <a:ext uri="{FF2B5EF4-FFF2-40B4-BE49-F238E27FC236}">
                  <a16:creationId xmlns:a16="http://schemas.microsoft.com/office/drawing/2014/main" id="{C0EA0FD0-51BE-4C60-9A75-4FCFF1781D56}"/>
                </a:ext>
              </a:extLst>
            </p:cNvPr>
            <p:cNvSpPr/>
            <p:nvPr/>
          </p:nvSpPr>
          <p:spPr>
            <a:xfrm>
              <a:off x="4787488" y="2656075"/>
              <a:ext cx="255125" cy="14600"/>
            </a:xfrm>
            <a:custGeom>
              <a:avLst/>
              <a:gdLst/>
              <a:ahLst/>
              <a:cxnLst/>
              <a:rect l="l" t="t" r="r" b="b"/>
              <a:pathLst>
                <a:path w="10205" h="584" extrusionOk="0">
                  <a:moveTo>
                    <a:pt x="1" y="0"/>
                  </a:moveTo>
                  <a:lnTo>
                    <a:pt x="49" y="584"/>
                  </a:lnTo>
                  <a:lnTo>
                    <a:pt x="10205" y="584"/>
                  </a:lnTo>
                  <a:lnTo>
                    <a:pt x="10050" y="0"/>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86" name="Google Shape;1089;p33">
              <a:extLst>
                <a:ext uri="{FF2B5EF4-FFF2-40B4-BE49-F238E27FC236}">
                  <a16:creationId xmlns:a16="http://schemas.microsoft.com/office/drawing/2014/main" id="{0E18A512-236D-4BE2-9E1D-269091D2F05F}"/>
                </a:ext>
              </a:extLst>
            </p:cNvPr>
            <p:cNvSpPr/>
            <p:nvPr/>
          </p:nvSpPr>
          <p:spPr>
            <a:xfrm>
              <a:off x="4281188" y="2656075"/>
              <a:ext cx="254225" cy="14600"/>
            </a:xfrm>
            <a:custGeom>
              <a:avLst/>
              <a:gdLst/>
              <a:ahLst/>
              <a:cxnLst/>
              <a:rect l="l" t="t" r="r" b="b"/>
              <a:pathLst>
                <a:path w="10169" h="584" extrusionOk="0">
                  <a:moveTo>
                    <a:pt x="84" y="0"/>
                  </a:moveTo>
                  <a:lnTo>
                    <a:pt x="0" y="584"/>
                  </a:lnTo>
                  <a:lnTo>
                    <a:pt x="10133" y="584"/>
                  </a:lnTo>
                  <a:lnTo>
                    <a:pt x="10168" y="0"/>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87" name="Google Shape;1090;p33">
              <a:extLst>
                <a:ext uri="{FF2B5EF4-FFF2-40B4-BE49-F238E27FC236}">
                  <a16:creationId xmlns:a16="http://schemas.microsoft.com/office/drawing/2014/main" id="{828BB2BC-4FF6-4E2C-9BAC-B587CA8180A5}"/>
                </a:ext>
              </a:extLst>
            </p:cNvPr>
            <p:cNvSpPr/>
            <p:nvPr/>
          </p:nvSpPr>
          <p:spPr>
            <a:xfrm>
              <a:off x="5794463" y="2644450"/>
              <a:ext cx="256900" cy="26225"/>
            </a:xfrm>
            <a:custGeom>
              <a:avLst/>
              <a:gdLst/>
              <a:ahLst/>
              <a:cxnLst/>
              <a:rect l="l" t="t" r="r" b="b"/>
              <a:pathLst>
                <a:path w="10276" h="1049" extrusionOk="0">
                  <a:moveTo>
                    <a:pt x="9157" y="1"/>
                  </a:moveTo>
                  <a:cubicBezTo>
                    <a:pt x="8776" y="84"/>
                    <a:pt x="8383" y="120"/>
                    <a:pt x="7966" y="203"/>
                  </a:cubicBezTo>
                  <a:cubicBezTo>
                    <a:pt x="7537" y="239"/>
                    <a:pt x="7073" y="310"/>
                    <a:pt x="6609" y="358"/>
                  </a:cubicBezTo>
                  <a:cubicBezTo>
                    <a:pt x="6144" y="394"/>
                    <a:pt x="5680" y="430"/>
                    <a:pt x="5180" y="430"/>
                  </a:cubicBezTo>
                  <a:cubicBezTo>
                    <a:pt x="4680" y="465"/>
                    <a:pt x="4180" y="465"/>
                    <a:pt x="3632" y="465"/>
                  </a:cubicBezTo>
                  <a:lnTo>
                    <a:pt x="1" y="465"/>
                  </a:lnTo>
                  <a:lnTo>
                    <a:pt x="382" y="1049"/>
                  </a:lnTo>
                  <a:lnTo>
                    <a:pt x="4025" y="1049"/>
                  </a:lnTo>
                  <a:cubicBezTo>
                    <a:pt x="4632" y="1049"/>
                    <a:pt x="5180" y="1049"/>
                    <a:pt x="5763" y="1013"/>
                  </a:cubicBezTo>
                  <a:cubicBezTo>
                    <a:pt x="6335" y="1013"/>
                    <a:pt x="6883" y="977"/>
                    <a:pt x="7383" y="930"/>
                  </a:cubicBezTo>
                  <a:cubicBezTo>
                    <a:pt x="7918" y="894"/>
                    <a:pt x="8430" y="822"/>
                    <a:pt x="8895" y="739"/>
                  </a:cubicBezTo>
                  <a:cubicBezTo>
                    <a:pt x="9395" y="703"/>
                    <a:pt x="9859" y="620"/>
                    <a:pt x="10276" y="549"/>
                  </a:cubicBezTo>
                  <a:lnTo>
                    <a:pt x="9157" y="1"/>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88" name="Google Shape;1091;p33">
              <a:extLst>
                <a:ext uri="{FF2B5EF4-FFF2-40B4-BE49-F238E27FC236}">
                  <a16:creationId xmlns:a16="http://schemas.microsoft.com/office/drawing/2014/main" id="{7B28C22B-DCDE-435E-A56B-0ECDE71F4E9F}"/>
                </a:ext>
              </a:extLst>
            </p:cNvPr>
            <p:cNvSpPr/>
            <p:nvPr/>
          </p:nvSpPr>
          <p:spPr>
            <a:xfrm>
              <a:off x="5291138" y="2656075"/>
              <a:ext cx="258975" cy="14600"/>
            </a:xfrm>
            <a:custGeom>
              <a:avLst/>
              <a:gdLst/>
              <a:ahLst/>
              <a:cxnLst/>
              <a:rect l="l" t="t" r="r" b="b"/>
              <a:pathLst>
                <a:path w="10359" h="584" extrusionOk="0">
                  <a:moveTo>
                    <a:pt x="0" y="0"/>
                  </a:moveTo>
                  <a:lnTo>
                    <a:pt x="191" y="584"/>
                  </a:lnTo>
                  <a:lnTo>
                    <a:pt x="10359" y="584"/>
                  </a:lnTo>
                  <a:lnTo>
                    <a:pt x="10085" y="0"/>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89" name="Google Shape;1092;p33">
              <a:extLst>
                <a:ext uri="{FF2B5EF4-FFF2-40B4-BE49-F238E27FC236}">
                  <a16:creationId xmlns:a16="http://schemas.microsoft.com/office/drawing/2014/main" id="{D2A6E5A9-BA02-428A-8680-9AD8A120FEDC}"/>
                </a:ext>
              </a:extLst>
            </p:cNvPr>
            <p:cNvSpPr/>
            <p:nvPr/>
          </p:nvSpPr>
          <p:spPr>
            <a:xfrm>
              <a:off x="3773988" y="2656075"/>
              <a:ext cx="258075" cy="14600"/>
            </a:xfrm>
            <a:custGeom>
              <a:avLst/>
              <a:gdLst/>
              <a:ahLst/>
              <a:cxnLst/>
              <a:rect l="l" t="t" r="r" b="b"/>
              <a:pathLst>
                <a:path w="10323" h="584" extrusionOk="0">
                  <a:moveTo>
                    <a:pt x="238" y="0"/>
                  </a:moveTo>
                  <a:lnTo>
                    <a:pt x="0" y="584"/>
                  </a:lnTo>
                  <a:lnTo>
                    <a:pt x="10132" y="584"/>
                  </a:lnTo>
                  <a:lnTo>
                    <a:pt x="10323" y="0"/>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91" name="Google Shape;1093;p33">
              <a:extLst>
                <a:ext uri="{FF2B5EF4-FFF2-40B4-BE49-F238E27FC236}">
                  <a16:creationId xmlns:a16="http://schemas.microsoft.com/office/drawing/2014/main" id="{628C93F5-3485-46DE-9F4B-C3CCDBAE5554}"/>
                </a:ext>
              </a:extLst>
            </p:cNvPr>
            <p:cNvSpPr/>
            <p:nvPr/>
          </p:nvSpPr>
          <p:spPr>
            <a:xfrm>
              <a:off x="3266763" y="2656075"/>
              <a:ext cx="260775" cy="15500"/>
            </a:xfrm>
            <a:custGeom>
              <a:avLst/>
              <a:gdLst/>
              <a:ahLst/>
              <a:cxnLst/>
              <a:rect l="l" t="t" r="r" b="b"/>
              <a:pathLst>
                <a:path w="10431" h="620" extrusionOk="0">
                  <a:moveTo>
                    <a:pt x="310" y="0"/>
                  </a:moveTo>
                  <a:lnTo>
                    <a:pt x="1" y="619"/>
                  </a:lnTo>
                  <a:cubicBezTo>
                    <a:pt x="72" y="619"/>
                    <a:pt x="120" y="619"/>
                    <a:pt x="191" y="584"/>
                  </a:cubicBezTo>
                  <a:lnTo>
                    <a:pt x="10121" y="584"/>
                  </a:lnTo>
                  <a:lnTo>
                    <a:pt x="10431" y="0"/>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94" name="Google Shape;1094;p33">
              <a:extLst>
                <a:ext uri="{FF2B5EF4-FFF2-40B4-BE49-F238E27FC236}">
                  <a16:creationId xmlns:a16="http://schemas.microsoft.com/office/drawing/2014/main" id="{D3F57A1C-46EF-4B8A-B2A4-BC7E204788C0}"/>
                </a:ext>
              </a:extLst>
            </p:cNvPr>
            <p:cNvSpPr/>
            <p:nvPr/>
          </p:nvSpPr>
          <p:spPr>
            <a:xfrm>
              <a:off x="2812538" y="2692975"/>
              <a:ext cx="213750" cy="91700"/>
            </a:xfrm>
            <a:custGeom>
              <a:avLst/>
              <a:gdLst/>
              <a:ahLst/>
              <a:cxnLst/>
              <a:rect l="l" t="t" r="r" b="b"/>
              <a:pathLst>
                <a:path w="8550" h="3668" extrusionOk="0">
                  <a:moveTo>
                    <a:pt x="7728" y="1"/>
                  </a:moveTo>
                  <a:cubicBezTo>
                    <a:pt x="6918" y="227"/>
                    <a:pt x="6109" y="465"/>
                    <a:pt x="5371" y="727"/>
                  </a:cubicBezTo>
                  <a:cubicBezTo>
                    <a:pt x="4609" y="1001"/>
                    <a:pt x="3906" y="1275"/>
                    <a:pt x="3251" y="1584"/>
                  </a:cubicBezTo>
                  <a:cubicBezTo>
                    <a:pt x="2596" y="1894"/>
                    <a:pt x="1977" y="2203"/>
                    <a:pt x="1430" y="2549"/>
                  </a:cubicBezTo>
                  <a:cubicBezTo>
                    <a:pt x="894" y="2858"/>
                    <a:pt x="430" y="3239"/>
                    <a:pt x="1" y="3596"/>
                  </a:cubicBezTo>
                  <a:lnTo>
                    <a:pt x="1739" y="3668"/>
                  </a:lnTo>
                  <a:cubicBezTo>
                    <a:pt x="2096" y="3322"/>
                    <a:pt x="2513" y="3013"/>
                    <a:pt x="2977" y="2703"/>
                  </a:cubicBezTo>
                  <a:cubicBezTo>
                    <a:pt x="3442" y="2429"/>
                    <a:pt x="3990" y="2120"/>
                    <a:pt x="4561" y="1846"/>
                  </a:cubicBezTo>
                  <a:cubicBezTo>
                    <a:pt x="5144" y="1584"/>
                    <a:pt x="5799" y="1346"/>
                    <a:pt x="6454" y="1120"/>
                  </a:cubicBezTo>
                  <a:cubicBezTo>
                    <a:pt x="7121" y="882"/>
                    <a:pt x="7811" y="655"/>
                    <a:pt x="8550" y="465"/>
                  </a:cubicBezTo>
                  <a:lnTo>
                    <a:pt x="7728" y="1"/>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96" name="Google Shape;1095;p33">
              <a:extLst>
                <a:ext uri="{FF2B5EF4-FFF2-40B4-BE49-F238E27FC236}">
                  <a16:creationId xmlns:a16="http://schemas.microsoft.com/office/drawing/2014/main" id="{3E2E0B00-1C2F-4AA4-9CB0-05DA62463ABA}"/>
                </a:ext>
              </a:extLst>
            </p:cNvPr>
            <p:cNvSpPr/>
            <p:nvPr/>
          </p:nvSpPr>
          <p:spPr>
            <a:xfrm>
              <a:off x="2798263" y="2878425"/>
              <a:ext cx="217300" cy="78300"/>
            </a:xfrm>
            <a:custGeom>
              <a:avLst/>
              <a:gdLst/>
              <a:ahLst/>
              <a:cxnLst/>
              <a:rect l="l" t="t" r="r" b="b"/>
              <a:pathLst>
                <a:path w="8692" h="3132" extrusionOk="0">
                  <a:moveTo>
                    <a:pt x="1846" y="0"/>
                  </a:moveTo>
                  <a:lnTo>
                    <a:pt x="0" y="429"/>
                  </a:lnTo>
                  <a:cubicBezTo>
                    <a:pt x="310" y="738"/>
                    <a:pt x="691" y="1048"/>
                    <a:pt x="1191" y="1310"/>
                  </a:cubicBezTo>
                  <a:cubicBezTo>
                    <a:pt x="1655" y="1584"/>
                    <a:pt x="2239" y="1858"/>
                    <a:pt x="2894" y="2084"/>
                  </a:cubicBezTo>
                  <a:cubicBezTo>
                    <a:pt x="3548" y="2322"/>
                    <a:pt x="4287" y="2512"/>
                    <a:pt x="5061" y="2703"/>
                  </a:cubicBezTo>
                  <a:cubicBezTo>
                    <a:pt x="5870" y="2858"/>
                    <a:pt x="6763" y="3012"/>
                    <a:pt x="7692" y="3132"/>
                  </a:cubicBezTo>
                  <a:lnTo>
                    <a:pt x="8692" y="2358"/>
                  </a:lnTo>
                  <a:cubicBezTo>
                    <a:pt x="7882" y="2274"/>
                    <a:pt x="7108" y="2167"/>
                    <a:pt x="6370" y="2012"/>
                  </a:cubicBezTo>
                  <a:cubicBezTo>
                    <a:pt x="5680" y="1858"/>
                    <a:pt x="5025" y="1667"/>
                    <a:pt x="4441" y="1465"/>
                  </a:cubicBezTo>
                  <a:cubicBezTo>
                    <a:pt x="3858" y="1274"/>
                    <a:pt x="3358" y="1048"/>
                    <a:pt x="2929" y="774"/>
                  </a:cubicBezTo>
                  <a:cubicBezTo>
                    <a:pt x="2465" y="536"/>
                    <a:pt x="2120" y="274"/>
                    <a:pt x="1846" y="0"/>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01" name="Google Shape;1096;p33">
              <a:extLst>
                <a:ext uri="{FF2B5EF4-FFF2-40B4-BE49-F238E27FC236}">
                  <a16:creationId xmlns:a16="http://schemas.microsoft.com/office/drawing/2014/main" id="{0D8E46FE-767B-4867-9202-108B228029BB}"/>
                </a:ext>
              </a:extLst>
            </p:cNvPr>
            <p:cNvSpPr/>
            <p:nvPr/>
          </p:nvSpPr>
          <p:spPr>
            <a:xfrm>
              <a:off x="3862088" y="2942125"/>
              <a:ext cx="294700" cy="20250"/>
            </a:xfrm>
            <a:custGeom>
              <a:avLst/>
              <a:gdLst/>
              <a:ahLst/>
              <a:cxnLst/>
              <a:rect l="l" t="t" r="r" b="b"/>
              <a:pathLst>
                <a:path w="11788" h="810" extrusionOk="0">
                  <a:moveTo>
                    <a:pt x="262" y="0"/>
                  </a:moveTo>
                  <a:lnTo>
                    <a:pt x="0" y="810"/>
                  </a:lnTo>
                  <a:lnTo>
                    <a:pt x="11633" y="810"/>
                  </a:lnTo>
                  <a:lnTo>
                    <a:pt x="11788" y="0"/>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02" name="Google Shape;1097;p33">
              <a:extLst>
                <a:ext uri="{FF2B5EF4-FFF2-40B4-BE49-F238E27FC236}">
                  <a16:creationId xmlns:a16="http://schemas.microsoft.com/office/drawing/2014/main" id="{A9841F1D-A061-4475-A8C2-2BC6690494E2}"/>
                </a:ext>
              </a:extLst>
            </p:cNvPr>
            <p:cNvSpPr/>
            <p:nvPr/>
          </p:nvSpPr>
          <p:spPr>
            <a:xfrm>
              <a:off x="5019663" y="2942125"/>
              <a:ext cx="293525" cy="20250"/>
            </a:xfrm>
            <a:custGeom>
              <a:avLst/>
              <a:gdLst/>
              <a:ahLst/>
              <a:cxnLst/>
              <a:rect l="l" t="t" r="r" b="b"/>
              <a:pathLst>
                <a:path w="11741" h="810" extrusionOk="0">
                  <a:moveTo>
                    <a:pt x="1" y="0"/>
                  </a:moveTo>
                  <a:lnTo>
                    <a:pt x="156" y="810"/>
                  </a:lnTo>
                  <a:lnTo>
                    <a:pt x="11740" y="810"/>
                  </a:lnTo>
                  <a:lnTo>
                    <a:pt x="11514" y="0"/>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03" name="Google Shape;1098;p33">
              <a:extLst>
                <a:ext uri="{FF2B5EF4-FFF2-40B4-BE49-F238E27FC236}">
                  <a16:creationId xmlns:a16="http://schemas.microsoft.com/office/drawing/2014/main" id="{50084E46-E39E-4D00-9419-2494AC37C54F}"/>
                </a:ext>
              </a:extLst>
            </p:cNvPr>
            <p:cNvSpPr/>
            <p:nvPr/>
          </p:nvSpPr>
          <p:spPr>
            <a:xfrm>
              <a:off x="5595338" y="2942125"/>
              <a:ext cx="298575" cy="20250"/>
            </a:xfrm>
            <a:custGeom>
              <a:avLst/>
              <a:gdLst/>
              <a:ahLst/>
              <a:cxnLst/>
              <a:rect l="l" t="t" r="r" b="b"/>
              <a:pathLst>
                <a:path w="11943" h="810" extrusionOk="0">
                  <a:moveTo>
                    <a:pt x="0" y="0"/>
                  </a:moveTo>
                  <a:lnTo>
                    <a:pt x="346" y="810"/>
                  </a:lnTo>
                  <a:lnTo>
                    <a:pt x="11942" y="810"/>
                  </a:lnTo>
                  <a:lnTo>
                    <a:pt x="11526" y="0"/>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04" name="Google Shape;1099;p33">
              <a:extLst>
                <a:ext uri="{FF2B5EF4-FFF2-40B4-BE49-F238E27FC236}">
                  <a16:creationId xmlns:a16="http://schemas.microsoft.com/office/drawing/2014/main" id="{25D3F069-9748-4E28-BA7A-0CC6C6DD723B}"/>
                </a:ext>
              </a:extLst>
            </p:cNvPr>
            <p:cNvSpPr/>
            <p:nvPr/>
          </p:nvSpPr>
          <p:spPr>
            <a:xfrm>
              <a:off x="4442813" y="2942125"/>
              <a:ext cx="290825" cy="20250"/>
            </a:xfrm>
            <a:custGeom>
              <a:avLst/>
              <a:gdLst/>
              <a:ahLst/>
              <a:cxnLst/>
              <a:rect l="l" t="t" r="r" b="b"/>
              <a:pathLst>
                <a:path w="11633" h="810" extrusionOk="0">
                  <a:moveTo>
                    <a:pt x="72" y="0"/>
                  </a:moveTo>
                  <a:lnTo>
                    <a:pt x="0" y="810"/>
                  </a:lnTo>
                  <a:lnTo>
                    <a:pt x="11633" y="810"/>
                  </a:lnTo>
                  <a:lnTo>
                    <a:pt x="11550" y="0"/>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05" name="Google Shape;1100;p33">
              <a:extLst>
                <a:ext uri="{FF2B5EF4-FFF2-40B4-BE49-F238E27FC236}">
                  <a16:creationId xmlns:a16="http://schemas.microsoft.com/office/drawing/2014/main" id="{C7DF46D8-AAFB-4609-B56B-A8993A1B85BE}"/>
                </a:ext>
              </a:extLst>
            </p:cNvPr>
            <p:cNvSpPr/>
            <p:nvPr/>
          </p:nvSpPr>
          <p:spPr>
            <a:xfrm>
              <a:off x="3282238" y="2942125"/>
              <a:ext cx="298575" cy="20250"/>
            </a:xfrm>
            <a:custGeom>
              <a:avLst/>
              <a:gdLst/>
              <a:ahLst/>
              <a:cxnLst/>
              <a:rect l="l" t="t" r="r" b="b"/>
              <a:pathLst>
                <a:path w="11943" h="810" extrusionOk="0">
                  <a:moveTo>
                    <a:pt x="430" y="0"/>
                  </a:moveTo>
                  <a:lnTo>
                    <a:pt x="1" y="810"/>
                  </a:lnTo>
                  <a:lnTo>
                    <a:pt x="11598" y="810"/>
                  </a:lnTo>
                  <a:lnTo>
                    <a:pt x="11943" y="0"/>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06" name="Google Shape;1101;p33">
              <a:extLst>
                <a:ext uri="{FF2B5EF4-FFF2-40B4-BE49-F238E27FC236}">
                  <a16:creationId xmlns:a16="http://schemas.microsoft.com/office/drawing/2014/main" id="{D59B42BA-AC90-4F1E-B9DC-678987401272}"/>
                </a:ext>
              </a:extLst>
            </p:cNvPr>
            <p:cNvSpPr/>
            <p:nvPr/>
          </p:nvSpPr>
          <p:spPr>
            <a:xfrm>
              <a:off x="6179038" y="2948075"/>
              <a:ext cx="303325" cy="82175"/>
            </a:xfrm>
            <a:custGeom>
              <a:avLst/>
              <a:gdLst/>
              <a:ahLst/>
              <a:cxnLst/>
              <a:rect l="l" t="t" r="r" b="b"/>
              <a:pathLst>
                <a:path w="12133" h="3287" extrusionOk="0">
                  <a:moveTo>
                    <a:pt x="1" y="0"/>
                  </a:moveTo>
                  <a:lnTo>
                    <a:pt x="72" y="774"/>
                  </a:lnTo>
                  <a:cubicBezTo>
                    <a:pt x="1048" y="846"/>
                    <a:pt x="2013" y="965"/>
                    <a:pt x="2977" y="1119"/>
                  </a:cubicBezTo>
                  <a:cubicBezTo>
                    <a:pt x="3906" y="1274"/>
                    <a:pt x="4870" y="1465"/>
                    <a:pt x="5763" y="1691"/>
                  </a:cubicBezTo>
                  <a:cubicBezTo>
                    <a:pt x="6692" y="1893"/>
                    <a:pt x="7573" y="2120"/>
                    <a:pt x="8430" y="2393"/>
                  </a:cubicBezTo>
                  <a:cubicBezTo>
                    <a:pt x="9311" y="2667"/>
                    <a:pt x="10121" y="2977"/>
                    <a:pt x="10895" y="3286"/>
                  </a:cubicBezTo>
                  <a:lnTo>
                    <a:pt x="12133" y="2822"/>
                  </a:lnTo>
                  <a:cubicBezTo>
                    <a:pt x="11252" y="2429"/>
                    <a:pt x="10323" y="2120"/>
                    <a:pt x="9359" y="1810"/>
                  </a:cubicBezTo>
                  <a:cubicBezTo>
                    <a:pt x="8383" y="1536"/>
                    <a:pt x="7382" y="1274"/>
                    <a:pt x="6382" y="1036"/>
                  </a:cubicBezTo>
                  <a:cubicBezTo>
                    <a:pt x="5335" y="774"/>
                    <a:pt x="4287" y="572"/>
                    <a:pt x="3251" y="417"/>
                  </a:cubicBezTo>
                  <a:cubicBezTo>
                    <a:pt x="2168" y="226"/>
                    <a:pt x="1084" y="107"/>
                    <a:pt x="1" y="0"/>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07" name="Google Shape;1102;p33">
              <a:extLst>
                <a:ext uri="{FF2B5EF4-FFF2-40B4-BE49-F238E27FC236}">
                  <a16:creationId xmlns:a16="http://schemas.microsoft.com/office/drawing/2014/main" id="{727C5E0B-6B75-4524-9D1B-FD10F290131B}"/>
                </a:ext>
              </a:extLst>
            </p:cNvPr>
            <p:cNvSpPr/>
            <p:nvPr/>
          </p:nvSpPr>
          <p:spPr>
            <a:xfrm>
              <a:off x="6582963" y="3146900"/>
              <a:ext cx="106275" cy="138425"/>
            </a:xfrm>
            <a:custGeom>
              <a:avLst/>
              <a:gdLst/>
              <a:ahLst/>
              <a:cxnLst/>
              <a:rect l="l" t="t" r="r" b="b"/>
              <a:pathLst>
                <a:path w="4251" h="5537" extrusionOk="0">
                  <a:moveTo>
                    <a:pt x="1429" y="1"/>
                  </a:moveTo>
                  <a:cubicBezTo>
                    <a:pt x="1703" y="465"/>
                    <a:pt x="1858" y="894"/>
                    <a:pt x="1929" y="1358"/>
                  </a:cubicBezTo>
                  <a:cubicBezTo>
                    <a:pt x="2013" y="1787"/>
                    <a:pt x="1965" y="2203"/>
                    <a:pt x="1858" y="2596"/>
                  </a:cubicBezTo>
                  <a:cubicBezTo>
                    <a:pt x="1739" y="3025"/>
                    <a:pt x="1501" y="3406"/>
                    <a:pt x="1191" y="3751"/>
                  </a:cubicBezTo>
                  <a:cubicBezTo>
                    <a:pt x="893" y="4144"/>
                    <a:pt x="500" y="4489"/>
                    <a:pt x="0" y="4799"/>
                  </a:cubicBezTo>
                  <a:lnTo>
                    <a:pt x="2084" y="5537"/>
                  </a:lnTo>
                  <a:cubicBezTo>
                    <a:pt x="2632" y="5180"/>
                    <a:pt x="3096" y="4799"/>
                    <a:pt x="3394" y="4370"/>
                  </a:cubicBezTo>
                  <a:cubicBezTo>
                    <a:pt x="3751" y="3942"/>
                    <a:pt x="3977" y="3489"/>
                    <a:pt x="4132" y="3025"/>
                  </a:cubicBezTo>
                  <a:cubicBezTo>
                    <a:pt x="4251" y="2560"/>
                    <a:pt x="4251" y="2096"/>
                    <a:pt x="4168" y="1584"/>
                  </a:cubicBezTo>
                  <a:cubicBezTo>
                    <a:pt x="4096" y="1132"/>
                    <a:pt x="3858" y="620"/>
                    <a:pt x="3548" y="120"/>
                  </a:cubicBezTo>
                  <a:lnTo>
                    <a:pt x="1429" y="1"/>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08" name="Google Shape;1103;p33">
              <a:extLst>
                <a:ext uri="{FF2B5EF4-FFF2-40B4-BE49-F238E27FC236}">
                  <a16:creationId xmlns:a16="http://schemas.microsoft.com/office/drawing/2014/main" id="{7D20B7FD-BF52-4D7A-A8F9-ADAECE374CDC}"/>
                </a:ext>
              </a:extLst>
            </p:cNvPr>
            <p:cNvSpPr/>
            <p:nvPr/>
          </p:nvSpPr>
          <p:spPr>
            <a:xfrm>
              <a:off x="3311113" y="3324900"/>
              <a:ext cx="348000" cy="25925"/>
            </a:xfrm>
            <a:custGeom>
              <a:avLst/>
              <a:gdLst/>
              <a:ahLst/>
              <a:cxnLst/>
              <a:rect l="l" t="t" r="r" b="b"/>
              <a:pathLst>
                <a:path w="13920" h="1037" extrusionOk="0">
                  <a:moveTo>
                    <a:pt x="501" y="1"/>
                  </a:moveTo>
                  <a:lnTo>
                    <a:pt x="1" y="1036"/>
                  </a:lnTo>
                  <a:lnTo>
                    <a:pt x="13574" y="1036"/>
                  </a:lnTo>
                  <a:lnTo>
                    <a:pt x="13919" y="1"/>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12" name="Google Shape;1104;p33">
              <a:extLst>
                <a:ext uri="{FF2B5EF4-FFF2-40B4-BE49-F238E27FC236}">
                  <a16:creationId xmlns:a16="http://schemas.microsoft.com/office/drawing/2014/main" id="{F870AAEB-5D4D-4DFA-A703-2354171E7101}"/>
                </a:ext>
              </a:extLst>
            </p:cNvPr>
            <p:cNvSpPr/>
            <p:nvPr/>
          </p:nvSpPr>
          <p:spPr>
            <a:xfrm>
              <a:off x="3989488" y="3324900"/>
              <a:ext cx="341125" cy="25925"/>
            </a:xfrm>
            <a:custGeom>
              <a:avLst/>
              <a:gdLst/>
              <a:ahLst/>
              <a:cxnLst/>
              <a:rect l="l" t="t" r="r" b="b"/>
              <a:pathLst>
                <a:path w="13645" h="1037" extrusionOk="0">
                  <a:moveTo>
                    <a:pt x="238" y="1"/>
                  </a:moveTo>
                  <a:lnTo>
                    <a:pt x="0" y="1036"/>
                  </a:lnTo>
                  <a:lnTo>
                    <a:pt x="13526" y="1036"/>
                  </a:lnTo>
                  <a:lnTo>
                    <a:pt x="13645" y="1"/>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13" name="Google Shape;1105;p33">
              <a:extLst>
                <a:ext uri="{FF2B5EF4-FFF2-40B4-BE49-F238E27FC236}">
                  <a16:creationId xmlns:a16="http://schemas.microsoft.com/office/drawing/2014/main" id="{8875B852-6449-4E69-8B2D-192936395B2F}"/>
                </a:ext>
              </a:extLst>
            </p:cNvPr>
            <p:cNvSpPr/>
            <p:nvPr/>
          </p:nvSpPr>
          <p:spPr>
            <a:xfrm>
              <a:off x="5337563" y="3324900"/>
              <a:ext cx="345900" cy="25925"/>
            </a:xfrm>
            <a:custGeom>
              <a:avLst/>
              <a:gdLst/>
              <a:ahLst/>
              <a:cxnLst/>
              <a:rect l="l" t="t" r="r" b="b"/>
              <a:pathLst>
                <a:path w="13836" h="1037" extrusionOk="0">
                  <a:moveTo>
                    <a:pt x="1" y="1"/>
                  </a:moveTo>
                  <a:lnTo>
                    <a:pt x="298" y="1036"/>
                  </a:lnTo>
                  <a:lnTo>
                    <a:pt x="13836" y="1036"/>
                  </a:lnTo>
                  <a:lnTo>
                    <a:pt x="13407" y="1"/>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14" name="Google Shape;1106;p33">
              <a:extLst>
                <a:ext uri="{FF2B5EF4-FFF2-40B4-BE49-F238E27FC236}">
                  <a16:creationId xmlns:a16="http://schemas.microsoft.com/office/drawing/2014/main" id="{A7CA6830-3D4B-4EBC-9214-58E56327C92B}"/>
                </a:ext>
              </a:extLst>
            </p:cNvPr>
            <p:cNvSpPr/>
            <p:nvPr/>
          </p:nvSpPr>
          <p:spPr>
            <a:xfrm>
              <a:off x="4665763" y="3324900"/>
              <a:ext cx="340225" cy="25925"/>
            </a:xfrm>
            <a:custGeom>
              <a:avLst/>
              <a:gdLst/>
              <a:ahLst/>
              <a:cxnLst/>
              <a:rect l="l" t="t" r="r" b="b"/>
              <a:pathLst>
                <a:path w="13609" h="1037" extrusionOk="0">
                  <a:moveTo>
                    <a:pt x="0" y="1"/>
                  </a:moveTo>
                  <a:lnTo>
                    <a:pt x="48" y="1036"/>
                  </a:lnTo>
                  <a:lnTo>
                    <a:pt x="13609" y="1036"/>
                  </a:lnTo>
                  <a:lnTo>
                    <a:pt x="13454" y="1"/>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16" name="Google Shape;1107;p33">
              <a:extLst>
                <a:ext uri="{FF2B5EF4-FFF2-40B4-BE49-F238E27FC236}">
                  <a16:creationId xmlns:a16="http://schemas.microsoft.com/office/drawing/2014/main" id="{F2D3EF85-C665-44A8-9552-823E6B42D2B5}"/>
                </a:ext>
              </a:extLst>
            </p:cNvPr>
            <p:cNvSpPr/>
            <p:nvPr/>
          </p:nvSpPr>
          <p:spPr>
            <a:xfrm>
              <a:off x="6009088" y="3323700"/>
              <a:ext cx="354525" cy="27125"/>
            </a:xfrm>
            <a:custGeom>
              <a:avLst/>
              <a:gdLst/>
              <a:ahLst/>
              <a:cxnLst/>
              <a:rect l="l" t="t" r="r" b="b"/>
              <a:pathLst>
                <a:path w="14181" h="1085" extrusionOk="0">
                  <a:moveTo>
                    <a:pt x="12823" y="1"/>
                  </a:moveTo>
                  <a:cubicBezTo>
                    <a:pt x="12716" y="49"/>
                    <a:pt x="12633" y="49"/>
                    <a:pt x="12561" y="49"/>
                  </a:cubicBezTo>
                  <a:lnTo>
                    <a:pt x="0" y="49"/>
                  </a:lnTo>
                  <a:lnTo>
                    <a:pt x="536" y="1084"/>
                  </a:lnTo>
                  <a:lnTo>
                    <a:pt x="14180" y="1084"/>
                  </a:lnTo>
                  <a:lnTo>
                    <a:pt x="13335" y="1"/>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17" name="Google Shape;1108;p33">
              <a:extLst>
                <a:ext uri="{FF2B5EF4-FFF2-40B4-BE49-F238E27FC236}">
                  <a16:creationId xmlns:a16="http://schemas.microsoft.com/office/drawing/2014/main" id="{00E532B6-271E-4B03-B557-8D0D388FE754}"/>
                </a:ext>
              </a:extLst>
            </p:cNvPr>
            <p:cNvSpPr/>
            <p:nvPr/>
          </p:nvSpPr>
          <p:spPr>
            <a:xfrm>
              <a:off x="2630988" y="3324900"/>
              <a:ext cx="356600" cy="47350"/>
            </a:xfrm>
            <a:custGeom>
              <a:avLst/>
              <a:gdLst/>
              <a:ahLst/>
              <a:cxnLst/>
              <a:rect l="l" t="t" r="r" b="b"/>
              <a:pathLst>
                <a:path w="14264" h="1894" extrusionOk="0">
                  <a:moveTo>
                    <a:pt x="9275" y="1"/>
                  </a:moveTo>
                  <a:cubicBezTo>
                    <a:pt x="8537" y="1"/>
                    <a:pt x="7727" y="1"/>
                    <a:pt x="6953" y="36"/>
                  </a:cubicBezTo>
                  <a:cubicBezTo>
                    <a:pt x="6179" y="72"/>
                    <a:pt x="5406" y="155"/>
                    <a:pt x="4644" y="227"/>
                  </a:cubicBezTo>
                  <a:cubicBezTo>
                    <a:pt x="3870" y="310"/>
                    <a:pt x="3096" y="382"/>
                    <a:pt x="2322" y="501"/>
                  </a:cubicBezTo>
                  <a:cubicBezTo>
                    <a:pt x="1512" y="620"/>
                    <a:pt x="738" y="774"/>
                    <a:pt x="0" y="882"/>
                  </a:cubicBezTo>
                  <a:lnTo>
                    <a:pt x="226" y="1894"/>
                  </a:lnTo>
                  <a:cubicBezTo>
                    <a:pt x="929" y="1739"/>
                    <a:pt x="1619" y="1620"/>
                    <a:pt x="2322" y="1501"/>
                  </a:cubicBezTo>
                  <a:cubicBezTo>
                    <a:pt x="3012" y="1429"/>
                    <a:pt x="3715" y="1346"/>
                    <a:pt x="4405" y="1274"/>
                  </a:cubicBezTo>
                  <a:cubicBezTo>
                    <a:pt x="5096" y="1191"/>
                    <a:pt x="5798" y="1120"/>
                    <a:pt x="6537" y="1120"/>
                  </a:cubicBezTo>
                  <a:cubicBezTo>
                    <a:pt x="7227" y="1084"/>
                    <a:pt x="7918" y="1036"/>
                    <a:pt x="8620" y="1036"/>
                  </a:cubicBezTo>
                  <a:lnTo>
                    <a:pt x="13645" y="1036"/>
                  </a:lnTo>
                  <a:lnTo>
                    <a:pt x="14264" y="1"/>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18" name="Google Shape;1109;p33">
              <a:extLst>
                <a:ext uri="{FF2B5EF4-FFF2-40B4-BE49-F238E27FC236}">
                  <a16:creationId xmlns:a16="http://schemas.microsoft.com/office/drawing/2014/main" id="{D72A9D74-0B36-4F15-95B2-65D1431AD93E}"/>
                </a:ext>
              </a:extLst>
            </p:cNvPr>
            <p:cNvSpPr/>
            <p:nvPr/>
          </p:nvSpPr>
          <p:spPr>
            <a:xfrm>
              <a:off x="2098463" y="3471650"/>
              <a:ext cx="228025" cy="195275"/>
            </a:xfrm>
            <a:custGeom>
              <a:avLst/>
              <a:gdLst/>
              <a:ahLst/>
              <a:cxnLst/>
              <a:rect l="l" t="t" r="r" b="b"/>
              <a:pathLst>
                <a:path w="9121" h="7811" extrusionOk="0">
                  <a:moveTo>
                    <a:pt x="7347" y="0"/>
                  </a:moveTo>
                  <a:cubicBezTo>
                    <a:pt x="6811" y="346"/>
                    <a:pt x="6264" y="703"/>
                    <a:pt x="5763" y="1048"/>
                  </a:cubicBezTo>
                  <a:cubicBezTo>
                    <a:pt x="5228" y="1393"/>
                    <a:pt x="4716" y="1739"/>
                    <a:pt x="4251" y="2132"/>
                  </a:cubicBezTo>
                  <a:cubicBezTo>
                    <a:pt x="3787" y="2477"/>
                    <a:pt x="3370" y="2858"/>
                    <a:pt x="2942" y="3251"/>
                  </a:cubicBezTo>
                  <a:cubicBezTo>
                    <a:pt x="2561" y="3632"/>
                    <a:pt x="2168" y="4060"/>
                    <a:pt x="1822" y="4441"/>
                  </a:cubicBezTo>
                  <a:cubicBezTo>
                    <a:pt x="1584" y="4751"/>
                    <a:pt x="1394" y="5025"/>
                    <a:pt x="1203" y="5299"/>
                  </a:cubicBezTo>
                  <a:cubicBezTo>
                    <a:pt x="1013" y="5608"/>
                    <a:pt x="822" y="5870"/>
                    <a:pt x="668" y="6144"/>
                  </a:cubicBezTo>
                  <a:cubicBezTo>
                    <a:pt x="513" y="6418"/>
                    <a:pt x="394" y="6727"/>
                    <a:pt x="275" y="7001"/>
                  </a:cubicBezTo>
                  <a:cubicBezTo>
                    <a:pt x="156" y="7263"/>
                    <a:pt x="84" y="7537"/>
                    <a:pt x="1" y="7811"/>
                  </a:cubicBezTo>
                  <a:lnTo>
                    <a:pt x="2715" y="7418"/>
                  </a:lnTo>
                  <a:cubicBezTo>
                    <a:pt x="2787" y="7192"/>
                    <a:pt x="2870" y="6954"/>
                    <a:pt x="2942" y="6692"/>
                  </a:cubicBezTo>
                  <a:cubicBezTo>
                    <a:pt x="3025" y="6453"/>
                    <a:pt x="3132" y="6227"/>
                    <a:pt x="3287" y="5953"/>
                  </a:cubicBezTo>
                  <a:cubicBezTo>
                    <a:pt x="3406" y="5727"/>
                    <a:pt x="3561" y="5453"/>
                    <a:pt x="3716" y="5215"/>
                  </a:cubicBezTo>
                  <a:cubicBezTo>
                    <a:pt x="3906" y="4953"/>
                    <a:pt x="4061" y="4715"/>
                    <a:pt x="4299" y="4441"/>
                  </a:cubicBezTo>
                  <a:cubicBezTo>
                    <a:pt x="4561" y="4096"/>
                    <a:pt x="4918" y="3751"/>
                    <a:pt x="5263" y="3405"/>
                  </a:cubicBezTo>
                  <a:cubicBezTo>
                    <a:pt x="5609" y="3060"/>
                    <a:pt x="5990" y="2703"/>
                    <a:pt x="6418" y="2358"/>
                  </a:cubicBezTo>
                  <a:cubicBezTo>
                    <a:pt x="6811" y="2048"/>
                    <a:pt x="7228" y="1703"/>
                    <a:pt x="7692" y="1393"/>
                  </a:cubicBezTo>
                  <a:cubicBezTo>
                    <a:pt x="8157" y="1084"/>
                    <a:pt x="8621" y="774"/>
                    <a:pt x="9121" y="500"/>
                  </a:cubicBezTo>
                  <a:lnTo>
                    <a:pt x="7347" y="0"/>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19" name="Google Shape;1110;p33">
              <a:extLst>
                <a:ext uri="{FF2B5EF4-FFF2-40B4-BE49-F238E27FC236}">
                  <a16:creationId xmlns:a16="http://schemas.microsoft.com/office/drawing/2014/main" id="{AF924151-ED0D-4FD7-9C17-D388EC17D506}"/>
                </a:ext>
              </a:extLst>
            </p:cNvPr>
            <p:cNvSpPr/>
            <p:nvPr/>
          </p:nvSpPr>
          <p:spPr>
            <a:xfrm>
              <a:off x="2980713" y="3858300"/>
              <a:ext cx="421225" cy="38425"/>
            </a:xfrm>
            <a:custGeom>
              <a:avLst/>
              <a:gdLst/>
              <a:ahLst/>
              <a:cxnLst/>
              <a:rect l="l" t="t" r="r" b="b"/>
              <a:pathLst>
                <a:path w="16849" h="1537" extrusionOk="0">
                  <a:moveTo>
                    <a:pt x="775" y="0"/>
                  </a:moveTo>
                  <a:lnTo>
                    <a:pt x="1" y="1536"/>
                  </a:lnTo>
                  <a:lnTo>
                    <a:pt x="16313" y="1536"/>
                  </a:lnTo>
                  <a:lnTo>
                    <a:pt x="16848" y="0"/>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20" name="Google Shape;1111;p33">
              <a:extLst>
                <a:ext uri="{FF2B5EF4-FFF2-40B4-BE49-F238E27FC236}">
                  <a16:creationId xmlns:a16="http://schemas.microsoft.com/office/drawing/2014/main" id="{92DD7DA3-A333-4FF9-966F-77CC9F326FF1}"/>
                </a:ext>
              </a:extLst>
            </p:cNvPr>
            <p:cNvSpPr/>
            <p:nvPr/>
          </p:nvSpPr>
          <p:spPr>
            <a:xfrm>
              <a:off x="3795413" y="3858300"/>
              <a:ext cx="412575" cy="38425"/>
            </a:xfrm>
            <a:custGeom>
              <a:avLst/>
              <a:gdLst/>
              <a:ahLst/>
              <a:cxnLst/>
              <a:rect l="l" t="t" r="r" b="b"/>
              <a:pathLst>
                <a:path w="16503" h="1537" extrusionOk="0">
                  <a:moveTo>
                    <a:pt x="381" y="0"/>
                  </a:moveTo>
                  <a:lnTo>
                    <a:pt x="0" y="1536"/>
                  </a:lnTo>
                  <a:lnTo>
                    <a:pt x="16300" y="1536"/>
                  </a:lnTo>
                  <a:lnTo>
                    <a:pt x="16502" y="0"/>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21" name="Google Shape;1112;p33">
              <a:extLst>
                <a:ext uri="{FF2B5EF4-FFF2-40B4-BE49-F238E27FC236}">
                  <a16:creationId xmlns:a16="http://schemas.microsoft.com/office/drawing/2014/main" id="{23ED3C4F-EF81-4F64-887D-8B4210290B64}"/>
                </a:ext>
              </a:extLst>
            </p:cNvPr>
            <p:cNvSpPr/>
            <p:nvPr/>
          </p:nvSpPr>
          <p:spPr>
            <a:xfrm>
              <a:off x="4609788" y="3858300"/>
              <a:ext cx="407825" cy="38425"/>
            </a:xfrm>
            <a:custGeom>
              <a:avLst/>
              <a:gdLst/>
              <a:ahLst/>
              <a:cxnLst/>
              <a:rect l="l" t="t" r="r" b="b"/>
              <a:pathLst>
                <a:path w="16313" h="1537" extrusionOk="0">
                  <a:moveTo>
                    <a:pt x="1" y="0"/>
                  </a:moveTo>
                  <a:lnTo>
                    <a:pt x="1" y="1536"/>
                  </a:lnTo>
                  <a:lnTo>
                    <a:pt x="16312" y="1536"/>
                  </a:lnTo>
                  <a:lnTo>
                    <a:pt x="16122" y="0"/>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22" name="Google Shape;1113;p33">
              <a:extLst>
                <a:ext uri="{FF2B5EF4-FFF2-40B4-BE49-F238E27FC236}">
                  <a16:creationId xmlns:a16="http://schemas.microsoft.com/office/drawing/2014/main" id="{ED1FC4F7-371A-4EFC-97CF-9903ADB5EBEA}"/>
                </a:ext>
              </a:extLst>
            </p:cNvPr>
            <p:cNvSpPr/>
            <p:nvPr/>
          </p:nvSpPr>
          <p:spPr>
            <a:xfrm>
              <a:off x="5414663" y="3858300"/>
              <a:ext cx="417625" cy="38425"/>
            </a:xfrm>
            <a:custGeom>
              <a:avLst/>
              <a:gdLst/>
              <a:ahLst/>
              <a:cxnLst/>
              <a:rect l="l" t="t" r="r" b="b"/>
              <a:pathLst>
                <a:path w="16705" h="1537" extrusionOk="0">
                  <a:moveTo>
                    <a:pt x="0" y="0"/>
                  </a:moveTo>
                  <a:lnTo>
                    <a:pt x="429" y="1536"/>
                  </a:lnTo>
                  <a:lnTo>
                    <a:pt x="16705" y="1536"/>
                  </a:lnTo>
                  <a:lnTo>
                    <a:pt x="16121" y="0"/>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23" name="Google Shape;1114;p33">
              <a:extLst>
                <a:ext uri="{FF2B5EF4-FFF2-40B4-BE49-F238E27FC236}">
                  <a16:creationId xmlns:a16="http://schemas.microsoft.com/office/drawing/2014/main" id="{DFC4F907-F413-4D06-8EE5-A941EA46F3E9}"/>
                </a:ext>
              </a:extLst>
            </p:cNvPr>
            <p:cNvSpPr/>
            <p:nvPr/>
          </p:nvSpPr>
          <p:spPr>
            <a:xfrm>
              <a:off x="6220713" y="3858300"/>
              <a:ext cx="425975" cy="38425"/>
            </a:xfrm>
            <a:custGeom>
              <a:avLst/>
              <a:gdLst/>
              <a:ahLst/>
              <a:cxnLst/>
              <a:rect l="l" t="t" r="r" b="b"/>
              <a:pathLst>
                <a:path w="17039" h="1537" extrusionOk="0">
                  <a:moveTo>
                    <a:pt x="0" y="0"/>
                  </a:moveTo>
                  <a:lnTo>
                    <a:pt x="762" y="1536"/>
                  </a:lnTo>
                  <a:lnTo>
                    <a:pt x="17038" y="1536"/>
                  </a:lnTo>
                  <a:lnTo>
                    <a:pt x="16074" y="0"/>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24" name="Google Shape;1115;p33">
              <a:extLst>
                <a:ext uri="{FF2B5EF4-FFF2-40B4-BE49-F238E27FC236}">
                  <a16:creationId xmlns:a16="http://schemas.microsoft.com/office/drawing/2014/main" id="{CC863BCD-6D55-49C8-9A7C-77BDBFFBC524}"/>
                </a:ext>
              </a:extLst>
            </p:cNvPr>
            <p:cNvSpPr/>
            <p:nvPr/>
          </p:nvSpPr>
          <p:spPr>
            <a:xfrm>
              <a:off x="2204738" y="3811875"/>
              <a:ext cx="392325" cy="84850"/>
            </a:xfrm>
            <a:custGeom>
              <a:avLst/>
              <a:gdLst/>
              <a:ahLst/>
              <a:cxnLst/>
              <a:rect l="l" t="t" r="r" b="b"/>
              <a:pathLst>
                <a:path w="15693" h="3394" extrusionOk="0">
                  <a:moveTo>
                    <a:pt x="2358" y="0"/>
                  </a:moveTo>
                  <a:lnTo>
                    <a:pt x="0" y="1238"/>
                  </a:lnTo>
                  <a:cubicBezTo>
                    <a:pt x="703" y="1584"/>
                    <a:pt x="1477" y="1893"/>
                    <a:pt x="2286" y="2167"/>
                  </a:cubicBezTo>
                  <a:cubicBezTo>
                    <a:pt x="3132" y="2429"/>
                    <a:pt x="4025" y="2667"/>
                    <a:pt x="4989" y="2822"/>
                  </a:cubicBezTo>
                  <a:cubicBezTo>
                    <a:pt x="6001" y="3012"/>
                    <a:pt x="7001" y="3167"/>
                    <a:pt x="8120" y="3239"/>
                  </a:cubicBezTo>
                  <a:cubicBezTo>
                    <a:pt x="9204" y="3358"/>
                    <a:pt x="10359" y="3393"/>
                    <a:pt x="11597" y="3393"/>
                  </a:cubicBezTo>
                  <a:lnTo>
                    <a:pt x="14728" y="3393"/>
                  </a:lnTo>
                  <a:lnTo>
                    <a:pt x="15693" y="1857"/>
                  </a:lnTo>
                  <a:lnTo>
                    <a:pt x="12561" y="1857"/>
                  </a:lnTo>
                  <a:cubicBezTo>
                    <a:pt x="11526" y="1857"/>
                    <a:pt x="10478" y="1810"/>
                    <a:pt x="9513" y="1738"/>
                  </a:cubicBezTo>
                  <a:cubicBezTo>
                    <a:pt x="8549" y="1655"/>
                    <a:pt x="7620" y="1548"/>
                    <a:pt x="6775" y="1393"/>
                  </a:cubicBezTo>
                  <a:cubicBezTo>
                    <a:pt x="5918" y="1191"/>
                    <a:pt x="5144" y="1000"/>
                    <a:pt x="4370" y="774"/>
                  </a:cubicBezTo>
                  <a:cubicBezTo>
                    <a:pt x="3644" y="536"/>
                    <a:pt x="2977" y="310"/>
                    <a:pt x="2358" y="0"/>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125" name="Google Shape;1116;p33">
              <a:extLst>
                <a:ext uri="{FF2B5EF4-FFF2-40B4-BE49-F238E27FC236}">
                  <a16:creationId xmlns:a16="http://schemas.microsoft.com/office/drawing/2014/main" id="{3D61722F-7B8A-4AA2-A5F6-25BDBC4F17A3}"/>
                </a:ext>
              </a:extLst>
            </p:cNvPr>
            <p:cNvSpPr/>
            <p:nvPr/>
          </p:nvSpPr>
          <p:spPr>
            <a:xfrm>
              <a:off x="7030338" y="3858300"/>
              <a:ext cx="231900" cy="38425"/>
            </a:xfrm>
            <a:custGeom>
              <a:avLst/>
              <a:gdLst/>
              <a:ahLst/>
              <a:cxnLst/>
              <a:rect l="l" t="t" r="r" b="b"/>
              <a:pathLst>
                <a:path w="9276" h="1537" extrusionOk="0">
                  <a:moveTo>
                    <a:pt x="0" y="0"/>
                  </a:moveTo>
                  <a:lnTo>
                    <a:pt x="1155" y="1536"/>
                  </a:lnTo>
                  <a:lnTo>
                    <a:pt x="9275" y="1536"/>
                  </a:lnTo>
                  <a:lnTo>
                    <a:pt x="8037" y="0"/>
                  </a:lnTo>
                  <a:close/>
                </a:path>
              </a:pathLst>
            </a:custGeom>
            <a:solidFill>
              <a:srgbClr val="FFFFFF"/>
            </a:solidFill>
            <a:ln>
              <a:noFill/>
            </a:ln>
          </p:spPr>
          <p:txBody>
            <a:bodyPr spcFirstLastPara="1" wrap="square" lIns="121900" tIns="121900" rIns="121900" bIns="121900" anchor="ctr" anchorCtr="0">
              <a:noAutofit/>
            </a:bodyPr>
            <a:lstStyle/>
            <a:p>
              <a:endParaRPr sz="2400"/>
            </a:p>
          </p:txBody>
        </p:sp>
      </p:grpSp>
      <p:grpSp>
        <p:nvGrpSpPr>
          <p:cNvPr id="109" name="Google Shape;1140;p33">
            <a:extLst>
              <a:ext uri="{FF2B5EF4-FFF2-40B4-BE49-F238E27FC236}">
                <a16:creationId xmlns:a16="http://schemas.microsoft.com/office/drawing/2014/main" id="{504C58BE-5C4E-4950-A6A8-92838700D04E}"/>
              </a:ext>
            </a:extLst>
          </p:cNvPr>
          <p:cNvGrpSpPr/>
          <p:nvPr/>
        </p:nvGrpSpPr>
        <p:grpSpPr>
          <a:xfrm>
            <a:off x="2760756" y="954000"/>
            <a:ext cx="9152398" cy="2961355"/>
            <a:chOff x="-1075957" y="2582850"/>
            <a:chExt cx="9152398" cy="2961355"/>
          </a:xfrm>
        </p:grpSpPr>
        <p:sp>
          <p:nvSpPr>
            <p:cNvPr id="110" name="Google Shape;1141;p33">
              <a:extLst>
                <a:ext uri="{FF2B5EF4-FFF2-40B4-BE49-F238E27FC236}">
                  <a16:creationId xmlns:a16="http://schemas.microsoft.com/office/drawing/2014/main" id="{C24624D1-41BD-4580-8DE5-AB38D67217A0}"/>
                </a:ext>
              </a:extLst>
            </p:cNvPr>
            <p:cNvSpPr/>
            <p:nvPr/>
          </p:nvSpPr>
          <p:spPr>
            <a:xfrm>
              <a:off x="388133" y="2752203"/>
              <a:ext cx="1717455" cy="444880"/>
            </a:xfrm>
            <a:custGeom>
              <a:avLst/>
              <a:gdLst/>
              <a:ahLst/>
              <a:cxnLst/>
              <a:rect l="l" t="t" r="r" b="b"/>
              <a:pathLst>
                <a:path w="45756" h="12407" extrusionOk="0">
                  <a:moveTo>
                    <a:pt x="3858" y="0"/>
                  </a:moveTo>
                  <a:cubicBezTo>
                    <a:pt x="1738" y="0"/>
                    <a:pt x="0" y="1738"/>
                    <a:pt x="0" y="3858"/>
                  </a:cubicBezTo>
                  <a:lnTo>
                    <a:pt x="0" y="8537"/>
                  </a:lnTo>
                  <a:cubicBezTo>
                    <a:pt x="0" y="10668"/>
                    <a:pt x="1738" y="12406"/>
                    <a:pt x="3858" y="12406"/>
                  </a:cubicBezTo>
                  <a:lnTo>
                    <a:pt x="41934" y="12406"/>
                  </a:lnTo>
                  <a:cubicBezTo>
                    <a:pt x="44053" y="12406"/>
                    <a:pt x="45756" y="10668"/>
                    <a:pt x="45756" y="8537"/>
                  </a:cubicBezTo>
                  <a:lnTo>
                    <a:pt x="45756" y="3858"/>
                  </a:lnTo>
                  <a:cubicBezTo>
                    <a:pt x="45756" y="1738"/>
                    <a:pt x="44053" y="0"/>
                    <a:pt x="4193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sz="1500" err="1">
                  <a:solidFill>
                    <a:srgbClr val="FFFFFF"/>
                  </a:solidFill>
                  <a:ea typeface="Fira Sans Extra Condensed Medium"/>
                  <a:cs typeface="Fira Sans Extra Condensed Medium"/>
                  <a:sym typeface="Fira Sans Extra Condensed Medium"/>
                </a:rPr>
                <a:t>Infrastruktur</a:t>
              </a:r>
              <a:r>
                <a:rPr lang="en" sz="1500">
                  <a:solidFill>
                    <a:srgbClr val="FFFFFF"/>
                  </a:solidFill>
                  <a:ea typeface="Fira Sans Extra Condensed Medium"/>
                  <a:cs typeface="Fira Sans Extra Condensed Medium"/>
                  <a:sym typeface="Fira Sans Extra Condensed Medium"/>
                </a:rPr>
                <a:t> </a:t>
              </a:r>
              <a:r>
                <a:rPr lang="en" sz="1500" err="1">
                  <a:solidFill>
                    <a:srgbClr val="FFFFFF"/>
                  </a:solidFill>
                  <a:ea typeface="Fira Sans Extra Condensed Medium"/>
                  <a:cs typeface="Fira Sans Extra Condensed Medium"/>
                  <a:sym typeface="Fira Sans Extra Condensed Medium"/>
                </a:rPr>
                <a:t>prüfen</a:t>
              </a:r>
              <a:r>
                <a:rPr lang="de-DE" sz="1600" baseline="30000">
                  <a:solidFill>
                    <a:schemeClr val="bg1"/>
                  </a:solidFill>
                </a:rPr>
                <a:t>1</a:t>
              </a:r>
              <a:endParaRPr sz="1500">
                <a:solidFill>
                  <a:schemeClr val="bg1"/>
                </a:solidFill>
                <a:ea typeface="Fira Sans Extra Condensed Medium"/>
                <a:cs typeface="Fira Sans Extra Condensed Medium"/>
                <a:sym typeface="Fira Sans Extra Condensed Medium"/>
              </a:endParaRPr>
            </a:p>
          </p:txBody>
        </p:sp>
        <p:sp>
          <p:nvSpPr>
            <p:cNvPr id="111" name="Google Shape;1142;p33">
              <a:extLst>
                <a:ext uri="{FF2B5EF4-FFF2-40B4-BE49-F238E27FC236}">
                  <a16:creationId xmlns:a16="http://schemas.microsoft.com/office/drawing/2014/main" id="{44835DB1-3FDD-4DDC-AF16-2466F5D76018}"/>
                </a:ext>
              </a:extLst>
            </p:cNvPr>
            <p:cNvSpPr/>
            <p:nvPr/>
          </p:nvSpPr>
          <p:spPr>
            <a:xfrm>
              <a:off x="1764788" y="2582850"/>
              <a:ext cx="786450" cy="1029025"/>
            </a:xfrm>
            <a:custGeom>
              <a:avLst/>
              <a:gdLst/>
              <a:ahLst/>
              <a:cxnLst/>
              <a:rect l="l" t="t" r="r" b="b"/>
              <a:pathLst>
                <a:path w="31458" h="41161" extrusionOk="0">
                  <a:moveTo>
                    <a:pt x="15729" y="0"/>
                  </a:moveTo>
                  <a:cubicBezTo>
                    <a:pt x="7038" y="0"/>
                    <a:pt x="1" y="7025"/>
                    <a:pt x="1" y="15728"/>
                  </a:cubicBezTo>
                  <a:cubicBezTo>
                    <a:pt x="1" y="22527"/>
                    <a:pt x="4323" y="28325"/>
                    <a:pt x="10395" y="30528"/>
                  </a:cubicBezTo>
                  <a:lnTo>
                    <a:pt x="15729" y="41160"/>
                  </a:lnTo>
                  <a:lnTo>
                    <a:pt x="21027" y="30528"/>
                  </a:lnTo>
                  <a:cubicBezTo>
                    <a:pt x="27088" y="28325"/>
                    <a:pt x="31457" y="22527"/>
                    <a:pt x="31457" y="15728"/>
                  </a:cubicBezTo>
                  <a:cubicBezTo>
                    <a:pt x="31457" y="7025"/>
                    <a:pt x="24385" y="0"/>
                    <a:pt x="15729" y="0"/>
                  </a:cubicBezTo>
                  <a:close/>
                </a:path>
              </a:pathLst>
            </a:custGeom>
            <a:solidFill>
              <a:schemeClr val="tx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43;p33">
              <a:extLst>
                <a:ext uri="{FF2B5EF4-FFF2-40B4-BE49-F238E27FC236}">
                  <a16:creationId xmlns:a16="http://schemas.microsoft.com/office/drawing/2014/main" id="{372C468F-C4DF-4606-B557-2807EF54F13F}"/>
                </a:ext>
              </a:extLst>
            </p:cNvPr>
            <p:cNvSpPr/>
            <p:nvPr/>
          </p:nvSpPr>
          <p:spPr>
            <a:xfrm>
              <a:off x="1835338" y="2645650"/>
              <a:ext cx="644450" cy="645350"/>
            </a:xfrm>
            <a:custGeom>
              <a:avLst/>
              <a:gdLst/>
              <a:ahLst/>
              <a:cxnLst/>
              <a:rect l="l" t="t" r="r" b="b"/>
              <a:pathLst>
                <a:path w="25778" h="25814" extrusionOk="0">
                  <a:moveTo>
                    <a:pt x="12907" y="1"/>
                  </a:moveTo>
                  <a:cubicBezTo>
                    <a:pt x="5751" y="1"/>
                    <a:pt x="1" y="5799"/>
                    <a:pt x="1" y="12907"/>
                  </a:cubicBezTo>
                  <a:cubicBezTo>
                    <a:pt x="1" y="20015"/>
                    <a:pt x="5751" y="25813"/>
                    <a:pt x="12907" y="25813"/>
                  </a:cubicBezTo>
                  <a:cubicBezTo>
                    <a:pt x="20015" y="25813"/>
                    <a:pt x="25778" y="20015"/>
                    <a:pt x="25778" y="12907"/>
                  </a:cubicBezTo>
                  <a:cubicBezTo>
                    <a:pt x="25778" y="5799"/>
                    <a:pt x="20015" y="1"/>
                    <a:pt x="12907" y="1"/>
                  </a:cubicBezTo>
                  <a:close/>
                </a:path>
              </a:pathLst>
            </a:custGeom>
            <a:solidFill>
              <a:schemeClr val="bg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de-DE">
                  <a:solidFill>
                    <a:schemeClr val="tx2"/>
                  </a:solidFill>
                </a:rPr>
                <a:t>1</a:t>
              </a:r>
              <a:endParaRPr>
                <a:solidFill>
                  <a:schemeClr val="tx2"/>
                </a:solidFill>
              </a:endParaRPr>
            </a:p>
          </p:txBody>
        </p:sp>
        <p:sp>
          <p:nvSpPr>
            <p:cNvPr id="139" name="Google Shape;1141;p33">
              <a:extLst>
                <a:ext uri="{FF2B5EF4-FFF2-40B4-BE49-F238E27FC236}">
                  <a16:creationId xmlns:a16="http://schemas.microsoft.com/office/drawing/2014/main" id="{467186B4-990F-479B-B983-30DDFB3FE2BE}"/>
                </a:ext>
              </a:extLst>
            </p:cNvPr>
            <p:cNvSpPr/>
            <p:nvPr/>
          </p:nvSpPr>
          <p:spPr>
            <a:xfrm>
              <a:off x="2986401" y="2752203"/>
              <a:ext cx="1857031" cy="444880"/>
            </a:xfrm>
            <a:custGeom>
              <a:avLst/>
              <a:gdLst/>
              <a:ahLst/>
              <a:cxnLst/>
              <a:rect l="l" t="t" r="r" b="b"/>
              <a:pathLst>
                <a:path w="45756" h="12407" extrusionOk="0">
                  <a:moveTo>
                    <a:pt x="3858" y="0"/>
                  </a:moveTo>
                  <a:cubicBezTo>
                    <a:pt x="1738" y="0"/>
                    <a:pt x="0" y="1738"/>
                    <a:pt x="0" y="3858"/>
                  </a:cubicBezTo>
                  <a:lnTo>
                    <a:pt x="0" y="8537"/>
                  </a:lnTo>
                  <a:cubicBezTo>
                    <a:pt x="0" y="10668"/>
                    <a:pt x="1738" y="12406"/>
                    <a:pt x="3858" y="12406"/>
                  </a:cubicBezTo>
                  <a:lnTo>
                    <a:pt x="41934" y="12406"/>
                  </a:lnTo>
                  <a:cubicBezTo>
                    <a:pt x="44053" y="12406"/>
                    <a:pt x="45756" y="10668"/>
                    <a:pt x="45756" y="8537"/>
                  </a:cubicBezTo>
                  <a:lnTo>
                    <a:pt x="45756" y="3858"/>
                  </a:lnTo>
                  <a:cubicBezTo>
                    <a:pt x="45756" y="1738"/>
                    <a:pt x="44053" y="0"/>
                    <a:pt x="4193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r" rtl="0">
                <a:spcBef>
                  <a:spcPts val="0"/>
                </a:spcBef>
                <a:spcAft>
                  <a:spcPts val="0"/>
                </a:spcAft>
                <a:buClr>
                  <a:schemeClr val="dk1"/>
                </a:buClr>
                <a:buSzPts val="1100"/>
                <a:buFont typeface="Arial"/>
                <a:buNone/>
              </a:pPr>
              <a:r>
                <a:rPr lang="de-DE" sz="1500">
                  <a:solidFill>
                    <a:srgbClr val="FFFFFF"/>
                  </a:solidFill>
                  <a:ea typeface="Fira Sans Extra Condensed Medium"/>
                  <a:cs typeface="Fira Sans Extra Condensed Medium"/>
                  <a:sym typeface="Fira Sans Extra Condensed Medium"/>
                </a:rPr>
                <a:t>Fachliche</a:t>
              </a:r>
            </a:p>
            <a:p>
              <a:pPr marL="0" lvl="0" indent="0" algn="r" rtl="0">
                <a:spcBef>
                  <a:spcPts val="0"/>
                </a:spcBef>
                <a:spcAft>
                  <a:spcPts val="0"/>
                </a:spcAft>
                <a:buClr>
                  <a:schemeClr val="dk1"/>
                </a:buClr>
                <a:buSzPts val="1100"/>
                <a:buFont typeface="Arial"/>
                <a:buNone/>
              </a:pPr>
              <a:r>
                <a:rPr lang="de-DE" sz="1500">
                  <a:solidFill>
                    <a:srgbClr val="FFFFFF"/>
                  </a:solidFill>
                  <a:ea typeface="Fira Sans Extra Condensed Medium"/>
                  <a:cs typeface="Fira Sans Extra Condensed Medium"/>
                  <a:sym typeface="Fira Sans Extra Condensed Medium"/>
                </a:rPr>
                <a:t>Prüfung</a:t>
              </a:r>
            </a:p>
          </p:txBody>
        </p:sp>
        <p:sp>
          <p:nvSpPr>
            <p:cNvPr id="140" name="Google Shape;1142;p33">
              <a:extLst>
                <a:ext uri="{FF2B5EF4-FFF2-40B4-BE49-F238E27FC236}">
                  <a16:creationId xmlns:a16="http://schemas.microsoft.com/office/drawing/2014/main" id="{B2BA6466-A023-467A-BBB0-3E37AEEF72B7}"/>
                </a:ext>
              </a:extLst>
            </p:cNvPr>
            <p:cNvSpPr/>
            <p:nvPr/>
          </p:nvSpPr>
          <p:spPr>
            <a:xfrm>
              <a:off x="2739536" y="2582850"/>
              <a:ext cx="786450" cy="1029025"/>
            </a:xfrm>
            <a:custGeom>
              <a:avLst/>
              <a:gdLst/>
              <a:ahLst/>
              <a:cxnLst/>
              <a:rect l="l" t="t" r="r" b="b"/>
              <a:pathLst>
                <a:path w="31458" h="41161" extrusionOk="0">
                  <a:moveTo>
                    <a:pt x="15729" y="0"/>
                  </a:moveTo>
                  <a:cubicBezTo>
                    <a:pt x="7038" y="0"/>
                    <a:pt x="1" y="7025"/>
                    <a:pt x="1" y="15728"/>
                  </a:cubicBezTo>
                  <a:cubicBezTo>
                    <a:pt x="1" y="22527"/>
                    <a:pt x="4323" y="28325"/>
                    <a:pt x="10395" y="30528"/>
                  </a:cubicBezTo>
                  <a:lnTo>
                    <a:pt x="15729" y="41160"/>
                  </a:lnTo>
                  <a:lnTo>
                    <a:pt x="21027" y="30528"/>
                  </a:lnTo>
                  <a:cubicBezTo>
                    <a:pt x="27088" y="28325"/>
                    <a:pt x="31457" y="22527"/>
                    <a:pt x="31457" y="15728"/>
                  </a:cubicBezTo>
                  <a:cubicBezTo>
                    <a:pt x="31457" y="7025"/>
                    <a:pt x="24385" y="0"/>
                    <a:pt x="15729" y="0"/>
                  </a:cubicBezTo>
                  <a:close/>
                </a:path>
              </a:pathLst>
            </a:custGeom>
            <a:solidFill>
              <a:schemeClr val="tx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143;p33">
              <a:extLst>
                <a:ext uri="{FF2B5EF4-FFF2-40B4-BE49-F238E27FC236}">
                  <a16:creationId xmlns:a16="http://schemas.microsoft.com/office/drawing/2014/main" id="{647CE5FB-A73D-40CA-AB30-AD45CC8BB11B}"/>
                </a:ext>
              </a:extLst>
            </p:cNvPr>
            <p:cNvSpPr/>
            <p:nvPr/>
          </p:nvSpPr>
          <p:spPr>
            <a:xfrm>
              <a:off x="2810086" y="2645650"/>
              <a:ext cx="644450" cy="645350"/>
            </a:xfrm>
            <a:custGeom>
              <a:avLst/>
              <a:gdLst/>
              <a:ahLst/>
              <a:cxnLst/>
              <a:rect l="l" t="t" r="r" b="b"/>
              <a:pathLst>
                <a:path w="25778" h="25814" extrusionOk="0">
                  <a:moveTo>
                    <a:pt x="12907" y="1"/>
                  </a:moveTo>
                  <a:cubicBezTo>
                    <a:pt x="5751" y="1"/>
                    <a:pt x="1" y="5799"/>
                    <a:pt x="1" y="12907"/>
                  </a:cubicBezTo>
                  <a:cubicBezTo>
                    <a:pt x="1" y="20015"/>
                    <a:pt x="5751" y="25813"/>
                    <a:pt x="12907" y="25813"/>
                  </a:cubicBezTo>
                  <a:cubicBezTo>
                    <a:pt x="20015" y="25813"/>
                    <a:pt x="25778" y="20015"/>
                    <a:pt x="25778" y="12907"/>
                  </a:cubicBezTo>
                  <a:cubicBezTo>
                    <a:pt x="25778" y="5799"/>
                    <a:pt x="20015" y="1"/>
                    <a:pt x="12907" y="1"/>
                  </a:cubicBezTo>
                  <a:close/>
                </a:path>
              </a:pathLst>
            </a:custGeom>
            <a:solidFill>
              <a:schemeClr val="bg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de-DE">
                  <a:solidFill>
                    <a:schemeClr val="tx2"/>
                  </a:solidFill>
                </a:rPr>
                <a:t>2</a:t>
              </a:r>
              <a:endParaRPr>
                <a:solidFill>
                  <a:schemeClr val="tx2"/>
                </a:solidFill>
              </a:endParaRPr>
            </a:p>
          </p:txBody>
        </p:sp>
        <p:sp>
          <p:nvSpPr>
            <p:cNvPr id="146" name="Google Shape;1141;p33">
              <a:extLst>
                <a:ext uri="{FF2B5EF4-FFF2-40B4-BE49-F238E27FC236}">
                  <a16:creationId xmlns:a16="http://schemas.microsoft.com/office/drawing/2014/main" id="{C1F90305-B2FB-4445-9A60-13715585EAA6}"/>
                </a:ext>
              </a:extLst>
            </p:cNvPr>
            <p:cNvSpPr/>
            <p:nvPr/>
          </p:nvSpPr>
          <p:spPr>
            <a:xfrm>
              <a:off x="5695976" y="2931595"/>
              <a:ext cx="1857031" cy="444880"/>
            </a:xfrm>
            <a:custGeom>
              <a:avLst/>
              <a:gdLst/>
              <a:ahLst/>
              <a:cxnLst/>
              <a:rect l="l" t="t" r="r" b="b"/>
              <a:pathLst>
                <a:path w="45756" h="12407" extrusionOk="0">
                  <a:moveTo>
                    <a:pt x="3858" y="0"/>
                  </a:moveTo>
                  <a:cubicBezTo>
                    <a:pt x="1738" y="0"/>
                    <a:pt x="0" y="1738"/>
                    <a:pt x="0" y="3858"/>
                  </a:cubicBezTo>
                  <a:lnTo>
                    <a:pt x="0" y="8537"/>
                  </a:lnTo>
                  <a:cubicBezTo>
                    <a:pt x="0" y="10668"/>
                    <a:pt x="1738" y="12406"/>
                    <a:pt x="3858" y="12406"/>
                  </a:cubicBezTo>
                  <a:lnTo>
                    <a:pt x="41934" y="12406"/>
                  </a:lnTo>
                  <a:cubicBezTo>
                    <a:pt x="44053" y="12406"/>
                    <a:pt x="45756" y="10668"/>
                    <a:pt x="45756" y="8537"/>
                  </a:cubicBezTo>
                  <a:lnTo>
                    <a:pt x="45756" y="3858"/>
                  </a:lnTo>
                  <a:cubicBezTo>
                    <a:pt x="45756" y="1738"/>
                    <a:pt x="44053" y="0"/>
                    <a:pt x="4193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r" rtl="0">
                <a:spcBef>
                  <a:spcPts val="0"/>
                </a:spcBef>
                <a:spcAft>
                  <a:spcPts val="0"/>
                </a:spcAft>
                <a:buClr>
                  <a:schemeClr val="dk1"/>
                </a:buClr>
                <a:buSzPts val="1100"/>
                <a:buFont typeface="Arial"/>
                <a:buNone/>
              </a:pPr>
              <a:r>
                <a:rPr lang="de-DE" sz="1500">
                  <a:solidFill>
                    <a:srgbClr val="FFFFFF"/>
                  </a:solidFill>
                  <a:ea typeface="Fira Sans Extra Condensed Medium"/>
                  <a:cs typeface="Fira Sans Extra Condensed Medium"/>
                  <a:sym typeface="Fira Sans Extra Condensed Medium"/>
                </a:rPr>
                <a:t>Technische</a:t>
              </a:r>
            </a:p>
            <a:p>
              <a:pPr marL="0" lvl="0" indent="0" algn="r" rtl="0">
                <a:spcBef>
                  <a:spcPts val="0"/>
                </a:spcBef>
                <a:spcAft>
                  <a:spcPts val="0"/>
                </a:spcAft>
                <a:buClr>
                  <a:schemeClr val="dk1"/>
                </a:buClr>
                <a:buSzPts val="1100"/>
                <a:buFont typeface="Arial"/>
                <a:buNone/>
              </a:pPr>
              <a:r>
                <a:rPr lang="de-DE" sz="1500">
                  <a:solidFill>
                    <a:srgbClr val="FFFFFF"/>
                  </a:solidFill>
                  <a:ea typeface="Fira Sans Extra Condensed Medium"/>
                  <a:cs typeface="Fira Sans Extra Condensed Medium"/>
                  <a:sym typeface="Fira Sans Extra Condensed Medium"/>
                </a:rPr>
                <a:t>Prüfung</a:t>
              </a:r>
            </a:p>
          </p:txBody>
        </p:sp>
        <p:sp>
          <p:nvSpPr>
            <p:cNvPr id="147" name="Google Shape;1142;p33">
              <a:extLst>
                <a:ext uri="{FF2B5EF4-FFF2-40B4-BE49-F238E27FC236}">
                  <a16:creationId xmlns:a16="http://schemas.microsoft.com/office/drawing/2014/main" id="{115FEF77-4C1A-44E3-98D9-5BE0EC78D41A}"/>
                </a:ext>
              </a:extLst>
            </p:cNvPr>
            <p:cNvSpPr/>
            <p:nvPr/>
          </p:nvSpPr>
          <p:spPr>
            <a:xfrm>
              <a:off x="5449111" y="2762242"/>
              <a:ext cx="786450" cy="1029025"/>
            </a:xfrm>
            <a:custGeom>
              <a:avLst/>
              <a:gdLst/>
              <a:ahLst/>
              <a:cxnLst/>
              <a:rect l="l" t="t" r="r" b="b"/>
              <a:pathLst>
                <a:path w="31458" h="41161" extrusionOk="0">
                  <a:moveTo>
                    <a:pt x="15729" y="0"/>
                  </a:moveTo>
                  <a:cubicBezTo>
                    <a:pt x="7038" y="0"/>
                    <a:pt x="1" y="7025"/>
                    <a:pt x="1" y="15728"/>
                  </a:cubicBezTo>
                  <a:cubicBezTo>
                    <a:pt x="1" y="22527"/>
                    <a:pt x="4323" y="28325"/>
                    <a:pt x="10395" y="30528"/>
                  </a:cubicBezTo>
                  <a:lnTo>
                    <a:pt x="15729" y="41160"/>
                  </a:lnTo>
                  <a:lnTo>
                    <a:pt x="21027" y="30528"/>
                  </a:lnTo>
                  <a:cubicBezTo>
                    <a:pt x="27088" y="28325"/>
                    <a:pt x="31457" y="22527"/>
                    <a:pt x="31457" y="15728"/>
                  </a:cubicBezTo>
                  <a:cubicBezTo>
                    <a:pt x="31457" y="7025"/>
                    <a:pt x="24385" y="0"/>
                    <a:pt x="15729" y="0"/>
                  </a:cubicBezTo>
                  <a:close/>
                </a:path>
              </a:pathLst>
            </a:custGeom>
            <a:solidFill>
              <a:schemeClr val="tx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143;p33">
              <a:extLst>
                <a:ext uri="{FF2B5EF4-FFF2-40B4-BE49-F238E27FC236}">
                  <a16:creationId xmlns:a16="http://schemas.microsoft.com/office/drawing/2014/main" id="{423B1886-21D5-4279-B11D-6AD39EB25F6C}"/>
                </a:ext>
              </a:extLst>
            </p:cNvPr>
            <p:cNvSpPr/>
            <p:nvPr/>
          </p:nvSpPr>
          <p:spPr>
            <a:xfrm>
              <a:off x="5519661" y="2825042"/>
              <a:ext cx="644450" cy="645350"/>
            </a:xfrm>
            <a:custGeom>
              <a:avLst/>
              <a:gdLst/>
              <a:ahLst/>
              <a:cxnLst/>
              <a:rect l="l" t="t" r="r" b="b"/>
              <a:pathLst>
                <a:path w="25778" h="25814" extrusionOk="0">
                  <a:moveTo>
                    <a:pt x="12907" y="1"/>
                  </a:moveTo>
                  <a:cubicBezTo>
                    <a:pt x="5751" y="1"/>
                    <a:pt x="1" y="5799"/>
                    <a:pt x="1" y="12907"/>
                  </a:cubicBezTo>
                  <a:cubicBezTo>
                    <a:pt x="1" y="20015"/>
                    <a:pt x="5751" y="25813"/>
                    <a:pt x="12907" y="25813"/>
                  </a:cubicBezTo>
                  <a:cubicBezTo>
                    <a:pt x="20015" y="25813"/>
                    <a:pt x="25778" y="20015"/>
                    <a:pt x="25778" y="12907"/>
                  </a:cubicBezTo>
                  <a:cubicBezTo>
                    <a:pt x="25778" y="5799"/>
                    <a:pt x="20015" y="1"/>
                    <a:pt x="12907" y="1"/>
                  </a:cubicBezTo>
                  <a:close/>
                </a:path>
              </a:pathLst>
            </a:custGeom>
            <a:solidFill>
              <a:schemeClr val="bg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de-DE">
                  <a:solidFill>
                    <a:schemeClr val="tx2"/>
                  </a:solidFill>
                </a:rPr>
                <a:t>3</a:t>
              </a:r>
              <a:endParaRPr>
                <a:solidFill>
                  <a:schemeClr val="tx2"/>
                </a:solidFill>
              </a:endParaRPr>
            </a:p>
          </p:txBody>
        </p:sp>
        <p:sp>
          <p:nvSpPr>
            <p:cNvPr id="149" name="Google Shape;1141;p33">
              <a:extLst>
                <a:ext uri="{FF2B5EF4-FFF2-40B4-BE49-F238E27FC236}">
                  <a16:creationId xmlns:a16="http://schemas.microsoft.com/office/drawing/2014/main" id="{C79BEFBD-858D-4929-B1F2-B58A4E7F2E8A}"/>
                </a:ext>
              </a:extLst>
            </p:cNvPr>
            <p:cNvSpPr/>
            <p:nvPr/>
          </p:nvSpPr>
          <p:spPr>
            <a:xfrm>
              <a:off x="72079" y="3407074"/>
              <a:ext cx="1355822" cy="444880"/>
            </a:xfrm>
            <a:custGeom>
              <a:avLst/>
              <a:gdLst/>
              <a:ahLst/>
              <a:cxnLst/>
              <a:rect l="l" t="t" r="r" b="b"/>
              <a:pathLst>
                <a:path w="45756" h="12407" extrusionOk="0">
                  <a:moveTo>
                    <a:pt x="3858" y="0"/>
                  </a:moveTo>
                  <a:cubicBezTo>
                    <a:pt x="1738" y="0"/>
                    <a:pt x="0" y="1738"/>
                    <a:pt x="0" y="3858"/>
                  </a:cubicBezTo>
                  <a:lnTo>
                    <a:pt x="0" y="8537"/>
                  </a:lnTo>
                  <a:cubicBezTo>
                    <a:pt x="0" y="10668"/>
                    <a:pt x="1738" y="12406"/>
                    <a:pt x="3858" y="12406"/>
                  </a:cubicBezTo>
                  <a:lnTo>
                    <a:pt x="41934" y="12406"/>
                  </a:lnTo>
                  <a:cubicBezTo>
                    <a:pt x="44053" y="12406"/>
                    <a:pt x="45756" y="10668"/>
                    <a:pt x="45756" y="8537"/>
                  </a:cubicBezTo>
                  <a:lnTo>
                    <a:pt x="45756" y="3858"/>
                  </a:lnTo>
                  <a:cubicBezTo>
                    <a:pt x="45756" y="1738"/>
                    <a:pt x="44053" y="0"/>
                    <a:pt x="41934" y="0"/>
                  </a:cubicBezTo>
                  <a:close/>
                </a:path>
              </a:pathLst>
            </a:custGeom>
            <a:solidFill>
              <a:schemeClr val="accent2"/>
            </a:solidFill>
            <a:ln>
              <a:noFill/>
            </a:ln>
          </p:spPr>
          <p:txBody>
            <a:bodyPr spcFirstLastPara="1" wrap="square" lIns="91425" tIns="91425" rIns="91425" bIns="91425" anchor="ctr" anchorCtr="0">
              <a:noAutofit/>
            </a:bodyPr>
            <a:lstStyle/>
            <a:p>
              <a:pPr marL="0" lvl="0" indent="0" rtl="0">
                <a:spcBef>
                  <a:spcPts val="0"/>
                </a:spcBef>
                <a:spcAft>
                  <a:spcPts val="0"/>
                </a:spcAft>
                <a:buClr>
                  <a:schemeClr val="dk1"/>
                </a:buClr>
                <a:buSzPts val="1100"/>
                <a:buFont typeface="Arial"/>
                <a:buNone/>
              </a:pPr>
              <a:r>
                <a:rPr lang="de-DE" sz="1500" err="1">
                  <a:solidFill>
                    <a:srgbClr val="FFFFFF"/>
                  </a:solidFill>
                  <a:ea typeface="Fira Sans Extra Condensed Medium"/>
                  <a:cs typeface="Fira Sans Extra Condensed Medium"/>
                  <a:sym typeface="Fira Sans Extra Condensed Medium"/>
                </a:rPr>
                <a:t>AddOn</a:t>
              </a:r>
              <a:r>
                <a:rPr lang="de-DE" sz="1500">
                  <a:solidFill>
                    <a:srgbClr val="FFFFFF"/>
                  </a:solidFill>
                  <a:ea typeface="Fira Sans Extra Condensed Medium"/>
                  <a:cs typeface="Fira Sans Extra Condensed Medium"/>
                  <a:sym typeface="Fira Sans Extra Condensed Medium"/>
                </a:rPr>
                <a:t> </a:t>
              </a:r>
            </a:p>
            <a:p>
              <a:pPr marL="0" lvl="0" indent="0" rtl="0">
                <a:spcBef>
                  <a:spcPts val="0"/>
                </a:spcBef>
                <a:spcAft>
                  <a:spcPts val="0"/>
                </a:spcAft>
                <a:buClr>
                  <a:schemeClr val="dk1"/>
                </a:buClr>
                <a:buSzPts val="1100"/>
                <a:buFont typeface="Arial"/>
                <a:buNone/>
              </a:pPr>
              <a:r>
                <a:rPr lang="de-DE" sz="1500">
                  <a:solidFill>
                    <a:srgbClr val="FFFFFF"/>
                  </a:solidFill>
                  <a:ea typeface="Fira Sans Extra Condensed Medium"/>
                  <a:cs typeface="Fira Sans Extra Condensed Medium"/>
                  <a:sym typeface="Fira Sans Extra Condensed Medium"/>
                </a:rPr>
                <a:t>Check</a:t>
              </a:r>
            </a:p>
          </p:txBody>
        </p:sp>
        <p:sp>
          <p:nvSpPr>
            <p:cNvPr id="150" name="Google Shape;1142;p33">
              <a:extLst>
                <a:ext uri="{FF2B5EF4-FFF2-40B4-BE49-F238E27FC236}">
                  <a16:creationId xmlns:a16="http://schemas.microsoft.com/office/drawing/2014/main" id="{A073890E-3E04-4333-A141-0D7E69CE6F1A}"/>
                </a:ext>
              </a:extLst>
            </p:cNvPr>
            <p:cNvSpPr/>
            <p:nvPr/>
          </p:nvSpPr>
          <p:spPr>
            <a:xfrm>
              <a:off x="1087101" y="3237721"/>
              <a:ext cx="786450" cy="1029025"/>
            </a:xfrm>
            <a:custGeom>
              <a:avLst/>
              <a:gdLst/>
              <a:ahLst/>
              <a:cxnLst/>
              <a:rect l="l" t="t" r="r" b="b"/>
              <a:pathLst>
                <a:path w="31458" h="41161" extrusionOk="0">
                  <a:moveTo>
                    <a:pt x="15729" y="0"/>
                  </a:moveTo>
                  <a:cubicBezTo>
                    <a:pt x="7038" y="0"/>
                    <a:pt x="1" y="7025"/>
                    <a:pt x="1" y="15728"/>
                  </a:cubicBezTo>
                  <a:cubicBezTo>
                    <a:pt x="1" y="22527"/>
                    <a:pt x="4323" y="28325"/>
                    <a:pt x="10395" y="30528"/>
                  </a:cubicBezTo>
                  <a:lnTo>
                    <a:pt x="15729" y="41160"/>
                  </a:lnTo>
                  <a:lnTo>
                    <a:pt x="21027" y="30528"/>
                  </a:lnTo>
                  <a:cubicBezTo>
                    <a:pt x="27088" y="28325"/>
                    <a:pt x="31457" y="22527"/>
                    <a:pt x="31457" y="15728"/>
                  </a:cubicBezTo>
                  <a:cubicBezTo>
                    <a:pt x="31457" y="7025"/>
                    <a:pt x="24385" y="0"/>
                    <a:pt x="15729" y="0"/>
                  </a:cubicBezTo>
                  <a:close/>
                </a:path>
              </a:pathLst>
            </a:custGeom>
            <a:solidFill>
              <a:schemeClr val="tx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143;p33">
              <a:extLst>
                <a:ext uri="{FF2B5EF4-FFF2-40B4-BE49-F238E27FC236}">
                  <a16:creationId xmlns:a16="http://schemas.microsoft.com/office/drawing/2014/main" id="{94DED764-827B-4FA0-A8CD-E511E7A46A4F}"/>
                </a:ext>
              </a:extLst>
            </p:cNvPr>
            <p:cNvSpPr/>
            <p:nvPr/>
          </p:nvSpPr>
          <p:spPr>
            <a:xfrm>
              <a:off x="1157651" y="3300521"/>
              <a:ext cx="644450" cy="645350"/>
            </a:xfrm>
            <a:custGeom>
              <a:avLst/>
              <a:gdLst/>
              <a:ahLst/>
              <a:cxnLst/>
              <a:rect l="l" t="t" r="r" b="b"/>
              <a:pathLst>
                <a:path w="25778" h="25814" extrusionOk="0">
                  <a:moveTo>
                    <a:pt x="12907" y="1"/>
                  </a:moveTo>
                  <a:cubicBezTo>
                    <a:pt x="5751" y="1"/>
                    <a:pt x="1" y="5799"/>
                    <a:pt x="1" y="12907"/>
                  </a:cubicBezTo>
                  <a:cubicBezTo>
                    <a:pt x="1" y="20015"/>
                    <a:pt x="5751" y="25813"/>
                    <a:pt x="12907" y="25813"/>
                  </a:cubicBezTo>
                  <a:cubicBezTo>
                    <a:pt x="20015" y="25813"/>
                    <a:pt x="25778" y="20015"/>
                    <a:pt x="25778" y="12907"/>
                  </a:cubicBezTo>
                  <a:cubicBezTo>
                    <a:pt x="25778" y="5799"/>
                    <a:pt x="20015" y="1"/>
                    <a:pt x="12907" y="1"/>
                  </a:cubicBezTo>
                  <a:close/>
                </a:path>
              </a:pathLst>
            </a:custGeom>
            <a:solidFill>
              <a:schemeClr val="bg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de-DE">
                  <a:solidFill>
                    <a:schemeClr val="tx2"/>
                  </a:solidFill>
                </a:rPr>
                <a:t>4</a:t>
              </a:r>
              <a:endParaRPr>
                <a:solidFill>
                  <a:schemeClr val="tx2"/>
                </a:solidFill>
              </a:endParaRPr>
            </a:p>
          </p:txBody>
        </p:sp>
        <p:sp>
          <p:nvSpPr>
            <p:cNvPr id="152" name="Google Shape;1141;p33">
              <a:extLst>
                <a:ext uri="{FF2B5EF4-FFF2-40B4-BE49-F238E27FC236}">
                  <a16:creationId xmlns:a16="http://schemas.microsoft.com/office/drawing/2014/main" id="{B4346B72-7BE4-458F-855F-74E8DA246F3E}"/>
                </a:ext>
              </a:extLst>
            </p:cNvPr>
            <p:cNvSpPr/>
            <p:nvPr/>
          </p:nvSpPr>
          <p:spPr>
            <a:xfrm>
              <a:off x="6373663" y="3783901"/>
              <a:ext cx="1702778" cy="444880"/>
            </a:xfrm>
            <a:custGeom>
              <a:avLst/>
              <a:gdLst/>
              <a:ahLst/>
              <a:cxnLst/>
              <a:rect l="l" t="t" r="r" b="b"/>
              <a:pathLst>
                <a:path w="45756" h="12407" extrusionOk="0">
                  <a:moveTo>
                    <a:pt x="3858" y="0"/>
                  </a:moveTo>
                  <a:cubicBezTo>
                    <a:pt x="1738" y="0"/>
                    <a:pt x="0" y="1738"/>
                    <a:pt x="0" y="3858"/>
                  </a:cubicBezTo>
                  <a:lnTo>
                    <a:pt x="0" y="8537"/>
                  </a:lnTo>
                  <a:cubicBezTo>
                    <a:pt x="0" y="10668"/>
                    <a:pt x="1738" y="12406"/>
                    <a:pt x="3858" y="12406"/>
                  </a:cubicBezTo>
                  <a:lnTo>
                    <a:pt x="41934" y="12406"/>
                  </a:lnTo>
                  <a:cubicBezTo>
                    <a:pt x="44053" y="12406"/>
                    <a:pt x="45756" y="10668"/>
                    <a:pt x="45756" y="8537"/>
                  </a:cubicBezTo>
                  <a:lnTo>
                    <a:pt x="45756" y="3858"/>
                  </a:lnTo>
                  <a:cubicBezTo>
                    <a:pt x="45756" y="1738"/>
                    <a:pt x="44053" y="0"/>
                    <a:pt x="4193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r" rtl="0">
                <a:spcBef>
                  <a:spcPts val="0"/>
                </a:spcBef>
                <a:spcAft>
                  <a:spcPts val="0"/>
                </a:spcAft>
                <a:buClr>
                  <a:schemeClr val="dk1"/>
                </a:buClr>
                <a:buSzPts val="1100"/>
                <a:buFont typeface="Arial"/>
                <a:buNone/>
              </a:pPr>
              <a:r>
                <a:rPr lang="de-DE" sz="1500">
                  <a:solidFill>
                    <a:srgbClr val="FFFFFF"/>
                  </a:solidFill>
                  <a:ea typeface="Fira Sans Extra Condensed Medium"/>
                  <a:cs typeface="Fira Sans Extra Condensed Medium"/>
                  <a:sym typeface="Fira Sans Extra Condensed Medium"/>
                </a:rPr>
                <a:t>H4S4 Cloud</a:t>
              </a:r>
            </a:p>
          </p:txBody>
        </p:sp>
        <p:sp>
          <p:nvSpPr>
            <p:cNvPr id="153" name="Google Shape;1142;p33">
              <a:extLst>
                <a:ext uri="{FF2B5EF4-FFF2-40B4-BE49-F238E27FC236}">
                  <a16:creationId xmlns:a16="http://schemas.microsoft.com/office/drawing/2014/main" id="{58001047-0FAA-49D9-B2F7-071873F54994}"/>
                </a:ext>
              </a:extLst>
            </p:cNvPr>
            <p:cNvSpPr/>
            <p:nvPr/>
          </p:nvSpPr>
          <p:spPr>
            <a:xfrm>
              <a:off x="6126798" y="3614548"/>
              <a:ext cx="786450" cy="1029025"/>
            </a:xfrm>
            <a:custGeom>
              <a:avLst/>
              <a:gdLst/>
              <a:ahLst/>
              <a:cxnLst/>
              <a:rect l="l" t="t" r="r" b="b"/>
              <a:pathLst>
                <a:path w="31458" h="41161" extrusionOk="0">
                  <a:moveTo>
                    <a:pt x="15729" y="0"/>
                  </a:moveTo>
                  <a:cubicBezTo>
                    <a:pt x="7038" y="0"/>
                    <a:pt x="1" y="7025"/>
                    <a:pt x="1" y="15728"/>
                  </a:cubicBezTo>
                  <a:cubicBezTo>
                    <a:pt x="1" y="22527"/>
                    <a:pt x="4323" y="28325"/>
                    <a:pt x="10395" y="30528"/>
                  </a:cubicBezTo>
                  <a:lnTo>
                    <a:pt x="15729" y="41160"/>
                  </a:lnTo>
                  <a:lnTo>
                    <a:pt x="21027" y="30528"/>
                  </a:lnTo>
                  <a:cubicBezTo>
                    <a:pt x="27088" y="28325"/>
                    <a:pt x="31457" y="22527"/>
                    <a:pt x="31457" y="15728"/>
                  </a:cubicBezTo>
                  <a:cubicBezTo>
                    <a:pt x="31457" y="7025"/>
                    <a:pt x="24385" y="0"/>
                    <a:pt x="15729" y="0"/>
                  </a:cubicBezTo>
                  <a:close/>
                </a:path>
              </a:pathLst>
            </a:custGeom>
            <a:solidFill>
              <a:schemeClr val="tx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143;p33">
              <a:extLst>
                <a:ext uri="{FF2B5EF4-FFF2-40B4-BE49-F238E27FC236}">
                  <a16:creationId xmlns:a16="http://schemas.microsoft.com/office/drawing/2014/main" id="{558E3B55-4DF9-4698-A531-F83F2EF75CE1}"/>
                </a:ext>
              </a:extLst>
            </p:cNvPr>
            <p:cNvSpPr/>
            <p:nvPr/>
          </p:nvSpPr>
          <p:spPr>
            <a:xfrm>
              <a:off x="6197348" y="3677348"/>
              <a:ext cx="644450" cy="645350"/>
            </a:xfrm>
            <a:custGeom>
              <a:avLst/>
              <a:gdLst/>
              <a:ahLst/>
              <a:cxnLst/>
              <a:rect l="l" t="t" r="r" b="b"/>
              <a:pathLst>
                <a:path w="25778" h="25814" extrusionOk="0">
                  <a:moveTo>
                    <a:pt x="12907" y="1"/>
                  </a:moveTo>
                  <a:cubicBezTo>
                    <a:pt x="5751" y="1"/>
                    <a:pt x="1" y="5799"/>
                    <a:pt x="1" y="12907"/>
                  </a:cubicBezTo>
                  <a:cubicBezTo>
                    <a:pt x="1" y="20015"/>
                    <a:pt x="5751" y="25813"/>
                    <a:pt x="12907" y="25813"/>
                  </a:cubicBezTo>
                  <a:cubicBezTo>
                    <a:pt x="20015" y="25813"/>
                    <a:pt x="25778" y="20015"/>
                    <a:pt x="25778" y="12907"/>
                  </a:cubicBezTo>
                  <a:cubicBezTo>
                    <a:pt x="25778" y="5799"/>
                    <a:pt x="20015" y="1"/>
                    <a:pt x="12907" y="1"/>
                  </a:cubicBezTo>
                  <a:close/>
                </a:path>
              </a:pathLst>
            </a:custGeom>
            <a:solidFill>
              <a:schemeClr val="bg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de-DE">
                  <a:solidFill>
                    <a:schemeClr val="tx2"/>
                  </a:solidFill>
                </a:rPr>
                <a:t>5</a:t>
              </a:r>
              <a:endParaRPr>
                <a:solidFill>
                  <a:schemeClr val="tx2"/>
                </a:solidFill>
              </a:endParaRPr>
            </a:p>
          </p:txBody>
        </p:sp>
        <p:sp>
          <p:nvSpPr>
            <p:cNvPr id="155" name="Google Shape;1141;p33">
              <a:extLst>
                <a:ext uri="{FF2B5EF4-FFF2-40B4-BE49-F238E27FC236}">
                  <a16:creationId xmlns:a16="http://schemas.microsoft.com/office/drawing/2014/main" id="{36BAFA85-685B-40D8-9360-D9993421E577}"/>
                </a:ext>
              </a:extLst>
            </p:cNvPr>
            <p:cNvSpPr/>
            <p:nvPr/>
          </p:nvSpPr>
          <p:spPr>
            <a:xfrm>
              <a:off x="2765307" y="3960588"/>
              <a:ext cx="1355822" cy="444880"/>
            </a:xfrm>
            <a:custGeom>
              <a:avLst/>
              <a:gdLst/>
              <a:ahLst/>
              <a:cxnLst/>
              <a:rect l="l" t="t" r="r" b="b"/>
              <a:pathLst>
                <a:path w="45756" h="12407" extrusionOk="0">
                  <a:moveTo>
                    <a:pt x="3858" y="0"/>
                  </a:moveTo>
                  <a:cubicBezTo>
                    <a:pt x="1738" y="0"/>
                    <a:pt x="0" y="1738"/>
                    <a:pt x="0" y="3858"/>
                  </a:cubicBezTo>
                  <a:lnTo>
                    <a:pt x="0" y="8537"/>
                  </a:lnTo>
                  <a:cubicBezTo>
                    <a:pt x="0" y="10668"/>
                    <a:pt x="1738" y="12406"/>
                    <a:pt x="3858" y="12406"/>
                  </a:cubicBezTo>
                  <a:lnTo>
                    <a:pt x="41934" y="12406"/>
                  </a:lnTo>
                  <a:cubicBezTo>
                    <a:pt x="44053" y="12406"/>
                    <a:pt x="45756" y="10668"/>
                    <a:pt x="45756" y="8537"/>
                  </a:cubicBezTo>
                  <a:lnTo>
                    <a:pt x="45756" y="3858"/>
                  </a:lnTo>
                  <a:cubicBezTo>
                    <a:pt x="45756" y="1738"/>
                    <a:pt x="44053" y="0"/>
                    <a:pt x="4193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de-DE" sz="1500">
                  <a:solidFill>
                    <a:srgbClr val="FFFFFF"/>
                  </a:solidFill>
                  <a:ea typeface="Fira Sans Extra Condensed Medium"/>
                  <a:cs typeface="Fira Sans Extra Condensed Medium"/>
                  <a:sym typeface="Fira Sans Extra Condensed Medium"/>
                </a:rPr>
                <a:t>Gateway zu BTP</a:t>
              </a:r>
            </a:p>
          </p:txBody>
        </p:sp>
        <p:sp>
          <p:nvSpPr>
            <p:cNvPr id="156" name="Google Shape;1142;p33">
              <a:extLst>
                <a:ext uri="{FF2B5EF4-FFF2-40B4-BE49-F238E27FC236}">
                  <a16:creationId xmlns:a16="http://schemas.microsoft.com/office/drawing/2014/main" id="{6838CA34-0A6B-4BA9-8B59-C45C43DBD17C}"/>
                </a:ext>
              </a:extLst>
            </p:cNvPr>
            <p:cNvSpPr/>
            <p:nvPr/>
          </p:nvSpPr>
          <p:spPr>
            <a:xfrm>
              <a:off x="3780329" y="3791235"/>
              <a:ext cx="786450" cy="1029025"/>
            </a:xfrm>
            <a:custGeom>
              <a:avLst/>
              <a:gdLst/>
              <a:ahLst/>
              <a:cxnLst/>
              <a:rect l="l" t="t" r="r" b="b"/>
              <a:pathLst>
                <a:path w="31458" h="41161" extrusionOk="0">
                  <a:moveTo>
                    <a:pt x="15729" y="0"/>
                  </a:moveTo>
                  <a:cubicBezTo>
                    <a:pt x="7038" y="0"/>
                    <a:pt x="1" y="7025"/>
                    <a:pt x="1" y="15728"/>
                  </a:cubicBezTo>
                  <a:cubicBezTo>
                    <a:pt x="1" y="22527"/>
                    <a:pt x="4323" y="28325"/>
                    <a:pt x="10395" y="30528"/>
                  </a:cubicBezTo>
                  <a:lnTo>
                    <a:pt x="15729" y="41160"/>
                  </a:lnTo>
                  <a:lnTo>
                    <a:pt x="21027" y="30528"/>
                  </a:lnTo>
                  <a:cubicBezTo>
                    <a:pt x="27088" y="28325"/>
                    <a:pt x="31457" y="22527"/>
                    <a:pt x="31457" y="15728"/>
                  </a:cubicBezTo>
                  <a:cubicBezTo>
                    <a:pt x="31457" y="7025"/>
                    <a:pt x="24385" y="0"/>
                    <a:pt x="15729" y="0"/>
                  </a:cubicBezTo>
                  <a:close/>
                </a:path>
              </a:pathLst>
            </a:custGeom>
            <a:solidFill>
              <a:schemeClr val="tx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143;p33">
              <a:extLst>
                <a:ext uri="{FF2B5EF4-FFF2-40B4-BE49-F238E27FC236}">
                  <a16:creationId xmlns:a16="http://schemas.microsoft.com/office/drawing/2014/main" id="{20690DE0-D7D4-4B42-8F74-58DAD86BB0A3}"/>
                </a:ext>
              </a:extLst>
            </p:cNvPr>
            <p:cNvSpPr/>
            <p:nvPr/>
          </p:nvSpPr>
          <p:spPr>
            <a:xfrm>
              <a:off x="3845871" y="3851954"/>
              <a:ext cx="644450" cy="645350"/>
            </a:xfrm>
            <a:custGeom>
              <a:avLst/>
              <a:gdLst/>
              <a:ahLst/>
              <a:cxnLst/>
              <a:rect l="l" t="t" r="r" b="b"/>
              <a:pathLst>
                <a:path w="25778" h="25814" extrusionOk="0">
                  <a:moveTo>
                    <a:pt x="12907" y="1"/>
                  </a:moveTo>
                  <a:cubicBezTo>
                    <a:pt x="5751" y="1"/>
                    <a:pt x="1" y="5799"/>
                    <a:pt x="1" y="12907"/>
                  </a:cubicBezTo>
                  <a:cubicBezTo>
                    <a:pt x="1" y="20015"/>
                    <a:pt x="5751" y="25813"/>
                    <a:pt x="12907" y="25813"/>
                  </a:cubicBezTo>
                  <a:cubicBezTo>
                    <a:pt x="20015" y="25813"/>
                    <a:pt x="25778" y="20015"/>
                    <a:pt x="25778" y="12907"/>
                  </a:cubicBezTo>
                  <a:cubicBezTo>
                    <a:pt x="25778" y="5799"/>
                    <a:pt x="20015" y="1"/>
                    <a:pt x="12907" y="1"/>
                  </a:cubicBezTo>
                  <a:close/>
                </a:path>
              </a:pathLst>
            </a:custGeom>
            <a:solidFill>
              <a:schemeClr val="bg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de-DE">
                  <a:solidFill>
                    <a:schemeClr val="tx2"/>
                  </a:solidFill>
                </a:rPr>
                <a:t>6</a:t>
              </a:r>
              <a:endParaRPr>
                <a:solidFill>
                  <a:schemeClr val="tx2"/>
                </a:solidFill>
              </a:endParaRPr>
            </a:p>
          </p:txBody>
        </p:sp>
        <p:sp>
          <p:nvSpPr>
            <p:cNvPr id="158" name="Google Shape;1141;p33">
              <a:extLst>
                <a:ext uri="{FF2B5EF4-FFF2-40B4-BE49-F238E27FC236}">
                  <a16:creationId xmlns:a16="http://schemas.microsoft.com/office/drawing/2014/main" id="{9FD1C454-5D15-4A5D-8F46-BB4E6D99AED5}"/>
                </a:ext>
              </a:extLst>
            </p:cNvPr>
            <p:cNvSpPr/>
            <p:nvPr/>
          </p:nvSpPr>
          <p:spPr>
            <a:xfrm>
              <a:off x="-1075957" y="4522253"/>
              <a:ext cx="1536175" cy="444880"/>
            </a:xfrm>
            <a:custGeom>
              <a:avLst/>
              <a:gdLst/>
              <a:ahLst/>
              <a:cxnLst/>
              <a:rect l="l" t="t" r="r" b="b"/>
              <a:pathLst>
                <a:path w="45756" h="12407" extrusionOk="0">
                  <a:moveTo>
                    <a:pt x="3858" y="0"/>
                  </a:moveTo>
                  <a:cubicBezTo>
                    <a:pt x="1738" y="0"/>
                    <a:pt x="0" y="1738"/>
                    <a:pt x="0" y="3858"/>
                  </a:cubicBezTo>
                  <a:lnTo>
                    <a:pt x="0" y="8537"/>
                  </a:lnTo>
                  <a:cubicBezTo>
                    <a:pt x="0" y="10668"/>
                    <a:pt x="1738" y="12406"/>
                    <a:pt x="3858" y="12406"/>
                  </a:cubicBezTo>
                  <a:lnTo>
                    <a:pt x="41934" y="12406"/>
                  </a:lnTo>
                  <a:cubicBezTo>
                    <a:pt x="44053" y="12406"/>
                    <a:pt x="45756" y="10668"/>
                    <a:pt x="45756" y="8537"/>
                  </a:cubicBezTo>
                  <a:lnTo>
                    <a:pt x="45756" y="3858"/>
                  </a:lnTo>
                  <a:cubicBezTo>
                    <a:pt x="45756" y="1738"/>
                    <a:pt x="44053" y="0"/>
                    <a:pt x="4193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de-DE" sz="1500" err="1">
                  <a:solidFill>
                    <a:srgbClr val="FFFFFF"/>
                  </a:solidFill>
                  <a:ea typeface="Fira Sans Extra Condensed Medium"/>
                  <a:cs typeface="Fira Sans Extra Condensed Medium"/>
                  <a:sym typeface="Fira Sans Extra Condensed Medium"/>
                </a:rPr>
                <a:t>Investitions</a:t>
              </a:r>
              <a:endParaRPr lang="de-DE" sz="1500">
                <a:solidFill>
                  <a:srgbClr val="FFFFFF"/>
                </a:solidFill>
                <a:ea typeface="Fira Sans Extra Condensed Medium"/>
                <a:cs typeface="Fira Sans Extra Condensed Medium"/>
                <a:sym typeface="Fira Sans Extra Condensed Medium"/>
              </a:endParaRPr>
            </a:p>
            <a:p>
              <a:pPr marL="0" lvl="0" indent="0" algn="l" rtl="0">
                <a:spcBef>
                  <a:spcPts val="0"/>
                </a:spcBef>
                <a:spcAft>
                  <a:spcPts val="0"/>
                </a:spcAft>
                <a:buClr>
                  <a:schemeClr val="dk1"/>
                </a:buClr>
                <a:buSzPts val="1100"/>
                <a:buFont typeface="Arial"/>
                <a:buNone/>
              </a:pPr>
              <a:r>
                <a:rPr lang="de-DE" sz="1500">
                  <a:solidFill>
                    <a:srgbClr val="FFFFFF"/>
                  </a:solidFill>
                  <a:ea typeface="Fira Sans Extra Condensed Medium"/>
                  <a:cs typeface="Fira Sans Extra Condensed Medium"/>
                  <a:sym typeface="Fira Sans Extra Condensed Medium"/>
                </a:rPr>
                <a:t>Indikation</a:t>
              </a:r>
            </a:p>
          </p:txBody>
        </p:sp>
        <p:sp>
          <p:nvSpPr>
            <p:cNvPr id="160" name="Google Shape;1142;p33">
              <a:extLst>
                <a:ext uri="{FF2B5EF4-FFF2-40B4-BE49-F238E27FC236}">
                  <a16:creationId xmlns:a16="http://schemas.microsoft.com/office/drawing/2014/main" id="{681C4D39-E7C3-4DFC-967F-EF14343C5938}"/>
                </a:ext>
              </a:extLst>
            </p:cNvPr>
            <p:cNvSpPr/>
            <p:nvPr/>
          </p:nvSpPr>
          <p:spPr>
            <a:xfrm>
              <a:off x="119418" y="4352900"/>
              <a:ext cx="786450" cy="1029025"/>
            </a:xfrm>
            <a:custGeom>
              <a:avLst/>
              <a:gdLst/>
              <a:ahLst/>
              <a:cxnLst/>
              <a:rect l="l" t="t" r="r" b="b"/>
              <a:pathLst>
                <a:path w="31458" h="41161" extrusionOk="0">
                  <a:moveTo>
                    <a:pt x="15729" y="0"/>
                  </a:moveTo>
                  <a:cubicBezTo>
                    <a:pt x="7038" y="0"/>
                    <a:pt x="1" y="7025"/>
                    <a:pt x="1" y="15728"/>
                  </a:cubicBezTo>
                  <a:cubicBezTo>
                    <a:pt x="1" y="22527"/>
                    <a:pt x="4323" y="28325"/>
                    <a:pt x="10395" y="30528"/>
                  </a:cubicBezTo>
                  <a:lnTo>
                    <a:pt x="15729" y="41160"/>
                  </a:lnTo>
                  <a:lnTo>
                    <a:pt x="21027" y="30528"/>
                  </a:lnTo>
                  <a:cubicBezTo>
                    <a:pt x="27088" y="28325"/>
                    <a:pt x="31457" y="22527"/>
                    <a:pt x="31457" y="15728"/>
                  </a:cubicBezTo>
                  <a:cubicBezTo>
                    <a:pt x="31457" y="7025"/>
                    <a:pt x="24385" y="0"/>
                    <a:pt x="15729" y="0"/>
                  </a:cubicBezTo>
                  <a:close/>
                </a:path>
              </a:pathLst>
            </a:custGeom>
            <a:solidFill>
              <a:schemeClr val="tx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143;p33">
              <a:extLst>
                <a:ext uri="{FF2B5EF4-FFF2-40B4-BE49-F238E27FC236}">
                  <a16:creationId xmlns:a16="http://schemas.microsoft.com/office/drawing/2014/main" id="{C04A7488-6D68-4033-983B-1270DB30448E}"/>
                </a:ext>
              </a:extLst>
            </p:cNvPr>
            <p:cNvSpPr/>
            <p:nvPr/>
          </p:nvSpPr>
          <p:spPr>
            <a:xfrm>
              <a:off x="189968" y="4415700"/>
              <a:ext cx="644450" cy="645350"/>
            </a:xfrm>
            <a:custGeom>
              <a:avLst/>
              <a:gdLst/>
              <a:ahLst/>
              <a:cxnLst/>
              <a:rect l="l" t="t" r="r" b="b"/>
              <a:pathLst>
                <a:path w="25778" h="25814" extrusionOk="0">
                  <a:moveTo>
                    <a:pt x="12907" y="1"/>
                  </a:moveTo>
                  <a:cubicBezTo>
                    <a:pt x="5751" y="1"/>
                    <a:pt x="1" y="5799"/>
                    <a:pt x="1" y="12907"/>
                  </a:cubicBezTo>
                  <a:cubicBezTo>
                    <a:pt x="1" y="20015"/>
                    <a:pt x="5751" y="25813"/>
                    <a:pt x="12907" y="25813"/>
                  </a:cubicBezTo>
                  <a:cubicBezTo>
                    <a:pt x="20015" y="25813"/>
                    <a:pt x="25778" y="20015"/>
                    <a:pt x="25778" y="12907"/>
                  </a:cubicBezTo>
                  <a:cubicBezTo>
                    <a:pt x="25778" y="5799"/>
                    <a:pt x="20015" y="1"/>
                    <a:pt x="12907" y="1"/>
                  </a:cubicBezTo>
                  <a:close/>
                </a:path>
              </a:pathLst>
            </a:custGeom>
            <a:solidFill>
              <a:schemeClr val="bg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de-DE">
                  <a:solidFill>
                    <a:schemeClr val="tx2"/>
                  </a:solidFill>
                </a:rPr>
                <a:t>7</a:t>
              </a:r>
              <a:endParaRPr>
                <a:solidFill>
                  <a:schemeClr val="tx2"/>
                </a:solidFill>
              </a:endParaRPr>
            </a:p>
          </p:txBody>
        </p:sp>
        <p:sp>
          <p:nvSpPr>
            <p:cNvPr id="162" name="Google Shape;1141;p33">
              <a:extLst>
                <a:ext uri="{FF2B5EF4-FFF2-40B4-BE49-F238E27FC236}">
                  <a16:creationId xmlns:a16="http://schemas.microsoft.com/office/drawing/2014/main" id="{FA3FCAF8-EDC3-4F11-90F9-A483FA8D3608}"/>
                </a:ext>
              </a:extLst>
            </p:cNvPr>
            <p:cNvSpPr/>
            <p:nvPr/>
          </p:nvSpPr>
          <p:spPr>
            <a:xfrm>
              <a:off x="5016791" y="4684533"/>
              <a:ext cx="1720435" cy="444880"/>
            </a:xfrm>
            <a:custGeom>
              <a:avLst/>
              <a:gdLst/>
              <a:ahLst/>
              <a:cxnLst/>
              <a:rect l="l" t="t" r="r" b="b"/>
              <a:pathLst>
                <a:path w="45756" h="12407" extrusionOk="0">
                  <a:moveTo>
                    <a:pt x="3858" y="0"/>
                  </a:moveTo>
                  <a:cubicBezTo>
                    <a:pt x="1738" y="0"/>
                    <a:pt x="0" y="1738"/>
                    <a:pt x="0" y="3858"/>
                  </a:cubicBezTo>
                  <a:lnTo>
                    <a:pt x="0" y="8537"/>
                  </a:lnTo>
                  <a:cubicBezTo>
                    <a:pt x="0" y="10668"/>
                    <a:pt x="1738" y="12406"/>
                    <a:pt x="3858" y="12406"/>
                  </a:cubicBezTo>
                  <a:lnTo>
                    <a:pt x="41934" y="12406"/>
                  </a:lnTo>
                  <a:cubicBezTo>
                    <a:pt x="44053" y="12406"/>
                    <a:pt x="45756" y="10668"/>
                    <a:pt x="45756" y="8537"/>
                  </a:cubicBezTo>
                  <a:lnTo>
                    <a:pt x="45756" y="3858"/>
                  </a:lnTo>
                  <a:cubicBezTo>
                    <a:pt x="45756" y="1738"/>
                    <a:pt x="44053" y="0"/>
                    <a:pt x="4193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r" rtl="0">
                <a:spcBef>
                  <a:spcPts val="0"/>
                </a:spcBef>
                <a:spcAft>
                  <a:spcPts val="0"/>
                </a:spcAft>
                <a:buClr>
                  <a:schemeClr val="dk1"/>
                </a:buClr>
                <a:buSzPts val="1100"/>
                <a:buFont typeface="Arial"/>
                <a:buNone/>
              </a:pPr>
              <a:r>
                <a:rPr lang="de-DE" sz="1500">
                  <a:solidFill>
                    <a:srgbClr val="FFFFFF"/>
                  </a:solidFill>
                  <a:ea typeface="Fira Sans Extra Condensed Medium"/>
                  <a:cs typeface="Fira Sans Extra Condensed Medium"/>
                  <a:sym typeface="Fira Sans Extra Condensed Medium"/>
                </a:rPr>
                <a:t>Projektplan &amp; Präsentation</a:t>
              </a:r>
            </a:p>
          </p:txBody>
        </p:sp>
        <p:sp>
          <p:nvSpPr>
            <p:cNvPr id="163" name="Google Shape;1142;p33">
              <a:extLst>
                <a:ext uri="{FF2B5EF4-FFF2-40B4-BE49-F238E27FC236}">
                  <a16:creationId xmlns:a16="http://schemas.microsoft.com/office/drawing/2014/main" id="{F325A194-8D92-4EAE-B133-2B9E15ACED45}"/>
                </a:ext>
              </a:extLst>
            </p:cNvPr>
            <p:cNvSpPr/>
            <p:nvPr/>
          </p:nvSpPr>
          <p:spPr>
            <a:xfrm>
              <a:off x="4769926" y="4515180"/>
              <a:ext cx="786450" cy="1029025"/>
            </a:xfrm>
            <a:custGeom>
              <a:avLst/>
              <a:gdLst/>
              <a:ahLst/>
              <a:cxnLst/>
              <a:rect l="l" t="t" r="r" b="b"/>
              <a:pathLst>
                <a:path w="31458" h="41161" extrusionOk="0">
                  <a:moveTo>
                    <a:pt x="15729" y="0"/>
                  </a:moveTo>
                  <a:cubicBezTo>
                    <a:pt x="7038" y="0"/>
                    <a:pt x="1" y="7025"/>
                    <a:pt x="1" y="15728"/>
                  </a:cubicBezTo>
                  <a:cubicBezTo>
                    <a:pt x="1" y="22527"/>
                    <a:pt x="4323" y="28325"/>
                    <a:pt x="10395" y="30528"/>
                  </a:cubicBezTo>
                  <a:lnTo>
                    <a:pt x="15729" y="41160"/>
                  </a:lnTo>
                  <a:lnTo>
                    <a:pt x="21027" y="30528"/>
                  </a:lnTo>
                  <a:cubicBezTo>
                    <a:pt x="27088" y="28325"/>
                    <a:pt x="31457" y="22527"/>
                    <a:pt x="31457" y="15728"/>
                  </a:cubicBezTo>
                  <a:cubicBezTo>
                    <a:pt x="31457" y="7025"/>
                    <a:pt x="24385" y="0"/>
                    <a:pt x="15729" y="0"/>
                  </a:cubicBezTo>
                  <a:close/>
                </a:path>
              </a:pathLst>
            </a:custGeom>
            <a:solidFill>
              <a:schemeClr val="tx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143;p33">
              <a:extLst>
                <a:ext uri="{FF2B5EF4-FFF2-40B4-BE49-F238E27FC236}">
                  <a16:creationId xmlns:a16="http://schemas.microsoft.com/office/drawing/2014/main" id="{7C852A25-98FF-4883-8B8C-5F2523CC735E}"/>
                </a:ext>
              </a:extLst>
            </p:cNvPr>
            <p:cNvSpPr/>
            <p:nvPr/>
          </p:nvSpPr>
          <p:spPr>
            <a:xfrm>
              <a:off x="4840476" y="4577980"/>
              <a:ext cx="644450" cy="645350"/>
            </a:xfrm>
            <a:custGeom>
              <a:avLst/>
              <a:gdLst/>
              <a:ahLst/>
              <a:cxnLst/>
              <a:rect l="l" t="t" r="r" b="b"/>
              <a:pathLst>
                <a:path w="25778" h="25814" extrusionOk="0">
                  <a:moveTo>
                    <a:pt x="12907" y="1"/>
                  </a:moveTo>
                  <a:cubicBezTo>
                    <a:pt x="5751" y="1"/>
                    <a:pt x="1" y="5799"/>
                    <a:pt x="1" y="12907"/>
                  </a:cubicBezTo>
                  <a:cubicBezTo>
                    <a:pt x="1" y="20015"/>
                    <a:pt x="5751" y="25813"/>
                    <a:pt x="12907" y="25813"/>
                  </a:cubicBezTo>
                  <a:cubicBezTo>
                    <a:pt x="20015" y="25813"/>
                    <a:pt x="25778" y="20015"/>
                    <a:pt x="25778" y="12907"/>
                  </a:cubicBezTo>
                  <a:cubicBezTo>
                    <a:pt x="25778" y="5799"/>
                    <a:pt x="20015" y="1"/>
                    <a:pt x="12907" y="1"/>
                  </a:cubicBezTo>
                  <a:close/>
                </a:path>
              </a:pathLst>
            </a:custGeom>
            <a:solidFill>
              <a:schemeClr val="bg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de-DE">
                  <a:solidFill>
                    <a:schemeClr val="tx2"/>
                  </a:solidFill>
                </a:rPr>
                <a:t>8</a:t>
              </a:r>
              <a:endParaRPr>
                <a:solidFill>
                  <a:schemeClr val="tx2"/>
                </a:solidFill>
              </a:endParaRPr>
            </a:p>
          </p:txBody>
        </p:sp>
      </p:grpSp>
      <p:sp>
        <p:nvSpPr>
          <p:cNvPr id="4" name="Rechteck 3">
            <a:extLst>
              <a:ext uri="{FF2B5EF4-FFF2-40B4-BE49-F238E27FC236}">
                <a16:creationId xmlns:a16="http://schemas.microsoft.com/office/drawing/2014/main" id="{370655D3-F178-46CD-BE47-1D290FF24F41}"/>
              </a:ext>
            </a:extLst>
          </p:cNvPr>
          <p:cNvSpPr/>
          <p:nvPr/>
        </p:nvSpPr>
        <p:spPr>
          <a:xfrm>
            <a:off x="2875224" y="4456017"/>
            <a:ext cx="2214582" cy="985099"/>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sz="1000">
              <a:solidFill>
                <a:schemeClr val="tx1">
                  <a:lumMod val="95000"/>
                  <a:lumOff val="5000"/>
                </a:schemeClr>
              </a:solidFill>
            </a:endParaRPr>
          </a:p>
        </p:txBody>
      </p:sp>
      <p:sp>
        <p:nvSpPr>
          <p:cNvPr id="186" name="Rechteck 185">
            <a:extLst>
              <a:ext uri="{FF2B5EF4-FFF2-40B4-BE49-F238E27FC236}">
                <a16:creationId xmlns:a16="http://schemas.microsoft.com/office/drawing/2014/main" id="{4A585835-23EA-4332-AF75-22553DE6689F}"/>
              </a:ext>
            </a:extLst>
          </p:cNvPr>
          <p:cNvSpPr/>
          <p:nvPr/>
        </p:nvSpPr>
        <p:spPr>
          <a:xfrm>
            <a:off x="7393134" y="5475923"/>
            <a:ext cx="2214582" cy="985099"/>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98" name="Rechteck 197">
            <a:extLst>
              <a:ext uri="{FF2B5EF4-FFF2-40B4-BE49-F238E27FC236}">
                <a16:creationId xmlns:a16="http://schemas.microsoft.com/office/drawing/2014/main" id="{D3CEEDAC-10EF-4B28-A868-D0D455F05EDD}"/>
              </a:ext>
            </a:extLst>
          </p:cNvPr>
          <p:cNvSpPr/>
          <p:nvPr/>
        </p:nvSpPr>
        <p:spPr>
          <a:xfrm>
            <a:off x="7391962" y="4456017"/>
            <a:ext cx="2214582" cy="9850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sz="1000">
              <a:solidFill>
                <a:schemeClr val="tx1">
                  <a:lumMod val="95000"/>
                  <a:lumOff val="5000"/>
                </a:schemeClr>
              </a:solidFill>
            </a:endParaRPr>
          </a:p>
        </p:txBody>
      </p:sp>
      <p:sp>
        <p:nvSpPr>
          <p:cNvPr id="231" name="Rechteck 230">
            <a:extLst>
              <a:ext uri="{FF2B5EF4-FFF2-40B4-BE49-F238E27FC236}">
                <a16:creationId xmlns:a16="http://schemas.microsoft.com/office/drawing/2014/main" id="{DF2066EC-1D4F-463D-A0FD-9C23F3A94454}"/>
              </a:ext>
            </a:extLst>
          </p:cNvPr>
          <p:cNvSpPr/>
          <p:nvPr/>
        </p:nvSpPr>
        <p:spPr>
          <a:xfrm>
            <a:off x="7046791" y="4456017"/>
            <a:ext cx="302556" cy="28623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a:t>2</a:t>
            </a:r>
          </a:p>
        </p:txBody>
      </p:sp>
      <p:sp>
        <p:nvSpPr>
          <p:cNvPr id="237" name="Rechteck 236">
            <a:extLst>
              <a:ext uri="{FF2B5EF4-FFF2-40B4-BE49-F238E27FC236}">
                <a16:creationId xmlns:a16="http://schemas.microsoft.com/office/drawing/2014/main" id="{330FF408-DB6F-4CE0-BD95-6DB689AA174F}"/>
              </a:ext>
            </a:extLst>
          </p:cNvPr>
          <p:cNvSpPr/>
          <p:nvPr/>
        </p:nvSpPr>
        <p:spPr>
          <a:xfrm>
            <a:off x="4787005" y="5474125"/>
            <a:ext cx="302556" cy="28623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a:t>5</a:t>
            </a:r>
          </a:p>
        </p:txBody>
      </p:sp>
      <p:sp>
        <p:nvSpPr>
          <p:cNvPr id="7" name="Textfeld 6">
            <a:extLst>
              <a:ext uri="{FF2B5EF4-FFF2-40B4-BE49-F238E27FC236}">
                <a16:creationId xmlns:a16="http://schemas.microsoft.com/office/drawing/2014/main" id="{5283E97E-DBC6-67EE-13A6-4A209FFB2741}"/>
              </a:ext>
            </a:extLst>
          </p:cNvPr>
          <p:cNvSpPr txBox="1"/>
          <p:nvPr/>
        </p:nvSpPr>
        <p:spPr>
          <a:xfrm>
            <a:off x="2913963" y="4507891"/>
            <a:ext cx="2175980" cy="600164"/>
          </a:xfrm>
          <a:prstGeom prst="rect">
            <a:avLst/>
          </a:prstGeom>
          <a:noFill/>
        </p:spPr>
        <p:txBody>
          <a:bodyPr wrap="square">
            <a:spAutoFit/>
          </a:bodyPr>
          <a:lstStyle/>
          <a:p>
            <a:pPr indent="-171450">
              <a:buClr>
                <a:schemeClr val="tx1"/>
              </a:buClr>
              <a:buFont typeface="Systemschrift Normal"/>
              <a:buChar char="◻"/>
            </a:pPr>
            <a:r>
              <a:rPr lang="de-DE" sz="1100">
                <a:solidFill>
                  <a:schemeClr val="tx1">
                    <a:lumMod val="95000"/>
                    <a:lumOff val="5000"/>
                  </a:schemeClr>
                </a:solidFill>
              </a:rPr>
              <a:t>Betriebssystem &amp; DB</a:t>
            </a:r>
            <a:r>
              <a:rPr lang="de-DE" sz="1100" baseline="30000">
                <a:solidFill>
                  <a:schemeClr val="tx1">
                    <a:lumMod val="95000"/>
                    <a:lumOff val="5000"/>
                  </a:schemeClr>
                </a:solidFill>
              </a:rPr>
              <a:t>1</a:t>
            </a:r>
          </a:p>
          <a:p>
            <a:pPr indent="-171450">
              <a:buClr>
                <a:schemeClr val="tx1"/>
              </a:buClr>
              <a:buFont typeface="Systemschrift Normal"/>
              <a:buChar char="◻"/>
            </a:pPr>
            <a:r>
              <a:rPr lang="de-DE" sz="1100">
                <a:solidFill>
                  <a:schemeClr val="tx1">
                    <a:lumMod val="95000"/>
                    <a:lumOff val="5000"/>
                  </a:schemeClr>
                </a:solidFill>
              </a:rPr>
              <a:t>Speicherbedarf &amp; Hardware</a:t>
            </a:r>
            <a:r>
              <a:rPr lang="de-DE" sz="1100" baseline="30000">
                <a:solidFill>
                  <a:schemeClr val="tx1">
                    <a:lumMod val="95000"/>
                    <a:lumOff val="5000"/>
                  </a:schemeClr>
                </a:solidFill>
              </a:rPr>
              <a:t>1</a:t>
            </a:r>
            <a:endParaRPr lang="de-DE" sz="1100">
              <a:solidFill>
                <a:schemeClr val="tx1">
                  <a:lumMod val="95000"/>
                  <a:lumOff val="5000"/>
                </a:schemeClr>
              </a:solidFill>
            </a:endParaRPr>
          </a:p>
          <a:p>
            <a:pPr indent="-171450">
              <a:buClr>
                <a:schemeClr val="tx1"/>
              </a:buClr>
              <a:buFont typeface="Systemschrift Normal"/>
              <a:buChar char="◻"/>
            </a:pPr>
            <a:r>
              <a:rPr lang="de-DE" sz="1100">
                <a:solidFill>
                  <a:schemeClr val="tx1">
                    <a:lumMod val="95000"/>
                    <a:lumOff val="5000"/>
                  </a:schemeClr>
                </a:solidFill>
              </a:rPr>
              <a:t>System </a:t>
            </a:r>
            <a:r>
              <a:rPr lang="de-DE" sz="1100" err="1">
                <a:solidFill>
                  <a:schemeClr val="tx1">
                    <a:lumMod val="95000"/>
                    <a:lumOff val="5000"/>
                  </a:schemeClr>
                </a:solidFill>
              </a:rPr>
              <a:t>Sizing</a:t>
            </a:r>
            <a:r>
              <a:rPr lang="de-DE" sz="1100">
                <a:solidFill>
                  <a:schemeClr val="tx1">
                    <a:lumMod val="95000"/>
                    <a:lumOff val="5000"/>
                  </a:schemeClr>
                </a:solidFill>
              </a:rPr>
              <a:t> &amp; Kosten</a:t>
            </a:r>
            <a:r>
              <a:rPr lang="de-DE" sz="1100" baseline="30000">
                <a:solidFill>
                  <a:schemeClr val="tx1">
                    <a:lumMod val="95000"/>
                    <a:lumOff val="5000"/>
                  </a:schemeClr>
                </a:solidFill>
              </a:rPr>
              <a:t>1</a:t>
            </a:r>
          </a:p>
        </p:txBody>
      </p:sp>
      <p:sp>
        <p:nvSpPr>
          <p:cNvPr id="38" name="Rechteck 37">
            <a:extLst>
              <a:ext uri="{FF2B5EF4-FFF2-40B4-BE49-F238E27FC236}">
                <a16:creationId xmlns:a16="http://schemas.microsoft.com/office/drawing/2014/main" id="{396C370B-ED12-C940-7AF1-DA78A8A247F7}"/>
              </a:ext>
            </a:extLst>
          </p:cNvPr>
          <p:cNvSpPr/>
          <p:nvPr/>
        </p:nvSpPr>
        <p:spPr>
          <a:xfrm>
            <a:off x="2875224" y="5472974"/>
            <a:ext cx="2213797" cy="985099"/>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171450" indent="-171450">
              <a:buClr>
                <a:schemeClr val="tx1"/>
              </a:buClr>
              <a:buFont typeface="Systemschrift Normal"/>
              <a:buChar char="◻"/>
            </a:pPr>
            <a:r>
              <a:rPr lang="de-DE" sz="1000">
                <a:solidFill>
                  <a:schemeClr val="tx1">
                    <a:lumMod val="95000"/>
                    <a:lumOff val="5000"/>
                  </a:schemeClr>
                </a:solidFill>
              </a:rPr>
              <a:t>PCE Betriebsmodell evaluieren</a:t>
            </a:r>
          </a:p>
          <a:p>
            <a:pPr marL="171450" indent="-171450">
              <a:buClr>
                <a:schemeClr val="tx1"/>
              </a:buClr>
              <a:buFont typeface="Systemschrift Normal"/>
              <a:buChar char="◻"/>
            </a:pPr>
            <a:r>
              <a:rPr lang="de-DE" sz="1000">
                <a:solidFill>
                  <a:schemeClr val="tx1">
                    <a:lumMod val="95000"/>
                    <a:lumOff val="5000"/>
                  </a:schemeClr>
                </a:solidFill>
              </a:rPr>
              <a:t>PCE Migration technisch / fachlich prüfen (Vorgehen &amp; </a:t>
            </a:r>
            <a:r>
              <a:rPr lang="de-DE" sz="1000" err="1">
                <a:solidFill>
                  <a:schemeClr val="tx1">
                    <a:lumMod val="95000"/>
                    <a:lumOff val="5000"/>
                  </a:schemeClr>
                </a:solidFill>
              </a:rPr>
              <a:t>Simplifications</a:t>
            </a:r>
            <a:r>
              <a:rPr lang="de-DE" sz="1000">
                <a:solidFill>
                  <a:schemeClr val="tx1">
                    <a:lumMod val="95000"/>
                    <a:lumOff val="5000"/>
                  </a:schemeClr>
                </a:solidFill>
              </a:rPr>
              <a:t>)</a:t>
            </a:r>
          </a:p>
          <a:p>
            <a:pPr marL="171450" indent="-171450">
              <a:buClr>
                <a:schemeClr val="tx1"/>
              </a:buClr>
              <a:buFont typeface="Systemschrift Normal"/>
              <a:buChar char="◻"/>
            </a:pPr>
            <a:r>
              <a:rPr lang="de-DE" sz="1000">
                <a:solidFill>
                  <a:schemeClr val="tx1">
                    <a:lumMod val="95000"/>
                    <a:lumOff val="5000"/>
                  </a:schemeClr>
                </a:solidFill>
              </a:rPr>
              <a:t>Gespräche mit SAP und Angebote einholen</a:t>
            </a:r>
          </a:p>
        </p:txBody>
      </p:sp>
      <p:sp>
        <p:nvSpPr>
          <p:cNvPr id="46" name="Rechteck 45">
            <a:extLst>
              <a:ext uri="{FF2B5EF4-FFF2-40B4-BE49-F238E27FC236}">
                <a16:creationId xmlns:a16="http://schemas.microsoft.com/office/drawing/2014/main" id="{73C53A02-ED9C-A1F9-9290-33C971C51226}"/>
              </a:ext>
            </a:extLst>
          </p:cNvPr>
          <p:cNvSpPr/>
          <p:nvPr/>
        </p:nvSpPr>
        <p:spPr>
          <a:xfrm>
            <a:off x="5136523" y="5472972"/>
            <a:ext cx="2214582" cy="9850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Clr>
                <a:schemeClr val="tx1"/>
              </a:buClr>
              <a:buFont typeface="Systemschrift Normal"/>
              <a:buChar char="◻"/>
            </a:pPr>
            <a:r>
              <a:rPr lang="de-DE" sz="1000">
                <a:solidFill>
                  <a:schemeClr val="tx1">
                    <a:lumMod val="95000"/>
                    <a:lumOff val="5000"/>
                  </a:schemeClr>
                </a:solidFill>
                <a:sym typeface="Wingdings" pitchFamily="2" charset="2"/>
              </a:rPr>
              <a:t>Untersuchung der Portierung      und des Aufbaus einer BTP als Ablösung zum Gateway</a:t>
            </a:r>
          </a:p>
          <a:p>
            <a:pPr marL="171450" indent="-171450">
              <a:buClr>
                <a:schemeClr val="tx1"/>
              </a:buClr>
              <a:buFont typeface="Systemschrift Normal"/>
              <a:buChar char="◻"/>
            </a:pPr>
            <a:r>
              <a:rPr lang="de-DE" sz="1000">
                <a:solidFill>
                  <a:schemeClr val="tx1">
                    <a:lumMod val="95000"/>
                    <a:lumOff val="5000"/>
                  </a:schemeClr>
                </a:solidFill>
                <a:sym typeface="Wingdings" pitchFamily="2" charset="2"/>
              </a:rPr>
              <a:t>Architektur, notwendige Tätigkeiten</a:t>
            </a:r>
            <a:endParaRPr lang="de-DE" sz="1000">
              <a:solidFill>
                <a:schemeClr val="tx1">
                  <a:lumMod val="95000"/>
                  <a:lumOff val="5000"/>
                </a:schemeClr>
              </a:solidFill>
            </a:endParaRPr>
          </a:p>
        </p:txBody>
      </p:sp>
      <p:sp>
        <p:nvSpPr>
          <p:cNvPr id="47" name="Rechteck 46">
            <a:extLst>
              <a:ext uri="{FF2B5EF4-FFF2-40B4-BE49-F238E27FC236}">
                <a16:creationId xmlns:a16="http://schemas.microsoft.com/office/drawing/2014/main" id="{954108F2-F6BB-C122-65B6-C8F473DEDEC3}"/>
              </a:ext>
            </a:extLst>
          </p:cNvPr>
          <p:cNvSpPr/>
          <p:nvPr/>
        </p:nvSpPr>
        <p:spPr>
          <a:xfrm>
            <a:off x="5136523" y="4456017"/>
            <a:ext cx="2214582" cy="985099"/>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171450" indent="-171450">
              <a:buClr>
                <a:schemeClr val="tx1"/>
              </a:buClr>
              <a:buFont typeface="Systemschrift Normal"/>
              <a:buChar char="◻"/>
            </a:pPr>
            <a:r>
              <a:rPr lang="de-DE" sz="1000" err="1">
                <a:solidFill>
                  <a:schemeClr val="tx1">
                    <a:lumMod val="95000"/>
                    <a:lumOff val="5000"/>
                  </a:schemeClr>
                </a:solidFill>
              </a:rPr>
              <a:t>Simplifications</a:t>
            </a:r>
            <a:r>
              <a:rPr lang="de-DE" sz="1000">
                <a:solidFill>
                  <a:schemeClr val="tx1">
                    <a:lumMod val="95000"/>
                    <a:lumOff val="5000"/>
                  </a:schemeClr>
                </a:solidFill>
              </a:rPr>
              <a:t> Prüfen </a:t>
            </a:r>
          </a:p>
          <a:p>
            <a:pPr marL="179070">
              <a:buClr>
                <a:schemeClr val="tx1"/>
              </a:buClr>
            </a:pPr>
            <a:r>
              <a:rPr lang="de-DE" sz="1000">
                <a:solidFill>
                  <a:schemeClr val="tx1">
                    <a:lumMod val="95000"/>
                    <a:lumOff val="5000"/>
                  </a:schemeClr>
                </a:solidFill>
              </a:rPr>
              <a:t>(SAP Note 3091160)</a:t>
            </a:r>
            <a:endParaRPr lang="de-DE" sz="1000">
              <a:solidFill>
                <a:schemeClr val="tx1">
                  <a:lumMod val="95000"/>
                  <a:lumOff val="5000"/>
                </a:schemeClr>
              </a:solidFill>
              <a:cs typeface="Calibri"/>
            </a:endParaRPr>
          </a:p>
          <a:p>
            <a:pPr marL="171450" indent="-171450">
              <a:buClr>
                <a:schemeClr val="tx1"/>
              </a:buClr>
              <a:buFont typeface="Systemschrift Normal"/>
              <a:buChar char="◻"/>
            </a:pPr>
            <a:r>
              <a:rPr lang="de-DE" sz="1000">
                <a:solidFill>
                  <a:schemeClr val="tx1">
                    <a:lumMod val="95000"/>
                    <a:lumOff val="5000"/>
                  </a:schemeClr>
                </a:solidFill>
              </a:rPr>
              <a:t>Pro/Contra </a:t>
            </a:r>
            <a:r>
              <a:rPr lang="de-DE" sz="1000" err="1">
                <a:solidFill>
                  <a:schemeClr val="tx1">
                    <a:lumMod val="95000"/>
                    <a:lumOff val="5000"/>
                  </a:schemeClr>
                </a:solidFill>
              </a:rPr>
              <a:t>Declustering</a:t>
            </a:r>
            <a:r>
              <a:rPr lang="de-DE" sz="1000">
                <a:solidFill>
                  <a:schemeClr val="tx1">
                    <a:lumMod val="95000"/>
                    <a:lumOff val="5000"/>
                  </a:schemeClr>
                </a:solidFill>
              </a:rPr>
              <a:t> z.B. bezogen auf PKP &amp; Reporting</a:t>
            </a:r>
            <a:endParaRPr lang="de-DE" sz="1000">
              <a:solidFill>
                <a:schemeClr val="tx1">
                  <a:lumMod val="95000"/>
                  <a:lumOff val="5000"/>
                </a:schemeClr>
              </a:solidFill>
              <a:cs typeface="Calibri"/>
            </a:endParaRPr>
          </a:p>
          <a:p>
            <a:pPr marL="171450" indent="-171450">
              <a:buClr>
                <a:schemeClr val="tx1"/>
              </a:buClr>
              <a:buFont typeface="Systemschrift Normal"/>
              <a:buChar char="◻"/>
            </a:pPr>
            <a:r>
              <a:rPr lang="de-DE" sz="1000">
                <a:solidFill>
                  <a:schemeClr val="tx1">
                    <a:lumMod val="95000"/>
                    <a:lumOff val="5000"/>
                  </a:schemeClr>
                </a:solidFill>
              </a:rPr>
              <a:t>Handlungsempfehlungen  rausarbeiten</a:t>
            </a:r>
          </a:p>
        </p:txBody>
      </p:sp>
      <p:sp>
        <p:nvSpPr>
          <p:cNvPr id="49" name="Rechteck 48">
            <a:extLst>
              <a:ext uri="{FF2B5EF4-FFF2-40B4-BE49-F238E27FC236}">
                <a16:creationId xmlns:a16="http://schemas.microsoft.com/office/drawing/2014/main" id="{0DD8F504-F8BE-16BA-E99A-BA14FBE634B6}"/>
              </a:ext>
            </a:extLst>
          </p:cNvPr>
          <p:cNvSpPr/>
          <p:nvPr/>
        </p:nvSpPr>
        <p:spPr>
          <a:xfrm>
            <a:off x="7390146" y="4482554"/>
            <a:ext cx="2214582" cy="9585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Clr>
                <a:schemeClr val="tx1"/>
              </a:buClr>
              <a:buFont typeface="Systemschrift Normal"/>
              <a:buChar char="◻"/>
            </a:pPr>
            <a:r>
              <a:rPr lang="de-DE" sz="1000">
                <a:solidFill>
                  <a:schemeClr val="tx1">
                    <a:lumMod val="95000"/>
                    <a:lumOff val="5000"/>
                  </a:schemeClr>
                </a:solidFill>
              </a:rPr>
              <a:t>ATC Check &amp; ABAP Call Monitor</a:t>
            </a:r>
          </a:p>
          <a:p>
            <a:pPr marL="171450" indent="-171450">
              <a:buClr>
                <a:schemeClr val="tx1"/>
              </a:buClr>
              <a:buFont typeface="Systemschrift Normal"/>
              <a:buChar char="◻"/>
            </a:pPr>
            <a:r>
              <a:rPr lang="de-DE" sz="1000">
                <a:solidFill>
                  <a:schemeClr val="tx1">
                    <a:lumMod val="95000"/>
                    <a:lumOff val="5000"/>
                  </a:schemeClr>
                </a:solidFill>
              </a:rPr>
              <a:t>Schnittstellenbewertung</a:t>
            </a:r>
            <a:r>
              <a:rPr lang="de-DE" sz="1000" baseline="30000">
                <a:solidFill>
                  <a:schemeClr val="tx1">
                    <a:lumMod val="95000"/>
                    <a:lumOff val="5000"/>
                  </a:schemeClr>
                </a:solidFill>
              </a:rPr>
              <a:t>1</a:t>
            </a:r>
          </a:p>
          <a:p>
            <a:pPr marL="171450" indent="-171450">
              <a:buClr>
                <a:schemeClr val="tx1"/>
              </a:buClr>
              <a:buFont typeface="Systemschrift Normal"/>
              <a:buChar char="◻"/>
            </a:pPr>
            <a:r>
              <a:rPr lang="de-DE" sz="1000">
                <a:solidFill>
                  <a:schemeClr val="tx1">
                    <a:lumMod val="95000"/>
                    <a:lumOff val="5000"/>
                  </a:schemeClr>
                </a:solidFill>
              </a:rPr>
              <a:t>Einsatz veraltete Technologien wie WD4J, AIF, HR </a:t>
            </a:r>
            <a:r>
              <a:rPr lang="de-DE" sz="1000" err="1">
                <a:solidFill>
                  <a:schemeClr val="tx1">
                    <a:lumMod val="95000"/>
                    <a:lumOff val="5000"/>
                  </a:schemeClr>
                </a:solidFill>
              </a:rPr>
              <a:t>Renewal</a:t>
            </a:r>
            <a:r>
              <a:rPr lang="de-DE" sz="1000">
                <a:solidFill>
                  <a:schemeClr val="tx1">
                    <a:lumMod val="95000"/>
                    <a:lumOff val="5000"/>
                  </a:schemeClr>
                </a:solidFill>
              </a:rPr>
              <a:t>, Business Connector</a:t>
            </a:r>
          </a:p>
        </p:txBody>
      </p:sp>
      <p:sp>
        <p:nvSpPr>
          <p:cNvPr id="50" name="Rechteck 49">
            <a:extLst>
              <a:ext uri="{FF2B5EF4-FFF2-40B4-BE49-F238E27FC236}">
                <a16:creationId xmlns:a16="http://schemas.microsoft.com/office/drawing/2014/main" id="{E1934A9F-9B25-F331-A56A-96486D53B9D7}"/>
              </a:ext>
            </a:extLst>
          </p:cNvPr>
          <p:cNvSpPr/>
          <p:nvPr/>
        </p:nvSpPr>
        <p:spPr>
          <a:xfrm>
            <a:off x="9645375" y="4467762"/>
            <a:ext cx="2214582" cy="9850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Clr>
                <a:schemeClr val="tx1"/>
              </a:buClr>
              <a:buFont typeface="Systemschrift Normal"/>
              <a:buChar char="◻"/>
            </a:pPr>
            <a:r>
              <a:rPr lang="de-DE" sz="1000">
                <a:solidFill>
                  <a:schemeClr val="tx1">
                    <a:lumMod val="95000"/>
                    <a:lumOff val="5000"/>
                  </a:schemeClr>
                </a:solidFill>
              </a:rPr>
              <a:t>Prüfung eingesetzter </a:t>
            </a:r>
            <a:r>
              <a:rPr lang="de-DE" sz="1000" err="1">
                <a:solidFill>
                  <a:schemeClr val="tx1">
                    <a:lumMod val="95000"/>
                    <a:lumOff val="5000"/>
                  </a:schemeClr>
                </a:solidFill>
              </a:rPr>
              <a:t>AddOns</a:t>
            </a:r>
            <a:r>
              <a:rPr lang="de-DE" sz="1000">
                <a:solidFill>
                  <a:schemeClr val="tx1">
                    <a:lumMod val="95000"/>
                    <a:lumOff val="5000"/>
                  </a:schemeClr>
                </a:solidFill>
              </a:rPr>
              <a:t> &amp; deren Anbindung z.B. Accenture Clone &amp; Test und weitere</a:t>
            </a:r>
          </a:p>
          <a:p>
            <a:pPr marL="171450" indent="-171450">
              <a:buClr>
                <a:schemeClr val="tx1"/>
              </a:buClr>
              <a:buFont typeface="Systemschrift Normal"/>
              <a:buChar char="◻"/>
            </a:pPr>
            <a:r>
              <a:rPr lang="de-DE" sz="1000">
                <a:solidFill>
                  <a:schemeClr val="tx1">
                    <a:lumMod val="95000"/>
                    <a:lumOff val="5000"/>
                  </a:schemeClr>
                </a:solidFill>
              </a:rPr>
              <a:t>Ggf. Erarbeitung alternativer Lösungen</a:t>
            </a:r>
            <a:endParaRPr lang="de-DE" sz="1000">
              <a:solidFill>
                <a:schemeClr val="tx1">
                  <a:lumMod val="95000"/>
                  <a:lumOff val="5000"/>
                </a:schemeClr>
              </a:solidFill>
              <a:cs typeface="Calibri"/>
            </a:endParaRPr>
          </a:p>
        </p:txBody>
      </p:sp>
      <p:sp>
        <p:nvSpPr>
          <p:cNvPr id="51" name="Rechteck 50">
            <a:extLst>
              <a:ext uri="{FF2B5EF4-FFF2-40B4-BE49-F238E27FC236}">
                <a16:creationId xmlns:a16="http://schemas.microsoft.com/office/drawing/2014/main" id="{086FA06F-7B3A-F288-0EEB-9677686DD4A8}"/>
              </a:ext>
            </a:extLst>
          </p:cNvPr>
          <p:cNvSpPr/>
          <p:nvPr/>
        </p:nvSpPr>
        <p:spPr>
          <a:xfrm>
            <a:off x="9657163" y="5472973"/>
            <a:ext cx="2206598" cy="9850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Clr>
                <a:schemeClr val="tx1"/>
              </a:buClr>
              <a:buFont typeface="Systemschrift Normal"/>
              <a:buChar char="◻"/>
            </a:pPr>
            <a:r>
              <a:rPr lang="de-DE" sz="1000">
                <a:solidFill>
                  <a:schemeClr val="tx1">
                    <a:lumMod val="95000"/>
                    <a:lumOff val="5000"/>
                  </a:schemeClr>
                </a:solidFill>
              </a:rPr>
              <a:t>H4S4 Projektplan erstellen  (Arbeitspakete und Aufwände)</a:t>
            </a:r>
          </a:p>
          <a:p>
            <a:pPr marL="171450" indent="-171450">
              <a:buClr>
                <a:schemeClr val="tx1"/>
              </a:buClr>
              <a:buFont typeface="Systemschrift Normal"/>
              <a:buChar char="◻"/>
            </a:pPr>
            <a:r>
              <a:rPr lang="de-DE" sz="1000">
                <a:solidFill>
                  <a:schemeClr val="tx1">
                    <a:lumMod val="95000"/>
                    <a:lumOff val="5000"/>
                  </a:schemeClr>
                </a:solidFill>
              </a:rPr>
              <a:t>Management Präsentation zum H4S4 Projektantrag und den dazugehörigen Vorprojekten erstellen </a:t>
            </a:r>
          </a:p>
        </p:txBody>
      </p:sp>
      <p:sp>
        <p:nvSpPr>
          <p:cNvPr id="53" name="Rechteck 52">
            <a:extLst>
              <a:ext uri="{FF2B5EF4-FFF2-40B4-BE49-F238E27FC236}">
                <a16:creationId xmlns:a16="http://schemas.microsoft.com/office/drawing/2014/main" id="{25E477FD-8E63-C878-AE19-180CE7694EC5}"/>
              </a:ext>
            </a:extLst>
          </p:cNvPr>
          <p:cNvSpPr/>
          <p:nvPr/>
        </p:nvSpPr>
        <p:spPr>
          <a:xfrm>
            <a:off x="7390146" y="5474125"/>
            <a:ext cx="2214582" cy="9850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Clr>
                <a:schemeClr val="tx1"/>
              </a:buClr>
            </a:pPr>
            <a:r>
              <a:rPr lang="de-DE" sz="1000">
                <a:solidFill>
                  <a:schemeClr val="tx1">
                    <a:lumMod val="95000"/>
                    <a:lumOff val="5000"/>
                  </a:schemeClr>
                </a:solidFill>
              </a:rPr>
              <a:t>Investitionsindikation</a:t>
            </a:r>
          </a:p>
          <a:p>
            <a:pPr marL="171450" indent="-171450">
              <a:buClr>
                <a:schemeClr val="tx1"/>
              </a:buClr>
              <a:buFont typeface="Systemschrift Normal"/>
              <a:buChar char="◻"/>
            </a:pPr>
            <a:r>
              <a:rPr lang="de-DE" sz="1000">
                <a:solidFill>
                  <a:schemeClr val="tx1">
                    <a:lumMod val="95000"/>
                    <a:lumOff val="5000"/>
                  </a:schemeClr>
                </a:solidFill>
                <a:sym typeface="Wingdings" pitchFamily="2" charset="2"/>
              </a:rPr>
              <a:t></a:t>
            </a:r>
            <a:r>
              <a:rPr lang="de-DE" sz="1000">
                <a:solidFill>
                  <a:schemeClr val="tx1">
                    <a:lumMod val="95000"/>
                    <a:lumOff val="5000"/>
                  </a:schemeClr>
                </a:solidFill>
              </a:rPr>
              <a:t> pro Vorprojekt</a:t>
            </a:r>
          </a:p>
          <a:p>
            <a:pPr marL="171450" indent="-171450">
              <a:buClr>
                <a:schemeClr val="tx1"/>
              </a:buClr>
              <a:buFont typeface="Systemschrift Normal"/>
              <a:buChar char="◻"/>
            </a:pPr>
            <a:r>
              <a:rPr lang="de-DE" sz="1000">
                <a:solidFill>
                  <a:schemeClr val="tx1">
                    <a:lumMod val="95000"/>
                    <a:lumOff val="5000"/>
                  </a:schemeClr>
                </a:solidFill>
                <a:sym typeface="Wingdings" pitchFamily="2" charset="2"/>
              </a:rPr>
              <a:t> H4S4 Cloud Transformation PCE</a:t>
            </a:r>
            <a:endParaRPr lang="de-DE" sz="1000">
              <a:solidFill>
                <a:schemeClr val="tx1">
                  <a:lumMod val="95000"/>
                  <a:lumOff val="5000"/>
                </a:schemeClr>
              </a:solidFill>
            </a:endParaRPr>
          </a:p>
          <a:p>
            <a:pPr marL="171450" indent="-171450">
              <a:buClr>
                <a:schemeClr val="tx1"/>
              </a:buClr>
              <a:buFont typeface="Systemschrift Normal"/>
              <a:buChar char="◻"/>
            </a:pPr>
            <a:r>
              <a:rPr lang="de-DE" sz="1000">
                <a:solidFill>
                  <a:schemeClr val="tx1">
                    <a:lumMod val="95000"/>
                    <a:lumOff val="5000"/>
                  </a:schemeClr>
                </a:solidFill>
                <a:sym typeface="Wingdings" pitchFamily="2" charset="2"/>
              </a:rPr>
              <a:t></a:t>
            </a:r>
            <a:r>
              <a:rPr lang="de-DE" sz="1000">
                <a:solidFill>
                  <a:schemeClr val="tx1">
                    <a:lumMod val="95000"/>
                    <a:lumOff val="5000"/>
                  </a:schemeClr>
                </a:solidFill>
              </a:rPr>
              <a:t> H4S4 Hauptprojekt</a:t>
            </a:r>
          </a:p>
        </p:txBody>
      </p:sp>
      <p:sp>
        <p:nvSpPr>
          <p:cNvPr id="6" name="Textfeld 5">
            <a:extLst>
              <a:ext uri="{FF2B5EF4-FFF2-40B4-BE49-F238E27FC236}">
                <a16:creationId xmlns:a16="http://schemas.microsoft.com/office/drawing/2014/main" id="{DD97BE6A-0F89-51B0-A0DE-41955B98A565}"/>
              </a:ext>
            </a:extLst>
          </p:cNvPr>
          <p:cNvSpPr txBox="1"/>
          <p:nvPr/>
        </p:nvSpPr>
        <p:spPr>
          <a:xfrm>
            <a:off x="149936" y="6541793"/>
            <a:ext cx="3900107" cy="276999"/>
          </a:xfrm>
          <a:prstGeom prst="rect">
            <a:avLst/>
          </a:prstGeom>
          <a:noFill/>
        </p:spPr>
        <p:txBody>
          <a:bodyPr wrap="none" rtlCol="0">
            <a:spAutoFit/>
          </a:bodyPr>
          <a:lstStyle/>
          <a:p>
            <a:r>
              <a:rPr lang="de-DE" sz="1200"/>
              <a:t>1) Intensive Unterstützung seitens Auftraggeber erforderlich</a:t>
            </a:r>
          </a:p>
        </p:txBody>
      </p:sp>
    </p:spTree>
    <p:extLst>
      <p:ext uri="{BB962C8B-B14F-4D97-AF65-F5344CB8AC3E}">
        <p14:creationId xmlns:p14="http://schemas.microsoft.com/office/powerpoint/2010/main" val="23060127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3BF0A438-4080-E071-FB97-4821F8AF9F04}"/>
              </a:ext>
            </a:extLst>
          </p:cNvPr>
          <p:cNvSpPr>
            <a:spLocks noGrp="1"/>
          </p:cNvSpPr>
          <p:nvPr>
            <p:ph type="sldNum" sz="quarter" idx="12"/>
          </p:nvPr>
        </p:nvSpPr>
        <p:spPr>
          <a:noFill/>
        </p:spPr>
        <p:txBody>
          <a:bodyPr/>
          <a:lstStyle/>
          <a:p>
            <a:fld id="{B4256C18-6D8C-4341-B569-3B1E941D5C64}" type="slidenum">
              <a:rPr lang="de-DE" smtClean="0"/>
              <a:t>12</a:t>
            </a:fld>
            <a:endParaRPr lang="de-DE"/>
          </a:p>
        </p:txBody>
      </p:sp>
      <p:sp>
        <p:nvSpPr>
          <p:cNvPr id="3" name="Titel 2">
            <a:extLst>
              <a:ext uri="{FF2B5EF4-FFF2-40B4-BE49-F238E27FC236}">
                <a16:creationId xmlns:a16="http://schemas.microsoft.com/office/drawing/2014/main" id="{116F2A4D-D0E2-A211-4CDB-B940FC0ADFCD}"/>
              </a:ext>
            </a:extLst>
          </p:cNvPr>
          <p:cNvSpPr>
            <a:spLocks noGrp="1"/>
          </p:cNvSpPr>
          <p:nvPr>
            <p:ph type="title"/>
          </p:nvPr>
        </p:nvSpPr>
        <p:spPr>
          <a:xfrm>
            <a:off x="277526" y="271618"/>
            <a:ext cx="10153261" cy="325340"/>
          </a:xfrm>
          <a:prstGeom prst="rect">
            <a:avLst/>
          </a:prstGeom>
        </p:spPr>
        <p:txBody>
          <a:bodyPr/>
          <a:lstStyle/>
          <a:p>
            <a:r>
              <a:rPr lang="de-DE" err="1"/>
              <a:t>Readiness</a:t>
            </a:r>
            <a:r>
              <a:rPr lang="de-DE"/>
              <a:t> Check und Projektplan Erstellung in der H4S4 Planungsphase (1/5)</a:t>
            </a:r>
            <a:endParaRPr lang="de-DE">
              <a:solidFill>
                <a:schemeClr val="accent2"/>
              </a:solidFill>
            </a:endParaRPr>
          </a:p>
        </p:txBody>
      </p:sp>
      <p:sp>
        <p:nvSpPr>
          <p:cNvPr id="16" name="object 24">
            <a:extLst>
              <a:ext uri="{FF2B5EF4-FFF2-40B4-BE49-F238E27FC236}">
                <a16:creationId xmlns:a16="http://schemas.microsoft.com/office/drawing/2014/main" id="{26F88966-EDE0-25C7-D431-B5128D5B832E}"/>
              </a:ext>
            </a:extLst>
          </p:cNvPr>
          <p:cNvSpPr txBox="1">
            <a:spLocks/>
          </p:cNvSpPr>
          <p:nvPr/>
        </p:nvSpPr>
        <p:spPr>
          <a:xfrm>
            <a:off x="278363" y="979454"/>
            <a:ext cx="1910227" cy="274386"/>
          </a:xfrm>
          <a:prstGeom prst="rect">
            <a:avLst/>
          </a:prstGeom>
          <a:solidFill>
            <a:schemeClr val="accent3">
              <a:alpha val="50000"/>
            </a:schemeClr>
          </a:solidFill>
        </p:spPr>
        <p:txBody>
          <a:bodyPr vert="horz" wrap="square" lIns="36000" tIns="0" rIns="0" bIns="0" rtlCol="0" anchor="ctr">
            <a:noAutofit/>
          </a:bodyPr>
          <a:lstStyle/>
          <a:p>
            <a:pPr marL="12700">
              <a:lnSpc>
                <a:spcPct val="100000"/>
              </a:lnSpc>
              <a:spcBef>
                <a:spcPts val="95"/>
              </a:spcBef>
            </a:pPr>
            <a:r>
              <a:rPr lang="de-DE" sz="1400" b="1" spc="-5">
                <a:solidFill>
                  <a:schemeClr val="tx1">
                    <a:lumMod val="50000"/>
                  </a:schemeClr>
                </a:solidFill>
                <a:latin typeface="Arial" panose="020B0604020202020204" pitchFamily="34" charset="0"/>
                <a:cs typeface="Arial" panose="020B0604020202020204" pitchFamily="34" charset="0"/>
              </a:rPr>
              <a:t>Schritte </a:t>
            </a:r>
          </a:p>
        </p:txBody>
      </p:sp>
      <p:cxnSp>
        <p:nvCxnSpPr>
          <p:cNvPr id="17" name="Straight Connector 115">
            <a:extLst>
              <a:ext uri="{FF2B5EF4-FFF2-40B4-BE49-F238E27FC236}">
                <a16:creationId xmlns:a16="http://schemas.microsoft.com/office/drawing/2014/main" id="{31D58737-6BFA-B672-2B32-F81C9CFA69E3}"/>
              </a:ext>
            </a:extLst>
          </p:cNvPr>
          <p:cNvCxnSpPr>
            <a:cxnSpLocks/>
          </p:cNvCxnSpPr>
          <p:nvPr/>
        </p:nvCxnSpPr>
        <p:spPr bwMode="auto">
          <a:xfrm>
            <a:off x="278363" y="1258760"/>
            <a:ext cx="1910227" cy="10764"/>
          </a:xfrm>
          <a:prstGeom prst="line">
            <a:avLst/>
          </a:prstGeom>
          <a:solidFill>
            <a:srgbClr val="F0F0F0"/>
          </a:solidFill>
          <a:ln w="19050" cap="flat" cmpd="sng" algn="ctr">
            <a:solidFill>
              <a:schemeClr val="tx1">
                <a:lumMod val="50000"/>
              </a:schemeClr>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 name="object 24">
            <a:extLst>
              <a:ext uri="{FF2B5EF4-FFF2-40B4-BE49-F238E27FC236}">
                <a16:creationId xmlns:a16="http://schemas.microsoft.com/office/drawing/2014/main" id="{756720C3-03D4-F57F-D000-57B3CDEEA496}"/>
              </a:ext>
            </a:extLst>
          </p:cNvPr>
          <p:cNvSpPr txBox="1">
            <a:spLocks/>
          </p:cNvSpPr>
          <p:nvPr/>
        </p:nvSpPr>
        <p:spPr>
          <a:xfrm>
            <a:off x="2258727" y="979454"/>
            <a:ext cx="7645941" cy="279279"/>
          </a:xfrm>
          <a:prstGeom prst="rect">
            <a:avLst/>
          </a:prstGeom>
          <a:solidFill>
            <a:schemeClr val="accent3">
              <a:alpha val="50000"/>
            </a:schemeClr>
          </a:solidFill>
        </p:spPr>
        <p:txBody>
          <a:bodyPr vert="horz" wrap="square" lIns="36000" tIns="0" rIns="0" bIns="0" rtlCol="0" anchor="ctr">
            <a:noAutofit/>
          </a:bodyPr>
          <a:lstStyle/>
          <a:p>
            <a:pPr marL="12700">
              <a:lnSpc>
                <a:spcPct val="100000"/>
              </a:lnSpc>
              <a:spcBef>
                <a:spcPts val="95"/>
              </a:spcBef>
            </a:pPr>
            <a:r>
              <a:rPr lang="de-DE" sz="1400" b="1" spc="-5">
                <a:solidFill>
                  <a:schemeClr val="tx1">
                    <a:lumMod val="50000"/>
                  </a:schemeClr>
                </a:solidFill>
                <a:latin typeface="Arial" panose="020B0604020202020204" pitchFamily="34" charset="0"/>
                <a:cs typeface="Arial" panose="020B0604020202020204" pitchFamily="34" charset="0"/>
              </a:rPr>
              <a:t>Inhalte </a:t>
            </a:r>
          </a:p>
        </p:txBody>
      </p:sp>
      <p:cxnSp>
        <p:nvCxnSpPr>
          <p:cNvPr id="20" name="Straight Connector 115">
            <a:extLst>
              <a:ext uri="{FF2B5EF4-FFF2-40B4-BE49-F238E27FC236}">
                <a16:creationId xmlns:a16="http://schemas.microsoft.com/office/drawing/2014/main" id="{B3AF6A28-4A27-0A79-D9A9-16140F7A4AC1}"/>
              </a:ext>
            </a:extLst>
          </p:cNvPr>
          <p:cNvCxnSpPr>
            <a:cxnSpLocks/>
          </p:cNvCxnSpPr>
          <p:nvPr/>
        </p:nvCxnSpPr>
        <p:spPr bwMode="auto">
          <a:xfrm>
            <a:off x="2258727" y="1263545"/>
            <a:ext cx="7645941" cy="0"/>
          </a:xfrm>
          <a:prstGeom prst="line">
            <a:avLst/>
          </a:prstGeom>
          <a:solidFill>
            <a:srgbClr val="F0F0F0"/>
          </a:solidFill>
          <a:ln w="19050" cap="flat" cmpd="sng" algn="ctr">
            <a:solidFill>
              <a:schemeClr val="tx1">
                <a:lumMod val="50000"/>
              </a:schemeClr>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 name="object 24">
            <a:extLst>
              <a:ext uri="{FF2B5EF4-FFF2-40B4-BE49-F238E27FC236}">
                <a16:creationId xmlns:a16="http://schemas.microsoft.com/office/drawing/2014/main" id="{DA2C0A13-E074-110E-EBCD-E369D7110499}"/>
              </a:ext>
            </a:extLst>
          </p:cNvPr>
          <p:cNvSpPr txBox="1">
            <a:spLocks/>
          </p:cNvSpPr>
          <p:nvPr/>
        </p:nvSpPr>
        <p:spPr>
          <a:xfrm>
            <a:off x="9976517" y="979454"/>
            <a:ext cx="1909352" cy="279279"/>
          </a:xfrm>
          <a:prstGeom prst="rect">
            <a:avLst/>
          </a:prstGeom>
          <a:solidFill>
            <a:schemeClr val="accent3">
              <a:alpha val="50000"/>
            </a:schemeClr>
          </a:solidFill>
        </p:spPr>
        <p:txBody>
          <a:bodyPr vert="horz" wrap="square" lIns="36000" tIns="0" rIns="0" bIns="0" rtlCol="0" anchor="ctr">
            <a:noAutofit/>
          </a:bodyPr>
          <a:lstStyle/>
          <a:p>
            <a:pPr marL="12700">
              <a:lnSpc>
                <a:spcPct val="100000"/>
              </a:lnSpc>
              <a:spcBef>
                <a:spcPts val="95"/>
              </a:spcBef>
            </a:pPr>
            <a:r>
              <a:rPr lang="de-DE" sz="1400" b="1" spc="-5">
                <a:solidFill>
                  <a:schemeClr val="tx1">
                    <a:lumMod val="50000"/>
                  </a:schemeClr>
                </a:solidFill>
                <a:latin typeface="Arial" panose="020B0604020202020204" pitchFamily="34" charset="0"/>
                <a:cs typeface="Arial" panose="020B0604020202020204" pitchFamily="34" charset="0"/>
              </a:rPr>
              <a:t>Aufwände je </a:t>
            </a:r>
            <a:r>
              <a:rPr lang="de-DE" sz="1400" b="1" spc="-5" err="1">
                <a:solidFill>
                  <a:schemeClr val="tx1">
                    <a:lumMod val="50000"/>
                  </a:schemeClr>
                </a:solidFill>
                <a:latin typeface="Arial" panose="020B0604020202020204" pitchFamily="34" charset="0"/>
                <a:cs typeface="Arial" panose="020B0604020202020204" pitchFamily="34" charset="0"/>
              </a:rPr>
              <a:t>Skill</a:t>
            </a:r>
            <a:endParaRPr lang="de-DE" sz="1400" b="1" spc="-5">
              <a:solidFill>
                <a:schemeClr val="tx1">
                  <a:lumMod val="50000"/>
                </a:schemeClr>
              </a:solidFill>
              <a:latin typeface="Arial" panose="020B0604020202020204" pitchFamily="34" charset="0"/>
              <a:cs typeface="Arial" panose="020B0604020202020204" pitchFamily="34" charset="0"/>
            </a:endParaRPr>
          </a:p>
        </p:txBody>
      </p:sp>
      <p:cxnSp>
        <p:nvCxnSpPr>
          <p:cNvPr id="27" name="Straight Connector 115">
            <a:extLst>
              <a:ext uri="{FF2B5EF4-FFF2-40B4-BE49-F238E27FC236}">
                <a16:creationId xmlns:a16="http://schemas.microsoft.com/office/drawing/2014/main" id="{66BB70D3-9E75-87F2-48A3-D6DD234E277B}"/>
              </a:ext>
            </a:extLst>
          </p:cNvPr>
          <p:cNvCxnSpPr>
            <a:cxnSpLocks/>
          </p:cNvCxnSpPr>
          <p:nvPr/>
        </p:nvCxnSpPr>
        <p:spPr bwMode="auto">
          <a:xfrm>
            <a:off x="9974752" y="1263653"/>
            <a:ext cx="1911117" cy="0"/>
          </a:xfrm>
          <a:prstGeom prst="line">
            <a:avLst/>
          </a:prstGeom>
          <a:solidFill>
            <a:srgbClr val="F0F0F0"/>
          </a:solidFill>
          <a:ln w="19050" cap="flat" cmpd="sng" algn="ctr">
            <a:solidFill>
              <a:schemeClr val="tx1">
                <a:lumMod val="50000"/>
              </a:schemeClr>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 name="Rechteck 11">
            <a:extLst>
              <a:ext uri="{FF2B5EF4-FFF2-40B4-BE49-F238E27FC236}">
                <a16:creationId xmlns:a16="http://schemas.microsoft.com/office/drawing/2014/main" id="{15646F31-20C8-A2B0-F92C-7CD461663197}"/>
              </a:ext>
            </a:extLst>
          </p:cNvPr>
          <p:cNvSpPr/>
          <p:nvPr/>
        </p:nvSpPr>
        <p:spPr>
          <a:xfrm>
            <a:off x="2258728" y="1332028"/>
            <a:ext cx="7646778" cy="1423689"/>
          </a:xfrm>
          <a:prstGeom prst="rect">
            <a:avLst/>
          </a:prstGeom>
          <a:solidFill>
            <a:schemeClr val="accent3">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b="1">
              <a:solidFill>
                <a:schemeClr val="tx1"/>
              </a:solidFill>
            </a:endParaRPr>
          </a:p>
        </p:txBody>
      </p:sp>
      <p:sp>
        <p:nvSpPr>
          <p:cNvPr id="13" name="Rechteck 12">
            <a:extLst>
              <a:ext uri="{FF2B5EF4-FFF2-40B4-BE49-F238E27FC236}">
                <a16:creationId xmlns:a16="http://schemas.microsoft.com/office/drawing/2014/main" id="{0BE5697B-4EDA-E669-96D2-2BCC07DAB94C}"/>
              </a:ext>
            </a:extLst>
          </p:cNvPr>
          <p:cNvSpPr/>
          <p:nvPr/>
        </p:nvSpPr>
        <p:spPr>
          <a:xfrm>
            <a:off x="278363" y="1332027"/>
            <a:ext cx="1911117" cy="1423692"/>
          </a:xfrm>
          <a:prstGeom prst="rect">
            <a:avLst/>
          </a:prstGeom>
          <a:solidFill>
            <a:schemeClr val="accent3">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600" b="1">
                <a:solidFill>
                  <a:schemeClr val="tx1"/>
                </a:solidFill>
              </a:rPr>
              <a:t>Überprüfung technische Infrastruktur</a:t>
            </a:r>
            <a:endParaRPr lang="de-DE" sz="1600" b="1" baseline="30000">
              <a:solidFill>
                <a:schemeClr val="tx1"/>
              </a:solidFill>
            </a:endParaRPr>
          </a:p>
        </p:txBody>
      </p:sp>
      <p:sp>
        <p:nvSpPr>
          <p:cNvPr id="14" name="Rechteck 13">
            <a:extLst>
              <a:ext uri="{FF2B5EF4-FFF2-40B4-BE49-F238E27FC236}">
                <a16:creationId xmlns:a16="http://schemas.microsoft.com/office/drawing/2014/main" id="{2C4B883E-6139-6E6A-C435-551AC5F5C8AE}"/>
              </a:ext>
            </a:extLst>
          </p:cNvPr>
          <p:cNvSpPr/>
          <p:nvPr/>
        </p:nvSpPr>
        <p:spPr>
          <a:xfrm>
            <a:off x="9975589" y="1332028"/>
            <a:ext cx="1911117" cy="1423685"/>
          </a:xfrm>
          <a:prstGeom prst="rect">
            <a:avLst/>
          </a:prstGeom>
          <a:solidFill>
            <a:schemeClr val="accent3">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400" b="1">
                <a:solidFill>
                  <a:schemeClr val="tx1"/>
                </a:solidFill>
              </a:rPr>
              <a:t>0,75 PT</a:t>
            </a:r>
          </a:p>
          <a:p>
            <a:pPr algn="ctr"/>
            <a:r>
              <a:rPr lang="de-DE" sz="1400">
                <a:solidFill>
                  <a:schemeClr val="tx1"/>
                </a:solidFill>
              </a:rPr>
              <a:t>Managing Consultant</a:t>
            </a:r>
          </a:p>
        </p:txBody>
      </p:sp>
      <p:sp>
        <p:nvSpPr>
          <p:cNvPr id="23" name="Inhaltsplatzhalter 3">
            <a:extLst>
              <a:ext uri="{FF2B5EF4-FFF2-40B4-BE49-F238E27FC236}">
                <a16:creationId xmlns:a16="http://schemas.microsoft.com/office/drawing/2014/main" id="{A673E02C-6EFB-47D8-E79D-13DEE065E200}"/>
              </a:ext>
            </a:extLst>
          </p:cNvPr>
          <p:cNvSpPr txBox="1">
            <a:spLocks/>
          </p:cNvSpPr>
          <p:nvPr/>
        </p:nvSpPr>
        <p:spPr>
          <a:xfrm>
            <a:off x="2405479" y="1369204"/>
            <a:ext cx="7500026" cy="1204155"/>
          </a:xfrm>
          <a:prstGeom prst="rect">
            <a:avLst/>
          </a:prstGeom>
          <a:noFill/>
        </p:spPr>
        <p:txBody>
          <a:bodyPr lIns="91440" tIns="45720" rIns="91440" bIns="45720" anchor="t">
            <a:normAutofit/>
          </a:bodyPr>
          <a:lstStyle>
            <a:lvl1pPr marL="228600" indent="-228600" algn="l" defTabSz="914400" rtl="0" eaLnBrk="1" latinLnBrk="0" hangingPunct="1">
              <a:lnSpc>
                <a:spcPct val="90000"/>
              </a:lnSpc>
              <a:spcBef>
                <a:spcPts val="1000"/>
              </a:spcBef>
              <a:buClr>
                <a:schemeClr val="accent2"/>
              </a:buClr>
              <a:buFont typeface="Wingdings" panose="05000000000000000000" pitchFamily="2" charset="2"/>
              <a:buChar char="§"/>
              <a:defRPr sz="2800" kern="1200">
                <a:solidFill>
                  <a:schemeClr val="bg2">
                    <a:lumMod val="25000"/>
                  </a:schemeClr>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Wingdings" panose="05000000000000000000" pitchFamily="2" charset="2"/>
              <a:buChar char="§"/>
              <a:defRPr sz="2400" kern="1200">
                <a:solidFill>
                  <a:schemeClr val="bg2">
                    <a:lumMod val="25000"/>
                  </a:schemeClr>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Wingdings" panose="05000000000000000000" pitchFamily="2" charset="2"/>
              <a:buChar char="§"/>
              <a:defRPr sz="2000" kern="1200">
                <a:solidFill>
                  <a:schemeClr val="bg2">
                    <a:lumMod val="25000"/>
                  </a:schemeClr>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Wingdings" panose="05000000000000000000" pitchFamily="2" charset="2"/>
              <a:buChar char="§"/>
              <a:defRPr sz="1800" kern="1200">
                <a:solidFill>
                  <a:schemeClr val="bg2">
                    <a:lumMod val="25000"/>
                  </a:schemeClr>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Wingdings" panose="05000000000000000000" pitchFamily="2" charset="2"/>
              <a:buChar char="§"/>
              <a:defRPr sz="1800" kern="1200">
                <a:solidFill>
                  <a:schemeClr val="bg2">
                    <a:lumMod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400"/>
              </a:spcBef>
            </a:pPr>
            <a:r>
              <a:rPr lang="de-DE" sz="1400">
                <a:solidFill>
                  <a:schemeClr val="tx1"/>
                </a:solidFill>
              </a:rPr>
              <a:t>Erkundung der aktuellen HR-IT Landschaft und der damit einhergehenden Herausforderungen in Bezug auf H4S4 (0,5 PT)</a:t>
            </a:r>
          </a:p>
          <a:p>
            <a:pPr>
              <a:spcBef>
                <a:spcPts val="400"/>
              </a:spcBef>
            </a:pPr>
            <a:r>
              <a:rPr lang="de-DE" sz="1400">
                <a:solidFill>
                  <a:schemeClr val="tx1"/>
                </a:solidFill>
              </a:rPr>
              <a:t>Hardware Voraussetzungen überprüfen bzgl. Betriebssystem, </a:t>
            </a:r>
            <a:r>
              <a:rPr lang="de-DE" sz="1400" err="1">
                <a:solidFill>
                  <a:schemeClr val="tx1"/>
                </a:solidFill>
              </a:rPr>
              <a:t>Sizing</a:t>
            </a:r>
            <a:r>
              <a:rPr lang="de-DE" sz="1400">
                <a:solidFill>
                  <a:schemeClr val="tx1"/>
                </a:solidFill>
              </a:rPr>
              <a:t>, Hardware (ca. 0,5 PT)</a:t>
            </a:r>
          </a:p>
        </p:txBody>
      </p:sp>
      <p:sp>
        <p:nvSpPr>
          <p:cNvPr id="24" name="Rechteck 23">
            <a:extLst>
              <a:ext uri="{FF2B5EF4-FFF2-40B4-BE49-F238E27FC236}">
                <a16:creationId xmlns:a16="http://schemas.microsoft.com/office/drawing/2014/main" id="{8AA55ED2-E815-8E9E-5A0D-597B1173DC46}"/>
              </a:ext>
            </a:extLst>
          </p:cNvPr>
          <p:cNvSpPr/>
          <p:nvPr/>
        </p:nvSpPr>
        <p:spPr>
          <a:xfrm>
            <a:off x="2258727" y="2809702"/>
            <a:ext cx="7645941" cy="1865750"/>
          </a:xfrm>
          <a:prstGeom prst="rect">
            <a:avLst/>
          </a:prstGeom>
          <a:solidFill>
            <a:schemeClr val="accent3">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b="1">
              <a:solidFill>
                <a:schemeClr val="tx1"/>
              </a:solidFill>
            </a:endParaRPr>
          </a:p>
        </p:txBody>
      </p:sp>
      <p:sp>
        <p:nvSpPr>
          <p:cNvPr id="25" name="Rechteck 24">
            <a:extLst>
              <a:ext uri="{FF2B5EF4-FFF2-40B4-BE49-F238E27FC236}">
                <a16:creationId xmlns:a16="http://schemas.microsoft.com/office/drawing/2014/main" id="{00B66D1A-8488-AF6B-3A48-C7B0B5DC03D0}"/>
              </a:ext>
            </a:extLst>
          </p:cNvPr>
          <p:cNvSpPr/>
          <p:nvPr/>
        </p:nvSpPr>
        <p:spPr>
          <a:xfrm>
            <a:off x="277526" y="2809702"/>
            <a:ext cx="1911117" cy="1865748"/>
          </a:xfrm>
          <a:prstGeom prst="rect">
            <a:avLst/>
          </a:prstGeom>
          <a:solidFill>
            <a:schemeClr val="accent3">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600" b="1">
                <a:solidFill>
                  <a:schemeClr val="tx1"/>
                </a:solidFill>
              </a:rPr>
              <a:t>Technische Analyse</a:t>
            </a:r>
            <a:r>
              <a:rPr lang="de-DE" sz="1600" b="1" baseline="30000">
                <a:solidFill>
                  <a:schemeClr val="tx1"/>
                </a:solidFill>
              </a:rPr>
              <a:t>1</a:t>
            </a:r>
          </a:p>
        </p:txBody>
      </p:sp>
      <p:sp>
        <p:nvSpPr>
          <p:cNvPr id="28" name="Rechteck 27">
            <a:extLst>
              <a:ext uri="{FF2B5EF4-FFF2-40B4-BE49-F238E27FC236}">
                <a16:creationId xmlns:a16="http://schemas.microsoft.com/office/drawing/2014/main" id="{B666779B-4EB3-42BD-529A-A60FA6FDD707}"/>
              </a:ext>
            </a:extLst>
          </p:cNvPr>
          <p:cNvSpPr/>
          <p:nvPr/>
        </p:nvSpPr>
        <p:spPr>
          <a:xfrm>
            <a:off x="9974752" y="2808804"/>
            <a:ext cx="1911117" cy="1866648"/>
          </a:xfrm>
          <a:prstGeom prst="rect">
            <a:avLst/>
          </a:prstGeom>
          <a:solidFill>
            <a:schemeClr val="accent3">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400" b="1">
                <a:solidFill>
                  <a:schemeClr val="tx1"/>
                </a:solidFill>
              </a:rPr>
              <a:t>7 PT</a:t>
            </a:r>
          </a:p>
          <a:p>
            <a:pPr algn="ctr"/>
            <a:r>
              <a:rPr lang="de-DE" sz="1400">
                <a:solidFill>
                  <a:schemeClr val="tx1"/>
                </a:solidFill>
              </a:rPr>
              <a:t>Expert Consultant</a:t>
            </a:r>
          </a:p>
        </p:txBody>
      </p:sp>
      <p:sp>
        <p:nvSpPr>
          <p:cNvPr id="29" name="Inhaltsplatzhalter 3">
            <a:extLst>
              <a:ext uri="{FF2B5EF4-FFF2-40B4-BE49-F238E27FC236}">
                <a16:creationId xmlns:a16="http://schemas.microsoft.com/office/drawing/2014/main" id="{378E78C6-F476-38C5-6EE8-11DD2ACB1499}"/>
              </a:ext>
            </a:extLst>
          </p:cNvPr>
          <p:cNvSpPr txBox="1">
            <a:spLocks/>
          </p:cNvSpPr>
          <p:nvPr/>
        </p:nvSpPr>
        <p:spPr>
          <a:xfrm>
            <a:off x="2404642" y="2831264"/>
            <a:ext cx="7431933" cy="1655176"/>
          </a:xfrm>
          <a:prstGeom prst="rect">
            <a:avLst/>
          </a:prstGeom>
          <a:noFill/>
        </p:spPr>
        <p:txBody>
          <a:bodyPr lIns="91440" tIns="45720" rIns="91440" bIns="45720" anchor="t">
            <a:normAutofit/>
          </a:bodyPr>
          <a:lstStyle>
            <a:lvl1pPr marL="228600" indent="-228600" algn="l" defTabSz="914400" rtl="0" eaLnBrk="1" latinLnBrk="0" hangingPunct="1">
              <a:lnSpc>
                <a:spcPct val="90000"/>
              </a:lnSpc>
              <a:spcBef>
                <a:spcPts val="1000"/>
              </a:spcBef>
              <a:buClr>
                <a:schemeClr val="accent2"/>
              </a:buClr>
              <a:buFont typeface="Wingdings" panose="05000000000000000000" pitchFamily="2" charset="2"/>
              <a:buChar char="§"/>
              <a:defRPr sz="2800" kern="1200">
                <a:solidFill>
                  <a:schemeClr val="bg2">
                    <a:lumMod val="25000"/>
                  </a:schemeClr>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Wingdings" panose="05000000000000000000" pitchFamily="2" charset="2"/>
              <a:buChar char="§"/>
              <a:defRPr sz="2400" kern="1200">
                <a:solidFill>
                  <a:schemeClr val="bg2">
                    <a:lumMod val="25000"/>
                  </a:schemeClr>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Wingdings" panose="05000000000000000000" pitchFamily="2" charset="2"/>
              <a:buChar char="§"/>
              <a:defRPr sz="2000" kern="1200">
                <a:solidFill>
                  <a:schemeClr val="bg2">
                    <a:lumMod val="25000"/>
                  </a:schemeClr>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Wingdings" panose="05000000000000000000" pitchFamily="2" charset="2"/>
              <a:buChar char="§"/>
              <a:defRPr sz="1800" kern="1200">
                <a:solidFill>
                  <a:schemeClr val="bg2">
                    <a:lumMod val="25000"/>
                  </a:schemeClr>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Wingdings" panose="05000000000000000000" pitchFamily="2" charset="2"/>
              <a:buChar char="§"/>
              <a:defRPr sz="1800" kern="1200">
                <a:solidFill>
                  <a:schemeClr val="bg2">
                    <a:lumMod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400"/>
              </a:spcBef>
            </a:pPr>
            <a:r>
              <a:rPr lang="de-DE" sz="1400">
                <a:solidFill>
                  <a:schemeClr val="tx1"/>
                </a:solidFill>
              </a:rPr>
              <a:t>Code Check laufen lassen, </a:t>
            </a:r>
            <a:r>
              <a:rPr lang="de-DE" sz="1400" err="1">
                <a:solidFill>
                  <a:schemeClr val="tx1"/>
                </a:solidFill>
              </a:rPr>
              <a:t>Findings</a:t>
            </a:r>
            <a:r>
              <a:rPr lang="de-DE" sz="1400">
                <a:solidFill>
                  <a:schemeClr val="tx1"/>
                </a:solidFill>
              </a:rPr>
              <a:t> aufbereiten von: kundeneigenen ABAP </a:t>
            </a:r>
            <a:r>
              <a:rPr lang="de-DE" sz="1400" err="1">
                <a:solidFill>
                  <a:schemeClr val="tx1"/>
                </a:solidFill>
              </a:rPr>
              <a:t>Codings</a:t>
            </a:r>
            <a:r>
              <a:rPr lang="de-DE" sz="1400">
                <a:solidFill>
                  <a:schemeClr val="tx1"/>
                </a:solidFill>
              </a:rPr>
              <a:t> sowie eingesetzter </a:t>
            </a:r>
            <a:r>
              <a:rPr lang="de-DE" sz="1400" err="1">
                <a:solidFill>
                  <a:schemeClr val="tx1"/>
                </a:solidFill>
              </a:rPr>
              <a:t>Addons</a:t>
            </a:r>
            <a:r>
              <a:rPr lang="de-DE" sz="1400">
                <a:solidFill>
                  <a:schemeClr val="tx1"/>
                </a:solidFill>
              </a:rPr>
              <a:t> &amp; Schnittstellen (ca. 2 PT)</a:t>
            </a:r>
          </a:p>
          <a:p>
            <a:pPr>
              <a:spcBef>
                <a:spcPts val="400"/>
              </a:spcBef>
            </a:pPr>
            <a:r>
              <a:rPr lang="de-DE" sz="1400">
                <a:solidFill>
                  <a:schemeClr val="tx1"/>
                </a:solidFill>
              </a:rPr>
              <a:t>Schnittstellen clustern, notwendige Handlungspunkte herausarbeiten (Schnittstellen Katalog vorausgesetzt) (ca. 3 PT)</a:t>
            </a:r>
          </a:p>
          <a:p>
            <a:pPr>
              <a:spcBef>
                <a:spcPts val="400"/>
              </a:spcBef>
            </a:pPr>
            <a:r>
              <a:rPr lang="de-DE" sz="1400">
                <a:solidFill>
                  <a:schemeClr val="tx1"/>
                </a:solidFill>
              </a:rPr>
              <a:t>Technische </a:t>
            </a:r>
            <a:r>
              <a:rPr lang="de-DE" sz="1400" err="1">
                <a:solidFill>
                  <a:schemeClr val="tx1"/>
                </a:solidFill>
              </a:rPr>
              <a:t>Simplifications</a:t>
            </a:r>
            <a:r>
              <a:rPr lang="de-DE" sz="1400">
                <a:solidFill>
                  <a:schemeClr val="tx1"/>
                </a:solidFill>
              </a:rPr>
              <a:t> veralteter Technologien wie z.B. Business Connector, </a:t>
            </a:r>
            <a:r>
              <a:rPr lang="de-DE" sz="1400" err="1">
                <a:solidFill>
                  <a:schemeClr val="tx1"/>
                </a:solidFill>
              </a:rPr>
              <a:t>Webdynpro</a:t>
            </a:r>
            <a:r>
              <a:rPr lang="de-DE" sz="1400">
                <a:solidFill>
                  <a:schemeClr val="tx1"/>
                </a:solidFill>
              </a:rPr>
              <a:t> Java, Adobe Interactive Forms in </a:t>
            </a:r>
            <a:r>
              <a:rPr lang="de-DE" sz="1400" err="1">
                <a:solidFill>
                  <a:schemeClr val="tx1"/>
                </a:solidFill>
              </a:rPr>
              <a:t>Processes</a:t>
            </a:r>
            <a:r>
              <a:rPr lang="de-DE" sz="1400">
                <a:solidFill>
                  <a:schemeClr val="tx1"/>
                </a:solidFill>
              </a:rPr>
              <a:t> and Forms, HR </a:t>
            </a:r>
            <a:r>
              <a:rPr lang="de-DE" sz="1400" err="1">
                <a:solidFill>
                  <a:schemeClr val="tx1"/>
                </a:solidFill>
              </a:rPr>
              <a:t>Renewal</a:t>
            </a:r>
            <a:r>
              <a:rPr lang="de-DE" sz="1400">
                <a:solidFill>
                  <a:schemeClr val="tx1"/>
                </a:solidFill>
              </a:rPr>
              <a:t>. Ideen für Alternativen aufzeigen (Keine Konzeption des Austauschs auf einzelner Applikationsebene) (ca. 2 PT)</a:t>
            </a:r>
            <a:endParaRPr lang="de-DE" sz="1400">
              <a:solidFill>
                <a:schemeClr val="tx1"/>
              </a:solidFill>
              <a:cs typeface="Calibri"/>
            </a:endParaRPr>
          </a:p>
        </p:txBody>
      </p:sp>
      <p:sp>
        <p:nvSpPr>
          <p:cNvPr id="30" name="Rechteck 29">
            <a:extLst>
              <a:ext uri="{FF2B5EF4-FFF2-40B4-BE49-F238E27FC236}">
                <a16:creationId xmlns:a16="http://schemas.microsoft.com/office/drawing/2014/main" id="{D11A070A-5EEC-DF88-F472-7987ACA8236B}"/>
              </a:ext>
            </a:extLst>
          </p:cNvPr>
          <p:cNvSpPr/>
          <p:nvPr/>
        </p:nvSpPr>
        <p:spPr>
          <a:xfrm>
            <a:off x="2258727" y="4724787"/>
            <a:ext cx="7645941" cy="1586015"/>
          </a:xfrm>
          <a:prstGeom prst="rect">
            <a:avLst/>
          </a:prstGeom>
          <a:solidFill>
            <a:schemeClr val="accent3">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b="1">
              <a:solidFill>
                <a:schemeClr val="tx1"/>
              </a:solidFill>
            </a:endParaRPr>
          </a:p>
        </p:txBody>
      </p:sp>
      <p:sp>
        <p:nvSpPr>
          <p:cNvPr id="31" name="Rechteck 30">
            <a:extLst>
              <a:ext uri="{FF2B5EF4-FFF2-40B4-BE49-F238E27FC236}">
                <a16:creationId xmlns:a16="http://schemas.microsoft.com/office/drawing/2014/main" id="{3F1A883D-4DA9-8DB7-41E8-20F57815ECA8}"/>
              </a:ext>
            </a:extLst>
          </p:cNvPr>
          <p:cNvSpPr/>
          <p:nvPr/>
        </p:nvSpPr>
        <p:spPr>
          <a:xfrm>
            <a:off x="277526" y="4729433"/>
            <a:ext cx="1911117" cy="1576989"/>
          </a:xfrm>
          <a:prstGeom prst="rect">
            <a:avLst/>
          </a:prstGeom>
          <a:solidFill>
            <a:schemeClr val="accent3">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600" b="1">
                <a:solidFill>
                  <a:schemeClr val="tx1"/>
                </a:solidFill>
              </a:rPr>
              <a:t>SAP Business Technologie (BTP) Einsatz</a:t>
            </a:r>
          </a:p>
        </p:txBody>
      </p:sp>
      <p:sp>
        <p:nvSpPr>
          <p:cNvPr id="32" name="Rechteck 31">
            <a:extLst>
              <a:ext uri="{FF2B5EF4-FFF2-40B4-BE49-F238E27FC236}">
                <a16:creationId xmlns:a16="http://schemas.microsoft.com/office/drawing/2014/main" id="{029B438F-6238-EDDB-50CA-DA9DF87AB6C9}"/>
              </a:ext>
            </a:extLst>
          </p:cNvPr>
          <p:cNvSpPr/>
          <p:nvPr/>
        </p:nvSpPr>
        <p:spPr>
          <a:xfrm>
            <a:off x="9974752" y="4718494"/>
            <a:ext cx="1911117" cy="1586015"/>
          </a:xfrm>
          <a:prstGeom prst="rect">
            <a:avLst/>
          </a:prstGeom>
          <a:solidFill>
            <a:schemeClr val="accent3">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400" b="1">
                <a:solidFill>
                  <a:schemeClr val="tx1"/>
                </a:solidFill>
              </a:rPr>
              <a:t>2 PT</a:t>
            </a:r>
          </a:p>
          <a:p>
            <a:pPr algn="ctr"/>
            <a:r>
              <a:rPr lang="de-DE" sz="1400">
                <a:solidFill>
                  <a:schemeClr val="tx1"/>
                </a:solidFill>
              </a:rPr>
              <a:t>Senior Consultant</a:t>
            </a:r>
          </a:p>
        </p:txBody>
      </p:sp>
      <p:sp>
        <p:nvSpPr>
          <p:cNvPr id="33" name="Inhaltsplatzhalter 3">
            <a:extLst>
              <a:ext uri="{FF2B5EF4-FFF2-40B4-BE49-F238E27FC236}">
                <a16:creationId xmlns:a16="http://schemas.microsoft.com/office/drawing/2014/main" id="{D76A6F1C-614E-17D0-ABFA-F281A32E8E00}"/>
              </a:ext>
            </a:extLst>
          </p:cNvPr>
          <p:cNvSpPr txBox="1">
            <a:spLocks/>
          </p:cNvSpPr>
          <p:nvPr/>
        </p:nvSpPr>
        <p:spPr>
          <a:xfrm>
            <a:off x="2404642" y="4898109"/>
            <a:ext cx="7500026" cy="1047567"/>
          </a:xfrm>
          <a:prstGeom prst="rect">
            <a:avLst/>
          </a:prstGeom>
          <a:noFill/>
        </p:spPr>
        <p:txBody>
          <a:bodyPr lIns="91440" tIns="45720" rIns="91440" bIns="45720" anchor="t">
            <a:normAutofit/>
          </a:bodyPr>
          <a:lstStyle>
            <a:lvl1pPr marL="228600" indent="-228600" algn="l" defTabSz="914400" rtl="0" eaLnBrk="1" latinLnBrk="0" hangingPunct="1">
              <a:lnSpc>
                <a:spcPct val="90000"/>
              </a:lnSpc>
              <a:spcBef>
                <a:spcPts val="1000"/>
              </a:spcBef>
              <a:buClr>
                <a:schemeClr val="accent2"/>
              </a:buClr>
              <a:buFont typeface="Wingdings" panose="05000000000000000000" pitchFamily="2" charset="2"/>
              <a:buChar char="§"/>
              <a:defRPr sz="2800" kern="1200">
                <a:solidFill>
                  <a:schemeClr val="bg2">
                    <a:lumMod val="25000"/>
                  </a:schemeClr>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Wingdings" panose="05000000000000000000" pitchFamily="2" charset="2"/>
              <a:buChar char="§"/>
              <a:defRPr sz="2400" kern="1200">
                <a:solidFill>
                  <a:schemeClr val="bg2">
                    <a:lumMod val="25000"/>
                  </a:schemeClr>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Wingdings" panose="05000000000000000000" pitchFamily="2" charset="2"/>
              <a:buChar char="§"/>
              <a:defRPr sz="2000" kern="1200">
                <a:solidFill>
                  <a:schemeClr val="bg2">
                    <a:lumMod val="25000"/>
                  </a:schemeClr>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Wingdings" panose="05000000000000000000" pitchFamily="2" charset="2"/>
              <a:buChar char="§"/>
              <a:defRPr sz="1800" kern="1200">
                <a:solidFill>
                  <a:schemeClr val="bg2">
                    <a:lumMod val="25000"/>
                  </a:schemeClr>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Wingdings" panose="05000000000000000000" pitchFamily="2" charset="2"/>
              <a:buChar char="§"/>
              <a:defRPr sz="1800" kern="1200">
                <a:solidFill>
                  <a:schemeClr val="bg2">
                    <a:lumMod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400"/>
              </a:spcBef>
            </a:pPr>
            <a:r>
              <a:rPr lang="de-DE" sz="1400" err="1">
                <a:solidFill>
                  <a:schemeClr val="tx1"/>
                </a:solidFill>
              </a:rPr>
              <a:t>Simplifications</a:t>
            </a:r>
            <a:r>
              <a:rPr lang="de-DE" sz="1400">
                <a:solidFill>
                  <a:schemeClr val="tx1"/>
                </a:solidFill>
              </a:rPr>
              <a:t> prüfen (SAP Note 3091160) (ca. 0,5 PT)</a:t>
            </a:r>
          </a:p>
          <a:p>
            <a:pPr>
              <a:spcBef>
                <a:spcPts val="400"/>
              </a:spcBef>
            </a:pPr>
            <a:r>
              <a:rPr lang="de-DE" sz="1400">
                <a:solidFill>
                  <a:schemeClr val="tx1"/>
                </a:solidFill>
              </a:rPr>
              <a:t>Möglichkeiten zum </a:t>
            </a:r>
            <a:r>
              <a:rPr lang="de-DE" sz="1400" err="1">
                <a:solidFill>
                  <a:schemeClr val="tx1"/>
                </a:solidFill>
              </a:rPr>
              <a:t>Declustering</a:t>
            </a:r>
            <a:r>
              <a:rPr lang="de-DE" sz="1400">
                <a:solidFill>
                  <a:schemeClr val="tx1"/>
                </a:solidFill>
              </a:rPr>
              <a:t> der </a:t>
            </a:r>
            <a:r>
              <a:rPr lang="de-DE" sz="1400" err="1">
                <a:solidFill>
                  <a:schemeClr val="tx1"/>
                </a:solidFill>
              </a:rPr>
              <a:t>Payroll</a:t>
            </a:r>
            <a:r>
              <a:rPr lang="de-DE" sz="1400">
                <a:solidFill>
                  <a:schemeClr val="tx1"/>
                </a:solidFill>
              </a:rPr>
              <a:t> erarbeiten – Pro / Contra (ca. 1 PT)</a:t>
            </a:r>
          </a:p>
          <a:p>
            <a:pPr>
              <a:spcBef>
                <a:spcPts val="400"/>
              </a:spcBef>
            </a:pPr>
            <a:r>
              <a:rPr lang="de-DE" sz="1400">
                <a:solidFill>
                  <a:schemeClr val="tx1"/>
                </a:solidFill>
              </a:rPr>
              <a:t>Umsetzung Mitarbeiterstammsatz zu Geschäftspartner Logik (ca. 0,5 PT)</a:t>
            </a:r>
          </a:p>
        </p:txBody>
      </p:sp>
    </p:spTree>
    <p:extLst>
      <p:ext uri="{BB962C8B-B14F-4D97-AF65-F5344CB8AC3E}">
        <p14:creationId xmlns:p14="http://schemas.microsoft.com/office/powerpoint/2010/main" val="42524912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3BF0A438-4080-E071-FB97-4821F8AF9F04}"/>
              </a:ext>
            </a:extLst>
          </p:cNvPr>
          <p:cNvSpPr>
            <a:spLocks noGrp="1"/>
          </p:cNvSpPr>
          <p:nvPr>
            <p:ph type="sldNum" sz="quarter" idx="12"/>
          </p:nvPr>
        </p:nvSpPr>
        <p:spPr>
          <a:noFill/>
        </p:spPr>
        <p:txBody>
          <a:bodyPr/>
          <a:lstStyle/>
          <a:p>
            <a:fld id="{B4256C18-6D8C-4341-B569-3B1E941D5C64}" type="slidenum">
              <a:rPr lang="de-DE" smtClean="0"/>
              <a:t>13</a:t>
            </a:fld>
            <a:endParaRPr lang="de-DE"/>
          </a:p>
        </p:txBody>
      </p:sp>
      <p:sp>
        <p:nvSpPr>
          <p:cNvPr id="3" name="Titel 2">
            <a:extLst>
              <a:ext uri="{FF2B5EF4-FFF2-40B4-BE49-F238E27FC236}">
                <a16:creationId xmlns:a16="http://schemas.microsoft.com/office/drawing/2014/main" id="{116F2A4D-D0E2-A211-4CDB-B940FC0ADFCD}"/>
              </a:ext>
            </a:extLst>
          </p:cNvPr>
          <p:cNvSpPr>
            <a:spLocks noGrp="1"/>
          </p:cNvSpPr>
          <p:nvPr>
            <p:ph type="title"/>
          </p:nvPr>
        </p:nvSpPr>
        <p:spPr>
          <a:xfrm>
            <a:off x="277526" y="271618"/>
            <a:ext cx="10153261" cy="325340"/>
          </a:xfrm>
          <a:prstGeom prst="rect">
            <a:avLst/>
          </a:prstGeom>
        </p:spPr>
        <p:txBody>
          <a:bodyPr/>
          <a:lstStyle/>
          <a:p>
            <a:r>
              <a:rPr lang="de-DE" err="1"/>
              <a:t>Readiness</a:t>
            </a:r>
            <a:r>
              <a:rPr lang="de-DE"/>
              <a:t> Check und Projektplan Erstellung in der H4S4 Planungsphase (2/5)</a:t>
            </a:r>
            <a:endParaRPr lang="de-DE">
              <a:solidFill>
                <a:schemeClr val="accent2"/>
              </a:solidFill>
            </a:endParaRPr>
          </a:p>
        </p:txBody>
      </p:sp>
      <p:sp>
        <p:nvSpPr>
          <p:cNvPr id="16" name="object 24">
            <a:extLst>
              <a:ext uri="{FF2B5EF4-FFF2-40B4-BE49-F238E27FC236}">
                <a16:creationId xmlns:a16="http://schemas.microsoft.com/office/drawing/2014/main" id="{26F88966-EDE0-25C7-D431-B5128D5B832E}"/>
              </a:ext>
            </a:extLst>
          </p:cNvPr>
          <p:cNvSpPr txBox="1">
            <a:spLocks/>
          </p:cNvSpPr>
          <p:nvPr/>
        </p:nvSpPr>
        <p:spPr>
          <a:xfrm>
            <a:off x="278363" y="979454"/>
            <a:ext cx="1910227" cy="274386"/>
          </a:xfrm>
          <a:prstGeom prst="rect">
            <a:avLst/>
          </a:prstGeom>
          <a:solidFill>
            <a:schemeClr val="accent3">
              <a:alpha val="50000"/>
            </a:schemeClr>
          </a:solidFill>
        </p:spPr>
        <p:txBody>
          <a:bodyPr vert="horz" wrap="square" lIns="36000" tIns="0" rIns="0" bIns="0" rtlCol="0" anchor="ctr">
            <a:noAutofit/>
          </a:bodyPr>
          <a:lstStyle/>
          <a:p>
            <a:pPr marL="12700">
              <a:lnSpc>
                <a:spcPct val="100000"/>
              </a:lnSpc>
              <a:spcBef>
                <a:spcPts val="95"/>
              </a:spcBef>
            </a:pPr>
            <a:r>
              <a:rPr lang="de-DE" sz="1400" b="1" spc="-5">
                <a:solidFill>
                  <a:schemeClr val="tx1">
                    <a:lumMod val="50000"/>
                  </a:schemeClr>
                </a:solidFill>
                <a:latin typeface="Arial" panose="020B0604020202020204" pitchFamily="34" charset="0"/>
                <a:cs typeface="Arial" panose="020B0604020202020204" pitchFamily="34" charset="0"/>
              </a:rPr>
              <a:t>Schritte </a:t>
            </a:r>
          </a:p>
        </p:txBody>
      </p:sp>
      <p:cxnSp>
        <p:nvCxnSpPr>
          <p:cNvPr id="17" name="Straight Connector 115">
            <a:extLst>
              <a:ext uri="{FF2B5EF4-FFF2-40B4-BE49-F238E27FC236}">
                <a16:creationId xmlns:a16="http://schemas.microsoft.com/office/drawing/2014/main" id="{31D58737-6BFA-B672-2B32-F81C9CFA69E3}"/>
              </a:ext>
            </a:extLst>
          </p:cNvPr>
          <p:cNvCxnSpPr>
            <a:cxnSpLocks/>
          </p:cNvCxnSpPr>
          <p:nvPr/>
        </p:nvCxnSpPr>
        <p:spPr bwMode="auto">
          <a:xfrm>
            <a:off x="278363" y="1258760"/>
            <a:ext cx="1910227" cy="10764"/>
          </a:xfrm>
          <a:prstGeom prst="line">
            <a:avLst/>
          </a:prstGeom>
          <a:solidFill>
            <a:srgbClr val="F0F0F0"/>
          </a:solidFill>
          <a:ln w="19050" cap="flat" cmpd="sng" algn="ctr">
            <a:solidFill>
              <a:schemeClr val="tx1">
                <a:lumMod val="50000"/>
              </a:schemeClr>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 name="object 24">
            <a:extLst>
              <a:ext uri="{FF2B5EF4-FFF2-40B4-BE49-F238E27FC236}">
                <a16:creationId xmlns:a16="http://schemas.microsoft.com/office/drawing/2014/main" id="{756720C3-03D4-F57F-D000-57B3CDEEA496}"/>
              </a:ext>
            </a:extLst>
          </p:cNvPr>
          <p:cNvSpPr txBox="1">
            <a:spLocks/>
          </p:cNvSpPr>
          <p:nvPr/>
        </p:nvSpPr>
        <p:spPr>
          <a:xfrm>
            <a:off x="2258727" y="979454"/>
            <a:ext cx="7645941" cy="279279"/>
          </a:xfrm>
          <a:prstGeom prst="rect">
            <a:avLst/>
          </a:prstGeom>
          <a:solidFill>
            <a:schemeClr val="accent3">
              <a:alpha val="50000"/>
            </a:schemeClr>
          </a:solidFill>
        </p:spPr>
        <p:txBody>
          <a:bodyPr vert="horz" wrap="square" lIns="36000" tIns="0" rIns="0" bIns="0" rtlCol="0" anchor="ctr">
            <a:noAutofit/>
          </a:bodyPr>
          <a:lstStyle/>
          <a:p>
            <a:pPr marL="12700">
              <a:lnSpc>
                <a:spcPct val="100000"/>
              </a:lnSpc>
              <a:spcBef>
                <a:spcPts val="95"/>
              </a:spcBef>
            </a:pPr>
            <a:r>
              <a:rPr lang="de-DE" sz="1400" b="1" spc="-5">
                <a:solidFill>
                  <a:schemeClr val="tx1">
                    <a:lumMod val="50000"/>
                  </a:schemeClr>
                </a:solidFill>
                <a:latin typeface="Arial" panose="020B0604020202020204" pitchFamily="34" charset="0"/>
                <a:cs typeface="Arial" panose="020B0604020202020204" pitchFamily="34" charset="0"/>
              </a:rPr>
              <a:t>Inhalte </a:t>
            </a:r>
          </a:p>
        </p:txBody>
      </p:sp>
      <p:cxnSp>
        <p:nvCxnSpPr>
          <p:cNvPr id="20" name="Straight Connector 115">
            <a:extLst>
              <a:ext uri="{FF2B5EF4-FFF2-40B4-BE49-F238E27FC236}">
                <a16:creationId xmlns:a16="http://schemas.microsoft.com/office/drawing/2014/main" id="{B3AF6A28-4A27-0A79-D9A9-16140F7A4AC1}"/>
              </a:ext>
            </a:extLst>
          </p:cNvPr>
          <p:cNvCxnSpPr>
            <a:cxnSpLocks/>
          </p:cNvCxnSpPr>
          <p:nvPr/>
        </p:nvCxnSpPr>
        <p:spPr bwMode="auto">
          <a:xfrm>
            <a:off x="2258727" y="1263545"/>
            <a:ext cx="7645941" cy="0"/>
          </a:xfrm>
          <a:prstGeom prst="line">
            <a:avLst/>
          </a:prstGeom>
          <a:solidFill>
            <a:srgbClr val="F0F0F0"/>
          </a:solidFill>
          <a:ln w="19050" cap="flat" cmpd="sng" algn="ctr">
            <a:solidFill>
              <a:schemeClr val="tx1">
                <a:lumMod val="50000"/>
              </a:schemeClr>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 name="object 24">
            <a:extLst>
              <a:ext uri="{FF2B5EF4-FFF2-40B4-BE49-F238E27FC236}">
                <a16:creationId xmlns:a16="http://schemas.microsoft.com/office/drawing/2014/main" id="{DA2C0A13-E074-110E-EBCD-E369D7110499}"/>
              </a:ext>
            </a:extLst>
          </p:cNvPr>
          <p:cNvSpPr txBox="1">
            <a:spLocks/>
          </p:cNvSpPr>
          <p:nvPr/>
        </p:nvSpPr>
        <p:spPr>
          <a:xfrm>
            <a:off x="9976517" y="979454"/>
            <a:ext cx="1909352" cy="279279"/>
          </a:xfrm>
          <a:prstGeom prst="rect">
            <a:avLst/>
          </a:prstGeom>
          <a:solidFill>
            <a:schemeClr val="accent3">
              <a:alpha val="50000"/>
            </a:schemeClr>
          </a:solidFill>
        </p:spPr>
        <p:txBody>
          <a:bodyPr vert="horz" wrap="square" lIns="36000" tIns="0" rIns="0" bIns="0" rtlCol="0" anchor="ctr">
            <a:noAutofit/>
          </a:bodyPr>
          <a:lstStyle/>
          <a:p>
            <a:pPr marL="12700">
              <a:lnSpc>
                <a:spcPct val="100000"/>
              </a:lnSpc>
              <a:spcBef>
                <a:spcPts val="95"/>
              </a:spcBef>
            </a:pPr>
            <a:r>
              <a:rPr lang="de-DE" sz="1400" b="1" spc="-5">
                <a:solidFill>
                  <a:schemeClr val="tx1">
                    <a:lumMod val="50000"/>
                  </a:schemeClr>
                </a:solidFill>
                <a:latin typeface="Arial" panose="020B0604020202020204" pitchFamily="34" charset="0"/>
                <a:cs typeface="Arial" panose="020B0604020202020204" pitchFamily="34" charset="0"/>
              </a:rPr>
              <a:t>Aufwände je </a:t>
            </a:r>
            <a:r>
              <a:rPr lang="de-DE" sz="1400" b="1" spc="-5" err="1">
                <a:solidFill>
                  <a:schemeClr val="tx1">
                    <a:lumMod val="50000"/>
                  </a:schemeClr>
                </a:solidFill>
                <a:latin typeface="Arial" panose="020B0604020202020204" pitchFamily="34" charset="0"/>
                <a:cs typeface="Arial" panose="020B0604020202020204" pitchFamily="34" charset="0"/>
              </a:rPr>
              <a:t>Skill</a:t>
            </a:r>
            <a:endParaRPr lang="de-DE" sz="1400" b="1" spc="-5">
              <a:solidFill>
                <a:schemeClr val="tx1">
                  <a:lumMod val="50000"/>
                </a:schemeClr>
              </a:solidFill>
              <a:latin typeface="Arial" panose="020B0604020202020204" pitchFamily="34" charset="0"/>
              <a:cs typeface="Arial" panose="020B0604020202020204" pitchFamily="34" charset="0"/>
            </a:endParaRPr>
          </a:p>
        </p:txBody>
      </p:sp>
      <p:cxnSp>
        <p:nvCxnSpPr>
          <p:cNvPr id="27" name="Straight Connector 115">
            <a:extLst>
              <a:ext uri="{FF2B5EF4-FFF2-40B4-BE49-F238E27FC236}">
                <a16:creationId xmlns:a16="http://schemas.microsoft.com/office/drawing/2014/main" id="{66BB70D3-9E75-87F2-48A3-D6DD234E277B}"/>
              </a:ext>
            </a:extLst>
          </p:cNvPr>
          <p:cNvCxnSpPr>
            <a:cxnSpLocks/>
          </p:cNvCxnSpPr>
          <p:nvPr/>
        </p:nvCxnSpPr>
        <p:spPr bwMode="auto">
          <a:xfrm>
            <a:off x="9974752" y="1263653"/>
            <a:ext cx="1911117" cy="0"/>
          </a:xfrm>
          <a:prstGeom prst="line">
            <a:avLst/>
          </a:prstGeom>
          <a:solidFill>
            <a:srgbClr val="F0F0F0"/>
          </a:solidFill>
          <a:ln w="19050" cap="flat" cmpd="sng" algn="ctr">
            <a:solidFill>
              <a:schemeClr val="tx1">
                <a:lumMod val="50000"/>
              </a:schemeClr>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 name="Rechteck 11">
            <a:extLst>
              <a:ext uri="{FF2B5EF4-FFF2-40B4-BE49-F238E27FC236}">
                <a16:creationId xmlns:a16="http://schemas.microsoft.com/office/drawing/2014/main" id="{15646F31-20C8-A2B0-F92C-7CD461663197}"/>
              </a:ext>
            </a:extLst>
          </p:cNvPr>
          <p:cNvSpPr/>
          <p:nvPr/>
        </p:nvSpPr>
        <p:spPr>
          <a:xfrm>
            <a:off x="2258728" y="1332028"/>
            <a:ext cx="7646778" cy="1425597"/>
          </a:xfrm>
          <a:prstGeom prst="rect">
            <a:avLst/>
          </a:prstGeom>
          <a:solidFill>
            <a:schemeClr val="accent3">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b="1">
              <a:solidFill>
                <a:schemeClr val="tx1"/>
              </a:solidFill>
            </a:endParaRPr>
          </a:p>
        </p:txBody>
      </p:sp>
      <p:sp>
        <p:nvSpPr>
          <p:cNvPr id="13" name="Rechteck 12">
            <a:extLst>
              <a:ext uri="{FF2B5EF4-FFF2-40B4-BE49-F238E27FC236}">
                <a16:creationId xmlns:a16="http://schemas.microsoft.com/office/drawing/2014/main" id="{0BE5697B-4EDA-E669-96D2-2BCC07DAB94C}"/>
              </a:ext>
            </a:extLst>
          </p:cNvPr>
          <p:cNvSpPr/>
          <p:nvPr/>
        </p:nvSpPr>
        <p:spPr>
          <a:xfrm>
            <a:off x="278363" y="1332028"/>
            <a:ext cx="1911117" cy="1425600"/>
          </a:xfrm>
          <a:prstGeom prst="rect">
            <a:avLst/>
          </a:prstGeom>
          <a:solidFill>
            <a:schemeClr val="accent3">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600" b="1" err="1">
                <a:solidFill>
                  <a:schemeClr val="tx1"/>
                </a:solidFill>
              </a:rPr>
              <a:t>AddOn</a:t>
            </a:r>
            <a:endParaRPr lang="de-DE" sz="1600" b="1">
              <a:solidFill>
                <a:schemeClr val="tx1"/>
              </a:solidFill>
            </a:endParaRPr>
          </a:p>
          <a:p>
            <a:pPr algn="ctr"/>
            <a:r>
              <a:rPr lang="de-DE" sz="1600" b="1">
                <a:solidFill>
                  <a:schemeClr val="tx1"/>
                </a:solidFill>
              </a:rPr>
              <a:t>Überprüfung</a:t>
            </a:r>
          </a:p>
        </p:txBody>
      </p:sp>
      <p:sp>
        <p:nvSpPr>
          <p:cNvPr id="14" name="Rechteck 13">
            <a:extLst>
              <a:ext uri="{FF2B5EF4-FFF2-40B4-BE49-F238E27FC236}">
                <a16:creationId xmlns:a16="http://schemas.microsoft.com/office/drawing/2014/main" id="{2C4B883E-6139-6E6A-C435-551AC5F5C8AE}"/>
              </a:ext>
            </a:extLst>
          </p:cNvPr>
          <p:cNvSpPr/>
          <p:nvPr/>
        </p:nvSpPr>
        <p:spPr>
          <a:xfrm>
            <a:off x="9975589" y="1332028"/>
            <a:ext cx="1911117" cy="1422857"/>
          </a:xfrm>
          <a:prstGeom prst="rect">
            <a:avLst/>
          </a:prstGeom>
          <a:solidFill>
            <a:schemeClr val="accent3">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400" b="1">
                <a:solidFill>
                  <a:schemeClr val="tx1"/>
                </a:solidFill>
              </a:rPr>
              <a:t>3 PT</a:t>
            </a:r>
          </a:p>
          <a:p>
            <a:pPr algn="ctr"/>
            <a:r>
              <a:rPr lang="de-DE" sz="1400">
                <a:solidFill>
                  <a:schemeClr val="tx1"/>
                </a:solidFill>
              </a:rPr>
              <a:t>Expert Consultant</a:t>
            </a:r>
          </a:p>
        </p:txBody>
      </p:sp>
      <p:sp>
        <p:nvSpPr>
          <p:cNvPr id="23" name="Inhaltsplatzhalter 3">
            <a:extLst>
              <a:ext uri="{FF2B5EF4-FFF2-40B4-BE49-F238E27FC236}">
                <a16:creationId xmlns:a16="http://schemas.microsoft.com/office/drawing/2014/main" id="{A673E02C-6EFB-47D8-E79D-13DEE065E200}"/>
              </a:ext>
            </a:extLst>
          </p:cNvPr>
          <p:cNvSpPr txBox="1">
            <a:spLocks/>
          </p:cNvSpPr>
          <p:nvPr/>
        </p:nvSpPr>
        <p:spPr>
          <a:xfrm>
            <a:off x="2405479" y="1369204"/>
            <a:ext cx="7500026" cy="1204155"/>
          </a:xfrm>
          <a:prstGeom prst="rect">
            <a:avLst/>
          </a:prstGeom>
          <a:noFill/>
        </p:spPr>
        <p:txBody>
          <a:bodyPr lIns="91440" tIns="45720" rIns="91440" bIns="45720" anchor="t">
            <a:normAutofit/>
          </a:bodyPr>
          <a:lstStyle>
            <a:lvl1pPr marL="228600" indent="-228600" algn="l" defTabSz="914400" rtl="0" eaLnBrk="1" latinLnBrk="0" hangingPunct="1">
              <a:lnSpc>
                <a:spcPct val="90000"/>
              </a:lnSpc>
              <a:spcBef>
                <a:spcPts val="1000"/>
              </a:spcBef>
              <a:buClr>
                <a:schemeClr val="accent2"/>
              </a:buClr>
              <a:buFont typeface="Wingdings" panose="05000000000000000000" pitchFamily="2" charset="2"/>
              <a:buChar char="§"/>
              <a:defRPr sz="2800" kern="1200">
                <a:solidFill>
                  <a:schemeClr val="bg2">
                    <a:lumMod val="25000"/>
                  </a:schemeClr>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Wingdings" panose="05000000000000000000" pitchFamily="2" charset="2"/>
              <a:buChar char="§"/>
              <a:defRPr sz="2400" kern="1200">
                <a:solidFill>
                  <a:schemeClr val="bg2">
                    <a:lumMod val="25000"/>
                  </a:schemeClr>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Wingdings" panose="05000000000000000000" pitchFamily="2" charset="2"/>
              <a:buChar char="§"/>
              <a:defRPr sz="2000" kern="1200">
                <a:solidFill>
                  <a:schemeClr val="bg2">
                    <a:lumMod val="25000"/>
                  </a:schemeClr>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Wingdings" panose="05000000000000000000" pitchFamily="2" charset="2"/>
              <a:buChar char="§"/>
              <a:defRPr sz="1800" kern="1200">
                <a:solidFill>
                  <a:schemeClr val="bg2">
                    <a:lumMod val="25000"/>
                  </a:schemeClr>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Wingdings" panose="05000000000000000000" pitchFamily="2" charset="2"/>
              <a:buChar char="§"/>
              <a:defRPr sz="1800" kern="1200">
                <a:solidFill>
                  <a:schemeClr val="bg2">
                    <a:lumMod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400"/>
              </a:spcBef>
            </a:pPr>
            <a:r>
              <a:rPr lang="de-DE" sz="1400"/>
              <a:t>Prüfung in Zusammenarbeit mit </a:t>
            </a:r>
            <a:r>
              <a:rPr lang="de-DE" sz="1400" err="1"/>
              <a:t>AddOn</a:t>
            </a:r>
            <a:r>
              <a:rPr lang="de-DE" sz="1400"/>
              <a:t> Herstellern hinsichtlich H4S4 </a:t>
            </a:r>
            <a:r>
              <a:rPr lang="de-DE" sz="1400" err="1"/>
              <a:t>Readiness</a:t>
            </a:r>
            <a:r>
              <a:rPr lang="de-DE" sz="1400"/>
              <a:t> </a:t>
            </a:r>
            <a:r>
              <a:rPr lang="de-DE" sz="1400" err="1"/>
              <a:t>onPrem</a:t>
            </a:r>
            <a:r>
              <a:rPr lang="de-DE" sz="1400"/>
              <a:t> und Cloud PCE Variante (Aufstellung aller eingesetzter </a:t>
            </a:r>
            <a:r>
              <a:rPr lang="de-DE" sz="1400" err="1"/>
              <a:t>AddOns</a:t>
            </a:r>
            <a:r>
              <a:rPr lang="de-DE" sz="1400"/>
              <a:t> und Ansprechpartner notwendig)1 (ca. 1 PT</a:t>
            </a:r>
          </a:p>
          <a:p>
            <a:pPr>
              <a:spcBef>
                <a:spcPts val="400"/>
              </a:spcBef>
            </a:pPr>
            <a:r>
              <a:rPr lang="de-DE" sz="1400"/>
              <a:t>Clusterung </a:t>
            </a:r>
            <a:r>
              <a:rPr lang="de-DE" sz="1400" err="1"/>
              <a:t>Addons</a:t>
            </a:r>
            <a:r>
              <a:rPr lang="de-DE" sz="1400"/>
              <a:t> bzgl. </a:t>
            </a:r>
            <a:r>
              <a:rPr lang="de-DE" sz="1400" err="1"/>
              <a:t>Upgradefähigkeit</a:t>
            </a:r>
            <a:r>
              <a:rPr lang="de-DE" sz="1400"/>
              <a:t> (ca. 1 PT)</a:t>
            </a:r>
          </a:p>
          <a:p>
            <a:pPr>
              <a:spcBef>
                <a:spcPts val="400"/>
              </a:spcBef>
            </a:pPr>
            <a:r>
              <a:rPr lang="de-DE" sz="1400"/>
              <a:t>Erarbeitung Vorschläge für alternative </a:t>
            </a:r>
            <a:r>
              <a:rPr lang="de-DE" sz="1400" err="1"/>
              <a:t>AddOns</a:t>
            </a:r>
            <a:r>
              <a:rPr lang="de-DE" sz="1400"/>
              <a:t> / Lösungen (ca. 1 PT)</a:t>
            </a:r>
          </a:p>
        </p:txBody>
      </p:sp>
      <p:sp>
        <p:nvSpPr>
          <p:cNvPr id="24" name="Rechteck 23">
            <a:extLst>
              <a:ext uri="{FF2B5EF4-FFF2-40B4-BE49-F238E27FC236}">
                <a16:creationId xmlns:a16="http://schemas.microsoft.com/office/drawing/2014/main" id="{8AA55ED2-E815-8E9E-5A0D-597B1173DC46}"/>
              </a:ext>
            </a:extLst>
          </p:cNvPr>
          <p:cNvSpPr/>
          <p:nvPr/>
        </p:nvSpPr>
        <p:spPr>
          <a:xfrm>
            <a:off x="2258727" y="2808730"/>
            <a:ext cx="7645941" cy="1864800"/>
          </a:xfrm>
          <a:prstGeom prst="rect">
            <a:avLst/>
          </a:prstGeom>
          <a:solidFill>
            <a:schemeClr val="accent3">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b="1">
              <a:solidFill>
                <a:schemeClr val="tx1"/>
              </a:solidFill>
            </a:endParaRPr>
          </a:p>
        </p:txBody>
      </p:sp>
      <p:sp>
        <p:nvSpPr>
          <p:cNvPr id="25" name="Rechteck 24">
            <a:extLst>
              <a:ext uri="{FF2B5EF4-FFF2-40B4-BE49-F238E27FC236}">
                <a16:creationId xmlns:a16="http://schemas.microsoft.com/office/drawing/2014/main" id="{00B66D1A-8488-AF6B-3A48-C7B0B5DC03D0}"/>
              </a:ext>
            </a:extLst>
          </p:cNvPr>
          <p:cNvSpPr/>
          <p:nvPr/>
        </p:nvSpPr>
        <p:spPr>
          <a:xfrm>
            <a:off x="277526" y="2804224"/>
            <a:ext cx="1911117" cy="1864800"/>
          </a:xfrm>
          <a:prstGeom prst="rect">
            <a:avLst/>
          </a:prstGeom>
          <a:solidFill>
            <a:schemeClr val="accent3">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600" b="1">
                <a:solidFill>
                  <a:schemeClr val="tx1"/>
                </a:solidFill>
              </a:rPr>
              <a:t>Betriebsmodell H4S4 in der Cloud</a:t>
            </a:r>
          </a:p>
        </p:txBody>
      </p:sp>
      <p:sp>
        <p:nvSpPr>
          <p:cNvPr id="28" name="Rechteck 27">
            <a:extLst>
              <a:ext uri="{FF2B5EF4-FFF2-40B4-BE49-F238E27FC236}">
                <a16:creationId xmlns:a16="http://schemas.microsoft.com/office/drawing/2014/main" id="{B666779B-4EB3-42BD-529A-A60FA6FDD707}"/>
              </a:ext>
            </a:extLst>
          </p:cNvPr>
          <p:cNvSpPr/>
          <p:nvPr/>
        </p:nvSpPr>
        <p:spPr>
          <a:xfrm>
            <a:off x="9974752" y="2804225"/>
            <a:ext cx="1911117" cy="1864799"/>
          </a:xfrm>
          <a:prstGeom prst="rect">
            <a:avLst/>
          </a:prstGeom>
          <a:solidFill>
            <a:schemeClr val="accent3">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400" b="1">
                <a:solidFill>
                  <a:schemeClr val="tx1"/>
                </a:solidFill>
              </a:rPr>
              <a:t>4,5 PT</a:t>
            </a:r>
          </a:p>
          <a:p>
            <a:pPr algn="ctr"/>
            <a:r>
              <a:rPr lang="de-DE" sz="1400">
                <a:solidFill>
                  <a:schemeClr val="tx1"/>
                </a:solidFill>
              </a:rPr>
              <a:t>Expert Consultant</a:t>
            </a:r>
          </a:p>
        </p:txBody>
      </p:sp>
      <p:sp>
        <p:nvSpPr>
          <p:cNvPr id="29" name="Inhaltsplatzhalter 3">
            <a:extLst>
              <a:ext uri="{FF2B5EF4-FFF2-40B4-BE49-F238E27FC236}">
                <a16:creationId xmlns:a16="http://schemas.microsoft.com/office/drawing/2014/main" id="{378E78C6-F476-38C5-6EE8-11DD2ACB1499}"/>
              </a:ext>
            </a:extLst>
          </p:cNvPr>
          <p:cNvSpPr txBox="1">
            <a:spLocks/>
          </p:cNvSpPr>
          <p:nvPr/>
        </p:nvSpPr>
        <p:spPr>
          <a:xfrm>
            <a:off x="2404642" y="2826107"/>
            <a:ext cx="7431933" cy="1842917"/>
          </a:xfrm>
          <a:prstGeom prst="rect">
            <a:avLst/>
          </a:prstGeom>
          <a:noFill/>
        </p:spPr>
        <p:txBody>
          <a:bodyPr lIns="91440" tIns="45720" rIns="91440" bIns="45720" anchor="t">
            <a:normAutofit/>
          </a:bodyPr>
          <a:lstStyle>
            <a:lvl1pPr marL="228600" indent="-228600" algn="l" defTabSz="914400" rtl="0" eaLnBrk="1" latinLnBrk="0" hangingPunct="1">
              <a:lnSpc>
                <a:spcPct val="90000"/>
              </a:lnSpc>
              <a:spcBef>
                <a:spcPts val="1000"/>
              </a:spcBef>
              <a:buClr>
                <a:schemeClr val="accent2"/>
              </a:buClr>
              <a:buFont typeface="Wingdings" panose="05000000000000000000" pitchFamily="2" charset="2"/>
              <a:buChar char="§"/>
              <a:defRPr sz="2800" kern="1200">
                <a:solidFill>
                  <a:schemeClr val="bg2">
                    <a:lumMod val="25000"/>
                  </a:schemeClr>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Wingdings" panose="05000000000000000000" pitchFamily="2" charset="2"/>
              <a:buChar char="§"/>
              <a:defRPr sz="2400" kern="1200">
                <a:solidFill>
                  <a:schemeClr val="bg2">
                    <a:lumMod val="25000"/>
                  </a:schemeClr>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Wingdings" panose="05000000000000000000" pitchFamily="2" charset="2"/>
              <a:buChar char="§"/>
              <a:defRPr sz="2000" kern="1200">
                <a:solidFill>
                  <a:schemeClr val="bg2">
                    <a:lumMod val="25000"/>
                  </a:schemeClr>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Wingdings" panose="05000000000000000000" pitchFamily="2" charset="2"/>
              <a:buChar char="§"/>
              <a:defRPr sz="1800" kern="1200">
                <a:solidFill>
                  <a:schemeClr val="bg2">
                    <a:lumMod val="25000"/>
                  </a:schemeClr>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Wingdings" panose="05000000000000000000" pitchFamily="2" charset="2"/>
              <a:buChar char="§"/>
              <a:defRPr sz="1800" kern="1200">
                <a:solidFill>
                  <a:schemeClr val="bg2">
                    <a:lumMod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400"/>
              </a:spcBef>
            </a:pPr>
            <a:r>
              <a:rPr lang="de-DE" sz="1400" err="1"/>
              <a:t>Simplifications</a:t>
            </a:r>
            <a:r>
              <a:rPr lang="de-DE" sz="1400"/>
              <a:t> sowie Einschränkungen hinsichtlich PCE Variante prüfen (ca. 1 PT)</a:t>
            </a:r>
          </a:p>
          <a:p>
            <a:pPr>
              <a:spcBef>
                <a:spcPts val="400"/>
              </a:spcBef>
            </a:pPr>
            <a:r>
              <a:rPr lang="de-DE" sz="1400"/>
              <a:t>Analyse Migrationsleitfaden hinsichtlich PCE (H4S4 Cloud) (ca. 1 PT)</a:t>
            </a:r>
          </a:p>
          <a:p>
            <a:pPr>
              <a:spcBef>
                <a:spcPts val="400"/>
              </a:spcBef>
            </a:pPr>
            <a:r>
              <a:rPr lang="de-DE" sz="1400"/>
              <a:t>Gespräche mit der SAP hinsichtlich Voraussetzungen, Einschränkungen etc. einer PCE Migration (ca. 1,5 Tag) 1</a:t>
            </a:r>
          </a:p>
          <a:p>
            <a:pPr>
              <a:spcBef>
                <a:spcPts val="400"/>
              </a:spcBef>
            </a:pPr>
            <a:r>
              <a:rPr lang="de-DE" sz="1400"/>
              <a:t>Erarbeitung grob schematische Migrationsvorgehensweise (ca. 1 PT) 1</a:t>
            </a:r>
          </a:p>
        </p:txBody>
      </p:sp>
      <p:sp>
        <p:nvSpPr>
          <p:cNvPr id="30" name="Rechteck 29">
            <a:extLst>
              <a:ext uri="{FF2B5EF4-FFF2-40B4-BE49-F238E27FC236}">
                <a16:creationId xmlns:a16="http://schemas.microsoft.com/office/drawing/2014/main" id="{D11A070A-5EEC-DF88-F472-7987ACA8236B}"/>
              </a:ext>
            </a:extLst>
          </p:cNvPr>
          <p:cNvSpPr/>
          <p:nvPr/>
        </p:nvSpPr>
        <p:spPr>
          <a:xfrm>
            <a:off x="2258727" y="4734002"/>
            <a:ext cx="7645941" cy="1576800"/>
          </a:xfrm>
          <a:prstGeom prst="rect">
            <a:avLst/>
          </a:prstGeom>
          <a:solidFill>
            <a:schemeClr val="accent3">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b="1">
              <a:solidFill>
                <a:schemeClr val="tx1"/>
              </a:solidFill>
            </a:endParaRPr>
          </a:p>
        </p:txBody>
      </p:sp>
      <p:sp>
        <p:nvSpPr>
          <p:cNvPr id="31" name="Rechteck 30">
            <a:extLst>
              <a:ext uri="{FF2B5EF4-FFF2-40B4-BE49-F238E27FC236}">
                <a16:creationId xmlns:a16="http://schemas.microsoft.com/office/drawing/2014/main" id="{3F1A883D-4DA9-8DB7-41E8-20F57815ECA8}"/>
              </a:ext>
            </a:extLst>
          </p:cNvPr>
          <p:cNvSpPr/>
          <p:nvPr/>
        </p:nvSpPr>
        <p:spPr>
          <a:xfrm>
            <a:off x="274652" y="4727709"/>
            <a:ext cx="1911117" cy="1576800"/>
          </a:xfrm>
          <a:prstGeom prst="rect">
            <a:avLst/>
          </a:prstGeom>
          <a:solidFill>
            <a:schemeClr val="accent3">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600" b="1">
                <a:solidFill>
                  <a:schemeClr val="tx1"/>
                </a:solidFill>
              </a:rPr>
              <a:t>Fachliche Analyse</a:t>
            </a:r>
          </a:p>
        </p:txBody>
      </p:sp>
      <p:sp>
        <p:nvSpPr>
          <p:cNvPr id="32" name="Rechteck 31">
            <a:extLst>
              <a:ext uri="{FF2B5EF4-FFF2-40B4-BE49-F238E27FC236}">
                <a16:creationId xmlns:a16="http://schemas.microsoft.com/office/drawing/2014/main" id="{029B438F-6238-EDDB-50CA-DA9DF87AB6C9}"/>
              </a:ext>
            </a:extLst>
          </p:cNvPr>
          <p:cNvSpPr/>
          <p:nvPr/>
        </p:nvSpPr>
        <p:spPr>
          <a:xfrm>
            <a:off x="9974752" y="4734002"/>
            <a:ext cx="1911117" cy="1570507"/>
          </a:xfrm>
          <a:prstGeom prst="rect">
            <a:avLst/>
          </a:prstGeom>
          <a:solidFill>
            <a:schemeClr val="accent3">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400" b="1">
                <a:solidFill>
                  <a:schemeClr val="tx1"/>
                </a:solidFill>
              </a:rPr>
              <a:t>3 PT</a:t>
            </a:r>
          </a:p>
          <a:p>
            <a:pPr algn="ctr"/>
            <a:r>
              <a:rPr lang="de-DE" sz="1400">
                <a:solidFill>
                  <a:schemeClr val="tx1"/>
                </a:solidFill>
              </a:rPr>
              <a:t>Senior Consultant</a:t>
            </a:r>
          </a:p>
        </p:txBody>
      </p:sp>
      <p:sp>
        <p:nvSpPr>
          <p:cNvPr id="33" name="Inhaltsplatzhalter 3">
            <a:extLst>
              <a:ext uri="{FF2B5EF4-FFF2-40B4-BE49-F238E27FC236}">
                <a16:creationId xmlns:a16="http://schemas.microsoft.com/office/drawing/2014/main" id="{D76A6F1C-614E-17D0-ABFA-F281A32E8E00}"/>
              </a:ext>
            </a:extLst>
          </p:cNvPr>
          <p:cNvSpPr txBox="1">
            <a:spLocks/>
          </p:cNvSpPr>
          <p:nvPr/>
        </p:nvSpPr>
        <p:spPr>
          <a:xfrm>
            <a:off x="2404642" y="4898109"/>
            <a:ext cx="7500026" cy="1047567"/>
          </a:xfrm>
          <a:prstGeom prst="rect">
            <a:avLst/>
          </a:prstGeom>
          <a:noFill/>
        </p:spPr>
        <p:txBody>
          <a:bodyPr lIns="91440" tIns="45720" rIns="91440" bIns="45720" anchor="t">
            <a:normAutofit/>
          </a:bodyPr>
          <a:lstStyle>
            <a:lvl1pPr marL="228600" indent="-228600" algn="l" defTabSz="914400" rtl="0" eaLnBrk="1" latinLnBrk="0" hangingPunct="1">
              <a:lnSpc>
                <a:spcPct val="90000"/>
              </a:lnSpc>
              <a:spcBef>
                <a:spcPts val="1000"/>
              </a:spcBef>
              <a:buClr>
                <a:schemeClr val="accent2"/>
              </a:buClr>
              <a:buFont typeface="Wingdings" panose="05000000000000000000" pitchFamily="2" charset="2"/>
              <a:buChar char="§"/>
              <a:defRPr sz="2800" kern="1200">
                <a:solidFill>
                  <a:schemeClr val="bg2">
                    <a:lumMod val="25000"/>
                  </a:schemeClr>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Wingdings" panose="05000000000000000000" pitchFamily="2" charset="2"/>
              <a:buChar char="§"/>
              <a:defRPr sz="2400" kern="1200">
                <a:solidFill>
                  <a:schemeClr val="bg2">
                    <a:lumMod val="25000"/>
                  </a:schemeClr>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Wingdings" panose="05000000000000000000" pitchFamily="2" charset="2"/>
              <a:buChar char="§"/>
              <a:defRPr sz="2000" kern="1200">
                <a:solidFill>
                  <a:schemeClr val="bg2">
                    <a:lumMod val="25000"/>
                  </a:schemeClr>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Wingdings" panose="05000000000000000000" pitchFamily="2" charset="2"/>
              <a:buChar char="§"/>
              <a:defRPr sz="1800" kern="1200">
                <a:solidFill>
                  <a:schemeClr val="bg2">
                    <a:lumMod val="25000"/>
                  </a:schemeClr>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Wingdings" panose="05000000000000000000" pitchFamily="2" charset="2"/>
              <a:buChar char="§"/>
              <a:defRPr sz="1800" kern="1200">
                <a:solidFill>
                  <a:schemeClr val="bg2">
                    <a:lumMod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400"/>
              </a:spcBef>
            </a:pPr>
            <a:r>
              <a:rPr lang="de-DE" sz="1400"/>
              <a:t>Analyse der Portierung der eingesetzten Apps (1 PT) </a:t>
            </a:r>
          </a:p>
          <a:p>
            <a:pPr>
              <a:spcBef>
                <a:spcPts val="400"/>
              </a:spcBef>
            </a:pPr>
            <a:r>
              <a:rPr lang="de-DE" sz="1400"/>
              <a:t>Integration in die Architektur sowie Skizzierung der zukünftigen Architektur</a:t>
            </a:r>
            <a:r>
              <a:rPr lang="de-DE" sz="1400" baseline="30000"/>
              <a:t>1 </a:t>
            </a:r>
            <a:r>
              <a:rPr lang="de-DE" sz="1400"/>
              <a:t>(1,5 PT)</a:t>
            </a:r>
          </a:p>
          <a:p>
            <a:pPr>
              <a:spcBef>
                <a:spcPts val="400"/>
              </a:spcBef>
            </a:pPr>
            <a:r>
              <a:rPr lang="de-DE" sz="1400" err="1"/>
              <a:t>Sizing</a:t>
            </a:r>
            <a:r>
              <a:rPr lang="de-DE" sz="1400"/>
              <a:t> der BTP (0,5 PT)</a:t>
            </a:r>
            <a:endParaRPr lang="de-DE" sz="1400" baseline="30000">
              <a:solidFill>
                <a:schemeClr val="tx1"/>
              </a:solidFill>
              <a:cs typeface="Calibri"/>
            </a:endParaRPr>
          </a:p>
        </p:txBody>
      </p:sp>
      <p:sp>
        <p:nvSpPr>
          <p:cNvPr id="4" name="Textfeld 3">
            <a:extLst>
              <a:ext uri="{FF2B5EF4-FFF2-40B4-BE49-F238E27FC236}">
                <a16:creationId xmlns:a16="http://schemas.microsoft.com/office/drawing/2014/main" id="{8B4B289C-DF23-FCDA-CB95-1CA173179061}"/>
              </a:ext>
            </a:extLst>
          </p:cNvPr>
          <p:cNvSpPr txBox="1"/>
          <p:nvPr/>
        </p:nvSpPr>
        <p:spPr>
          <a:xfrm>
            <a:off x="149936" y="6541793"/>
            <a:ext cx="3900107" cy="276999"/>
          </a:xfrm>
          <a:prstGeom prst="rect">
            <a:avLst/>
          </a:prstGeom>
          <a:noFill/>
        </p:spPr>
        <p:txBody>
          <a:bodyPr wrap="none" rtlCol="0">
            <a:spAutoFit/>
          </a:bodyPr>
          <a:lstStyle/>
          <a:p>
            <a:r>
              <a:rPr lang="de-DE" sz="1200"/>
              <a:t>1) Intensive Unterstützung seitens Auftraggeber erforderlich</a:t>
            </a:r>
          </a:p>
        </p:txBody>
      </p:sp>
    </p:spTree>
    <p:extLst>
      <p:ext uri="{BB962C8B-B14F-4D97-AF65-F5344CB8AC3E}">
        <p14:creationId xmlns:p14="http://schemas.microsoft.com/office/powerpoint/2010/main" val="31057988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3BF0A438-4080-E071-FB97-4821F8AF9F04}"/>
              </a:ext>
            </a:extLst>
          </p:cNvPr>
          <p:cNvSpPr>
            <a:spLocks noGrp="1"/>
          </p:cNvSpPr>
          <p:nvPr>
            <p:ph type="sldNum" sz="quarter" idx="12"/>
          </p:nvPr>
        </p:nvSpPr>
        <p:spPr>
          <a:noFill/>
        </p:spPr>
        <p:txBody>
          <a:bodyPr/>
          <a:lstStyle/>
          <a:p>
            <a:fld id="{B4256C18-6D8C-4341-B569-3B1E941D5C64}" type="slidenum">
              <a:rPr lang="de-DE" smtClean="0"/>
              <a:t>14</a:t>
            </a:fld>
            <a:endParaRPr lang="de-DE"/>
          </a:p>
        </p:txBody>
      </p:sp>
      <p:sp>
        <p:nvSpPr>
          <p:cNvPr id="3" name="Titel 2">
            <a:extLst>
              <a:ext uri="{FF2B5EF4-FFF2-40B4-BE49-F238E27FC236}">
                <a16:creationId xmlns:a16="http://schemas.microsoft.com/office/drawing/2014/main" id="{116F2A4D-D0E2-A211-4CDB-B940FC0ADFCD}"/>
              </a:ext>
            </a:extLst>
          </p:cNvPr>
          <p:cNvSpPr>
            <a:spLocks noGrp="1"/>
          </p:cNvSpPr>
          <p:nvPr>
            <p:ph type="title"/>
          </p:nvPr>
        </p:nvSpPr>
        <p:spPr>
          <a:xfrm>
            <a:off x="277526" y="271618"/>
            <a:ext cx="10153261" cy="325340"/>
          </a:xfrm>
          <a:prstGeom prst="rect">
            <a:avLst/>
          </a:prstGeom>
        </p:spPr>
        <p:txBody>
          <a:bodyPr/>
          <a:lstStyle/>
          <a:p>
            <a:r>
              <a:rPr lang="de-DE" err="1"/>
              <a:t>Readiness</a:t>
            </a:r>
            <a:r>
              <a:rPr lang="de-DE"/>
              <a:t> Check und Projektplan Erstellung in der H4S4 Planungsphase (3/5)</a:t>
            </a:r>
            <a:endParaRPr lang="de-DE">
              <a:solidFill>
                <a:schemeClr val="accent2"/>
              </a:solidFill>
            </a:endParaRPr>
          </a:p>
        </p:txBody>
      </p:sp>
      <p:sp>
        <p:nvSpPr>
          <p:cNvPr id="16" name="object 24">
            <a:extLst>
              <a:ext uri="{FF2B5EF4-FFF2-40B4-BE49-F238E27FC236}">
                <a16:creationId xmlns:a16="http://schemas.microsoft.com/office/drawing/2014/main" id="{26F88966-EDE0-25C7-D431-B5128D5B832E}"/>
              </a:ext>
            </a:extLst>
          </p:cNvPr>
          <p:cNvSpPr txBox="1">
            <a:spLocks/>
          </p:cNvSpPr>
          <p:nvPr/>
        </p:nvSpPr>
        <p:spPr>
          <a:xfrm>
            <a:off x="278363" y="979454"/>
            <a:ext cx="1910227" cy="274386"/>
          </a:xfrm>
          <a:prstGeom prst="rect">
            <a:avLst/>
          </a:prstGeom>
          <a:solidFill>
            <a:schemeClr val="accent3">
              <a:alpha val="50000"/>
            </a:schemeClr>
          </a:solidFill>
        </p:spPr>
        <p:txBody>
          <a:bodyPr vert="horz" wrap="square" lIns="36000" tIns="0" rIns="0" bIns="0" rtlCol="0" anchor="ctr">
            <a:noAutofit/>
          </a:bodyPr>
          <a:lstStyle/>
          <a:p>
            <a:pPr marL="12700">
              <a:lnSpc>
                <a:spcPct val="100000"/>
              </a:lnSpc>
              <a:spcBef>
                <a:spcPts val="95"/>
              </a:spcBef>
            </a:pPr>
            <a:r>
              <a:rPr lang="de-DE" sz="1400" b="1" spc="-5">
                <a:solidFill>
                  <a:schemeClr val="tx1">
                    <a:lumMod val="50000"/>
                  </a:schemeClr>
                </a:solidFill>
                <a:latin typeface="Arial" panose="020B0604020202020204" pitchFamily="34" charset="0"/>
                <a:cs typeface="Arial" panose="020B0604020202020204" pitchFamily="34" charset="0"/>
              </a:rPr>
              <a:t>Schritte </a:t>
            </a:r>
          </a:p>
        </p:txBody>
      </p:sp>
      <p:cxnSp>
        <p:nvCxnSpPr>
          <p:cNvPr id="17" name="Straight Connector 115">
            <a:extLst>
              <a:ext uri="{FF2B5EF4-FFF2-40B4-BE49-F238E27FC236}">
                <a16:creationId xmlns:a16="http://schemas.microsoft.com/office/drawing/2014/main" id="{31D58737-6BFA-B672-2B32-F81C9CFA69E3}"/>
              </a:ext>
            </a:extLst>
          </p:cNvPr>
          <p:cNvCxnSpPr>
            <a:cxnSpLocks/>
          </p:cNvCxnSpPr>
          <p:nvPr/>
        </p:nvCxnSpPr>
        <p:spPr bwMode="auto">
          <a:xfrm>
            <a:off x="278363" y="1258760"/>
            <a:ext cx="1910227" cy="10764"/>
          </a:xfrm>
          <a:prstGeom prst="line">
            <a:avLst/>
          </a:prstGeom>
          <a:solidFill>
            <a:srgbClr val="F0F0F0"/>
          </a:solidFill>
          <a:ln w="19050" cap="flat" cmpd="sng" algn="ctr">
            <a:solidFill>
              <a:schemeClr val="tx1">
                <a:lumMod val="50000"/>
              </a:schemeClr>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 name="object 24">
            <a:extLst>
              <a:ext uri="{FF2B5EF4-FFF2-40B4-BE49-F238E27FC236}">
                <a16:creationId xmlns:a16="http://schemas.microsoft.com/office/drawing/2014/main" id="{756720C3-03D4-F57F-D000-57B3CDEEA496}"/>
              </a:ext>
            </a:extLst>
          </p:cNvPr>
          <p:cNvSpPr txBox="1">
            <a:spLocks/>
          </p:cNvSpPr>
          <p:nvPr/>
        </p:nvSpPr>
        <p:spPr>
          <a:xfrm>
            <a:off x="2258727" y="979454"/>
            <a:ext cx="7645941" cy="279279"/>
          </a:xfrm>
          <a:prstGeom prst="rect">
            <a:avLst/>
          </a:prstGeom>
          <a:solidFill>
            <a:schemeClr val="accent3">
              <a:alpha val="50000"/>
            </a:schemeClr>
          </a:solidFill>
        </p:spPr>
        <p:txBody>
          <a:bodyPr vert="horz" wrap="square" lIns="36000" tIns="0" rIns="0" bIns="0" rtlCol="0" anchor="ctr">
            <a:noAutofit/>
          </a:bodyPr>
          <a:lstStyle/>
          <a:p>
            <a:pPr marL="12700">
              <a:lnSpc>
                <a:spcPct val="100000"/>
              </a:lnSpc>
              <a:spcBef>
                <a:spcPts val="95"/>
              </a:spcBef>
            </a:pPr>
            <a:r>
              <a:rPr lang="de-DE" sz="1400" b="1" spc="-5">
                <a:solidFill>
                  <a:schemeClr val="tx1">
                    <a:lumMod val="50000"/>
                  </a:schemeClr>
                </a:solidFill>
                <a:latin typeface="Arial" panose="020B0604020202020204" pitchFamily="34" charset="0"/>
                <a:cs typeface="Arial" panose="020B0604020202020204" pitchFamily="34" charset="0"/>
              </a:rPr>
              <a:t>Inhalte </a:t>
            </a:r>
          </a:p>
        </p:txBody>
      </p:sp>
      <p:cxnSp>
        <p:nvCxnSpPr>
          <p:cNvPr id="20" name="Straight Connector 115">
            <a:extLst>
              <a:ext uri="{FF2B5EF4-FFF2-40B4-BE49-F238E27FC236}">
                <a16:creationId xmlns:a16="http://schemas.microsoft.com/office/drawing/2014/main" id="{B3AF6A28-4A27-0A79-D9A9-16140F7A4AC1}"/>
              </a:ext>
            </a:extLst>
          </p:cNvPr>
          <p:cNvCxnSpPr>
            <a:cxnSpLocks/>
          </p:cNvCxnSpPr>
          <p:nvPr/>
        </p:nvCxnSpPr>
        <p:spPr bwMode="auto">
          <a:xfrm>
            <a:off x="2258727" y="1263545"/>
            <a:ext cx="7645941" cy="0"/>
          </a:xfrm>
          <a:prstGeom prst="line">
            <a:avLst/>
          </a:prstGeom>
          <a:solidFill>
            <a:srgbClr val="F0F0F0"/>
          </a:solidFill>
          <a:ln w="19050" cap="flat" cmpd="sng" algn="ctr">
            <a:solidFill>
              <a:schemeClr val="tx1">
                <a:lumMod val="50000"/>
              </a:schemeClr>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 name="object 24">
            <a:extLst>
              <a:ext uri="{FF2B5EF4-FFF2-40B4-BE49-F238E27FC236}">
                <a16:creationId xmlns:a16="http://schemas.microsoft.com/office/drawing/2014/main" id="{DA2C0A13-E074-110E-EBCD-E369D7110499}"/>
              </a:ext>
            </a:extLst>
          </p:cNvPr>
          <p:cNvSpPr txBox="1">
            <a:spLocks/>
          </p:cNvSpPr>
          <p:nvPr/>
        </p:nvSpPr>
        <p:spPr>
          <a:xfrm>
            <a:off x="9976517" y="979454"/>
            <a:ext cx="1909352" cy="279279"/>
          </a:xfrm>
          <a:prstGeom prst="rect">
            <a:avLst/>
          </a:prstGeom>
          <a:solidFill>
            <a:schemeClr val="accent3">
              <a:alpha val="50000"/>
            </a:schemeClr>
          </a:solidFill>
        </p:spPr>
        <p:txBody>
          <a:bodyPr vert="horz" wrap="square" lIns="36000" tIns="0" rIns="0" bIns="0" rtlCol="0" anchor="ctr">
            <a:noAutofit/>
          </a:bodyPr>
          <a:lstStyle/>
          <a:p>
            <a:pPr marL="12700">
              <a:lnSpc>
                <a:spcPct val="100000"/>
              </a:lnSpc>
              <a:spcBef>
                <a:spcPts val="95"/>
              </a:spcBef>
            </a:pPr>
            <a:r>
              <a:rPr lang="de-DE" sz="1400" b="1" spc="-5">
                <a:solidFill>
                  <a:schemeClr val="tx1">
                    <a:lumMod val="50000"/>
                  </a:schemeClr>
                </a:solidFill>
                <a:latin typeface="Arial" panose="020B0604020202020204" pitchFamily="34" charset="0"/>
                <a:cs typeface="Arial" panose="020B0604020202020204" pitchFamily="34" charset="0"/>
              </a:rPr>
              <a:t>Aufwände je </a:t>
            </a:r>
            <a:r>
              <a:rPr lang="de-DE" sz="1400" b="1" spc="-5" err="1">
                <a:solidFill>
                  <a:schemeClr val="tx1">
                    <a:lumMod val="50000"/>
                  </a:schemeClr>
                </a:solidFill>
                <a:latin typeface="Arial" panose="020B0604020202020204" pitchFamily="34" charset="0"/>
                <a:cs typeface="Arial" panose="020B0604020202020204" pitchFamily="34" charset="0"/>
              </a:rPr>
              <a:t>Skill</a:t>
            </a:r>
            <a:endParaRPr lang="de-DE" sz="1400" b="1" spc="-5">
              <a:solidFill>
                <a:schemeClr val="tx1">
                  <a:lumMod val="50000"/>
                </a:schemeClr>
              </a:solidFill>
              <a:latin typeface="Arial" panose="020B0604020202020204" pitchFamily="34" charset="0"/>
              <a:cs typeface="Arial" panose="020B0604020202020204" pitchFamily="34" charset="0"/>
            </a:endParaRPr>
          </a:p>
        </p:txBody>
      </p:sp>
      <p:cxnSp>
        <p:nvCxnSpPr>
          <p:cNvPr id="27" name="Straight Connector 115">
            <a:extLst>
              <a:ext uri="{FF2B5EF4-FFF2-40B4-BE49-F238E27FC236}">
                <a16:creationId xmlns:a16="http://schemas.microsoft.com/office/drawing/2014/main" id="{66BB70D3-9E75-87F2-48A3-D6DD234E277B}"/>
              </a:ext>
            </a:extLst>
          </p:cNvPr>
          <p:cNvCxnSpPr>
            <a:cxnSpLocks/>
          </p:cNvCxnSpPr>
          <p:nvPr/>
        </p:nvCxnSpPr>
        <p:spPr bwMode="auto">
          <a:xfrm>
            <a:off x="9974752" y="1263653"/>
            <a:ext cx="1911117" cy="0"/>
          </a:xfrm>
          <a:prstGeom prst="line">
            <a:avLst/>
          </a:prstGeom>
          <a:solidFill>
            <a:srgbClr val="F0F0F0"/>
          </a:solidFill>
          <a:ln w="19050" cap="flat" cmpd="sng" algn="ctr">
            <a:solidFill>
              <a:schemeClr val="tx1">
                <a:lumMod val="50000"/>
              </a:schemeClr>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 name="Rechteck 11">
            <a:extLst>
              <a:ext uri="{FF2B5EF4-FFF2-40B4-BE49-F238E27FC236}">
                <a16:creationId xmlns:a16="http://schemas.microsoft.com/office/drawing/2014/main" id="{15646F31-20C8-A2B0-F92C-7CD461663197}"/>
              </a:ext>
            </a:extLst>
          </p:cNvPr>
          <p:cNvSpPr/>
          <p:nvPr/>
        </p:nvSpPr>
        <p:spPr>
          <a:xfrm>
            <a:off x="2258728" y="1332028"/>
            <a:ext cx="7646778" cy="1425599"/>
          </a:xfrm>
          <a:prstGeom prst="rect">
            <a:avLst/>
          </a:prstGeom>
          <a:solidFill>
            <a:schemeClr val="accent3">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b="1">
              <a:solidFill>
                <a:schemeClr val="tx1"/>
              </a:solidFill>
            </a:endParaRPr>
          </a:p>
        </p:txBody>
      </p:sp>
      <p:sp>
        <p:nvSpPr>
          <p:cNvPr id="13" name="Rechteck 12">
            <a:extLst>
              <a:ext uri="{FF2B5EF4-FFF2-40B4-BE49-F238E27FC236}">
                <a16:creationId xmlns:a16="http://schemas.microsoft.com/office/drawing/2014/main" id="{0BE5697B-4EDA-E669-96D2-2BCC07DAB94C}"/>
              </a:ext>
            </a:extLst>
          </p:cNvPr>
          <p:cNvSpPr/>
          <p:nvPr/>
        </p:nvSpPr>
        <p:spPr>
          <a:xfrm>
            <a:off x="278363" y="1332028"/>
            <a:ext cx="1911117" cy="1425600"/>
          </a:xfrm>
          <a:prstGeom prst="rect">
            <a:avLst/>
          </a:prstGeom>
          <a:solidFill>
            <a:schemeClr val="accent3">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600" b="1">
                <a:solidFill>
                  <a:schemeClr val="tx1"/>
                </a:solidFill>
              </a:rPr>
              <a:t>H4S4</a:t>
            </a:r>
          </a:p>
          <a:p>
            <a:pPr algn="ctr"/>
            <a:r>
              <a:rPr lang="de-DE" sz="1600" b="1">
                <a:solidFill>
                  <a:schemeClr val="tx1"/>
                </a:solidFill>
              </a:rPr>
              <a:t>Workshop</a:t>
            </a:r>
          </a:p>
          <a:p>
            <a:pPr algn="ctr"/>
            <a:r>
              <a:rPr lang="de-DE" sz="1600" b="1">
                <a:solidFill>
                  <a:schemeClr val="tx1"/>
                </a:solidFill>
              </a:rPr>
              <a:t>&amp; Analyse Ergebnisse aufbereiten</a:t>
            </a:r>
          </a:p>
        </p:txBody>
      </p:sp>
      <p:sp>
        <p:nvSpPr>
          <p:cNvPr id="14" name="Rechteck 13">
            <a:extLst>
              <a:ext uri="{FF2B5EF4-FFF2-40B4-BE49-F238E27FC236}">
                <a16:creationId xmlns:a16="http://schemas.microsoft.com/office/drawing/2014/main" id="{2C4B883E-6139-6E6A-C435-551AC5F5C8AE}"/>
              </a:ext>
            </a:extLst>
          </p:cNvPr>
          <p:cNvSpPr/>
          <p:nvPr/>
        </p:nvSpPr>
        <p:spPr>
          <a:xfrm>
            <a:off x="9975589" y="1332028"/>
            <a:ext cx="1911117" cy="1423523"/>
          </a:xfrm>
          <a:prstGeom prst="rect">
            <a:avLst/>
          </a:prstGeom>
          <a:solidFill>
            <a:schemeClr val="accent3">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400" b="1">
                <a:solidFill>
                  <a:schemeClr val="tx1"/>
                </a:solidFill>
              </a:rPr>
              <a:t>2 PT</a:t>
            </a:r>
          </a:p>
          <a:p>
            <a:pPr algn="ctr"/>
            <a:r>
              <a:rPr lang="de-DE" sz="1400">
                <a:solidFill>
                  <a:schemeClr val="tx1"/>
                </a:solidFill>
              </a:rPr>
              <a:t>Managing Consultant</a:t>
            </a:r>
          </a:p>
          <a:p>
            <a:pPr algn="ctr"/>
            <a:endParaRPr lang="de-DE" sz="1400" b="1">
              <a:solidFill>
                <a:schemeClr val="tx1"/>
              </a:solidFill>
            </a:endParaRPr>
          </a:p>
          <a:p>
            <a:pPr algn="ctr"/>
            <a:r>
              <a:rPr lang="de-DE" sz="1400" b="1">
                <a:solidFill>
                  <a:schemeClr val="tx1"/>
                </a:solidFill>
              </a:rPr>
              <a:t>3 PT</a:t>
            </a:r>
          </a:p>
          <a:p>
            <a:pPr algn="ctr"/>
            <a:r>
              <a:rPr lang="de-DE" sz="1400">
                <a:solidFill>
                  <a:schemeClr val="tx1"/>
                </a:solidFill>
              </a:rPr>
              <a:t>Professional Consultant</a:t>
            </a:r>
          </a:p>
        </p:txBody>
      </p:sp>
      <p:sp>
        <p:nvSpPr>
          <p:cNvPr id="23" name="Inhaltsplatzhalter 3">
            <a:extLst>
              <a:ext uri="{FF2B5EF4-FFF2-40B4-BE49-F238E27FC236}">
                <a16:creationId xmlns:a16="http://schemas.microsoft.com/office/drawing/2014/main" id="{A673E02C-6EFB-47D8-E79D-13DEE065E200}"/>
              </a:ext>
            </a:extLst>
          </p:cNvPr>
          <p:cNvSpPr txBox="1">
            <a:spLocks/>
          </p:cNvSpPr>
          <p:nvPr/>
        </p:nvSpPr>
        <p:spPr>
          <a:xfrm>
            <a:off x="2405479" y="1351905"/>
            <a:ext cx="7500026" cy="1412781"/>
          </a:xfrm>
          <a:prstGeom prst="rect">
            <a:avLst/>
          </a:prstGeom>
          <a:noFill/>
        </p:spPr>
        <p:txBody>
          <a:bodyPr lIns="91440" tIns="45720" rIns="91440" bIns="45720" anchor="t">
            <a:normAutofit fontScale="92500" lnSpcReduction="20000"/>
          </a:bodyPr>
          <a:lstStyle>
            <a:lvl1pPr marL="228600" indent="-228600" algn="l" defTabSz="914400" rtl="0" eaLnBrk="1" latinLnBrk="0" hangingPunct="1">
              <a:lnSpc>
                <a:spcPct val="90000"/>
              </a:lnSpc>
              <a:spcBef>
                <a:spcPts val="1000"/>
              </a:spcBef>
              <a:buClr>
                <a:schemeClr val="accent2"/>
              </a:buClr>
              <a:buFont typeface="Wingdings" panose="05000000000000000000" pitchFamily="2" charset="2"/>
              <a:buChar char="§"/>
              <a:defRPr sz="2800" kern="1200">
                <a:solidFill>
                  <a:schemeClr val="bg2">
                    <a:lumMod val="25000"/>
                  </a:schemeClr>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Wingdings" panose="05000000000000000000" pitchFamily="2" charset="2"/>
              <a:buChar char="§"/>
              <a:defRPr sz="2400" kern="1200">
                <a:solidFill>
                  <a:schemeClr val="bg2">
                    <a:lumMod val="25000"/>
                  </a:schemeClr>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Wingdings" panose="05000000000000000000" pitchFamily="2" charset="2"/>
              <a:buChar char="§"/>
              <a:defRPr sz="2000" kern="1200">
                <a:solidFill>
                  <a:schemeClr val="bg2">
                    <a:lumMod val="25000"/>
                  </a:schemeClr>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Wingdings" panose="05000000000000000000" pitchFamily="2" charset="2"/>
              <a:buChar char="§"/>
              <a:defRPr sz="1800" kern="1200">
                <a:solidFill>
                  <a:schemeClr val="bg2">
                    <a:lumMod val="25000"/>
                  </a:schemeClr>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Wingdings" panose="05000000000000000000" pitchFamily="2" charset="2"/>
              <a:buChar char="§"/>
              <a:defRPr sz="1800" kern="1200">
                <a:solidFill>
                  <a:schemeClr val="bg2">
                    <a:lumMod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400"/>
              </a:spcBef>
            </a:pPr>
            <a:r>
              <a:rPr lang="de-DE" sz="1400">
                <a:solidFill>
                  <a:schemeClr val="tx1"/>
                </a:solidFill>
              </a:rPr>
              <a:t>Vorbereitungsgespräch zur Abstimmung der Inhalte und Agenda (1h Teams Session)</a:t>
            </a:r>
          </a:p>
          <a:p>
            <a:pPr>
              <a:spcBef>
                <a:spcPts val="400"/>
              </a:spcBef>
            </a:pPr>
            <a:r>
              <a:rPr lang="de-DE" sz="1400">
                <a:solidFill>
                  <a:schemeClr val="tx1"/>
                </a:solidFill>
              </a:rPr>
              <a:t>Aufbereitung und Darstellung der Analyseergebnisse -  Welche Aufgaben sind zu erledigen?</a:t>
            </a:r>
          </a:p>
          <a:p>
            <a:pPr>
              <a:spcBef>
                <a:spcPts val="400"/>
              </a:spcBef>
            </a:pPr>
            <a:r>
              <a:rPr lang="de-DE" sz="1400">
                <a:solidFill>
                  <a:schemeClr val="tx1"/>
                </a:solidFill>
              </a:rPr>
              <a:t>Darlegung der Handlungsempfehlungen auf Basis der Analyse - Welche Alternativen existieren für nicht mehr zur Verfügung stehende Module oder Technologien? </a:t>
            </a:r>
          </a:p>
          <a:p>
            <a:pPr>
              <a:spcBef>
                <a:spcPts val="400"/>
              </a:spcBef>
            </a:pPr>
            <a:r>
              <a:rPr lang="de-DE" sz="1400">
                <a:solidFill>
                  <a:schemeClr val="tx1"/>
                </a:solidFill>
              </a:rPr>
              <a:t>Ausrichtung der zukünftigen HR-IT Landschaft evaluieren und visualisieren</a:t>
            </a:r>
          </a:p>
          <a:p>
            <a:pPr>
              <a:spcBef>
                <a:spcPts val="400"/>
              </a:spcBef>
            </a:pPr>
            <a:r>
              <a:rPr lang="de-DE" sz="1400">
                <a:solidFill>
                  <a:schemeClr val="tx1"/>
                </a:solidFill>
              </a:rPr>
              <a:t>Aufzeigen eines groben Projektplan mit Timeline und einer groben Investitionskalkulation</a:t>
            </a:r>
          </a:p>
          <a:p>
            <a:pPr>
              <a:spcBef>
                <a:spcPts val="400"/>
              </a:spcBef>
            </a:pPr>
            <a:r>
              <a:rPr lang="de-DE" sz="1400">
                <a:solidFill>
                  <a:schemeClr val="tx1"/>
                </a:solidFill>
              </a:rPr>
              <a:t>Gemeinsame Festlegung des H4S4 Fahrplans</a:t>
            </a:r>
          </a:p>
        </p:txBody>
      </p:sp>
      <p:sp>
        <p:nvSpPr>
          <p:cNvPr id="24" name="Rechteck 23">
            <a:extLst>
              <a:ext uri="{FF2B5EF4-FFF2-40B4-BE49-F238E27FC236}">
                <a16:creationId xmlns:a16="http://schemas.microsoft.com/office/drawing/2014/main" id="{8AA55ED2-E815-8E9E-5A0D-597B1173DC46}"/>
              </a:ext>
            </a:extLst>
          </p:cNvPr>
          <p:cNvSpPr/>
          <p:nvPr/>
        </p:nvSpPr>
        <p:spPr>
          <a:xfrm>
            <a:off x="2258727" y="2810247"/>
            <a:ext cx="7645941" cy="1864660"/>
          </a:xfrm>
          <a:prstGeom prst="rect">
            <a:avLst/>
          </a:prstGeom>
          <a:solidFill>
            <a:schemeClr val="accent3">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b="1">
              <a:solidFill>
                <a:schemeClr val="tx1"/>
              </a:solidFill>
            </a:endParaRPr>
          </a:p>
        </p:txBody>
      </p:sp>
      <p:sp>
        <p:nvSpPr>
          <p:cNvPr id="25" name="Rechteck 24">
            <a:extLst>
              <a:ext uri="{FF2B5EF4-FFF2-40B4-BE49-F238E27FC236}">
                <a16:creationId xmlns:a16="http://schemas.microsoft.com/office/drawing/2014/main" id="{00B66D1A-8488-AF6B-3A48-C7B0B5DC03D0}"/>
              </a:ext>
            </a:extLst>
          </p:cNvPr>
          <p:cNvSpPr/>
          <p:nvPr/>
        </p:nvSpPr>
        <p:spPr>
          <a:xfrm>
            <a:off x="277526" y="2810247"/>
            <a:ext cx="1911117" cy="1864658"/>
          </a:xfrm>
          <a:prstGeom prst="rect">
            <a:avLst/>
          </a:prstGeom>
          <a:solidFill>
            <a:schemeClr val="accent3">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600" b="1">
                <a:solidFill>
                  <a:schemeClr val="tx1"/>
                </a:solidFill>
              </a:rPr>
              <a:t>Finalisierung Roadmap &amp; Management-präsentation Vorort</a:t>
            </a:r>
          </a:p>
        </p:txBody>
      </p:sp>
      <p:sp>
        <p:nvSpPr>
          <p:cNvPr id="28" name="Rechteck 27">
            <a:extLst>
              <a:ext uri="{FF2B5EF4-FFF2-40B4-BE49-F238E27FC236}">
                <a16:creationId xmlns:a16="http://schemas.microsoft.com/office/drawing/2014/main" id="{B666779B-4EB3-42BD-529A-A60FA6FDD707}"/>
              </a:ext>
            </a:extLst>
          </p:cNvPr>
          <p:cNvSpPr/>
          <p:nvPr/>
        </p:nvSpPr>
        <p:spPr>
          <a:xfrm>
            <a:off x="9974752" y="2810247"/>
            <a:ext cx="1911117" cy="1864655"/>
          </a:xfrm>
          <a:prstGeom prst="rect">
            <a:avLst/>
          </a:prstGeom>
          <a:solidFill>
            <a:schemeClr val="accent3">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400" b="1">
                <a:solidFill>
                  <a:schemeClr val="tx1"/>
                </a:solidFill>
              </a:rPr>
              <a:t>2 PT</a:t>
            </a:r>
          </a:p>
          <a:p>
            <a:pPr algn="ctr"/>
            <a:r>
              <a:rPr lang="de-DE" sz="1400">
                <a:solidFill>
                  <a:schemeClr val="tx1"/>
                </a:solidFill>
              </a:rPr>
              <a:t>Managing Consultant</a:t>
            </a:r>
          </a:p>
          <a:p>
            <a:pPr algn="ctr"/>
            <a:endParaRPr lang="de-DE" sz="1400" b="1">
              <a:solidFill>
                <a:schemeClr val="tx1"/>
              </a:solidFill>
            </a:endParaRPr>
          </a:p>
          <a:p>
            <a:pPr algn="ctr"/>
            <a:r>
              <a:rPr lang="de-DE" sz="1400" b="1">
                <a:solidFill>
                  <a:schemeClr val="tx1"/>
                </a:solidFill>
              </a:rPr>
              <a:t>1 PT</a:t>
            </a:r>
          </a:p>
          <a:p>
            <a:pPr algn="ctr"/>
            <a:r>
              <a:rPr lang="de-DE" sz="1400">
                <a:solidFill>
                  <a:schemeClr val="tx1"/>
                </a:solidFill>
              </a:rPr>
              <a:t>Professional Consultant</a:t>
            </a:r>
          </a:p>
        </p:txBody>
      </p:sp>
      <p:sp>
        <p:nvSpPr>
          <p:cNvPr id="29" name="Inhaltsplatzhalter 3">
            <a:extLst>
              <a:ext uri="{FF2B5EF4-FFF2-40B4-BE49-F238E27FC236}">
                <a16:creationId xmlns:a16="http://schemas.microsoft.com/office/drawing/2014/main" id="{378E78C6-F476-38C5-6EE8-11DD2ACB1499}"/>
              </a:ext>
            </a:extLst>
          </p:cNvPr>
          <p:cNvSpPr txBox="1">
            <a:spLocks/>
          </p:cNvSpPr>
          <p:nvPr/>
        </p:nvSpPr>
        <p:spPr>
          <a:xfrm>
            <a:off x="2404642" y="2831264"/>
            <a:ext cx="7431933" cy="1836587"/>
          </a:xfrm>
          <a:prstGeom prst="rect">
            <a:avLst/>
          </a:prstGeom>
          <a:noFill/>
        </p:spPr>
        <p:txBody>
          <a:bodyPr lIns="91440" tIns="45720" rIns="91440" bIns="45720" anchor="t">
            <a:normAutofit/>
          </a:bodyPr>
          <a:lstStyle>
            <a:lvl1pPr marL="228600" indent="-228600" algn="l" defTabSz="914400" rtl="0" eaLnBrk="1" latinLnBrk="0" hangingPunct="1">
              <a:lnSpc>
                <a:spcPct val="90000"/>
              </a:lnSpc>
              <a:spcBef>
                <a:spcPts val="1000"/>
              </a:spcBef>
              <a:buClr>
                <a:schemeClr val="accent2"/>
              </a:buClr>
              <a:buFont typeface="Wingdings" panose="05000000000000000000" pitchFamily="2" charset="2"/>
              <a:buChar char="§"/>
              <a:defRPr sz="2800" kern="1200">
                <a:solidFill>
                  <a:schemeClr val="bg2">
                    <a:lumMod val="25000"/>
                  </a:schemeClr>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Wingdings" panose="05000000000000000000" pitchFamily="2" charset="2"/>
              <a:buChar char="§"/>
              <a:defRPr sz="2400" kern="1200">
                <a:solidFill>
                  <a:schemeClr val="bg2">
                    <a:lumMod val="25000"/>
                  </a:schemeClr>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Wingdings" panose="05000000000000000000" pitchFamily="2" charset="2"/>
              <a:buChar char="§"/>
              <a:defRPr sz="2000" kern="1200">
                <a:solidFill>
                  <a:schemeClr val="bg2">
                    <a:lumMod val="25000"/>
                  </a:schemeClr>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Wingdings" panose="05000000000000000000" pitchFamily="2" charset="2"/>
              <a:buChar char="§"/>
              <a:defRPr sz="1800" kern="1200">
                <a:solidFill>
                  <a:schemeClr val="bg2">
                    <a:lumMod val="25000"/>
                  </a:schemeClr>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Wingdings" panose="05000000000000000000" pitchFamily="2" charset="2"/>
              <a:buChar char="§"/>
              <a:defRPr sz="1800" kern="1200">
                <a:solidFill>
                  <a:schemeClr val="bg2">
                    <a:lumMod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400"/>
              </a:spcBef>
            </a:pPr>
            <a:r>
              <a:rPr lang="de-DE" sz="1400">
                <a:solidFill>
                  <a:schemeClr val="tx1"/>
                </a:solidFill>
              </a:rPr>
              <a:t>Finalisierung des Projektplanes Investitionsindikation</a:t>
            </a:r>
          </a:p>
          <a:p>
            <a:pPr>
              <a:spcBef>
                <a:spcPts val="400"/>
              </a:spcBef>
            </a:pPr>
            <a:r>
              <a:rPr lang="de-DE" sz="1400">
                <a:solidFill>
                  <a:schemeClr val="tx1"/>
                </a:solidFill>
              </a:rPr>
              <a:t>Erstellung einer Management Präsentation zum H4S4 Projektantrag und den dazugehörigen Vorprojekten</a:t>
            </a:r>
          </a:p>
          <a:p>
            <a:pPr>
              <a:spcBef>
                <a:spcPts val="400"/>
              </a:spcBef>
            </a:pPr>
            <a:r>
              <a:rPr lang="de-DE" sz="1400">
                <a:solidFill>
                  <a:schemeClr val="tx1"/>
                </a:solidFill>
              </a:rPr>
              <a:t>Review Termin via Teams (ca. 2h)</a:t>
            </a:r>
          </a:p>
          <a:p>
            <a:pPr>
              <a:spcBef>
                <a:spcPts val="400"/>
              </a:spcBef>
            </a:pPr>
            <a:r>
              <a:rPr lang="de-DE" sz="1400">
                <a:solidFill>
                  <a:schemeClr val="tx1"/>
                </a:solidFill>
              </a:rPr>
              <a:t>Vorstellung der Ergebnisse den Verantwortlichen </a:t>
            </a:r>
          </a:p>
        </p:txBody>
      </p:sp>
      <p:sp>
        <p:nvSpPr>
          <p:cNvPr id="30" name="Rechteck 29">
            <a:extLst>
              <a:ext uri="{FF2B5EF4-FFF2-40B4-BE49-F238E27FC236}">
                <a16:creationId xmlns:a16="http://schemas.microsoft.com/office/drawing/2014/main" id="{D11A070A-5EEC-DF88-F472-7987ACA8236B}"/>
              </a:ext>
            </a:extLst>
          </p:cNvPr>
          <p:cNvSpPr/>
          <p:nvPr/>
        </p:nvSpPr>
        <p:spPr>
          <a:xfrm>
            <a:off x="2258727" y="4727524"/>
            <a:ext cx="7645941" cy="1583277"/>
          </a:xfrm>
          <a:prstGeom prst="rect">
            <a:avLst/>
          </a:prstGeom>
          <a:solidFill>
            <a:schemeClr val="accent3">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b="1">
              <a:solidFill>
                <a:schemeClr val="tx1"/>
              </a:solidFill>
            </a:endParaRPr>
          </a:p>
        </p:txBody>
      </p:sp>
      <p:sp>
        <p:nvSpPr>
          <p:cNvPr id="31" name="Rechteck 30">
            <a:extLst>
              <a:ext uri="{FF2B5EF4-FFF2-40B4-BE49-F238E27FC236}">
                <a16:creationId xmlns:a16="http://schemas.microsoft.com/office/drawing/2014/main" id="{3F1A883D-4DA9-8DB7-41E8-20F57815ECA8}"/>
              </a:ext>
            </a:extLst>
          </p:cNvPr>
          <p:cNvSpPr/>
          <p:nvPr/>
        </p:nvSpPr>
        <p:spPr>
          <a:xfrm>
            <a:off x="277526" y="4727524"/>
            <a:ext cx="1911117" cy="1578898"/>
          </a:xfrm>
          <a:prstGeom prst="rect">
            <a:avLst/>
          </a:prstGeom>
          <a:solidFill>
            <a:schemeClr val="accent3">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600" b="1">
                <a:solidFill>
                  <a:schemeClr val="tx1"/>
                </a:solidFill>
              </a:rPr>
              <a:t>Projekt-</a:t>
            </a:r>
          </a:p>
          <a:p>
            <a:pPr algn="ctr"/>
            <a:r>
              <a:rPr lang="de-DE" sz="1600" b="1" err="1">
                <a:solidFill>
                  <a:schemeClr val="tx1"/>
                </a:solidFill>
              </a:rPr>
              <a:t>koordination</a:t>
            </a:r>
            <a:endParaRPr lang="de-DE" sz="1600" b="1">
              <a:solidFill>
                <a:schemeClr val="tx1"/>
              </a:solidFill>
            </a:endParaRPr>
          </a:p>
        </p:txBody>
      </p:sp>
      <p:sp>
        <p:nvSpPr>
          <p:cNvPr id="32" name="Rechteck 31">
            <a:extLst>
              <a:ext uri="{FF2B5EF4-FFF2-40B4-BE49-F238E27FC236}">
                <a16:creationId xmlns:a16="http://schemas.microsoft.com/office/drawing/2014/main" id="{029B438F-6238-EDDB-50CA-DA9DF87AB6C9}"/>
              </a:ext>
            </a:extLst>
          </p:cNvPr>
          <p:cNvSpPr/>
          <p:nvPr/>
        </p:nvSpPr>
        <p:spPr>
          <a:xfrm>
            <a:off x="9974752" y="4728706"/>
            <a:ext cx="1911117" cy="1575804"/>
          </a:xfrm>
          <a:prstGeom prst="rect">
            <a:avLst/>
          </a:prstGeom>
          <a:solidFill>
            <a:schemeClr val="accent3">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400" b="1">
                <a:solidFill>
                  <a:schemeClr val="tx1"/>
                </a:solidFill>
              </a:rPr>
              <a:t>5 PT</a:t>
            </a:r>
          </a:p>
          <a:p>
            <a:pPr algn="ctr"/>
            <a:r>
              <a:rPr lang="de-DE" sz="1400">
                <a:solidFill>
                  <a:schemeClr val="tx1"/>
                </a:solidFill>
              </a:rPr>
              <a:t>Managing Consultant</a:t>
            </a:r>
          </a:p>
        </p:txBody>
      </p:sp>
      <p:sp>
        <p:nvSpPr>
          <p:cNvPr id="33" name="Inhaltsplatzhalter 3">
            <a:extLst>
              <a:ext uri="{FF2B5EF4-FFF2-40B4-BE49-F238E27FC236}">
                <a16:creationId xmlns:a16="http://schemas.microsoft.com/office/drawing/2014/main" id="{D76A6F1C-614E-17D0-ABFA-F281A32E8E00}"/>
              </a:ext>
            </a:extLst>
          </p:cNvPr>
          <p:cNvSpPr txBox="1">
            <a:spLocks/>
          </p:cNvSpPr>
          <p:nvPr/>
        </p:nvSpPr>
        <p:spPr>
          <a:xfrm>
            <a:off x="2404642" y="4786126"/>
            <a:ext cx="7500026" cy="1406400"/>
          </a:xfrm>
          <a:prstGeom prst="rect">
            <a:avLst/>
          </a:prstGeom>
          <a:noFill/>
        </p:spPr>
        <p:txBody>
          <a:bodyPr lIns="91440" tIns="45720" rIns="91440" bIns="45720" anchor="t">
            <a:normAutofit fontScale="92500" lnSpcReduction="10000"/>
          </a:bodyPr>
          <a:lstStyle>
            <a:lvl1pPr marL="228600" indent="-228600" algn="l" defTabSz="914400" rtl="0" eaLnBrk="1" latinLnBrk="0" hangingPunct="1">
              <a:lnSpc>
                <a:spcPct val="90000"/>
              </a:lnSpc>
              <a:spcBef>
                <a:spcPts val="1000"/>
              </a:spcBef>
              <a:buClr>
                <a:schemeClr val="accent2"/>
              </a:buClr>
              <a:buFont typeface="Wingdings" panose="05000000000000000000" pitchFamily="2" charset="2"/>
              <a:buChar char="§"/>
              <a:defRPr sz="2800" kern="1200">
                <a:solidFill>
                  <a:schemeClr val="bg2">
                    <a:lumMod val="25000"/>
                  </a:schemeClr>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Wingdings" panose="05000000000000000000" pitchFamily="2" charset="2"/>
              <a:buChar char="§"/>
              <a:defRPr sz="2400" kern="1200">
                <a:solidFill>
                  <a:schemeClr val="bg2">
                    <a:lumMod val="25000"/>
                  </a:schemeClr>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Wingdings" panose="05000000000000000000" pitchFamily="2" charset="2"/>
              <a:buChar char="§"/>
              <a:defRPr sz="2000" kern="1200">
                <a:solidFill>
                  <a:schemeClr val="bg2">
                    <a:lumMod val="25000"/>
                  </a:schemeClr>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Wingdings" panose="05000000000000000000" pitchFamily="2" charset="2"/>
              <a:buChar char="§"/>
              <a:defRPr sz="1800" kern="1200">
                <a:solidFill>
                  <a:schemeClr val="bg2">
                    <a:lumMod val="25000"/>
                  </a:schemeClr>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Wingdings" panose="05000000000000000000" pitchFamily="2" charset="2"/>
              <a:buChar char="§"/>
              <a:defRPr sz="1800" kern="1200">
                <a:solidFill>
                  <a:schemeClr val="bg2">
                    <a:lumMod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400"/>
              </a:spcBef>
              <a:buNone/>
            </a:pPr>
            <a:r>
              <a:rPr lang="de-DE" sz="1400" b="1">
                <a:solidFill>
                  <a:schemeClr val="tx1"/>
                </a:solidFill>
              </a:rPr>
              <a:t>Leitung &amp; Steuerung des gesamten Projektes: </a:t>
            </a:r>
          </a:p>
          <a:p>
            <a:pPr>
              <a:spcBef>
                <a:spcPts val="400"/>
              </a:spcBef>
            </a:pPr>
            <a:r>
              <a:rPr lang="de-DE" sz="1400">
                <a:solidFill>
                  <a:schemeClr val="tx1"/>
                </a:solidFill>
              </a:rPr>
              <a:t>Projektkickoff</a:t>
            </a:r>
          </a:p>
          <a:p>
            <a:pPr>
              <a:spcBef>
                <a:spcPts val="400"/>
              </a:spcBef>
            </a:pPr>
            <a:r>
              <a:rPr lang="de-DE" sz="1400">
                <a:solidFill>
                  <a:schemeClr val="tx1"/>
                </a:solidFill>
              </a:rPr>
              <a:t>Projektpläne, Arbeitspaketsteuerung </a:t>
            </a:r>
          </a:p>
          <a:p>
            <a:pPr>
              <a:spcBef>
                <a:spcPts val="400"/>
              </a:spcBef>
            </a:pPr>
            <a:r>
              <a:rPr lang="de-DE" sz="1400">
                <a:solidFill>
                  <a:schemeClr val="tx1"/>
                </a:solidFill>
              </a:rPr>
              <a:t>Kommunikation mit allen involvierten Beteiligten</a:t>
            </a:r>
          </a:p>
          <a:p>
            <a:pPr>
              <a:spcBef>
                <a:spcPts val="400"/>
              </a:spcBef>
            </a:pPr>
            <a:r>
              <a:rPr lang="de-DE" sz="1400">
                <a:solidFill>
                  <a:schemeClr val="tx1"/>
                </a:solidFill>
              </a:rPr>
              <a:t>Controlling von Zeit, Kosten &amp; Qualität</a:t>
            </a:r>
          </a:p>
          <a:p>
            <a:pPr>
              <a:spcBef>
                <a:spcPts val="400"/>
              </a:spcBef>
            </a:pPr>
            <a:r>
              <a:rPr lang="de-DE" sz="1400">
                <a:solidFill>
                  <a:schemeClr val="tx1"/>
                </a:solidFill>
              </a:rPr>
              <a:t>Anfertigung regelmäßiger </a:t>
            </a:r>
            <a:r>
              <a:rPr lang="de-DE" sz="1400" err="1">
                <a:solidFill>
                  <a:schemeClr val="tx1"/>
                </a:solidFill>
              </a:rPr>
              <a:t>Kundenreportings</a:t>
            </a:r>
            <a:r>
              <a:rPr lang="de-DE" sz="1400">
                <a:solidFill>
                  <a:schemeClr val="tx1"/>
                </a:solidFill>
              </a:rPr>
              <a:t> und Durchführung regelmäßiger Projektstatusmeetings</a:t>
            </a:r>
          </a:p>
        </p:txBody>
      </p:sp>
    </p:spTree>
    <p:extLst>
      <p:ext uri="{BB962C8B-B14F-4D97-AF65-F5344CB8AC3E}">
        <p14:creationId xmlns:p14="http://schemas.microsoft.com/office/powerpoint/2010/main" val="15037879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3BF0A438-4080-E071-FB97-4821F8AF9F04}"/>
              </a:ext>
            </a:extLst>
          </p:cNvPr>
          <p:cNvSpPr>
            <a:spLocks noGrp="1"/>
          </p:cNvSpPr>
          <p:nvPr>
            <p:ph type="sldNum" sz="quarter" idx="12"/>
          </p:nvPr>
        </p:nvSpPr>
        <p:spPr/>
        <p:txBody>
          <a:bodyPr/>
          <a:lstStyle/>
          <a:p>
            <a:fld id="{B4256C18-6D8C-4341-B569-3B1E941D5C64}" type="slidenum">
              <a:rPr lang="de-DE" smtClean="0"/>
              <a:t>15</a:t>
            </a:fld>
            <a:endParaRPr lang="de-DE"/>
          </a:p>
        </p:txBody>
      </p:sp>
      <p:sp>
        <p:nvSpPr>
          <p:cNvPr id="3" name="Titel 2">
            <a:extLst>
              <a:ext uri="{FF2B5EF4-FFF2-40B4-BE49-F238E27FC236}">
                <a16:creationId xmlns:a16="http://schemas.microsoft.com/office/drawing/2014/main" id="{116F2A4D-D0E2-A211-4CDB-B940FC0ADFCD}"/>
              </a:ext>
            </a:extLst>
          </p:cNvPr>
          <p:cNvSpPr>
            <a:spLocks noGrp="1"/>
          </p:cNvSpPr>
          <p:nvPr>
            <p:ph type="title"/>
          </p:nvPr>
        </p:nvSpPr>
        <p:spPr>
          <a:prstGeom prst="rect">
            <a:avLst/>
          </a:prstGeom>
        </p:spPr>
        <p:txBody>
          <a:bodyPr/>
          <a:lstStyle/>
          <a:p>
            <a:r>
              <a:rPr lang="de-DE" err="1"/>
              <a:t>Readiness</a:t>
            </a:r>
            <a:r>
              <a:rPr lang="de-DE"/>
              <a:t> Check und Projektplan Erstellung in der H4S4 Planungsphase (4/5)</a:t>
            </a:r>
            <a:br>
              <a:rPr lang="de-DE"/>
            </a:br>
            <a:r>
              <a:rPr lang="de-DE">
                <a:solidFill>
                  <a:schemeClr val="accent2"/>
                </a:solidFill>
              </a:rPr>
              <a:t>Optionale Positionen</a:t>
            </a:r>
          </a:p>
        </p:txBody>
      </p:sp>
      <p:sp>
        <p:nvSpPr>
          <p:cNvPr id="16" name="object 24">
            <a:extLst>
              <a:ext uri="{FF2B5EF4-FFF2-40B4-BE49-F238E27FC236}">
                <a16:creationId xmlns:a16="http://schemas.microsoft.com/office/drawing/2014/main" id="{26F88966-EDE0-25C7-D431-B5128D5B832E}"/>
              </a:ext>
            </a:extLst>
          </p:cNvPr>
          <p:cNvSpPr txBox="1">
            <a:spLocks/>
          </p:cNvSpPr>
          <p:nvPr/>
        </p:nvSpPr>
        <p:spPr>
          <a:xfrm>
            <a:off x="278363" y="979454"/>
            <a:ext cx="1758343" cy="274386"/>
          </a:xfrm>
          <a:prstGeom prst="rect">
            <a:avLst/>
          </a:prstGeom>
        </p:spPr>
        <p:txBody>
          <a:bodyPr vert="horz" wrap="square" lIns="36000" tIns="0" rIns="0" bIns="0" rtlCol="0" anchor="ctr">
            <a:noAutofit/>
          </a:bodyPr>
          <a:lstStyle/>
          <a:p>
            <a:pPr marL="12700">
              <a:lnSpc>
                <a:spcPct val="100000"/>
              </a:lnSpc>
              <a:spcBef>
                <a:spcPts val="95"/>
              </a:spcBef>
            </a:pPr>
            <a:r>
              <a:rPr lang="de-DE" sz="1400" b="1" spc="-5">
                <a:solidFill>
                  <a:schemeClr val="tx1">
                    <a:lumMod val="50000"/>
                  </a:schemeClr>
                </a:solidFill>
                <a:latin typeface="Arial" panose="020B0604020202020204" pitchFamily="34" charset="0"/>
                <a:cs typeface="Arial" panose="020B0604020202020204" pitchFamily="34" charset="0"/>
              </a:rPr>
              <a:t>Schritte </a:t>
            </a:r>
          </a:p>
        </p:txBody>
      </p:sp>
      <p:cxnSp>
        <p:nvCxnSpPr>
          <p:cNvPr id="17" name="Straight Connector 115">
            <a:extLst>
              <a:ext uri="{FF2B5EF4-FFF2-40B4-BE49-F238E27FC236}">
                <a16:creationId xmlns:a16="http://schemas.microsoft.com/office/drawing/2014/main" id="{31D58737-6BFA-B672-2B32-F81C9CFA69E3}"/>
              </a:ext>
            </a:extLst>
          </p:cNvPr>
          <p:cNvCxnSpPr>
            <a:cxnSpLocks/>
          </p:cNvCxnSpPr>
          <p:nvPr/>
        </p:nvCxnSpPr>
        <p:spPr bwMode="auto">
          <a:xfrm>
            <a:off x="278363" y="1258760"/>
            <a:ext cx="1758343" cy="0"/>
          </a:xfrm>
          <a:prstGeom prst="line">
            <a:avLst/>
          </a:prstGeom>
          <a:solidFill>
            <a:srgbClr val="F0F0F0"/>
          </a:solidFill>
          <a:ln w="19050" cap="flat" cmpd="sng" algn="ctr">
            <a:solidFill>
              <a:schemeClr val="tx1">
                <a:lumMod val="50000"/>
              </a:schemeClr>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 name="object 24">
            <a:extLst>
              <a:ext uri="{FF2B5EF4-FFF2-40B4-BE49-F238E27FC236}">
                <a16:creationId xmlns:a16="http://schemas.microsoft.com/office/drawing/2014/main" id="{756720C3-03D4-F57F-D000-57B3CDEEA496}"/>
              </a:ext>
            </a:extLst>
          </p:cNvPr>
          <p:cNvSpPr txBox="1">
            <a:spLocks/>
          </p:cNvSpPr>
          <p:nvPr/>
        </p:nvSpPr>
        <p:spPr>
          <a:xfrm>
            <a:off x="2217907" y="989159"/>
            <a:ext cx="8073957" cy="274386"/>
          </a:xfrm>
          <a:prstGeom prst="rect">
            <a:avLst/>
          </a:prstGeom>
        </p:spPr>
        <p:txBody>
          <a:bodyPr vert="horz" wrap="square" lIns="36000" tIns="0" rIns="0" bIns="0" rtlCol="0" anchor="ctr">
            <a:noAutofit/>
          </a:bodyPr>
          <a:lstStyle/>
          <a:p>
            <a:pPr marL="12700">
              <a:lnSpc>
                <a:spcPct val="100000"/>
              </a:lnSpc>
              <a:spcBef>
                <a:spcPts val="95"/>
              </a:spcBef>
            </a:pPr>
            <a:r>
              <a:rPr lang="de-DE" sz="1400" b="1" spc="-5">
                <a:solidFill>
                  <a:schemeClr val="tx1">
                    <a:lumMod val="50000"/>
                  </a:schemeClr>
                </a:solidFill>
                <a:latin typeface="Arial" panose="020B0604020202020204" pitchFamily="34" charset="0"/>
                <a:cs typeface="Arial" panose="020B0604020202020204" pitchFamily="34" charset="0"/>
              </a:rPr>
              <a:t>Inhalte </a:t>
            </a:r>
          </a:p>
        </p:txBody>
      </p:sp>
      <p:cxnSp>
        <p:nvCxnSpPr>
          <p:cNvPr id="20" name="Straight Connector 115">
            <a:extLst>
              <a:ext uri="{FF2B5EF4-FFF2-40B4-BE49-F238E27FC236}">
                <a16:creationId xmlns:a16="http://schemas.microsoft.com/office/drawing/2014/main" id="{B3AF6A28-4A27-0A79-D9A9-16140F7A4AC1}"/>
              </a:ext>
            </a:extLst>
          </p:cNvPr>
          <p:cNvCxnSpPr>
            <a:cxnSpLocks/>
          </p:cNvCxnSpPr>
          <p:nvPr/>
        </p:nvCxnSpPr>
        <p:spPr bwMode="auto">
          <a:xfrm>
            <a:off x="2217907" y="1268465"/>
            <a:ext cx="7645941" cy="0"/>
          </a:xfrm>
          <a:prstGeom prst="line">
            <a:avLst/>
          </a:prstGeom>
          <a:solidFill>
            <a:srgbClr val="F0F0F0"/>
          </a:solidFill>
          <a:ln w="19050" cap="flat" cmpd="sng" algn="ctr">
            <a:solidFill>
              <a:schemeClr val="tx1">
                <a:lumMod val="50000"/>
              </a:schemeClr>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 name="object 24">
            <a:extLst>
              <a:ext uri="{FF2B5EF4-FFF2-40B4-BE49-F238E27FC236}">
                <a16:creationId xmlns:a16="http://schemas.microsoft.com/office/drawing/2014/main" id="{DA2C0A13-E074-110E-EBCD-E369D7110499}"/>
              </a:ext>
            </a:extLst>
          </p:cNvPr>
          <p:cNvSpPr txBox="1">
            <a:spLocks/>
          </p:cNvSpPr>
          <p:nvPr/>
        </p:nvSpPr>
        <p:spPr>
          <a:xfrm>
            <a:off x="10086706" y="984347"/>
            <a:ext cx="1758343" cy="274386"/>
          </a:xfrm>
          <a:prstGeom prst="rect">
            <a:avLst/>
          </a:prstGeom>
        </p:spPr>
        <p:txBody>
          <a:bodyPr vert="horz" wrap="square" lIns="36000" tIns="0" rIns="0" bIns="0" rtlCol="0" anchor="ctr">
            <a:noAutofit/>
          </a:bodyPr>
          <a:lstStyle/>
          <a:p>
            <a:pPr marL="12700">
              <a:lnSpc>
                <a:spcPct val="100000"/>
              </a:lnSpc>
              <a:spcBef>
                <a:spcPts val="95"/>
              </a:spcBef>
            </a:pPr>
            <a:r>
              <a:rPr lang="de-DE" sz="1400" b="1" spc="-5">
                <a:solidFill>
                  <a:schemeClr val="tx1">
                    <a:lumMod val="50000"/>
                  </a:schemeClr>
                </a:solidFill>
                <a:latin typeface="Arial" panose="020B0604020202020204" pitchFamily="34" charset="0"/>
                <a:cs typeface="Arial" panose="020B0604020202020204" pitchFamily="34" charset="0"/>
              </a:rPr>
              <a:t>Aufwände je </a:t>
            </a:r>
            <a:r>
              <a:rPr lang="de-DE" sz="1400" b="1" spc="-5" err="1">
                <a:solidFill>
                  <a:schemeClr val="tx1">
                    <a:lumMod val="50000"/>
                  </a:schemeClr>
                </a:solidFill>
                <a:latin typeface="Arial" panose="020B0604020202020204" pitchFamily="34" charset="0"/>
                <a:cs typeface="Arial" panose="020B0604020202020204" pitchFamily="34" charset="0"/>
              </a:rPr>
              <a:t>Skill</a:t>
            </a:r>
            <a:endParaRPr lang="de-DE" sz="1400" b="1" spc="-5">
              <a:solidFill>
                <a:schemeClr val="tx1">
                  <a:lumMod val="50000"/>
                </a:schemeClr>
              </a:solidFill>
              <a:latin typeface="Arial" panose="020B0604020202020204" pitchFamily="34" charset="0"/>
              <a:cs typeface="Arial" panose="020B0604020202020204" pitchFamily="34" charset="0"/>
            </a:endParaRPr>
          </a:p>
        </p:txBody>
      </p:sp>
      <p:cxnSp>
        <p:nvCxnSpPr>
          <p:cNvPr id="27" name="Straight Connector 115">
            <a:extLst>
              <a:ext uri="{FF2B5EF4-FFF2-40B4-BE49-F238E27FC236}">
                <a16:creationId xmlns:a16="http://schemas.microsoft.com/office/drawing/2014/main" id="{66BB70D3-9E75-87F2-48A3-D6DD234E277B}"/>
              </a:ext>
            </a:extLst>
          </p:cNvPr>
          <p:cNvCxnSpPr>
            <a:cxnSpLocks/>
          </p:cNvCxnSpPr>
          <p:nvPr/>
        </p:nvCxnSpPr>
        <p:spPr bwMode="auto">
          <a:xfrm>
            <a:off x="10086706" y="1263653"/>
            <a:ext cx="1758343" cy="0"/>
          </a:xfrm>
          <a:prstGeom prst="line">
            <a:avLst/>
          </a:prstGeom>
          <a:solidFill>
            <a:srgbClr val="F0F0F0"/>
          </a:solidFill>
          <a:ln w="19050" cap="flat" cmpd="sng" algn="ctr">
            <a:solidFill>
              <a:schemeClr val="tx1">
                <a:lumMod val="50000"/>
              </a:schemeClr>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 name="Rechteck 14">
            <a:extLst>
              <a:ext uri="{FF2B5EF4-FFF2-40B4-BE49-F238E27FC236}">
                <a16:creationId xmlns:a16="http://schemas.microsoft.com/office/drawing/2014/main" id="{F07ECBE7-600A-E552-F224-746C9C90AD29}"/>
              </a:ext>
            </a:extLst>
          </p:cNvPr>
          <p:cNvSpPr/>
          <p:nvPr/>
        </p:nvSpPr>
        <p:spPr>
          <a:xfrm>
            <a:off x="2259564" y="1440688"/>
            <a:ext cx="7645941" cy="186911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b="1">
              <a:solidFill>
                <a:schemeClr val="tx1"/>
              </a:solidFill>
            </a:endParaRPr>
          </a:p>
        </p:txBody>
      </p:sp>
      <p:sp>
        <p:nvSpPr>
          <p:cNvPr id="18" name="Rechteck 17">
            <a:extLst>
              <a:ext uri="{FF2B5EF4-FFF2-40B4-BE49-F238E27FC236}">
                <a16:creationId xmlns:a16="http://schemas.microsoft.com/office/drawing/2014/main" id="{BBFAA08B-43D5-4416-46A0-70A1C1CC7831}"/>
              </a:ext>
            </a:extLst>
          </p:cNvPr>
          <p:cNvSpPr/>
          <p:nvPr/>
        </p:nvSpPr>
        <p:spPr>
          <a:xfrm>
            <a:off x="278363" y="1440687"/>
            <a:ext cx="1800000" cy="186911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600" b="1">
                <a:solidFill>
                  <a:schemeClr val="tx1"/>
                </a:solidFill>
              </a:rPr>
              <a:t>Anforderungs-aufnahme eines </a:t>
            </a:r>
            <a:r>
              <a:rPr lang="de-DE" sz="1600" b="1" err="1">
                <a:solidFill>
                  <a:schemeClr val="tx1"/>
                </a:solidFill>
              </a:rPr>
              <a:t>Simplification</a:t>
            </a:r>
            <a:r>
              <a:rPr lang="de-DE" sz="1600" b="1">
                <a:solidFill>
                  <a:schemeClr val="tx1"/>
                </a:solidFill>
              </a:rPr>
              <a:t> Themas</a:t>
            </a:r>
          </a:p>
        </p:txBody>
      </p:sp>
      <p:sp>
        <p:nvSpPr>
          <p:cNvPr id="21" name="Rechteck 20">
            <a:extLst>
              <a:ext uri="{FF2B5EF4-FFF2-40B4-BE49-F238E27FC236}">
                <a16:creationId xmlns:a16="http://schemas.microsoft.com/office/drawing/2014/main" id="{68C89A57-CE1F-4971-FACE-B0CD711AA693}"/>
              </a:ext>
            </a:extLst>
          </p:cNvPr>
          <p:cNvSpPr/>
          <p:nvPr/>
        </p:nvSpPr>
        <p:spPr>
          <a:xfrm>
            <a:off x="10086706" y="1423302"/>
            <a:ext cx="1800000" cy="188649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400" b="1">
                <a:solidFill>
                  <a:schemeClr val="tx1"/>
                </a:solidFill>
              </a:rPr>
              <a:t>+ 3-5 PT</a:t>
            </a:r>
          </a:p>
          <a:p>
            <a:pPr algn="ctr"/>
            <a:r>
              <a:rPr lang="de-DE" sz="1400" b="1">
                <a:solidFill>
                  <a:schemeClr val="tx1"/>
                </a:solidFill>
              </a:rPr>
              <a:t>pro Thema</a:t>
            </a:r>
          </a:p>
          <a:p>
            <a:pPr algn="ctr"/>
            <a:endParaRPr lang="de-DE" sz="1800" b="1">
              <a:solidFill>
                <a:schemeClr val="tx1"/>
              </a:solidFill>
            </a:endParaRPr>
          </a:p>
          <a:p>
            <a:pPr algn="ctr"/>
            <a:r>
              <a:rPr lang="de-DE" sz="1200">
                <a:solidFill>
                  <a:schemeClr val="tx1"/>
                </a:solidFill>
              </a:rPr>
              <a:t>(nicht in Aufwandsschätzung &amp; Angebot aufgenommen)</a:t>
            </a:r>
          </a:p>
        </p:txBody>
      </p:sp>
      <p:sp>
        <p:nvSpPr>
          <p:cNvPr id="22" name="Inhaltsplatzhalter 3">
            <a:extLst>
              <a:ext uri="{FF2B5EF4-FFF2-40B4-BE49-F238E27FC236}">
                <a16:creationId xmlns:a16="http://schemas.microsoft.com/office/drawing/2014/main" id="{651F3306-69AB-73F4-DA0C-8290DC30315D}"/>
              </a:ext>
            </a:extLst>
          </p:cNvPr>
          <p:cNvSpPr txBox="1">
            <a:spLocks/>
          </p:cNvSpPr>
          <p:nvPr/>
        </p:nvSpPr>
        <p:spPr>
          <a:xfrm>
            <a:off x="2405479" y="1484846"/>
            <a:ext cx="7500026" cy="1944154"/>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2"/>
              </a:buClr>
              <a:buFont typeface="Wingdings" panose="05000000000000000000" pitchFamily="2" charset="2"/>
              <a:buChar char="§"/>
              <a:defRPr sz="2800" kern="1200">
                <a:solidFill>
                  <a:schemeClr val="bg2">
                    <a:lumMod val="25000"/>
                  </a:schemeClr>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Wingdings" panose="05000000000000000000" pitchFamily="2" charset="2"/>
              <a:buChar char="§"/>
              <a:defRPr sz="2400" kern="1200">
                <a:solidFill>
                  <a:schemeClr val="bg2">
                    <a:lumMod val="25000"/>
                  </a:schemeClr>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Wingdings" panose="05000000000000000000" pitchFamily="2" charset="2"/>
              <a:buChar char="§"/>
              <a:defRPr sz="2000" kern="1200">
                <a:solidFill>
                  <a:schemeClr val="bg2">
                    <a:lumMod val="25000"/>
                  </a:schemeClr>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Wingdings" panose="05000000000000000000" pitchFamily="2" charset="2"/>
              <a:buChar char="§"/>
              <a:defRPr sz="1800" kern="1200">
                <a:solidFill>
                  <a:schemeClr val="bg2">
                    <a:lumMod val="25000"/>
                  </a:schemeClr>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Wingdings" panose="05000000000000000000" pitchFamily="2" charset="2"/>
              <a:buChar char="§"/>
              <a:defRPr sz="1800" kern="1200">
                <a:solidFill>
                  <a:schemeClr val="bg2">
                    <a:lumMod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400"/>
              </a:spcBef>
              <a:buNone/>
            </a:pPr>
            <a:r>
              <a:rPr lang="de-DE" sz="1400" b="1">
                <a:solidFill>
                  <a:schemeClr val="tx1"/>
                </a:solidFill>
              </a:rPr>
              <a:t>Falls ein weiteres Thema durch die </a:t>
            </a:r>
            <a:r>
              <a:rPr lang="de-DE" sz="1400" b="1" err="1">
                <a:solidFill>
                  <a:schemeClr val="tx1"/>
                </a:solidFill>
              </a:rPr>
              <a:t>Simplifications</a:t>
            </a:r>
            <a:r>
              <a:rPr lang="de-DE" sz="1400" b="1">
                <a:solidFill>
                  <a:schemeClr val="tx1"/>
                </a:solidFill>
              </a:rPr>
              <a:t> betrachtet werden muss, kümmern wir uns mit Ihnen um eine Alternative</a:t>
            </a:r>
          </a:p>
          <a:p>
            <a:pPr>
              <a:spcBef>
                <a:spcPts val="400"/>
              </a:spcBef>
            </a:pPr>
            <a:r>
              <a:rPr lang="de-DE" sz="1400">
                <a:solidFill>
                  <a:schemeClr val="tx1"/>
                </a:solidFill>
              </a:rPr>
              <a:t>Sichtung der bisherigen Umsetzung des Themas sowie Evaluieren der Anforderung an eine alternative Lösung</a:t>
            </a:r>
          </a:p>
          <a:p>
            <a:pPr>
              <a:spcBef>
                <a:spcPts val="400"/>
              </a:spcBef>
            </a:pPr>
            <a:r>
              <a:rPr lang="de-DE" sz="1400">
                <a:solidFill>
                  <a:schemeClr val="tx1"/>
                </a:solidFill>
              </a:rPr>
              <a:t>Anforderungsaufnahme in Form von Geschäftsfähigkeiten</a:t>
            </a:r>
          </a:p>
          <a:p>
            <a:pPr>
              <a:spcBef>
                <a:spcPts val="400"/>
              </a:spcBef>
            </a:pPr>
            <a:r>
              <a:rPr lang="de-DE" sz="1400">
                <a:solidFill>
                  <a:schemeClr val="tx1"/>
                </a:solidFill>
              </a:rPr>
              <a:t>Grobe Selektion des Marktes: welche Software passt nach der ersten Anforderungsaufnahme auf die gewünschten Geschäftsfähigkeiten</a:t>
            </a:r>
          </a:p>
          <a:p>
            <a:pPr>
              <a:spcBef>
                <a:spcPts val="400"/>
              </a:spcBef>
            </a:pPr>
            <a:r>
              <a:rPr lang="de-DE" sz="1400">
                <a:solidFill>
                  <a:schemeClr val="tx1"/>
                </a:solidFill>
              </a:rPr>
              <a:t>Herausarbeitung einer Handlungsempfehlung</a:t>
            </a:r>
          </a:p>
        </p:txBody>
      </p:sp>
    </p:spTree>
    <p:extLst>
      <p:ext uri="{BB962C8B-B14F-4D97-AF65-F5344CB8AC3E}">
        <p14:creationId xmlns:p14="http://schemas.microsoft.com/office/powerpoint/2010/main" val="34107466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3BF0A438-4080-E071-FB97-4821F8AF9F04}"/>
              </a:ext>
            </a:extLst>
          </p:cNvPr>
          <p:cNvSpPr>
            <a:spLocks noGrp="1"/>
          </p:cNvSpPr>
          <p:nvPr>
            <p:ph type="sldNum" sz="quarter" idx="12"/>
          </p:nvPr>
        </p:nvSpPr>
        <p:spPr/>
        <p:txBody>
          <a:bodyPr/>
          <a:lstStyle/>
          <a:p>
            <a:fld id="{B4256C18-6D8C-4341-B569-3B1E941D5C64}" type="slidenum">
              <a:rPr lang="de-DE" smtClean="0"/>
              <a:t>16</a:t>
            </a:fld>
            <a:endParaRPr lang="de-DE"/>
          </a:p>
        </p:txBody>
      </p:sp>
      <p:sp>
        <p:nvSpPr>
          <p:cNvPr id="3" name="Titel 2">
            <a:extLst>
              <a:ext uri="{FF2B5EF4-FFF2-40B4-BE49-F238E27FC236}">
                <a16:creationId xmlns:a16="http://schemas.microsoft.com/office/drawing/2014/main" id="{116F2A4D-D0E2-A211-4CDB-B940FC0ADFCD}"/>
              </a:ext>
            </a:extLst>
          </p:cNvPr>
          <p:cNvSpPr>
            <a:spLocks noGrp="1"/>
          </p:cNvSpPr>
          <p:nvPr>
            <p:ph type="title"/>
          </p:nvPr>
        </p:nvSpPr>
        <p:spPr>
          <a:prstGeom prst="rect">
            <a:avLst/>
          </a:prstGeom>
        </p:spPr>
        <p:txBody>
          <a:bodyPr/>
          <a:lstStyle/>
          <a:p>
            <a:r>
              <a:rPr lang="de-DE" err="1"/>
              <a:t>Readiness</a:t>
            </a:r>
            <a:r>
              <a:rPr lang="de-DE"/>
              <a:t> Check und Projektplan Erstellung in der H4S4 Planungsphase (5/5)  </a:t>
            </a:r>
            <a:br>
              <a:rPr lang="de-DE"/>
            </a:br>
            <a:r>
              <a:rPr lang="de-DE">
                <a:solidFill>
                  <a:schemeClr val="tx2"/>
                </a:solidFill>
              </a:rPr>
              <a:t>Aufwandsschätzung für die internen Kapazitäten</a:t>
            </a:r>
          </a:p>
        </p:txBody>
      </p:sp>
      <p:sp>
        <p:nvSpPr>
          <p:cNvPr id="5" name="Textfeld 4">
            <a:extLst>
              <a:ext uri="{FF2B5EF4-FFF2-40B4-BE49-F238E27FC236}">
                <a16:creationId xmlns:a16="http://schemas.microsoft.com/office/drawing/2014/main" id="{B9113AAB-162B-4AA4-9CE8-EACFF34BF9E3}"/>
              </a:ext>
            </a:extLst>
          </p:cNvPr>
          <p:cNvSpPr txBox="1"/>
          <p:nvPr/>
        </p:nvSpPr>
        <p:spPr>
          <a:xfrm>
            <a:off x="4689724" y="2807527"/>
            <a:ext cx="7083176" cy="1267014"/>
          </a:xfrm>
          <a:prstGeom prst="rect">
            <a:avLst/>
          </a:prstGeom>
          <a:noFill/>
        </p:spPr>
        <p:txBody>
          <a:bodyPr wrap="square" rtlCol="0">
            <a:spAutoFit/>
          </a:bodyPr>
          <a:lstStyle/>
          <a:p>
            <a:pPr>
              <a:lnSpc>
                <a:spcPct val="90000"/>
              </a:lnSpc>
              <a:spcBef>
                <a:spcPts val="400"/>
              </a:spcBef>
              <a:buClr>
                <a:schemeClr val="accent2"/>
              </a:buClr>
            </a:pPr>
            <a:r>
              <a:rPr lang="de-DE" sz="1400"/>
              <a:t>Nach aktuellem Kenntnisstand wird folgender interner Aufwand geschätzt: </a:t>
            </a:r>
          </a:p>
          <a:p>
            <a:pPr marL="228600" indent="-228600">
              <a:lnSpc>
                <a:spcPct val="90000"/>
              </a:lnSpc>
              <a:spcBef>
                <a:spcPts val="400"/>
              </a:spcBef>
              <a:buClr>
                <a:schemeClr val="tx2"/>
              </a:buClr>
              <a:buFont typeface="Wingdings" panose="05000000000000000000" pitchFamily="2" charset="2"/>
              <a:buChar char="§"/>
            </a:pPr>
            <a:r>
              <a:rPr lang="de-DE" sz="1400"/>
              <a:t>2 Tage SAP Basis</a:t>
            </a:r>
          </a:p>
          <a:p>
            <a:pPr marL="228600" indent="-228600">
              <a:lnSpc>
                <a:spcPct val="90000"/>
              </a:lnSpc>
              <a:spcBef>
                <a:spcPts val="400"/>
              </a:spcBef>
              <a:buClr>
                <a:schemeClr val="tx2"/>
              </a:buClr>
              <a:buFont typeface="Wingdings" panose="05000000000000000000" pitchFamily="2" charset="2"/>
              <a:buChar char="§"/>
            </a:pPr>
            <a:r>
              <a:rPr lang="de-DE" sz="1400"/>
              <a:t>3-5 Tage HR IT Anwendungsbetreuung</a:t>
            </a:r>
          </a:p>
          <a:p>
            <a:pPr marL="228600" indent="-228600">
              <a:lnSpc>
                <a:spcPct val="90000"/>
              </a:lnSpc>
              <a:spcBef>
                <a:spcPts val="400"/>
              </a:spcBef>
              <a:buClr>
                <a:schemeClr val="tx2"/>
              </a:buClr>
              <a:buFont typeface="Wingdings" panose="05000000000000000000" pitchFamily="2" charset="2"/>
              <a:buChar char="§"/>
            </a:pPr>
            <a:r>
              <a:rPr lang="de-DE" sz="1400"/>
              <a:t>2 Tage fachliche HR Anwendungsbetreuung / Key User</a:t>
            </a:r>
          </a:p>
          <a:p>
            <a:pPr marL="228600" indent="-228600">
              <a:lnSpc>
                <a:spcPct val="90000"/>
              </a:lnSpc>
              <a:spcBef>
                <a:spcPts val="400"/>
              </a:spcBef>
              <a:buClr>
                <a:schemeClr val="tx2"/>
              </a:buClr>
              <a:buFont typeface="Wingdings" panose="05000000000000000000" pitchFamily="2" charset="2"/>
              <a:buChar char="§"/>
            </a:pPr>
            <a:r>
              <a:rPr lang="de-DE" sz="1400"/>
              <a:t>3 Tage HR Management </a:t>
            </a:r>
          </a:p>
        </p:txBody>
      </p:sp>
      <p:sp>
        <p:nvSpPr>
          <p:cNvPr id="12" name="Rechteck 11">
            <a:extLst>
              <a:ext uri="{FF2B5EF4-FFF2-40B4-BE49-F238E27FC236}">
                <a16:creationId xmlns:a16="http://schemas.microsoft.com/office/drawing/2014/main" id="{92D25A23-7CED-07DF-B035-F60FFD836377}"/>
              </a:ext>
            </a:extLst>
          </p:cNvPr>
          <p:cNvSpPr/>
          <p:nvPr/>
        </p:nvSpPr>
        <p:spPr>
          <a:xfrm>
            <a:off x="4601817" y="2679732"/>
            <a:ext cx="7264173" cy="1696637"/>
          </a:xfrm>
          <a:prstGeom prst="rect">
            <a:avLst/>
          </a:prstGeom>
          <a:noFill/>
          <a:ln>
            <a:solidFill>
              <a:schemeClr val="accent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3" name="Textfeld 12">
            <a:extLst>
              <a:ext uri="{FF2B5EF4-FFF2-40B4-BE49-F238E27FC236}">
                <a16:creationId xmlns:a16="http://schemas.microsoft.com/office/drawing/2014/main" id="{F9D99BAC-BA71-97E5-59EF-10A2F0C93482}"/>
              </a:ext>
            </a:extLst>
          </p:cNvPr>
          <p:cNvSpPr txBox="1"/>
          <p:nvPr/>
        </p:nvSpPr>
        <p:spPr>
          <a:xfrm>
            <a:off x="4689724" y="2510456"/>
            <a:ext cx="3662669" cy="338554"/>
          </a:xfrm>
          <a:prstGeom prst="rect">
            <a:avLst/>
          </a:prstGeom>
          <a:solidFill>
            <a:schemeClr val="bg1"/>
          </a:solidFill>
        </p:spPr>
        <p:txBody>
          <a:bodyPr wrap="none" rtlCol="0">
            <a:spAutoFit/>
          </a:bodyPr>
          <a:lstStyle/>
          <a:p>
            <a:r>
              <a:rPr lang="de-DE" sz="1600" b="1"/>
              <a:t>Ressourcenplanung seitens Auftraggeber</a:t>
            </a:r>
          </a:p>
        </p:txBody>
      </p:sp>
      <p:sp>
        <p:nvSpPr>
          <p:cNvPr id="4" name="Textfeld 3">
            <a:extLst>
              <a:ext uri="{FF2B5EF4-FFF2-40B4-BE49-F238E27FC236}">
                <a16:creationId xmlns:a16="http://schemas.microsoft.com/office/drawing/2014/main" id="{598A55DD-28B5-0265-ED94-C944766D128A}"/>
              </a:ext>
            </a:extLst>
          </p:cNvPr>
          <p:cNvSpPr txBox="1"/>
          <p:nvPr/>
        </p:nvSpPr>
        <p:spPr>
          <a:xfrm>
            <a:off x="559235" y="3044279"/>
            <a:ext cx="3666099" cy="769441"/>
          </a:xfrm>
          <a:prstGeom prst="rect">
            <a:avLst/>
          </a:prstGeom>
          <a:noFill/>
        </p:spPr>
        <p:txBody>
          <a:bodyPr wrap="square" rtlCol="0">
            <a:spAutoFit/>
          </a:bodyPr>
          <a:lstStyle/>
          <a:p>
            <a:pPr algn="ctr"/>
            <a:r>
              <a:rPr lang="de-DE" sz="4400"/>
              <a:t>KUNDENLOGO</a:t>
            </a:r>
          </a:p>
        </p:txBody>
      </p:sp>
    </p:spTree>
    <p:extLst>
      <p:ext uri="{BB962C8B-B14F-4D97-AF65-F5344CB8AC3E}">
        <p14:creationId xmlns:p14="http://schemas.microsoft.com/office/powerpoint/2010/main" val="24931724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liennummernplatzhalt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70B468E-D727-4ED8-9E0F-C740E9E7B7E5}" type="slidenum">
              <a:rPr kumimoji="0" lang="de-D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de-D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2" name="Titel 1">
            <a:extLst>
              <a:ext uri="{FF2B5EF4-FFF2-40B4-BE49-F238E27FC236}">
                <a16:creationId xmlns:a16="http://schemas.microsoft.com/office/drawing/2014/main" id="{BE257137-7FB6-4549-8431-2A26F9EB6BCB}"/>
              </a:ext>
            </a:extLst>
          </p:cNvPr>
          <p:cNvSpPr>
            <a:spLocks noGrp="1"/>
          </p:cNvSpPr>
          <p:nvPr>
            <p:ph type="title"/>
          </p:nvPr>
        </p:nvSpPr>
        <p:spPr>
          <a:prstGeom prst="rect">
            <a:avLst/>
          </a:prstGeom>
        </p:spPr>
        <p:txBody>
          <a:bodyPr/>
          <a:lstStyle/>
          <a:p>
            <a:r>
              <a:rPr lang="de-DE"/>
              <a:t>Kaufmännisches Angebot – </a:t>
            </a:r>
            <a:r>
              <a:rPr lang="de-DE" err="1"/>
              <a:t>Readiness</a:t>
            </a:r>
            <a:r>
              <a:rPr lang="de-DE"/>
              <a:t> Check und Projektplan Erstellung in der H4S4 Planungsphase – </a:t>
            </a:r>
            <a:r>
              <a:rPr lang="de-DE" u="sng"/>
              <a:t>ohne</a:t>
            </a:r>
            <a:r>
              <a:rPr lang="de-DE"/>
              <a:t> optionale Positionen</a:t>
            </a:r>
          </a:p>
        </p:txBody>
      </p:sp>
      <p:sp>
        <p:nvSpPr>
          <p:cNvPr id="5" name="Textfeld 4">
            <a:extLst>
              <a:ext uri="{FF2B5EF4-FFF2-40B4-BE49-F238E27FC236}">
                <a16:creationId xmlns:a16="http://schemas.microsoft.com/office/drawing/2014/main" id="{1598BC65-ACEC-4B87-BEF2-D6020C5A0686}"/>
              </a:ext>
            </a:extLst>
          </p:cNvPr>
          <p:cNvSpPr txBox="1"/>
          <p:nvPr/>
        </p:nvSpPr>
        <p:spPr>
          <a:xfrm>
            <a:off x="502300" y="1132832"/>
            <a:ext cx="7772871" cy="338554"/>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600" b="1" i="0" u="none" strike="noStrike" kern="1200" cap="none" spc="0" normalizeH="0" baseline="0" noProof="0">
                <a:ln>
                  <a:noFill/>
                </a:ln>
                <a:solidFill>
                  <a:srgbClr val="E7E6E6">
                    <a:lumMod val="25000"/>
                  </a:srgbClr>
                </a:solidFill>
                <a:effectLst/>
                <a:uLnTx/>
                <a:uFillTx/>
                <a:latin typeface="Calibri" panose="020F0502020204030204"/>
                <a:ea typeface="+mn-ea"/>
                <a:cs typeface="+mn-cs"/>
              </a:rPr>
              <a:t>Angebotene Berater nach tatsächlich erbrachtem Aufwand:</a:t>
            </a:r>
            <a:endParaRPr kumimoji="0" lang="de-DE" sz="1800" b="1" i="0" u="none" strike="noStrike" kern="1200" cap="none" spc="0" normalizeH="0" baseline="0" noProof="0">
              <a:ln>
                <a:noFill/>
              </a:ln>
              <a:solidFill>
                <a:srgbClr val="E7E6E6">
                  <a:lumMod val="25000"/>
                </a:srgbClr>
              </a:solidFill>
              <a:effectLst/>
              <a:uLnTx/>
              <a:uFillTx/>
              <a:latin typeface="Calibri" panose="020F0502020204030204"/>
              <a:ea typeface="+mn-ea"/>
              <a:cs typeface="+mn-cs"/>
            </a:endParaRPr>
          </a:p>
        </p:txBody>
      </p:sp>
      <p:sp>
        <p:nvSpPr>
          <p:cNvPr id="11" name="Textfeld 10">
            <a:extLst>
              <a:ext uri="{FF2B5EF4-FFF2-40B4-BE49-F238E27FC236}">
                <a16:creationId xmlns:a16="http://schemas.microsoft.com/office/drawing/2014/main" id="{35E5BA4D-6725-496D-9C2D-CD54621F25C1}"/>
              </a:ext>
            </a:extLst>
          </p:cNvPr>
          <p:cNvSpPr txBox="1"/>
          <p:nvPr/>
        </p:nvSpPr>
        <p:spPr>
          <a:xfrm>
            <a:off x="553159" y="5468458"/>
            <a:ext cx="7772872" cy="938719"/>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a:ln>
                  <a:noFill/>
                </a:ln>
                <a:solidFill>
                  <a:srgbClr val="E7E6E6">
                    <a:lumMod val="25000"/>
                  </a:srgbClr>
                </a:solidFill>
                <a:effectLst/>
                <a:uLnTx/>
                <a:uFillTx/>
                <a:latin typeface="Calibri" panose="020F0502020204030204"/>
                <a:ea typeface="+mn-ea"/>
                <a:cs typeface="+mn-cs"/>
              </a:rPr>
              <a:t>Alle Preise verstehen sich zzgl. der gesetzlichen Mehrwertsteuer.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a:ln>
                  <a:noFill/>
                </a:ln>
                <a:solidFill>
                  <a:srgbClr val="E7E6E6">
                    <a:lumMod val="25000"/>
                  </a:srgbClr>
                </a:solidFill>
                <a:effectLst/>
                <a:uLnTx/>
                <a:uFillTx/>
                <a:latin typeface="Calibri" panose="020F0502020204030204"/>
                <a:ea typeface="+mn-ea"/>
                <a:cs typeface="Calibri"/>
              </a:rPr>
              <a:t>Zahlungsbedingung: 30 Tage (vorbehaltlich einer positiven Bonitätsprüfung)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a:ln>
                  <a:noFill/>
                </a:ln>
                <a:solidFill>
                  <a:srgbClr val="E7E6E6">
                    <a:lumMod val="25000"/>
                  </a:srgbClr>
                </a:solidFill>
                <a:effectLst/>
                <a:uLnTx/>
                <a:uFillTx/>
                <a:latin typeface="Calibri" panose="020F0502020204030204"/>
                <a:ea typeface="+mn-ea"/>
                <a:cs typeface="+mn-cs"/>
              </a:rPr>
              <a:t>Dieses Angebot gilt ausschließlich unter Einbeziehung unserer beiliegenden Projektrahmenbedingungen und unserer Allgemeinen Geschäftsbedingungen, abrufbar unter: </a:t>
            </a:r>
            <a:r>
              <a:rPr kumimoji="0" lang="de-DE" sz="1100" b="0" i="0" u="none" strike="noStrike" kern="1200" cap="none" spc="0" normalizeH="0" baseline="0" noProof="0">
                <a:ln>
                  <a:noFill/>
                </a:ln>
                <a:solidFill>
                  <a:srgbClr val="EA5B0B"/>
                </a:solidFill>
                <a:effectLst/>
                <a:uLnTx/>
                <a:uFillTx/>
                <a:latin typeface="Calibri" panose="020F0502020204030204"/>
                <a:ea typeface="+mn-ea"/>
                <a:cs typeface="Calibri"/>
                <a:hlinkClick r:id="rId3">
                  <a:extLst>
                    <a:ext uri="{A12FA001-AC4F-418D-AE19-62706E023703}">
                      <ahyp:hlinkClr xmlns:ahyp="http://schemas.microsoft.com/office/drawing/2018/hyperlinkcolor" val="tx"/>
                    </a:ext>
                  </a:extLst>
                </a:hlinkClick>
              </a:rPr>
              <a:t>http://mindsquare.de/agb/</a:t>
            </a:r>
            <a:r>
              <a:rPr kumimoji="0" lang="de-DE" sz="1100" b="0" i="0" u="none" strike="noStrike" kern="1200" cap="none" spc="0" normalizeH="0" baseline="0" noProof="0">
                <a:ln>
                  <a:noFill/>
                </a:ln>
                <a:solidFill>
                  <a:srgbClr val="EA5B0B"/>
                </a:solidFill>
                <a:effectLst/>
                <a:uLnTx/>
                <a:uFillTx/>
                <a:latin typeface="Calibri" panose="020F0502020204030204"/>
                <a:ea typeface="+mn-ea"/>
                <a:cs typeface="Calibri"/>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a:ln>
                  <a:noFill/>
                </a:ln>
                <a:solidFill>
                  <a:srgbClr val="E7E6E6">
                    <a:lumMod val="25000"/>
                  </a:srgbClr>
                </a:solidFill>
                <a:effectLst/>
                <a:uLnTx/>
                <a:uFillTx/>
                <a:latin typeface="Calibri" panose="020F0502020204030204"/>
                <a:ea typeface="+mn-ea"/>
                <a:cs typeface="+mn-cs"/>
              </a:rPr>
              <a:t>Bestellung bitte an </a:t>
            </a:r>
            <a:r>
              <a:rPr kumimoji="0" lang="de-DE" sz="1100" b="0" i="0" u="none" strike="noStrike" kern="1200" cap="none" spc="0" normalizeH="0" baseline="0" noProof="0">
                <a:ln>
                  <a:noFill/>
                </a:ln>
                <a:solidFill>
                  <a:srgbClr val="EA5B0B"/>
                </a:solidFill>
                <a:effectLst/>
                <a:uLnTx/>
                <a:uFillTx/>
                <a:latin typeface="Calibri" panose="020F0502020204030204"/>
                <a:ea typeface="+mn-ea"/>
                <a:cs typeface="Calibri"/>
                <a:hlinkClick r:id="rId4">
                  <a:extLst>
                    <a:ext uri="{A12FA001-AC4F-418D-AE19-62706E023703}">
                      <ahyp:hlinkClr xmlns:ahyp="http://schemas.microsoft.com/office/drawing/2018/hyperlinkcolor" val="tx"/>
                    </a:ext>
                  </a:extLst>
                </a:hlinkClick>
              </a:rPr>
              <a:t>bestellungen@mindsquare.de</a:t>
            </a:r>
            <a:r>
              <a:rPr kumimoji="0" lang="de-DE" sz="1100" b="0" i="0" u="none" strike="noStrike" kern="1200" cap="none" spc="0" normalizeH="0" baseline="0" noProof="0">
                <a:ln>
                  <a:noFill/>
                </a:ln>
                <a:solidFill>
                  <a:srgbClr val="EA5B0B"/>
                </a:solidFill>
                <a:effectLst/>
                <a:uLnTx/>
                <a:uFillTx/>
                <a:latin typeface="Calibri" panose="020F0502020204030204"/>
                <a:ea typeface="+mn-ea"/>
                <a:cs typeface="Calibri"/>
              </a:rPr>
              <a:t> </a:t>
            </a:r>
            <a:r>
              <a:rPr kumimoji="0" lang="de-DE" sz="1100" b="0" i="0" u="none" strike="noStrike" kern="1200" cap="none" spc="0" normalizeH="0" baseline="0" noProof="0">
                <a:ln>
                  <a:noFill/>
                </a:ln>
                <a:solidFill>
                  <a:srgbClr val="E7E6E6">
                    <a:lumMod val="25000"/>
                  </a:srgbClr>
                </a:solidFill>
                <a:effectLst/>
                <a:uLnTx/>
                <a:uFillTx/>
                <a:latin typeface="Calibri" panose="020F0502020204030204"/>
                <a:ea typeface="+mn-ea"/>
                <a:cs typeface="+mn-cs"/>
              </a:rPr>
              <a:t>richten.</a:t>
            </a:r>
            <a:endParaRPr kumimoji="0" lang="de-DE" sz="1100" b="0" i="0" u="none" strike="noStrike" kern="1200" cap="none" spc="0" normalizeH="0" baseline="0" noProof="0">
              <a:ln>
                <a:noFill/>
              </a:ln>
              <a:solidFill>
                <a:srgbClr val="E7E6E6">
                  <a:lumMod val="25000"/>
                </a:srgbClr>
              </a:solidFill>
              <a:effectLst/>
              <a:uLnTx/>
              <a:uFillTx/>
              <a:latin typeface="Calibri" panose="020F0502020204030204"/>
              <a:ea typeface="+mn-ea"/>
              <a:cs typeface="Calibri"/>
            </a:endParaRPr>
          </a:p>
        </p:txBody>
      </p:sp>
      <p:sp>
        <p:nvSpPr>
          <p:cNvPr id="18" name="Rechteck 17">
            <a:extLst>
              <a:ext uri="{FF2B5EF4-FFF2-40B4-BE49-F238E27FC236}">
                <a16:creationId xmlns:a16="http://schemas.microsoft.com/office/drawing/2014/main" id="{453AD432-FC07-4342-ADBF-C4AC2B66E44E}"/>
              </a:ext>
            </a:extLst>
          </p:cNvPr>
          <p:cNvSpPr/>
          <p:nvPr/>
        </p:nvSpPr>
        <p:spPr>
          <a:xfrm>
            <a:off x="8577223" y="4935006"/>
            <a:ext cx="3112477" cy="1524000"/>
          </a:xfrm>
          <a:prstGeom prst="rect">
            <a:avLst/>
          </a:prstGeom>
          <a:noFill/>
          <a:ln>
            <a:solidFill>
              <a:schemeClr val="bg2">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E7E6E6">
                  <a:lumMod val="75000"/>
                </a:srgbClr>
              </a:solidFill>
              <a:effectLst/>
              <a:uLnTx/>
              <a:uFillTx/>
              <a:latin typeface="Calibri" panose="020F0502020204030204"/>
              <a:ea typeface="+mn-ea"/>
              <a:cs typeface="+mn-cs"/>
            </a:endParaRPr>
          </a:p>
        </p:txBody>
      </p:sp>
      <p:sp>
        <p:nvSpPr>
          <p:cNvPr id="19" name="Rechteck 18">
            <a:extLst>
              <a:ext uri="{FF2B5EF4-FFF2-40B4-BE49-F238E27FC236}">
                <a16:creationId xmlns:a16="http://schemas.microsoft.com/office/drawing/2014/main" id="{0703CB2B-6441-4CBB-B914-95A71C91FF7E}"/>
              </a:ext>
            </a:extLst>
          </p:cNvPr>
          <p:cNvSpPr/>
          <p:nvPr/>
        </p:nvSpPr>
        <p:spPr>
          <a:xfrm>
            <a:off x="8577223" y="4949123"/>
            <a:ext cx="1956702" cy="292259"/>
          </a:xfrm>
          <a:prstGeom prst="rect">
            <a:avLst/>
          </a:prstGeom>
        </p:spPr>
        <p:txBody>
          <a:bodyPr wrap="square">
            <a:spAutoFit/>
          </a:bodyPr>
          <a:lstStyle/>
          <a:p>
            <a:pPr marL="0" marR="0" lvl="0" indent="0" algn="l" defTabSz="914400" rtl="0" eaLnBrk="1" fontAlgn="auto" latinLnBrk="0" hangingPunct="1">
              <a:lnSpc>
                <a:spcPct val="115000"/>
              </a:lnSpc>
              <a:spcBef>
                <a:spcPts val="0"/>
              </a:spcBef>
              <a:spcAft>
                <a:spcPts val="300"/>
              </a:spcAft>
              <a:buClrTx/>
              <a:buSzTx/>
              <a:buFontTx/>
              <a:buNone/>
              <a:tabLst/>
              <a:defRPr/>
            </a:pPr>
            <a:r>
              <a:rPr kumimoji="0" lang="de-DE" sz="1200" b="1" i="0" u="none" strike="noStrike" kern="1200" cap="none" spc="0" normalizeH="0" baseline="0" noProof="0">
                <a:ln>
                  <a:noFill/>
                </a:ln>
                <a:solidFill>
                  <a:srgbClr val="E7E6E6">
                    <a:lumMod val="25000"/>
                  </a:srgbClr>
                </a:solidFill>
                <a:effectLst/>
                <a:uLnTx/>
                <a:uFillTx/>
                <a:latin typeface="Calibri" panose="020F0502020204030204"/>
                <a:ea typeface="Times New Roman" panose="02020603050405020304" pitchFamily="18" charset="0"/>
                <a:cs typeface="+mn-cs"/>
              </a:rPr>
              <a:t>Ort, Datum:</a:t>
            </a:r>
            <a:endParaRPr kumimoji="0" lang="de-DE" sz="1200" b="0" i="0" u="none" strike="noStrike" kern="1200" cap="none" spc="0" normalizeH="0" baseline="0" noProof="0">
              <a:ln>
                <a:noFill/>
              </a:ln>
              <a:solidFill>
                <a:srgbClr val="E7E6E6">
                  <a:lumMod val="25000"/>
                </a:srgbClr>
              </a:solidFill>
              <a:effectLst/>
              <a:uLnTx/>
              <a:uFillTx/>
              <a:latin typeface="Calibri" panose="020F0502020204030204"/>
              <a:ea typeface="Times New Roman" panose="02020603050405020304" pitchFamily="18" charset="0"/>
              <a:cs typeface="+mn-cs"/>
            </a:endParaRPr>
          </a:p>
        </p:txBody>
      </p:sp>
      <p:sp>
        <p:nvSpPr>
          <p:cNvPr id="20" name="Rechteck 19">
            <a:extLst>
              <a:ext uri="{FF2B5EF4-FFF2-40B4-BE49-F238E27FC236}">
                <a16:creationId xmlns:a16="http://schemas.microsoft.com/office/drawing/2014/main" id="{E8D9570F-6D06-489F-872A-E044BCF3810E}"/>
              </a:ext>
            </a:extLst>
          </p:cNvPr>
          <p:cNvSpPr/>
          <p:nvPr/>
        </p:nvSpPr>
        <p:spPr>
          <a:xfrm>
            <a:off x="8577222" y="6096948"/>
            <a:ext cx="3112477" cy="292259"/>
          </a:xfrm>
          <a:prstGeom prst="rect">
            <a:avLst/>
          </a:prstGeom>
        </p:spPr>
        <p:txBody>
          <a:bodyPr wrap="square">
            <a:spAutoFit/>
          </a:bodyPr>
          <a:lstStyle/>
          <a:p>
            <a:pPr marL="0" marR="0" lvl="0" indent="0" algn="l" defTabSz="914400" rtl="0" eaLnBrk="1" fontAlgn="auto" latinLnBrk="0" hangingPunct="1">
              <a:lnSpc>
                <a:spcPct val="115000"/>
              </a:lnSpc>
              <a:spcBef>
                <a:spcPts val="0"/>
              </a:spcBef>
              <a:spcAft>
                <a:spcPts val="300"/>
              </a:spcAft>
              <a:buClrTx/>
              <a:buSzTx/>
              <a:buFontTx/>
              <a:buNone/>
              <a:tabLst/>
              <a:defRPr/>
            </a:pPr>
            <a:r>
              <a:rPr kumimoji="0" lang="de-DE" sz="1200" b="1" i="0" u="none" strike="noStrike" kern="1200" cap="none" spc="0" normalizeH="0" baseline="0" noProof="0">
                <a:ln>
                  <a:noFill/>
                </a:ln>
                <a:solidFill>
                  <a:srgbClr val="E7E6E6">
                    <a:lumMod val="25000"/>
                  </a:srgbClr>
                </a:solidFill>
                <a:effectLst/>
                <a:uLnTx/>
                <a:uFillTx/>
                <a:latin typeface="Calibri" panose="020F0502020204030204"/>
                <a:ea typeface="Times New Roman" panose="02020603050405020304" pitchFamily="18" charset="0"/>
                <a:cs typeface="+mn-cs"/>
              </a:rPr>
              <a:t>Unterschrift, Firmenstempel</a:t>
            </a:r>
            <a:endParaRPr kumimoji="0" lang="de-DE" sz="1200" b="0" i="0" u="none" strike="noStrike" kern="1200" cap="none" spc="0" normalizeH="0" baseline="0" noProof="0">
              <a:ln>
                <a:noFill/>
              </a:ln>
              <a:solidFill>
                <a:srgbClr val="E7E6E6">
                  <a:lumMod val="25000"/>
                </a:srgbClr>
              </a:solidFill>
              <a:effectLst/>
              <a:uLnTx/>
              <a:uFillTx/>
              <a:latin typeface="Calibri" panose="020F0502020204030204"/>
              <a:ea typeface="Times New Roman" panose="02020603050405020304" pitchFamily="18" charset="0"/>
              <a:cs typeface="+mn-cs"/>
            </a:endParaRPr>
          </a:p>
        </p:txBody>
      </p:sp>
      <p:cxnSp>
        <p:nvCxnSpPr>
          <p:cNvPr id="21" name="Gerader Verbinder 20">
            <a:extLst>
              <a:ext uri="{FF2B5EF4-FFF2-40B4-BE49-F238E27FC236}">
                <a16:creationId xmlns:a16="http://schemas.microsoft.com/office/drawing/2014/main" id="{F3F44C40-8362-4667-AD78-F82CC24087DD}"/>
              </a:ext>
            </a:extLst>
          </p:cNvPr>
          <p:cNvCxnSpPr>
            <a:cxnSpLocks/>
          </p:cNvCxnSpPr>
          <p:nvPr/>
        </p:nvCxnSpPr>
        <p:spPr>
          <a:xfrm>
            <a:off x="9481333" y="5241382"/>
            <a:ext cx="2104390" cy="0"/>
          </a:xfrm>
          <a:prstGeom prst="line">
            <a:avLst/>
          </a:prstGeom>
          <a:ln w="12700">
            <a:solidFill>
              <a:schemeClr val="bg2">
                <a:lumMod val="75000"/>
              </a:schemeClr>
            </a:solidFill>
          </a:ln>
        </p:spPr>
        <p:style>
          <a:lnRef idx="1">
            <a:schemeClr val="dk1"/>
          </a:lnRef>
          <a:fillRef idx="0">
            <a:schemeClr val="dk1"/>
          </a:fillRef>
          <a:effectRef idx="0">
            <a:schemeClr val="dk1"/>
          </a:effectRef>
          <a:fontRef idx="minor">
            <a:schemeClr val="tx1"/>
          </a:fontRef>
        </p:style>
      </p:cxnSp>
      <p:cxnSp>
        <p:nvCxnSpPr>
          <p:cNvPr id="22" name="Gerader Verbinder 21">
            <a:extLst>
              <a:ext uri="{FF2B5EF4-FFF2-40B4-BE49-F238E27FC236}">
                <a16:creationId xmlns:a16="http://schemas.microsoft.com/office/drawing/2014/main" id="{618E3439-4A7C-46C0-B3D6-D14C449C123A}"/>
              </a:ext>
            </a:extLst>
          </p:cNvPr>
          <p:cNvCxnSpPr>
            <a:cxnSpLocks/>
          </p:cNvCxnSpPr>
          <p:nvPr/>
        </p:nvCxnSpPr>
        <p:spPr>
          <a:xfrm>
            <a:off x="8654856" y="6144058"/>
            <a:ext cx="2930867" cy="0"/>
          </a:xfrm>
          <a:prstGeom prst="line">
            <a:avLst/>
          </a:prstGeom>
          <a:ln w="12700">
            <a:solidFill>
              <a:schemeClr val="bg2">
                <a:lumMod val="75000"/>
              </a:schemeClr>
            </a:solidFill>
          </a:ln>
        </p:spPr>
        <p:style>
          <a:lnRef idx="1">
            <a:schemeClr val="dk1"/>
          </a:lnRef>
          <a:fillRef idx="0">
            <a:schemeClr val="dk1"/>
          </a:fillRef>
          <a:effectRef idx="0">
            <a:schemeClr val="dk1"/>
          </a:effectRef>
          <a:fontRef idx="minor">
            <a:schemeClr val="tx1"/>
          </a:fontRef>
        </p:style>
      </p:cxnSp>
      <p:sp>
        <p:nvSpPr>
          <p:cNvPr id="23" name="Textfeld 22">
            <a:extLst>
              <a:ext uri="{FF2B5EF4-FFF2-40B4-BE49-F238E27FC236}">
                <a16:creationId xmlns:a16="http://schemas.microsoft.com/office/drawing/2014/main" id="{828C224A-AF50-494C-BB87-033F39954A60}"/>
              </a:ext>
            </a:extLst>
          </p:cNvPr>
          <p:cNvSpPr txBox="1"/>
          <p:nvPr/>
        </p:nvSpPr>
        <p:spPr>
          <a:xfrm>
            <a:off x="8492638" y="4541666"/>
            <a:ext cx="3004516" cy="338554"/>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600" b="1" i="0" u="none" strike="noStrike" kern="1200" cap="none" spc="0" normalizeH="0" baseline="0" noProof="0">
                <a:ln>
                  <a:noFill/>
                </a:ln>
                <a:solidFill>
                  <a:srgbClr val="E7E6E6">
                    <a:lumMod val="25000"/>
                  </a:srgbClr>
                </a:solidFill>
                <a:effectLst/>
                <a:uLnTx/>
                <a:uFillTx/>
                <a:latin typeface="Calibri" panose="020F0502020204030204"/>
                <a:ea typeface="+mn-ea"/>
                <a:cs typeface="+mn-cs"/>
              </a:rPr>
              <a:t>Angebotsannahme</a:t>
            </a:r>
            <a:endParaRPr kumimoji="0" lang="de-DE" sz="1800" b="1" i="0" u="none" strike="noStrike" kern="1200" cap="none" spc="0" normalizeH="0" baseline="0" noProof="0">
              <a:ln>
                <a:noFill/>
              </a:ln>
              <a:solidFill>
                <a:srgbClr val="E7E6E6">
                  <a:lumMod val="25000"/>
                </a:srgbClr>
              </a:solidFill>
              <a:effectLst/>
              <a:uLnTx/>
              <a:uFillTx/>
              <a:latin typeface="Calibri" panose="020F0502020204030204"/>
              <a:ea typeface="+mn-ea"/>
              <a:cs typeface="+mn-cs"/>
            </a:endParaRPr>
          </a:p>
        </p:txBody>
      </p:sp>
      <p:sp>
        <p:nvSpPr>
          <p:cNvPr id="26" name="TextBox 25">
            <a:extLst>
              <a:ext uri="{FF2B5EF4-FFF2-40B4-BE49-F238E27FC236}">
                <a16:creationId xmlns:a16="http://schemas.microsoft.com/office/drawing/2014/main" id="{884F9998-F257-4FE8-A6AC-9DB366F33DB1}"/>
              </a:ext>
            </a:extLst>
          </p:cNvPr>
          <p:cNvSpPr txBox="1"/>
          <p:nvPr/>
        </p:nvSpPr>
        <p:spPr>
          <a:xfrm>
            <a:off x="480926" y="4337563"/>
            <a:ext cx="6051923"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400" b="1" i="0" u="none" strike="noStrike" kern="1200" cap="none" spc="0" normalizeH="0" baseline="0" noProof="0">
                <a:ln>
                  <a:noFill/>
                </a:ln>
                <a:solidFill>
                  <a:srgbClr val="E7E6E6">
                    <a:lumMod val="25000"/>
                  </a:srgbClr>
                </a:solidFill>
                <a:effectLst/>
                <a:uLnTx/>
                <a:uFillTx/>
                <a:latin typeface="Calibri" panose="020F0502020204030204"/>
                <a:ea typeface="+mn-ea"/>
                <a:cs typeface="+mn-cs"/>
              </a:rPr>
              <a:t>Empfohlenes Bestellvolumen:          </a:t>
            </a:r>
            <a:r>
              <a:rPr lang="de-DE" sz="1400" b="1">
                <a:solidFill>
                  <a:srgbClr val="E7E6E6">
                    <a:lumMod val="25000"/>
                  </a:srgbClr>
                </a:solidFill>
                <a:latin typeface="Calibri" panose="020F0502020204030204"/>
              </a:rPr>
              <a:t>47.4</a:t>
            </a:r>
            <a:r>
              <a:rPr kumimoji="0" lang="de-DE" sz="1400" b="1" i="0" u="none" strike="noStrike" kern="1200" cap="none" spc="0" normalizeH="0" baseline="0" noProof="0">
                <a:ln>
                  <a:noFill/>
                </a:ln>
                <a:solidFill>
                  <a:srgbClr val="E7E6E6">
                    <a:lumMod val="25000"/>
                  </a:srgbClr>
                </a:solidFill>
                <a:effectLst/>
                <a:uLnTx/>
                <a:uFillTx/>
                <a:latin typeface="Calibri" panose="020F0502020204030204"/>
                <a:ea typeface="+mn-ea"/>
                <a:cs typeface="+mn-cs"/>
              </a:rPr>
              <a:t>00 € (6 Tage Vor </a:t>
            </a:r>
            <a:r>
              <a:rPr lang="de-DE" sz="1400" b="1">
                <a:solidFill>
                  <a:srgbClr val="E7E6E6">
                    <a:lumMod val="25000"/>
                  </a:srgbClr>
                </a:solidFill>
                <a:latin typeface="Calibri" panose="020F0502020204030204"/>
              </a:rPr>
              <a:t>O</a:t>
            </a:r>
            <a:r>
              <a:rPr kumimoji="0" lang="de-DE" sz="1400" b="1" i="0" u="none" strike="noStrike" kern="1200" cap="none" spc="0" normalizeH="0" baseline="0" noProof="0" err="1">
                <a:ln>
                  <a:noFill/>
                </a:ln>
                <a:solidFill>
                  <a:srgbClr val="E7E6E6">
                    <a:lumMod val="25000"/>
                  </a:srgbClr>
                </a:solidFill>
                <a:effectLst/>
                <a:uLnTx/>
                <a:uFillTx/>
                <a:latin typeface="Calibri" panose="020F0502020204030204"/>
                <a:ea typeface="+mn-ea"/>
                <a:cs typeface="+mn-cs"/>
              </a:rPr>
              <a:t>rt</a:t>
            </a:r>
            <a:r>
              <a:rPr kumimoji="0" lang="de-DE" sz="1400" b="1" i="0" u="none" strike="noStrike" kern="1200" cap="none" spc="0" normalizeH="0" baseline="0" noProof="0">
                <a:ln>
                  <a:noFill/>
                </a:ln>
                <a:solidFill>
                  <a:srgbClr val="E7E6E6">
                    <a:lumMod val="25000"/>
                  </a:srgbClr>
                </a:solidFill>
                <a:effectLst/>
                <a:uLnTx/>
                <a:uFillTx/>
                <a:latin typeface="Calibri" panose="020F0502020204030204"/>
                <a:ea typeface="+mn-ea"/>
                <a:cs typeface="+mn-cs"/>
              </a:rPr>
              <a:t> inkl.)</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400" b="1" i="0" u="none" strike="noStrike" kern="1200" cap="none" spc="0" normalizeH="0" baseline="0" noProof="0">
              <a:ln>
                <a:noFill/>
              </a:ln>
              <a:solidFill>
                <a:srgbClr val="E7E6E6">
                  <a:lumMod val="25000"/>
                </a:srgbClr>
              </a:solidFill>
              <a:effectLst/>
              <a:uLnTx/>
              <a:uFillTx/>
              <a:latin typeface="Calibri" panose="020F0502020204030204"/>
              <a:ea typeface="+mn-ea"/>
              <a:cs typeface="+mn-cs"/>
            </a:endParaRPr>
          </a:p>
        </p:txBody>
      </p:sp>
      <p:sp>
        <p:nvSpPr>
          <p:cNvPr id="6" name="Textfeld 5">
            <a:extLst>
              <a:ext uri="{FF2B5EF4-FFF2-40B4-BE49-F238E27FC236}">
                <a16:creationId xmlns:a16="http://schemas.microsoft.com/office/drawing/2014/main" id="{FAF09A35-1921-79D8-D87E-78460297A7B5}"/>
              </a:ext>
            </a:extLst>
          </p:cNvPr>
          <p:cNvSpPr txBox="1"/>
          <p:nvPr/>
        </p:nvSpPr>
        <p:spPr>
          <a:xfrm>
            <a:off x="480926" y="4029786"/>
            <a:ext cx="10421536"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400" b="0" i="0" u="none" strike="noStrike" kern="1200" cap="none" spc="0" normalizeH="0" baseline="0" noProof="0">
                <a:ln>
                  <a:noFill/>
                </a:ln>
                <a:solidFill>
                  <a:srgbClr val="E7E6E6">
                    <a:lumMod val="25000"/>
                  </a:srgbClr>
                </a:solidFill>
                <a:effectLst/>
                <a:uLnTx/>
                <a:uFillTx/>
                <a:latin typeface="Calibri" panose="020F0502020204030204"/>
                <a:ea typeface="+mn-ea"/>
                <a:cs typeface="+mn-cs"/>
              </a:rPr>
              <a:t>Auftretende Mehraufwände oberhalb des hier im Angebot aufgeführten Kontingentes werden separat bestellt und vergütet.</a:t>
            </a:r>
            <a:endParaRPr kumimoji="0" lang="de-DE" sz="14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aphicFrame>
        <p:nvGraphicFramePr>
          <p:cNvPr id="4" name="Tabelle 6">
            <a:extLst>
              <a:ext uri="{FF2B5EF4-FFF2-40B4-BE49-F238E27FC236}">
                <a16:creationId xmlns:a16="http://schemas.microsoft.com/office/drawing/2014/main" id="{C06B5E40-968C-C5BB-85F2-DD53FCD79E66}"/>
              </a:ext>
            </a:extLst>
          </p:cNvPr>
          <p:cNvGraphicFramePr>
            <a:graphicFrameLocks noGrp="1"/>
          </p:cNvGraphicFramePr>
          <p:nvPr>
            <p:extLst>
              <p:ext uri="{D42A27DB-BD31-4B8C-83A1-F6EECF244321}">
                <p14:modId xmlns:p14="http://schemas.microsoft.com/office/powerpoint/2010/main" val="3528080319"/>
              </p:ext>
            </p:extLst>
          </p:nvPr>
        </p:nvGraphicFramePr>
        <p:xfrm>
          <a:off x="553159" y="1524973"/>
          <a:ext cx="11225097" cy="2349306"/>
        </p:xfrm>
        <a:graphic>
          <a:graphicData uri="http://schemas.openxmlformats.org/drawingml/2006/table">
            <a:tbl>
              <a:tblPr firstRow="1">
                <a:tableStyleId>{21E4AEA4-8DFA-4A89-87EB-49C32662AFE0}</a:tableStyleId>
              </a:tblPr>
              <a:tblGrid>
                <a:gridCol w="1804111">
                  <a:extLst>
                    <a:ext uri="{9D8B030D-6E8A-4147-A177-3AD203B41FA5}">
                      <a16:colId xmlns:a16="http://schemas.microsoft.com/office/drawing/2014/main" val="1713685125"/>
                    </a:ext>
                  </a:extLst>
                </a:gridCol>
                <a:gridCol w="1804111">
                  <a:extLst>
                    <a:ext uri="{9D8B030D-6E8A-4147-A177-3AD203B41FA5}">
                      <a16:colId xmlns:a16="http://schemas.microsoft.com/office/drawing/2014/main" val="747475198"/>
                    </a:ext>
                  </a:extLst>
                </a:gridCol>
                <a:gridCol w="1831062">
                  <a:extLst>
                    <a:ext uri="{9D8B030D-6E8A-4147-A177-3AD203B41FA5}">
                      <a16:colId xmlns:a16="http://schemas.microsoft.com/office/drawing/2014/main" val="249229281"/>
                    </a:ext>
                  </a:extLst>
                </a:gridCol>
                <a:gridCol w="1491921">
                  <a:extLst>
                    <a:ext uri="{9D8B030D-6E8A-4147-A177-3AD203B41FA5}">
                      <a16:colId xmlns:a16="http://schemas.microsoft.com/office/drawing/2014/main" val="465713636"/>
                    </a:ext>
                  </a:extLst>
                </a:gridCol>
                <a:gridCol w="1413772">
                  <a:extLst>
                    <a:ext uri="{9D8B030D-6E8A-4147-A177-3AD203B41FA5}">
                      <a16:colId xmlns:a16="http://schemas.microsoft.com/office/drawing/2014/main" val="2991140124"/>
                    </a:ext>
                  </a:extLst>
                </a:gridCol>
                <a:gridCol w="1591383">
                  <a:extLst>
                    <a:ext uri="{9D8B030D-6E8A-4147-A177-3AD203B41FA5}">
                      <a16:colId xmlns:a16="http://schemas.microsoft.com/office/drawing/2014/main" val="2699838145"/>
                    </a:ext>
                  </a:extLst>
                </a:gridCol>
                <a:gridCol w="1288737">
                  <a:extLst>
                    <a:ext uri="{9D8B030D-6E8A-4147-A177-3AD203B41FA5}">
                      <a16:colId xmlns:a16="http://schemas.microsoft.com/office/drawing/2014/main" val="2650194760"/>
                    </a:ext>
                  </a:extLst>
                </a:gridCol>
              </a:tblGrid>
              <a:tr h="335380">
                <a:tc>
                  <a:txBody>
                    <a:bodyPr/>
                    <a:lstStyle/>
                    <a:p>
                      <a:r>
                        <a:rPr lang="de-DE" sz="1600"/>
                        <a:t>Thema</a:t>
                      </a:r>
                    </a:p>
                  </a:txBody>
                  <a:tcPr anchor="ctr">
                    <a:solidFill>
                      <a:schemeClr val="tx2"/>
                    </a:solidFill>
                  </a:tcPr>
                </a:tc>
                <a:tc>
                  <a:txBody>
                    <a:bodyPr/>
                    <a:lstStyle/>
                    <a:p>
                      <a:r>
                        <a:rPr lang="de-DE" sz="1600"/>
                        <a:t>Berater</a:t>
                      </a:r>
                    </a:p>
                  </a:txBody>
                  <a:tcPr anchor="ctr">
                    <a:solidFill>
                      <a:schemeClr val="tx2"/>
                    </a:solidFill>
                  </a:tcPr>
                </a:tc>
                <a:tc>
                  <a:txBody>
                    <a:bodyPr/>
                    <a:lstStyle/>
                    <a:p>
                      <a:pPr algn="ctr"/>
                      <a:r>
                        <a:rPr lang="de-DE" sz="1600"/>
                        <a:t>Kontingent</a:t>
                      </a:r>
                    </a:p>
                  </a:txBody>
                  <a:tcPr anchor="ctr">
                    <a:solidFill>
                      <a:schemeClr val="tx2"/>
                    </a:solidFill>
                  </a:tcPr>
                </a:tc>
                <a:tc>
                  <a:txBody>
                    <a:bodyPr/>
                    <a:lstStyle/>
                    <a:p>
                      <a:pPr algn="ctr"/>
                      <a:r>
                        <a:rPr lang="de-DE" sz="1600"/>
                        <a:t>Stundensatz</a:t>
                      </a:r>
                    </a:p>
                  </a:txBody>
                  <a:tcPr anchor="ctr">
                    <a:solidFill>
                      <a:schemeClr val="tx2"/>
                    </a:solidFill>
                  </a:tcPr>
                </a:tc>
                <a:tc>
                  <a:txBody>
                    <a:bodyPr/>
                    <a:lstStyle/>
                    <a:p>
                      <a:pPr algn="ctr"/>
                      <a:r>
                        <a:rPr lang="de-DE" sz="1600"/>
                        <a:t>Tagessatz</a:t>
                      </a:r>
                    </a:p>
                  </a:txBody>
                  <a:tcPr anchor="ctr">
                    <a:solidFill>
                      <a:schemeClr val="tx2"/>
                    </a:solidFill>
                  </a:tcPr>
                </a:tc>
                <a:tc>
                  <a:txBody>
                    <a:bodyPr/>
                    <a:lstStyle/>
                    <a:p>
                      <a:pPr algn="ctr"/>
                      <a:r>
                        <a:rPr lang="de-DE" sz="1600"/>
                        <a:t>Nebenkosten pro Berater</a:t>
                      </a:r>
                    </a:p>
                  </a:txBody>
                  <a:tcPr anchor="ctr">
                    <a:solidFill>
                      <a:schemeClr val="tx2"/>
                    </a:solidFill>
                  </a:tcPr>
                </a:tc>
                <a:tc>
                  <a:txBody>
                    <a:bodyPr/>
                    <a:lstStyle/>
                    <a:p>
                      <a:r>
                        <a:rPr lang="de-DE" sz="1600"/>
                        <a:t>Einsatzort</a:t>
                      </a:r>
                    </a:p>
                  </a:txBody>
                  <a:tcPr anchor="ctr">
                    <a:solidFill>
                      <a:schemeClr val="tx2"/>
                    </a:solidFill>
                  </a:tcPr>
                </a:tc>
                <a:extLst>
                  <a:ext uri="{0D108BD9-81ED-4DB2-BD59-A6C34878D82A}">
                    <a16:rowId xmlns:a16="http://schemas.microsoft.com/office/drawing/2014/main" val="1696383116"/>
                  </a:ext>
                </a:extLst>
              </a:tr>
              <a:tr h="417342">
                <a:tc rowSpan="4">
                  <a:txBody>
                    <a:bodyPr/>
                    <a:lstStyle/>
                    <a:p>
                      <a:pPr marL="0" indent="0" algn="l">
                        <a:spcBef>
                          <a:spcPts val="0"/>
                        </a:spcBef>
                        <a:buClr>
                          <a:schemeClr val="accent6"/>
                        </a:buClr>
                        <a:buSzPct val="140000"/>
                        <a:buNone/>
                      </a:pPr>
                      <a:r>
                        <a:rPr lang="de-DE" sz="1400" err="1"/>
                        <a:t>Readiness</a:t>
                      </a:r>
                      <a:r>
                        <a:rPr lang="de-DE" sz="1400"/>
                        <a:t> Check und Roadmap Erstellung in der H4S4 Planungsphase</a:t>
                      </a:r>
                      <a:endParaRPr lang="de-DE" sz="1400">
                        <a:solidFill>
                          <a:schemeClr val="tx1"/>
                        </a:solidFill>
                        <a:latin typeface="+mn-lt"/>
                        <a:ea typeface="DIN-Regular" panose="020B0500010101010101" pitchFamily="34" charset="0"/>
                      </a:endParaRPr>
                    </a:p>
                  </a:txBody>
                  <a:tcPr anchor="ctr">
                    <a:solidFill>
                      <a:srgbClr val="F2F2F2"/>
                    </a:solidFill>
                  </a:tcPr>
                </a:tc>
                <a:tc>
                  <a:txBody>
                    <a:bodyPr/>
                    <a:lstStyle/>
                    <a:p>
                      <a:pPr marL="0" algn="l" defTabSz="914400" rtl="0" eaLnBrk="1" latinLnBrk="0" hangingPunct="1"/>
                      <a:r>
                        <a:rPr lang="de-DE" sz="1400" kern="1200">
                          <a:solidFill>
                            <a:schemeClr val="bg2">
                              <a:lumMod val="25000"/>
                            </a:schemeClr>
                          </a:solidFill>
                          <a:latin typeface="+mn-lt"/>
                          <a:ea typeface="+mn-ea"/>
                          <a:cs typeface="+mn-cs"/>
                        </a:rPr>
                        <a:t>Managing Consultant</a:t>
                      </a:r>
                    </a:p>
                  </a:txBody>
                  <a:tcPr anchor="ctr">
                    <a:solidFill>
                      <a:srgbClr val="F2F2F2"/>
                    </a:solidFill>
                  </a:tcPr>
                </a:tc>
                <a:tc>
                  <a:txBody>
                    <a:bodyPr/>
                    <a:lstStyle/>
                    <a:p>
                      <a:pPr algn="ctr"/>
                      <a:r>
                        <a:rPr lang="de-DE" sz="1400">
                          <a:solidFill>
                            <a:schemeClr val="bg2">
                              <a:lumMod val="25000"/>
                            </a:schemeClr>
                          </a:solidFill>
                        </a:rPr>
                        <a:t>10 PT</a:t>
                      </a:r>
                    </a:p>
                  </a:txBody>
                  <a:tcPr anchor="ctr">
                    <a:solidFill>
                      <a:srgbClr val="F2F2F2"/>
                    </a:solidFill>
                  </a:tcPr>
                </a:tc>
                <a:tc>
                  <a:txBody>
                    <a:bodyPr/>
                    <a:lstStyle/>
                    <a:p>
                      <a:pPr algn="ctr"/>
                      <a:r>
                        <a:rPr lang="de-DE" sz="1400">
                          <a:solidFill>
                            <a:schemeClr val="bg2">
                              <a:lumMod val="25000"/>
                            </a:schemeClr>
                          </a:solidFill>
                        </a:rPr>
                        <a:t>225 €</a:t>
                      </a:r>
                    </a:p>
                  </a:txBody>
                  <a:tcPr anchor="ctr">
                    <a:solidFill>
                      <a:srgbClr val="F2F2F2"/>
                    </a:solidFill>
                  </a:tcPr>
                </a:tc>
                <a:tc>
                  <a:txBody>
                    <a:bodyPr/>
                    <a:lstStyle/>
                    <a:p>
                      <a:pPr algn="ctr"/>
                      <a:r>
                        <a:rPr lang="de-DE" sz="1400">
                          <a:solidFill>
                            <a:schemeClr val="bg2">
                              <a:lumMod val="25000"/>
                            </a:schemeClr>
                          </a:solidFill>
                        </a:rPr>
                        <a:t>1.800 €</a:t>
                      </a:r>
                    </a:p>
                  </a:txBody>
                  <a:tcPr anchor="ctr">
                    <a:solidFill>
                      <a:srgbClr val="F2F2F2"/>
                    </a:solidFill>
                  </a:tcPr>
                </a:tc>
                <a:tc rowSpan="4">
                  <a:txBody>
                    <a:bodyPr/>
                    <a:lstStyle/>
                    <a:p>
                      <a:pPr algn="ctr"/>
                      <a:r>
                        <a:rPr lang="de-DE" sz="1400">
                          <a:solidFill>
                            <a:schemeClr val="tx1"/>
                          </a:solidFill>
                        </a:rPr>
                        <a:t>200 € </a:t>
                      </a:r>
                    </a:p>
                  </a:txBody>
                  <a:tcPr anchor="ctr">
                    <a:solidFill>
                      <a:srgbClr val="F2F2F2"/>
                    </a:solidFill>
                  </a:tcPr>
                </a:tc>
                <a:tc rowSpan="4">
                  <a:txBody>
                    <a:bodyPr/>
                    <a:lstStyle/>
                    <a:p>
                      <a:r>
                        <a:rPr lang="de-DE" sz="1400">
                          <a:solidFill>
                            <a:schemeClr val="bg2">
                              <a:lumMod val="25000"/>
                            </a:schemeClr>
                          </a:solidFill>
                        </a:rPr>
                        <a:t>Remote &amp; Köln</a:t>
                      </a:r>
                    </a:p>
                  </a:txBody>
                  <a:tcPr anchor="ctr">
                    <a:solidFill>
                      <a:srgbClr val="F2F2F2"/>
                    </a:solidFill>
                  </a:tcPr>
                </a:tc>
                <a:extLst>
                  <a:ext uri="{0D108BD9-81ED-4DB2-BD59-A6C34878D82A}">
                    <a16:rowId xmlns:a16="http://schemas.microsoft.com/office/drawing/2014/main" val="743653047"/>
                  </a:ext>
                </a:extLst>
              </a:tr>
              <a:tr h="417342">
                <a:tc vMerge="1">
                  <a:txBody>
                    <a:bodyPr/>
                    <a:lstStyle/>
                    <a:p>
                      <a:pPr marL="0" algn="l" defTabSz="914400" rtl="0" eaLnBrk="1" latinLnBrk="0" hangingPunct="1"/>
                      <a:r>
                        <a:rPr lang="de-DE" sz="1400"/>
                        <a:t>Strategieworkshop zur Zukunft im SAP Personalwesen</a:t>
                      </a:r>
                      <a:endParaRPr lang="de-DE" sz="1400" kern="1200">
                        <a:solidFill>
                          <a:schemeClr val="bg2">
                            <a:lumMod val="25000"/>
                          </a:schemeClr>
                        </a:solidFill>
                        <a:latin typeface="+mn-lt"/>
                        <a:ea typeface="+mn-ea"/>
                        <a:cs typeface="+mn-cs"/>
                      </a:endParaRPr>
                    </a:p>
                  </a:txBody>
                  <a:tcPr anchor="ctr">
                    <a:solidFill>
                      <a:srgbClr val="F2F2F2"/>
                    </a:solidFill>
                  </a:tcPr>
                </a:tc>
                <a:tc>
                  <a:txBody>
                    <a:bodyPr/>
                    <a:lstStyle/>
                    <a:p>
                      <a:pPr marL="0" algn="l" defTabSz="914400" rtl="0" eaLnBrk="1" latinLnBrk="0" hangingPunct="1"/>
                      <a:r>
                        <a:rPr lang="de-DE" sz="1400" kern="1200">
                          <a:solidFill>
                            <a:schemeClr val="bg2">
                              <a:lumMod val="25000"/>
                            </a:schemeClr>
                          </a:solidFill>
                          <a:latin typeface="+mn-lt"/>
                          <a:ea typeface="+mn-ea"/>
                          <a:cs typeface="+mn-cs"/>
                        </a:rPr>
                        <a:t>Senior Consultant</a:t>
                      </a:r>
                    </a:p>
                  </a:txBody>
                  <a:tcPr anchor="ctr">
                    <a:solidFill>
                      <a:srgbClr val="F2F2F2"/>
                    </a:solidFill>
                  </a:tcPr>
                </a:tc>
                <a:tc>
                  <a:txBody>
                    <a:bodyPr/>
                    <a:lstStyle/>
                    <a:p>
                      <a:pPr algn="ctr"/>
                      <a:r>
                        <a:rPr lang="de-DE" sz="1400">
                          <a:solidFill>
                            <a:schemeClr val="bg2">
                              <a:lumMod val="25000"/>
                            </a:schemeClr>
                          </a:solidFill>
                        </a:rPr>
                        <a:t>5 PT</a:t>
                      </a:r>
                    </a:p>
                  </a:txBody>
                  <a:tcPr anchor="ctr">
                    <a:solidFill>
                      <a:srgbClr val="F2F2F2"/>
                    </a:solidFill>
                  </a:tcPr>
                </a:tc>
                <a:tc>
                  <a:txBody>
                    <a:bodyPr/>
                    <a:lstStyle/>
                    <a:p>
                      <a:pPr algn="ctr"/>
                      <a:r>
                        <a:rPr lang="de-DE" sz="1400">
                          <a:solidFill>
                            <a:schemeClr val="bg2">
                              <a:lumMod val="25000"/>
                            </a:schemeClr>
                          </a:solidFill>
                        </a:rPr>
                        <a:t>175 €</a:t>
                      </a:r>
                    </a:p>
                  </a:txBody>
                  <a:tcPr anchor="ctr">
                    <a:solidFill>
                      <a:srgbClr val="F2F2F2"/>
                    </a:solidFill>
                  </a:tcPr>
                </a:tc>
                <a:tc>
                  <a:txBody>
                    <a:bodyPr/>
                    <a:lstStyle/>
                    <a:p>
                      <a:pPr algn="ctr"/>
                      <a:r>
                        <a:rPr lang="de-DE" sz="1400">
                          <a:solidFill>
                            <a:schemeClr val="bg2">
                              <a:lumMod val="25000"/>
                            </a:schemeClr>
                          </a:solidFill>
                        </a:rPr>
                        <a:t>1.400 €</a:t>
                      </a:r>
                    </a:p>
                  </a:txBody>
                  <a:tcPr anchor="ctr">
                    <a:solidFill>
                      <a:srgbClr val="F2F2F2"/>
                    </a:solidFill>
                  </a:tcPr>
                </a:tc>
                <a:tc vMerge="1">
                  <a:txBody>
                    <a:bodyPr/>
                    <a:lstStyle/>
                    <a:p>
                      <a:pPr algn="ctr"/>
                      <a:r>
                        <a:rPr lang="de-DE" sz="1400">
                          <a:solidFill>
                            <a:schemeClr val="bg2">
                              <a:lumMod val="25000"/>
                            </a:schemeClr>
                          </a:solidFill>
                        </a:rPr>
                        <a:t>200 €</a:t>
                      </a:r>
                    </a:p>
                    <a:p>
                      <a:pPr algn="ctr"/>
                      <a:r>
                        <a:rPr lang="de-DE" sz="1400">
                          <a:solidFill>
                            <a:schemeClr val="bg2">
                              <a:lumMod val="25000"/>
                            </a:schemeClr>
                          </a:solidFill>
                        </a:rPr>
                        <a:t>(1 PT)</a:t>
                      </a:r>
                    </a:p>
                  </a:txBody>
                  <a:tcPr anchor="ctr">
                    <a:solidFill>
                      <a:srgbClr val="F2F2F2"/>
                    </a:solidFill>
                  </a:tcPr>
                </a:tc>
                <a:tc vMerge="1">
                  <a:txBody>
                    <a:bodyPr/>
                    <a:lstStyle/>
                    <a:p>
                      <a:r>
                        <a:rPr lang="de-DE" sz="1400">
                          <a:solidFill>
                            <a:schemeClr val="bg2">
                              <a:lumMod val="25000"/>
                            </a:schemeClr>
                          </a:solidFill>
                        </a:rPr>
                        <a:t>Remote &amp; Marl / Essen</a:t>
                      </a:r>
                    </a:p>
                  </a:txBody>
                  <a:tcPr anchor="ctr">
                    <a:solidFill>
                      <a:srgbClr val="F2F2F2"/>
                    </a:solidFill>
                  </a:tcPr>
                </a:tc>
                <a:extLst>
                  <a:ext uri="{0D108BD9-81ED-4DB2-BD59-A6C34878D82A}">
                    <a16:rowId xmlns:a16="http://schemas.microsoft.com/office/drawing/2014/main" val="162764120"/>
                  </a:ext>
                </a:extLst>
              </a:tr>
              <a:tr h="417342">
                <a:tc vMerge="1">
                  <a:txBody>
                    <a:bodyPr/>
                    <a:lstStyle/>
                    <a:p>
                      <a:pPr marL="0" indent="0" algn="l">
                        <a:spcBef>
                          <a:spcPts val="0"/>
                        </a:spcBef>
                        <a:buClr>
                          <a:schemeClr val="accent6"/>
                        </a:buClr>
                        <a:buSzPct val="140000"/>
                        <a:buNone/>
                      </a:pPr>
                      <a:endParaRPr lang="de-DE" sz="1400">
                        <a:solidFill>
                          <a:schemeClr val="tx1"/>
                        </a:solidFill>
                        <a:latin typeface="+mn-lt"/>
                        <a:ea typeface="DIN-Regular" panose="020B0500010101010101" pitchFamily="34" charset="0"/>
                      </a:endParaRPr>
                    </a:p>
                  </a:txBody>
                  <a:tcPr anchor="ctr">
                    <a:solidFill>
                      <a:srgbClr val="F2F2F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400" kern="1200">
                          <a:solidFill>
                            <a:schemeClr val="bg2">
                              <a:lumMod val="25000"/>
                            </a:schemeClr>
                          </a:solidFill>
                          <a:latin typeface="+mn-lt"/>
                          <a:ea typeface="+mn-ea"/>
                          <a:cs typeface="+mn-cs"/>
                        </a:rPr>
                        <a:t>Expert Consultant</a:t>
                      </a:r>
                    </a:p>
                  </a:txBody>
                  <a:tcPr anchor="ctr">
                    <a:solidFill>
                      <a:srgbClr val="F2F2F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1400">
                          <a:solidFill>
                            <a:schemeClr val="bg2">
                              <a:lumMod val="25000"/>
                            </a:schemeClr>
                          </a:solidFill>
                        </a:rPr>
                        <a:t>15 PT</a:t>
                      </a:r>
                    </a:p>
                  </a:txBody>
                  <a:tcPr anchor="ctr">
                    <a:solidFill>
                      <a:srgbClr val="F2F2F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1400">
                          <a:solidFill>
                            <a:schemeClr val="bg2">
                              <a:lumMod val="25000"/>
                            </a:schemeClr>
                          </a:solidFill>
                        </a:rPr>
                        <a:t>150 €</a:t>
                      </a:r>
                    </a:p>
                  </a:txBody>
                  <a:tcPr anchor="ctr">
                    <a:solidFill>
                      <a:srgbClr val="F2F2F2"/>
                    </a:solidFill>
                  </a:tcPr>
                </a:tc>
                <a:tc>
                  <a:txBody>
                    <a:bodyPr/>
                    <a:lstStyle/>
                    <a:p>
                      <a:pPr algn="ctr"/>
                      <a:r>
                        <a:rPr lang="de-DE" sz="1400">
                          <a:solidFill>
                            <a:schemeClr val="bg2">
                              <a:lumMod val="25000"/>
                            </a:schemeClr>
                          </a:solidFill>
                        </a:rPr>
                        <a:t>1.200 €</a:t>
                      </a:r>
                    </a:p>
                  </a:txBody>
                  <a:tcPr anchor="ctr">
                    <a:solidFill>
                      <a:srgbClr val="F2F2F2"/>
                    </a:solidFill>
                  </a:tcPr>
                </a:tc>
                <a:tc vMerge="1">
                  <a:txBody>
                    <a:bodyPr/>
                    <a:lstStyle/>
                    <a:p>
                      <a:pPr algn="ctr"/>
                      <a:endParaRPr lang="de-DE" sz="1400">
                        <a:solidFill>
                          <a:schemeClr val="tx1"/>
                        </a:solidFill>
                      </a:endParaRPr>
                    </a:p>
                  </a:txBody>
                  <a:tcPr anchor="ctr">
                    <a:solidFill>
                      <a:srgbClr val="F2F2F2"/>
                    </a:solidFill>
                  </a:tcPr>
                </a:tc>
                <a:tc vMerge="1">
                  <a:txBody>
                    <a:bodyPr/>
                    <a:lstStyle/>
                    <a:p>
                      <a:endParaRPr lang="de-DE" sz="1400">
                        <a:solidFill>
                          <a:schemeClr val="bg2">
                            <a:lumMod val="25000"/>
                          </a:schemeClr>
                        </a:solidFill>
                      </a:endParaRPr>
                    </a:p>
                  </a:txBody>
                  <a:tcPr anchor="ctr">
                    <a:solidFill>
                      <a:srgbClr val="F2F2F2"/>
                    </a:solidFill>
                  </a:tcPr>
                </a:tc>
                <a:extLst>
                  <a:ext uri="{0D108BD9-81ED-4DB2-BD59-A6C34878D82A}">
                    <a16:rowId xmlns:a16="http://schemas.microsoft.com/office/drawing/2014/main" val="3614402836"/>
                  </a:ext>
                </a:extLst>
              </a:tr>
              <a:tr h="417342">
                <a:tc vMerge="1">
                  <a:txBody>
                    <a:bodyPr/>
                    <a:lstStyle/>
                    <a:p>
                      <a:pPr marL="0" indent="0" algn="l">
                        <a:spcBef>
                          <a:spcPts val="0"/>
                        </a:spcBef>
                        <a:buClr>
                          <a:schemeClr val="accent6"/>
                        </a:buClr>
                        <a:buSzPct val="140000"/>
                        <a:buNone/>
                      </a:pPr>
                      <a:endParaRPr lang="de-DE" sz="1400">
                        <a:solidFill>
                          <a:schemeClr val="tx1"/>
                        </a:solidFill>
                        <a:latin typeface="+mn-lt"/>
                        <a:ea typeface="DIN-Regular" panose="020B0500010101010101" pitchFamily="34" charset="0"/>
                      </a:endParaRPr>
                    </a:p>
                  </a:txBody>
                  <a:tcPr anchor="ctr">
                    <a:solidFill>
                      <a:srgbClr val="F2F2F2"/>
                    </a:solidFill>
                  </a:tcPr>
                </a:tc>
                <a:tc>
                  <a:txBody>
                    <a:bodyPr/>
                    <a:lstStyle/>
                    <a:p>
                      <a:pPr marL="0" algn="l" defTabSz="914400" rtl="0" eaLnBrk="1" latinLnBrk="0" hangingPunct="1"/>
                      <a:r>
                        <a:rPr lang="de-DE" sz="1400" kern="1200">
                          <a:solidFill>
                            <a:schemeClr val="bg2">
                              <a:lumMod val="25000"/>
                            </a:schemeClr>
                          </a:solidFill>
                          <a:latin typeface="+mn-lt"/>
                          <a:ea typeface="+mn-ea"/>
                          <a:cs typeface="+mn-cs"/>
                        </a:rPr>
                        <a:t>Professional Consultant</a:t>
                      </a:r>
                    </a:p>
                  </a:txBody>
                  <a:tcPr anchor="ctr">
                    <a:solidFill>
                      <a:srgbClr val="F2F2F2"/>
                    </a:solidFill>
                  </a:tcPr>
                </a:tc>
                <a:tc>
                  <a:txBody>
                    <a:bodyPr/>
                    <a:lstStyle/>
                    <a:p>
                      <a:pPr algn="ctr"/>
                      <a:r>
                        <a:rPr lang="de-DE" sz="1400">
                          <a:solidFill>
                            <a:schemeClr val="bg2">
                              <a:lumMod val="25000"/>
                            </a:schemeClr>
                          </a:solidFill>
                        </a:rPr>
                        <a:t>4 PT</a:t>
                      </a:r>
                    </a:p>
                  </a:txBody>
                  <a:tcPr anchor="ctr">
                    <a:solidFill>
                      <a:srgbClr val="F2F2F2"/>
                    </a:solidFill>
                  </a:tcPr>
                </a:tc>
                <a:tc>
                  <a:txBody>
                    <a:bodyPr/>
                    <a:lstStyle/>
                    <a:p>
                      <a:pPr algn="ctr"/>
                      <a:r>
                        <a:rPr lang="de-DE" sz="1400">
                          <a:solidFill>
                            <a:schemeClr val="bg2">
                              <a:lumMod val="25000"/>
                            </a:schemeClr>
                          </a:solidFill>
                        </a:rPr>
                        <a:t>100 €</a:t>
                      </a:r>
                    </a:p>
                  </a:txBody>
                  <a:tcPr anchor="ctr">
                    <a:solidFill>
                      <a:srgbClr val="F2F2F2"/>
                    </a:solidFill>
                  </a:tcPr>
                </a:tc>
                <a:tc>
                  <a:txBody>
                    <a:bodyPr/>
                    <a:lstStyle/>
                    <a:p>
                      <a:pPr algn="ctr"/>
                      <a:r>
                        <a:rPr lang="de-DE" sz="1400">
                          <a:solidFill>
                            <a:schemeClr val="bg2">
                              <a:lumMod val="25000"/>
                            </a:schemeClr>
                          </a:solidFill>
                        </a:rPr>
                        <a:t>800 €</a:t>
                      </a:r>
                    </a:p>
                  </a:txBody>
                  <a:tcPr anchor="ctr">
                    <a:solidFill>
                      <a:srgbClr val="F2F2F2"/>
                    </a:solidFill>
                  </a:tcPr>
                </a:tc>
                <a:tc vMerge="1">
                  <a:txBody>
                    <a:bodyPr/>
                    <a:lstStyle/>
                    <a:p>
                      <a:pPr algn="ctr"/>
                      <a:endParaRPr lang="de-DE" sz="1400">
                        <a:solidFill>
                          <a:schemeClr val="tx1"/>
                        </a:solidFill>
                      </a:endParaRPr>
                    </a:p>
                  </a:txBody>
                  <a:tcPr anchor="ctr">
                    <a:solidFill>
                      <a:srgbClr val="F2F2F2"/>
                    </a:solidFill>
                  </a:tcPr>
                </a:tc>
                <a:tc vMerge="1">
                  <a:txBody>
                    <a:bodyPr/>
                    <a:lstStyle/>
                    <a:p>
                      <a:endParaRPr lang="de-DE" sz="1400">
                        <a:solidFill>
                          <a:schemeClr val="bg2">
                            <a:lumMod val="25000"/>
                          </a:schemeClr>
                        </a:solidFill>
                      </a:endParaRPr>
                    </a:p>
                  </a:txBody>
                  <a:tcPr anchor="ctr">
                    <a:solidFill>
                      <a:srgbClr val="F2F2F2"/>
                    </a:solidFill>
                  </a:tcPr>
                </a:tc>
                <a:extLst>
                  <a:ext uri="{0D108BD9-81ED-4DB2-BD59-A6C34878D82A}">
                    <a16:rowId xmlns:a16="http://schemas.microsoft.com/office/drawing/2014/main" val="580288140"/>
                  </a:ext>
                </a:extLst>
              </a:tr>
            </a:tbl>
          </a:graphicData>
        </a:graphic>
      </p:graphicFrame>
    </p:spTree>
    <p:extLst>
      <p:ext uri="{BB962C8B-B14F-4D97-AF65-F5344CB8AC3E}">
        <p14:creationId xmlns:p14="http://schemas.microsoft.com/office/powerpoint/2010/main" val="29449172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B8FD3707-66AC-5CBE-6AB9-EF4C78A5CBED}"/>
              </a:ext>
            </a:extLst>
          </p:cNvPr>
          <p:cNvSpPr>
            <a:spLocks noGrp="1"/>
          </p:cNvSpPr>
          <p:nvPr>
            <p:ph type="sldNum" sz="quarter" idx="12"/>
          </p:nvPr>
        </p:nvSpPr>
        <p:spPr/>
        <p:txBody>
          <a:bodyPr/>
          <a:lstStyle/>
          <a:p>
            <a:fld id="{B4256C18-6D8C-4341-B569-3B1E941D5C64}" type="slidenum">
              <a:rPr lang="de-DE" smtClean="0"/>
              <a:t>18</a:t>
            </a:fld>
            <a:endParaRPr lang="de-DE"/>
          </a:p>
        </p:txBody>
      </p:sp>
      <p:sp>
        <p:nvSpPr>
          <p:cNvPr id="3" name="Titel 2">
            <a:extLst>
              <a:ext uri="{FF2B5EF4-FFF2-40B4-BE49-F238E27FC236}">
                <a16:creationId xmlns:a16="http://schemas.microsoft.com/office/drawing/2014/main" id="{95C4DF8E-D981-D591-5B3E-12623292C976}"/>
              </a:ext>
            </a:extLst>
          </p:cNvPr>
          <p:cNvSpPr>
            <a:spLocks noGrp="1"/>
          </p:cNvSpPr>
          <p:nvPr>
            <p:ph type="title"/>
          </p:nvPr>
        </p:nvSpPr>
        <p:spPr>
          <a:xfrm>
            <a:off x="187482" y="292321"/>
            <a:ext cx="10153261" cy="325340"/>
          </a:xfrm>
          <a:prstGeom prst="rect">
            <a:avLst/>
          </a:prstGeom>
        </p:spPr>
        <p:txBody>
          <a:bodyPr/>
          <a:lstStyle/>
          <a:p>
            <a:r>
              <a:rPr lang="de-DE"/>
              <a:t>Angebotene Pakete aus dem Schritt 1 – Technische Grundlagen schaffen</a:t>
            </a:r>
          </a:p>
        </p:txBody>
      </p:sp>
      <p:sp>
        <p:nvSpPr>
          <p:cNvPr id="42" name="Inhaltsplatzhalter 3">
            <a:extLst>
              <a:ext uri="{FF2B5EF4-FFF2-40B4-BE49-F238E27FC236}">
                <a16:creationId xmlns:a16="http://schemas.microsoft.com/office/drawing/2014/main" id="{655097EC-7782-FED3-AF02-3F1D4C30706B}"/>
              </a:ext>
            </a:extLst>
          </p:cNvPr>
          <p:cNvSpPr>
            <a:spLocks noGrp="1"/>
          </p:cNvSpPr>
          <p:nvPr>
            <p:ph idx="1"/>
          </p:nvPr>
        </p:nvSpPr>
        <p:spPr>
          <a:xfrm>
            <a:off x="388906" y="2422349"/>
            <a:ext cx="2419608" cy="2507879"/>
          </a:xfrm>
        </p:spPr>
        <p:txBody>
          <a:bodyPr>
            <a:normAutofit fontScale="92500" lnSpcReduction="10000"/>
          </a:bodyPr>
          <a:lstStyle/>
          <a:p>
            <a:r>
              <a:rPr lang="de-DE" sz="1400"/>
              <a:t>H4S4 </a:t>
            </a:r>
            <a:r>
              <a:rPr lang="de-DE" sz="1400" err="1"/>
              <a:t>Readiness</a:t>
            </a:r>
            <a:r>
              <a:rPr lang="de-DE" sz="1400"/>
              <a:t> Check</a:t>
            </a:r>
          </a:p>
          <a:p>
            <a:r>
              <a:rPr lang="de-DE" sz="1400"/>
              <a:t>Bestehende Systemlinie technisch in der Grundlage modernisieren</a:t>
            </a:r>
          </a:p>
          <a:p>
            <a:pPr lvl="1"/>
            <a:r>
              <a:rPr lang="de-DE" sz="1300"/>
              <a:t>Code Clean</a:t>
            </a:r>
          </a:p>
          <a:p>
            <a:pPr lvl="1"/>
            <a:r>
              <a:rPr lang="de-DE" sz="1300"/>
              <a:t>Unicode</a:t>
            </a:r>
          </a:p>
          <a:p>
            <a:pPr lvl="1"/>
            <a:r>
              <a:rPr lang="de-DE" sz="1300" err="1"/>
              <a:t>AddOns</a:t>
            </a:r>
            <a:r>
              <a:rPr lang="de-DE" sz="1300"/>
              <a:t> Check &amp; Update</a:t>
            </a:r>
          </a:p>
          <a:p>
            <a:pPr lvl="1"/>
            <a:r>
              <a:rPr lang="de-DE" sz="1300"/>
              <a:t>EhP8 Upgrade</a:t>
            </a:r>
          </a:p>
          <a:p>
            <a:r>
              <a:rPr lang="de-DE" sz="1400"/>
              <a:t>Aufbau SAP BTP </a:t>
            </a:r>
            <a:r>
              <a:rPr lang="de-DE" sz="1400">
                <a:sym typeface="Wingdings" pitchFamily="2" charset="2"/>
              </a:rPr>
              <a:t> </a:t>
            </a:r>
            <a:r>
              <a:rPr lang="de-DE" sz="1400" err="1">
                <a:sym typeface="Wingdings" pitchFamily="2" charset="2"/>
              </a:rPr>
              <a:t>Fori</a:t>
            </a:r>
            <a:r>
              <a:rPr lang="de-DE" sz="1400">
                <a:sym typeface="Wingdings" pitchFamily="2" charset="2"/>
              </a:rPr>
              <a:t> App Umzug</a:t>
            </a:r>
          </a:p>
          <a:p>
            <a:r>
              <a:rPr lang="de-DE" sz="1400">
                <a:sym typeface="Wingdings" pitchFamily="2" charset="2"/>
              </a:rPr>
              <a:t>Archivierung</a:t>
            </a:r>
            <a:endParaRPr lang="de-DE" sz="1400"/>
          </a:p>
        </p:txBody>
      </p:sp>
      <p:sp>
        <p:nvSpPr>
          <p:cNvPr id="5" name="Freeform 2">
            <a:extLst>
              <a:ext uri="{FF2B5EF4-FFF2-40B4-BE49-F238E27FC236}">
                <a16:creationId xmlns:a16="http://schemas.microsoft.com/office/drawing/2014/main" id="{C4B18FC2-67AC-E906-2CF8-C90518955E39}"/>
              </a:ext>
            </a:extLst>
          </p:cNvPr>
          <p:cNvSpPr>
            <a:spLocks noChangeArrowheads="1"/>
          </p:cNvSpPr>
          <p:nvPr/>
        </p:nvSpPr>
        <p:spPr bwMode="auto">
          <a:xfrm>
            <a:off x="300208" y="1624562"/>
            <a:ext cx="2665220" cy="4538748"/>
          </a:xfrm>
          <a:custGeom>
            <a:avLst/>
            <a:gdLst>
              <a:gd name="T0" fmla="*/ 204 w 3773"/>
              <a:gd name="T1" fmla="*/ 51 h 5351"/>
              <a:gd name="T2" fmla="*/ 204 w 3773"/>
              <a:gd name="T3" fmla="*/ 51 h 5351"/>
              <a:gd name="T4" fmla="*/ 51 w 3773"/>
              <a:gd name="T5" fmla="*/ 203 h 5351"/>
              <a:gd name="T6" fmla="*/ 51 w 3773"/>
              <a:gd name="T7" fmla="*/ 5146 h 5351"/>
              <a:gd name="T8" fmla="*/ 51 w 3773"/>
              <a:gd name="T9" fmla="*/ 5146 h 5351"/>
              <a:gd name="T10" fmla="*/ 204 w 3773"/>
              <a:gd name="T11" fmla="*/ 5299 h 5351"/>
              <a:gd name="T12" fmla="*/ 3568 w 3773"/>
              <a:gd name="T13" fmla="*/ 5299 h 5351"/>
              <a:gd name="T14" fmla="*/ 3568 w 3773"/>
              <a:gd name="T15" fmla="*/ 5299 h 5351"/>
              <a:gd name="T16" fmla="*/ 3721 w 3773"/>
              <a:gd name="T17" fmla="*/ 5146 h 5351"/>
              <a:gd name="T18" fmla="*/ 3721 w 3773"/>
              <a:gd name="T19" fmla="*/ 203 h 5351"/>
              <a:gd name="T20" fmla="*/ 3721 w 3773"/>
              <a:gd name="T21" fmla="*/ 203 h 5351"/>
              <a:gd name="T22" fmla="*/ 3568 w 3773"/>
              <a:gd name="T23" fmla="*/ 51 h 5351"/>
              <a:gd name="T24" fmla="*/ 204 w 3773"/>
              <a:gd name="T25" fmla="*/ 51 h 5351"/>
              <a:gd name="T26" fmla="*/ 3568 w 3773"/>
              <a:gd name="T27" fmla="*/ 5350 h 5351"/>
              <a:gd name="T28" fmla="*/ 204 w 3773"/>
              <a:gd name="T29" fmla="*/ 5350 h 5351"/>
              <a:gd name="T30" fmla="*/ 204 w 3773"/>
              <a:gd name="T31" fmla="*/ 5350 h 5351"/>
              <a:gd name="T32" fmla="*/ 0 w 3773"/>
              <a:gd name="T33" fmla="*/ 5146 h 5351"/>
              <a:gd name="T34" fmla="*/ 0 w 3773"/>
              <a:gd name="T35" fmla="*/ 203 h 5351"/>
              <a:gd name="T36" fmla="*/ 0 w 3773"/>
              <a:gd name="T37" fmla="*/ 203 h 5351"/>
              <a:gd name="T38" fmla="*/ 204 w 3773"/>
              <a:gd name="T39" fmla="*/ 0 h 5351"/>
              <a:gd name="T40" fmla="*/ 3568 w 3773"/>
              <a:gd name="T41" fmla="*/ 0 h 5351"/>
              <a:gd name="T42" fmla="*/ 3568 w 3773"/>
              <a:gd name="T43" fmla="*/ 0 h 5351"/>
              <a:gd name="T44" fmla="*/ 3772 w 3773"/>
              <a:gd name="T45" fmla="*/ 203 h 5351"/>
              <a:gd name="T46" fmla="*/ 3772 w 3773"/>
              <a:gd name="T47" fmla="*/ 5146 h 5351"/>
              <a:gd name="T48" fmla="*/ 3772 w 3773"/>
              <a:gd name="T49" fmla="*/ 5146 h 5351"/>
              <a:gd name="T50" fmla="*/ 3568 w 3773"/>
              <a:gd name="T51" fmla="*/ 5350 h 53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773" h="5351">
                <a:moveTo>
                  <a:pt x="204" y="51"/>
                </a:moveTo>
                <a:lnTo>
                  <a:pt x="204" y="51"/>
                </a:lnTo>
                <a:cubicBezTo>
                  <a:pt x="120" y="51"/>
                  <a:pt x="51" y="119"/>
                  <a:pt x="51" y="203"/>
                </a:cubicBezTo>
                <a:lnTo>
                  <a:pt x="51" y="5146"/>
                </a:lnTo>
                <a:lnTo>
                  <a:pt x="51" y="5146"/>
                </a:lnTo>
                <a:cubicBezTo>
                  <a:pt x="51" y="5231"/>
                  <a:pt x="120" y="5299"/>
                  <a:pt x="204" y="5299"/>
                </a:cubicBezTo>
                <a:lnTo>
                  <a:pt x="3568" y="5299"/>
                </a:lnTo>
                <a:lnTo>
                  <a:pt x="3568" y="5299"/>
                </a:lnTo>
                <a:cubicBezTo>
                  <a:pt x="3652" y="5299"/>
                  <a:pt x="3721" y="5231"/>
                  <a:pt x="3721" y="5146"/>
                </a:cubicBezTo>
                <a:lnTo>
                  <a:pt x="3721" y="203"/>
                </a:lnTo>
                <a:lnTo>
                  <a:pt x="3721" y="203"/>
                </a:lnTo>
                <a:cubicBezTo>
                  <a:pt x="3721" y="119"/>
                  <a:pt x="3652" y="51"/>
                  <a:pt x="3568" y="51"/>
                </a:cubicBezTo>
                <a:lnTo>
                  <a:pt x="204" y="51"/>
                </a:lnTo>
                <a:close/>
                <a:moveTo>
                  <a:pt x="3568" y="5350"/>
                </a:moveTo>
                <a:lnTo>
                  <a:pt x="204" y="5350"/>
                </a:lnTo>
                <a:lnTo>
                  <a:pt x="204" y="5350"/>
                </a:lnTo>
                <a:cubicBezTo>
                  <a:pt x="92" y="5350"/>
                  <a:pt x="0" y="5258"/>
                  <a:pt x="0" y="5146"/>
                </a:cubicBezTo>
                <a:lnTo>
                  <a:pt x="0" y="203"/>
                </a:lnTo>
                <a:lnTo>
                  <a:pt x="0" y="203"/>
                </a:lnTo>
                <a:cubicBezTo>
                  <a:pt x="0" y="92"/>
                  <a:pt x="92" y="0"/>
                  <a:pt x="204" y="0"/>
                </a:cubicBezTo>
                <a:lnTo>
                  <a:pt x="3568" y="0"/>
                </a:lnTo>
                <a:lnTo>
                  <a:pt x="3568" y="0"/>
                </a:lnTo>
                <a:cubicBezTo>
                  <a:pt x="3680" y="0"/>
                  <a:pt x="3772" y="92"/>
                  <a:pt x="3772" y="203"/>
                </a:cubicBezTo>
                <a:lnTo>
                  <a:pt x="3772" y="5146"/>
                </a:lnTo>
                <a:lnTo>
                  <a:pt x="3772" y="5146"/>
                </a:lnTo>
                <a:cubicBezTo>
                  <a:pt x="3772" y="5258"/>
                  <a:pt x="3680" y="5350"/>
                  <a:pt x="3568" y="5350"/>
                </a:cubicBezTo>
                <a:close/>
              </a:path>
            </a:pathLst>
          </a:custGeom>
          <a:solidFill>
            <a:schemeClr val="bg1">
              <a:lumMod val="85000"/>
            </a:schemeClr>
          </a:solidFill>
          <a:ln>
            <a:noFill/>
          </a:ln>
          <a:effectLst/>
        </p:spPr>
        <p:txBody>
          <a:bodyPr wrap="none" anchor="ctr"/>
          <a:lstStyle/>
          <a:p>
            <a:endParaRPr lang="en-US" sz="4000">
              <a:latin typeface="Lato Light" panose="020F0502020204030203" pitchFamily="34" charset="0"/>
            </a:endParaRPr>
          </a:p>
        </p:txBody>
      </p:sp>
      <p:sp>
        <p:nvSpPr>
          <p:cNvPr id="6" name="Freeform 62">
            <a:extLst>
              <a:ext uri="{FF2B5EF4-FFF2-40B4-BE49-F238E27FC236}">
                <a16:creationId xmlns:a16="http://schemas.microsoft.com/office/drawing/2014/main" id="{5253E8EB-6D77-6890-0E26-38C36098B44A}"/>
              </a:ext>
            </a:extLst>
          </p:cNvPr>
          <p:cNvSpPr>
            <a:spLocks noChangeArrowheads="1"/>
          </p:cNvSpPr>
          <p:nvPr/>
        </p:nvSpPr>
        <p:spPr bwMode="auto">
          <a:xfrm>
            <a:off x="54449" y="4930230"/>
            <a:ext cx="3181649" cy="1090646"/>
          </a:xfrm>
          <a:custGeom>
            <a:avLst/>
            <a:gdLst>
              <a:gd name="T0" fmla="*/ 674 w 5254"/>
              <a:gd name="T1" fmla="*/ 563 h 1225"/>
              <a:gd name="T2" fmla="*/ 42 w 5254"/>
              <a:gd name="T3" fmla="*/ 92 h 1225"/>
              <a:gd name="T4" fmla="*/ 42 w 5254"/>
              <a:gd name="T5" fmla="*/ 92 h 1225"/>
              <a:gd name="T6" fmla="*/ 72 w 5254"/>
              <a:gd name="T7" fmla="*/ 0 h 1225"/>
              <a:gd name="T8" fmla="*/ 4442 w 5254"/>
              <a:gd name="T9" fmla="*/ 0 h 1225"/>
              <a:gd name="T10" fmla="*/ 4442 w 5254"/>
              <a:gd name="T11" fmla="*/ 0 h 1225"/>
              <a:gd name="T12" fmla="*/ 4472 w 5254"/>
              <a:gd name="T13" fmla="*/ 10 h 1225"/>
              <a:gd name="T14" fmla="*/ 5226 w 5254"/>
              <a:gd name="T15" fmla="*/ 563 h 1225"/>
              <a:gd name="T16" fmla="*/ 5226 w 5254"/>
              <a:gd name="T17" fmla="*/ 563 h 1225"/>
              <a:gd name="T18" fmla="*/ 5226 w 5254"/>
              <a:gd name="T19" fmla="*/ 644 h 1225"/>
              <a:gd name="T20" fmla="*/ 4472 w 5254"/>
              <a:gd name="T21" fmla="*/ 1213 h 1225"/>
              <a:gd name="T22" fmla="*/ 4472 w 5254"/>
              <a:gd name="T23" fmla="*/ 1213 h 1225"/>
              <a:gd name="T24" fmla="*/ 4441 w 5254"/>
              <a:gd name="T25" fmla="*/ 1224 h 1225"/>
              <a:gd name="T26" fmla="*/ 69 w 5254"/>
              <a:gd name="T27" fmla="*/ 1224 h 1225"/>
              <a:gd name="T28" fmla="*/ 69 w 5254"/>
              <a:gd name="T29" fmla="*/ 1224 h 1225"/>
              <a:gd name="T30" fmla="*/ 38 w 5254"/>
              <a:gd name="T31" fmla="*/ 1132 h 1225"/>
              <a:gd name="T32" fmla="*/ 674 w 5254"/>
              <a:gd name="T33" fmla="*/ 644 h 1225"/>
              <a:gd name="T34" fmla="*/ 674 w 5254"/>
              <a:gd name="T35" fmla="*/ 644 h 1225"/>
              <a:gd name="T36" fmla="*/ 674 w 5254"/>
              <a:gd name="T37" fmla="*/ 563 h 1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254" h="1225">
                <a:moveTo>
                  <a:pt x="674" y="563"/>
                </a:moveTo>
                <a:lnTo>
                  <a:pt x="42" y="92"/>
                </a:lnTo>
                <a:lnTo>
                  <a:pt x="42" y="92"/>
                </a:lnTo>
                <a:cubicBezTo>
                  <a:pt x="3" y="63"/>
                  <a:pt x="24" y="0"/>
                  <a:pt x="72" y="0"/>
                </a:cubicBezTo>
                <a:lnTo>
                  <a:pt x="4442" y="0"/>
                </a:lnTo>
                <a:lnTo>
                  <a:pt x="4442" y="0"/>
                </a:lnTo>
                <a:cubicBezTo>
                  <a:pt x="4453" y="0"/>
                  <a:pt x="4463" y="3"/>
                  <a:pt x="4472" y="10"/>
                </a:cubicBezTo>
                <a:lnTo>
                  <a:pt x="5226" y="563"/>
                </a:lnTo>
                <a:lnTo>
                  <a:pt x="5226" y="563"/>
                </a:lnTo>
                <a:cubicBezTo>
                  <a:pt x="5253" y="583"/>
                  <a:pt x="5253" y="624"/>
                  <a:pt x="5226" y="644"/>
                </a:cubicBezTo>
                <a:lnTo>
                  <a:pt x="4472" y="1213"/>
                </a:lnTo>
                <a:lnTo>
                  <a:pt x="4472" y="1213"/>
                </a:lnTo>
                <a:cubicBezTo>
                  <a:pt x="4463" y="1220"/>
                  <a:pt x="4452" y="1224"/>
                  <a:pt x="4441" y="1224"/>
                </a:cubicBezTo>
                <a:lnTo>
                  <a:pt x="69" y="1224"/>
                </a:lnTo>
                <a:lnTo>
                  <a:pt x="69" y="1224"/>
                </a:lnTo>
                <a:cubicBezTo>
                  <a:pt x="20" y="1224"/>
                  <a:pt x="0" y="1162"/>
                  <a:pt x="38" y="1132"/>
                </a:cubicBezTo>
                <a:lnTo>
                  <a:pt x="674" y="644"/>
                </a:lnTo>
                <a:lnTo>
                  <a:pt x="674" y="644"/>
                </a:lnTo>
                <a:cubicBezTo>
                  <a:pt x="701" y="624"/>
                  <a:pt x="701" y="583"/>
                  <a:pt x="674" y="563"/>
                </a:cubicBezTo>
              </a:path>
            </a:pathLst>
          </a:custGeom>
          <a:solidFill>
            <a:schemeClr val="tx2"/>
          </a:solidFill>
          <a:ln>
            <a:noFill/>
          </a:ln>
          <a:effectLst/>
        </p:spPr>
        <p:txBody>
          <a:bodyPr wrap="none" anchor="ctr"/>
          <a:lstStyle/>
          <a:p>
            <a:endParaRPr lang="en-US" sz="4000">
              <a:latin typeface="Lato Light" panose="020F0502020204030203" pitchFamily="34" charset="0"/>
            </a:endParaRPr>
          </a:p>
        </p:txBody>
      </p:sp>
      <p:sp>
        <p:nvSpPr>
          <p:cNvPr id="7" name="Freeform 67">
            <a:extLst>
              <a:ext uri="{FF2B5EF4-FFF2-40B4-BE49-F238E27FC236}">
                <a16:creationId xmlns:a16="http://schemas.microsoft.com/office/drawing/2014/main" id="{16291B7A-EBEB-49C1-278C-32E4FCA92007}"/>
              </a:ext>
            </a:extLst>
          </p:cNvPr>
          <p:cNvSpPr>
            <a:spLocks noChangeArrowheads="1"/>
          </p:cNvSpPr>
          <p:nvPr/>
        </p:nvSpPr>
        <p:spPr bwMode="auto">
          <a:xfrm>
            <a:off x="1648385" y="1161860"/>
            <a:ext cx="899824" cy="922217"/>
          </a:xfrm>
          <a:custGeom>
            <a:avLst/>
            <a:gdLst>
              <a:gd name="T0" fmla="*/ 637 w 1274"/>
              <a:gd name="T1" fmla="*/ 0 h 1275"/>
              <a:gd name="T2" fmla="*/ 637 w 1274"/>
              <a:gd name="T3" fmla="*/ 0 h 1275"/>
              <a:gd name="T4" fmla="*/ 1273 w 1274"/>
              <a:gd name="T5" fmla="*/ 637 h 1275"/>
              <a:gd name="T6" fmla="*/ 1273 w 1274"/>
              <a:gd name="T7" fmla="*/ 637 h 1275"/>
              <a:gd name="T8" fmla="*/ 637 w 1274"/>
              <a:gd name="T9" fmla="*/ 1274 h 1275"/>
              <a:gd name="T10" fmla="*/ 637 w 1274"/>
              <a:gd name="T11" fmla="*/ 1274 h 1275"/>
              <a:gd name="T12" fmla="*/ 0 w 1274"/>
              <a:gd name="T13" fmla="*/ 637 h 1275"/>
              <a:gd name="T14" fmla="*/ 0 w 1274"/>
              <a:gd name="T15" fmla="*/ 637 h 1275"/>
              <a:gd name="T16" fmla="*/ 637 w 1274"/>
              <a:gd name="T17" fmla="*/ 0 h 1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4" h="1275">
                <a:moveTo>
                  <a:pt x="637" y="0"/>
                </a:moveTo>
                <a:lnTo>
                  <a:pt x="637" y="0"/>
                </a:lnTo>
                <a:cubicBezTo>
                  <a:pt x="988" y="0"/>
                  <a:pt x="1273" y="285"/>
                  <a:pt x="1273" y="637"/>
                </a:cubicBezTo>
                <a:lnTo>
                  <a:pt x="1273" y="637"/>
                </a:lnTo>
                <a:cubicBezTo>
                  <a:pt x="1273" y="988"/>
                  <a:pt x="988" y="1274"/>
                  <a:pt x="637" y="1274"/>
                </a:cubicBezTo>
                <a:lnTo>
                  <a:pt x="637" y="1274"/>
                </a:lnTo>
                <a:cubicBezTo>
                  <a:pt x="284" y="1274"/>
                  <a:pt x="0" y="988"/>
                  <a:pt x="0" y="637"/>
                </a:cubicBezTo>
                <a:lnTo>
                  <a:pt x="0" y="637"/>
                </a:lnTo>
                <a:cubicBezTo>
                  <a:pt x="0" y="285"/>
                  <a:pt x="284" y="0"/>
                  <a:pt x="637" y="0"/>
                </a:cubicBezTo>
              </a:path>
            </a:pathLst>
          </a:custGeom>
          <a:solidFill>
            <a:schemeClr val="bg1"/>
          </a:solidFill>
          <a:ln>
            <a:noFill/>
          </a:ln>
          <a:effectLst/>
        </p:spPr>
        <p:txBody>
          <a:bodyPr wrap="none" anchor="ctr"/>
          <a:lstStyle/>
          <a:p>
            <a:endParaRPr lang="en-US" sz="4000">
              <a:latin typeface="Lato Light" panose="020F0502020204030203" pitchFamily="34" charset="0"/>
            </a:endParaRPr>
          </a:p>
        </p:txBody>
      </p:sp>
      <p:sp>
        <p:nvSpPr>
          <p:cNvPr id="8" name="Freeform 68">
            <a:extLst>
              <a:ext uri="{FF2B5EF4-FFF2-40B4-BE49-F238E27FC236}">
                <a16:creationId xmlns:a16="http://schemas.microsoft.com/office/drawing/2014/main" id="{DF78C9CF-F9AF-ED67-330C-364AD0C673CC}"/>
              </a:ext>
            </a:extLst>
          </p:cNvPr>
          <p:cNvSpPr>
            <a:spLocks noChangeArrowheads="1"/>
          </p:cNvSpPr>
          <p:nvPr/>
        </p:nvSpPr>
        <p:spPr bwMode="auto">
          <a:xfrm>
            <a:off x="1629704" y="1145902"/>
            <a:ext cx="937186" cy="960513"/>
          </a:xfrm>
          <a:custGeom>
            <a:avLst/>
            <a:gdLst>
              <a:gd name="T0" fmla="*/ 663 w 1326"/>
              <a:gd name="T1" fmla="*/ 51 h 1326"/>
              <a:gd name="T2" fmla="*/ 663 w 1326"/>
              <a:gd name="T3" fmla="*/ 51 h 1326"/>
              <a:gd name="T4" fmla="*/ 51 w 1326"/>
              <a:gd name="T5" fmla="*/ 663 h 1326"/>
              <a:gd name="T6" fmla="*/ 51 w 1326"/>
              <a:gd name="T7" fmla="*/ 663 h 1326"/>
              <a:gd name="T8" fmla="*/ 663 w 1326"/>
              <a:gd name="T9" fmla="*/ 1274 h 1326"/>
              <a:gd name="T10" fmla="*/ 663 w 1326"/>
              <a:gd name="T11" fmla="*/ 1274 h 1326"/>
              <a:gd name="T12" fmla="*/ 1274 w 1326"/>
              <a:gd name="T13" fmla="*/ 663 h 1326"/>
              <a:gd name="T14" fmla="*/ 1274 w 1326"/>
              <a:gd name="T15" fmla="*/ 663 h 1326"/>
              <a:gd name="T16" fmla="*/ 663 w 1326"/>
              <a:gd name="T17" fmla="*/ 51 h 1326"/>
              <a:gd name="T18" fmla="*/ 663 w 1326"/>
              <a:gd name="T19" fmla="*/ 1325 h 1326"/>
              <a:gd name="T20" fmla="*/ 663 w 1326"/>
              <a:gd name="T21" fmla="*/ 1325 h 1326"/>
              <a:gd name="T22" fmla="*/ 0 w 1326"/>
              <a:gd name="T23" fmla="*/ 663 h 1326"/>
              <a:gd name="T24" fmla="*/ 0 w 1326"/>
              <a:gd name="T25" fmla="*/ 663 h 1326"/>
              <a:gd name="T26" fmla="*/ 663 w 1326"/>
              <a:gd name="T27" fmla="*/ 0 h 1326"/>
              <a:gd name="T28" fmla="*/ 663 w 1326"/>
              <a:gd name="T29" fmla="*/ 0 h 1326"/>
              <a:gd name="T30" fmla="*/ 1325 w 1326"/>
              <a:gd name="T31" fmla="*/ 663 h 1326"/>
              <a:gd name="T32" fmla="*/ 1325 w 1326"/>
              <a:gd name="T33" fmla="*/ 663 h 1326"/>
              <a:gd name="T34" fmla="*/ 663 w 1326"/>
              <a:gd name="T35" fmla="*/ 1325 h 1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326" h="1326">
                <a:moveTo>
                  <a:pt x="663" y="51"/>
                </a:moveTo>
                <a:lnTo>
                  <a:pt x="663" y="51"/>
                </a:lnTo>
                <a:cubicBezTo>
                  <a:pt x="325" y="51"/>
                  <a:pt x="51" y="326"/>
                  <a:pt x="51" y="663"/>
                </a:cubicBezTo>
                <a:lnTo>
                  <a:pt x="51" y="663"/>
                </a:lnTo>
                <a:cubicBezTo>
                  <a:pt x="51" y="1000"/>
                  <a:pt x="325" y="1274"/>
                  <a:pt x="663" y="1274"/>
                </a:cubicBezTo>
                <a:lnTo>
                  <a:pt x="663" y="1274"/>
                </a:lnTo>
                <a:cubicBezTo>
                  <a:pt x="1000" y="1274"/>
                  <a:pt x="1274" y="1000"/>
                  <a:pt x="1274" y="663"/>
                </a:cubicBezTo>
                <a:lnTo>
                  <a:pt x="1274" y="663"/>
                </a:lnTo>
                <a:cubicBezTo>
                  <a:pt x="1274" y="326"/>
                  <a:pt x="1000" y="51"/>
                  <a:pt x="663" y="51"/>
                </a:cubicBezTo>
                <a:close/>
                <a:moveTo>
                  <a:pt x="663" y="1325"/>
                </a:moveTo>
                <a:lnTo>
                  <a:pt x="663" y="1325"/>
                </a:lnTo>
                <a:cubicBezTo>
                  <a:pt x="297" y="1325"/>
                  <a:pt x="0" y="1028"/>
                  <a:pt x="0" y="663"/>
                </a:cubicBezTo>
                <a:lnTo>
                  <a:pt x="0" y="663"/>
                </a:lnTo>
                <a:cubicBezTo>
                  <a:pt x="0" y="297"/>
                  <a:pt x="297" y="0"/>
                  <a:pt x="663" y="0"/>
                </a:cubicBezTo>
                <a:lnTo>
                  <a:pt x="663" y="0"/>
                </a:lnTo>
                <a:cubicBezTo>
                  <a:pt x="1028" y="0"/>
                  <a:pt x="1325" y="297"/>
                  <a:pt x="1325" y="663"/>
                </a:cubicBezTo>
                <a:lnTo>
                  <a:pt x="1325" y="663"/>
                </a:lnTo>
                <a:cubicBezTo>
                  <a:pt x="1325" y="1028"/>
                  <a:pt x="1028" y="1325"/>
                  <a:pt x="663" y="1325"/>
                </a:cubicBezTo>
                <a:close/>
              </a:path>
            </a:pathLst>
          </a:custGeom>
          <a:solidFill>
            <a:schemeClr val="bg1">
              <a:lumMod val="85000"/>
            </a:schemeClr>
          </a:solidFill>
          <a:ln>
            <a:noFill/>
          </a:ln>
          <a:effectLst/>
        </p:spPr>
        <p:txBody>
          <a:bodyPr wrap="none" anchor="ctr"/>
          <a:lstStyle/>
          <a:p>
            <a:endParaRPr lang="en-US" sz="4000">
              <a:latin typeface="Lato Light" panose="020F0502020204030203" pitchFamily="34" charset="0"/>
            </a:endParaRPr>
          </a:p>
        </p:txBody>
      </p:sp>
      <p:sp>
        <p:nvSpPr>
          <p:cNvPr id="21" name="TextBox 45">
            <a:extLst>
              <a:ext uri="{FF2B5EF4-FFF2-40B4-BE49-F238E27FC236}">
                <a16:creationId xmlns:a16="http://schemas.microsoft.com/office/drawing/2014/main" id="{07FB8B0F-4BC2-4EC5-80DC-6F2AD3602396}"/>
              </a:ext>
            </a:extLst>
          </p:cNvPr>
          <p:cNvSpPr txBox="1"/>
          <p:nvPr/>
        </p:nvSpPr>
        <p:spPr>
          <a:xfrm>
            <a:off x="996699" y="5213942"/>
            <a:ext cx="1297150" cy="523220"/>
          </a:xfrm>
          <a:prstGeom prst="rect">
            <a:avLst/>
          </a:prstGeom>
          <a:noFill/>
        </p:spPr>
        <p:txBody>
          <a:bodyPr wrap="none" rtlCol="0" anchor="ctr">
            <a:spAutoFit/>
          </a:bodyPr>
          <a:lstStyle/>
          <a:p>
            <a:pPr algn="ctr"/>
            <a:r>
              <a:rPr lang="en-US" sz="2800" b="1">
                <a:solidFill>
                  <a:schemeClr val="bg1"/>
                </a:solidFill>
                <a:latin typeface="Poppins" pitchFamily="2" charset="77"/>
                <a:cs typeface="Poppins" pitchFamily="2" charset="77"/>
              </a:rPr>
              <a:t>Q4/23</a:t>
            </a:r>
          </a:p>
        </p:txBody>
      </p:sp>
      <p:sp>
        <p:nvSpPr>
          <p:cNvPr id="26" name="TextBox 50">
            <a:extLst>
              <a:ext uri="{FF2B5EF4-FFF2-40B4-BE49-F238E27FC236}">
                <a16:creationId xmlns:a16="http://schemas.microsoft.com/office/drawing/2014/main" id="{52D5EDD2-C7A4-30E9-958B-A26FCBA58251}"/>
              </a:ext>
            </a:extLst>
          </p:cNvPr>
          <p:cNvSpPr txBox="1"/>
          <p:nvPr/>
        </p:nvSpPr>
        <p:spPr>
          <a:xfrm>
            <a:off x="347143" y="2085447"/>
            <a:ext cx="2565126" cy="338554"/>
          </a:xfrm>
          <a:prstGeom prst="rect">
            <a:avLst/>
          </a:prstGeom>
          <a:noFill/>
        </p:spPr>
        <p:txBody>
          <a:bodyPr wrap="none" rtlCol="0" anchor="b" anchorCtr="0">
            <a:spAutoFit/>
          </a:bodyPr>
          <a:lstStyle/>
          <a:p>
            <a:pPr algn="ctr"/>
            <a:r>
              <a:rPr lang="en-US" sz="1600" b="1" err="1">
                <a:latin typeface="Poppins" pitchFamily="2" charset="77"/>
                <a:ea typeface="League Spartan" charset="0"/>
                <a:cs typeface="Poppins" pitchFamily="2" charset="77"/>
              </a:rPr>
              <a:t>Technische</a:t>
            </a:r>
            <a:r>
              <a:rPr lang="en-US" sz="1600" b="1">
                <a:latin typeface="Poppins" pitchFamily="2" charset="77"/>
                <a:ea typeface="League Spartan" charset="0"/>
                <a:cs typeface="Poppins" pitchFamily="2" charset="77"/>
              </a:rPr>
              <a:t> </a:t>
            </a:r>
            <a:r>
              <a:rPr lang="en-US" sz="1600" b="1" err="1">
                <a:latin typeface="Poppins" pitchFamily="2" charset="77"/>
                <a:ea typeface="League Spartan" charset="0"/>
                <a:cs typeface="Poppins" pitchFamily="2" charset="77"/>
              </a:rPr>
              <a:t>Grundlage</a:t>
            </a:r>
            <a:endParaRPr lang="en-US" sz="1600" b="1">
              <a:latin typeface="Poppins" pitchFamily="2" charset="77"/>
              <a:ea typeface="League Spartan" charset="0"/>
              <a:cs typeface="Poppins" pitchFamily="2" charset="77"/>
            </a:endParaRPr>
          </a:p>
        </p:txBody>
      </p:sp>
      <p:sp>
        <p:nvSpPr>
          <p:cNvPr id="34" name="Freeform 1033">
            <a:extLst>
              <a:ext uri="{FF2B5EF4-FFF2-40B4-BE49-F238E27FC236}">
                <a16:creationId xmlns:a16="http://schemas.microsoft.com/office/drawing/2014/main" id="{89B0425C-638B-EF97-1D73-DAC2014B3F02}"/>
              </a:ext>
            </a:extLst>
          </p:cNvPr>
          <p:cNvSpPr>
            <a:spLocks noChangeAspect="1" noChangeArrowheads="1"/>
          </p:cNvSpPr>
          <p:nvPr/>
        </p:nvSpPr>
        <p:spPr bwMode="auto">
          <a:xfrm>
            <a:off x="1872731" y="1444322"/>
            <a:ext cx="408294" cy="360479"/>
          </a:xfrm>
          <a:custGeom>
            <a:avLst/>
            <a:gdLst>
              <a:gd name="T0" fmla="*/ 44610316 w 290152"/>
              <a:gd name="T1" fmla="*/ 43543067 h 250467"/>
              <a:gd name="T2" fmla="*/ 24261540 w 290152"/>
              <a:gd name="T3" fmla="*/ 43543067 h 250467"/>
              <a:gd name="T4" fmla="*/ 5869932 w 290152"/>
              <a:gd name="T5" fmla="*/ 51582464 h 250467"/>
              <a:gd name="T6" fmla="*/ 1956269 w 290152"/>
              <a:gd name="T7" fmla="*/ 47601133 h 250467"/>
              <a:gd name="T8" fmla="*/ 62923742 w 290152"/>
              <a:gd name="T9" fmla="*/ 47601133 h 250467"/>
              <a:gd name="T10" fmla="*/ 47641867 w 290152"/>
              <a:gd name="T11" fmla="*/ 25353693 h 250467"/>
              <a:gd name="T12" fmla="*/ 49881259 w 290152"/>
              <a:gd name="T13" fmla="*/ 29422458 h 250467"/>
              <a:gd name="T14" fmla="*/ 46911515 w 290152"/>
              <a:gd name="T15" fmla="*/ 19215497 h 250467"/>
              <a:gd name="T16" fmla="*/ 43498583 w 290152"/>
              <a:gd name="T17" fmla="*/ 23229919 h 250467"/>
              <a:gd name="T18" fmla="*/ 43498583 w 290152"/>
              <a:gd name="T19" fmla="*/ 27630461 h 250467"/>
              <a:gd name="T20" fmla="*/ 46989349 w 290152"/>
              <a:gd name="T21" fmla="*/ 31645088 h 250467"/>
              <a:gd name="T22" fmla="*/ 52263952 w 290152"/>
              <a:gd name="T23" fmla="*/ 31953782 h 250467"/>
              <a:gd name="T24" fmla="*/ 56297327 w 290152"/>
              <a:gd name="T25" fmla="*/ 28479865 h 250467"/>
              <a:gd name="T26" fmla="*/ 57460822 w 290152"/>
              <a:gd name="T27" fmla="*/ 23847895 h 250467"/>
              <a:gd name="T28" fmla="*/ 54125420 w 290152"/>
              <a:gd name="T29" fmla="*/ 19138185 h 250467"/>
              <a:gd name="T30" fmla="*/ 48075059 w 290152"/>
              <a:gd name="T31" fmla="*/ 13116259 h 250467"/>
              <a:gd name="T32" fmla="*/ 57383023 w 290152"/>
              <a:gd name="T33" fmla="*/ 15278161 h 250467"/>
              <a:gd name="T34" fmla="*/ 62424996 w 290152"/>
              <a:gd name="T35" fmla="*/ 23384395 h 250467"/>
              <a:gd name="T36" fmla="*/ 60253274 w 290152"/>
              <a:gd name="T37" fmla="*/ 32726172 h 250467"/>
              <a:gd name="T38" fmla="*/ 52108465 w 290152"/>
              <a:gd name="T39" fmla="*/ 37744348 h 250467"/>
              <a:gd name="T40" fmla="*/ 43886513 w 290152"/>
              <a:gd name="T41" fmla="*/ 35582449 h 250467"/>
              <a:gd name="T42" fmla="*/ 38456736 w 290152"/>
              <a:gd name="T43" fmla="*/ 28248191 h 250467"/>
              <a:gd name="T44" fmla="*/ 41947443 w 290152"/>
              <a:gd name="T45" fmla="*/ 22072019 h 250467"/>
              <a:gd name="T46" fmla="*/ 46756691 w 290152"/>
              <a:gd name="T47" fmla="*/ 17285472 h 250467"/>
              <a:gd name="T48" fmla="*/ 25916885 w 290152"/>
              <a:gd name="T49" fmla="*/ 18271320 h 250467"/>
              <a:gd name="T50" fmla="*/ 18590774 w 290152"/>
              <a:gd name="T51" fmla="*/ 9155015 h 250467"/>
              <a:gd name="T52" fmla="*/ 49922188 w 290152"/>
              <a:gd name="T53" fmla="*/ 8929091 h 250467"/>
              <a:gd name="T54" fmla="*/ 17262916 w 290152"/>
              <a:gd name="T55" fmla="*/ 1846001 h 250467"/>
              <a:gd name="T56" fmla="*/ 9060858 w 290152"/>
              <a:gd name="T57" fmla="*/ 4692919 h 250467"/>
              <a:gd name="T58" fmla="*/ 3514646 w 290152"/>
              <a:gd name="T59" fmla="*/ 11155311 h 250467"/>
              <a:gd name="T60" fmla="*/ 1952567 w 290152"/>
              <a:gd name="T61" fmla="*/ 19540754 h 250467"/>
              <a:gd name="T62" fmla="*/ 4843141 w 290152"/>
              <a:gd name="T63" fmla="*/ 27618573 h 250467"/>
              <a:gd name="T64" fmla="*/ 11404611 w 290152"/>
              <a:gd name="T65" fmla="*/ 33080833 h 250467"/>
              <a:gd name="T66" fmla="*/ 17341043 w 290152"/>
              <a:gd name="T67" fmla="*/ 34696634 h 250467"/>
              <a:gd name="T68" fmla="*/ 25855195 w 290152"/>
              <a:gd name="T69" fmla="*/ 33157754 h 250467"/>
              <a:gd name="T70" fmla="*/ 32416445 w 290152"/>
              <a:gd name="T71" fmla="*/ 27541718 h 250467"/>
              <a:gd name="T72" fmla="*/ 35306984 w 290152"/>
              <a:gd name="T73" fmla="*/ 19463671 h 250467"/>
              <a:gd name="T74" fmla="*/ 33666187 w 290152"/>
              <a:gd name="T75" fmla="*/ 11078074 h 250467"/>
              <a:gd name="T76" fmla="*/ 28042323 w 290152"/>
              <a:gd name="T77" fmla="*/ 4538860 h 250467"/>
              <a:gd name="T78" fmla="*/ 19840519 w 290152"/>
              <a:gd name="T79" fmla="*/ 1769704 h 250467"/>
              <a:gd name="T80" fmla="*/ 37707911 w 290152"/>
              <a:gd name="T81" fmla="*/ 5873922 h 250467"/>
              <a:gd name="T82" fmla="*/ 19918687 w 290152"/>
              <a:gd name="T83" fmla="*/ 0 h 250467"/>
              <a:gd name="T84" fmla="*/ 28979629 w 290152"/>
              <a:gd name="T85" fmla="*/ 3077794 h 250467"/>
              <a:gd name="T86" fmla="*/ 32807044 w 290152"/>
              <a:gd name="T87" fmla="*/ 7154649 h 250467"/>
              <a:gd name="T88" fmla="*/ 33744834 w 290152"/>
              <a:gd name="T89" fmla="*/ 15155629 h 250467"/>
              <a:gd name="T90" fmla="*/ 33275795 w 290152"/>
              <a:gd name="T91" fmla="*/ 23002722 h 250467"/>
              <a:gd name="T92" fmla="*/ 31479527 w 290152"/>
              <a:gd name="T93" fmla="*/ 29157210 h 250467"/>
              <a:gd name="T94" fmla="*/ 26714463 w 290152"/>
              <a:gd name="T95" fmla="*/ 34696634 h 250467"/>
              <a:gd name="T96" fmla="*/ 17262916 w 290152"/>
              <a:gd name="T97" fmla="*/ 36542700 h 250467"/>
              <a:gd name="T98" fmla="*/ 8124061 w 290152"/>
              <a:gd name="T99" fmla="*/ 33388376 h 250467"/>
              <a:gd name="T100" fmla="*/ 3202091 w 290152"/>
              <a:gd name="T101" fmla="*/ 28541671 h 250467"/>
              <a:gd name="T102" fmla="*/ 1796166 w 290152"/>
              <a:gd name="T103" fmla="*/ 21387201 h 250467"/>
              <a:gd name="T104" fmla="*/ 2499070 w 290152"/>
              <a:gd name="T105" fmla="*/ 12693632 h 250467"/>
              <a:gd name="T106" fmla="*/ 8280430 w 290152"/>
              <a:gd name="T107" fmla="*/ 6846985 h 250467"/>
              <a:gd name="T108" fmla="*/ 13747607 w 290152"/>
              <a:gd name="T109" fmla="*/ 3769430 h 250467"/>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290152" h="250467">
                <a:moveTo>
                  <a:pt x="205705" y="203866"/>
                </a:moveTo>
                <a:lnTo>
                  <a:pt x="167451" y="241505"/>
                </a:lnTo>
                <a:lnTo>
                  <a:pt x="262364" y="241505"/>
                </a:lnTo>
                <a:cubicBezTo>
                  <a:pt x="272830" y="241505"/>
                  <a:pt x="281491" y="233260"/>
                  <a:pt x="281491" y="222865"/>
                </a:cubicBezTo>
                <a:cubicBezTo>
                  <a:pt x="281491" y="212470"/>
                  <a:pt x="272830" y="203866"/>
                  <a:pt x="262364" y="203866"/>
                </a:cubicBezTo>
                <a:lnTo>
                  <a:pt x="205705" y="203866"/>
                </a:lnTo>
                <a:close/>
                <a:moveTo>
                  <a:pt x="158790" y="203866"/>
                </a:moveTo>
                <a:lnTo>
                  <a:pt x="120536" y="241505"/>
                </a:lnTo>
                <a:lnTo>
                  <a:pt x="155181" y="241505"/>
                </a:lnTo>
                <a:lnTo>
                  <a:pt x="193435" y="203866"/>
                </a:lnTo>
                <a:lnTo>
                  <a:pt x="158790" y="203866"/>
                </a:lnTo>
                <a:close/>
                <a:moveTo>
                  <a:pt x="111874" y="203866"/>
                </a:moveTo>
                <a:lnTo>
                  <a:pt x="73621" y="241505"/>
                </a:lnTo>
                <a:lnTo>
                  <a:pt x="107905" y="241505"/>
                </a:lnTo>
                <a:lnTo>
                  <a:pt x="146159" y="203866"/>
                </a:lnTo>
                <a:lnTo>
                  <a:pt x="111874" y="203866"/>
                </a:lnTo>
                <a:close/>
                <a:moveTo>
                  <a:pt x="64959" y="203866"/>
                </a:moveTo>
                <a:lnTo>
                  <a:pt x="27066" y="241505"/>
                </a:lnTo>
                <a:cubicBezTo>
                  <a:pt x="27427" y="241505"/>
                  <a:pt x="27427" y="241505"/>
                  <a:pt x="27788" y="241505"/>
                </a:cubicBezTo>
                <a:lnTo>
                  <a:pt x="61350" y="241505"/>
                </a:lnTo>
                <a:lnTo>
                  <a:pt x="99243" y="203866"/>
                </a:lnTo>
                <a:lnTo>
                  <a:pt x="64959" y="203866"/>
                </a:lnTo>
                <a:close/>
                <a:moveTo>
                  <a:pt x="27788" y="203866"/>
                </a:moveTo>
                <a:cubicBezTo>
                  <a:pt x="17322" y="203866"/>
                  <a:pt x="9022" y="212470"/>
                  <a:pt x="9022" y="222865"/>
                </a:cubicBezTo>
                <a:cubicBezTo>
                  <a:pt x="9022" y="229317"/>
                  <a:pt x="12270" y="235053"/>
                  <a:pt x="17683" y="238637"/>
                </a:cubicBezTo>
                <a:lnTo>
                  <a:pt x="52689" y="203866"/>
                </a:lnTo>
                <a:lnTo>
                  <a:pt x="27788" y="203866"/>
                </a:lnTo>
                <a:close/>
                <a:moveTo>
                  <a:pt x="27788" y="195263"/>
                </a:moveTo>
                <a:lnTo>
                  <a:pt x="262364" y="195263"/>
                </a:lnTo>
                <a:cubicBezTo>
                  <a:pt x="277882" y="195263"/>
                  <a:pt x="290152" y="207451"/>
                  <a:pt x="290152" y="222865"/>
                </a:cubicBezTo>
                <a:cubicBezTo>
                  <a:pt x="290152" y="237921"/>
                  <a:pt x="277882" y="250467"/>
                  <a:pt x="262364" y="250467"/>
                </a:cubicBezTo>
                <a:lnTo>
                  <a:pt x="27788" y="250467"/>
                </a:lnTo>
                <a:cubicBezTo>
                  <a:pt x="12631" y="250467"/>
                  <a:pt x="0" y="237921"/>
                  <a:pt x="0" y="222865"/>
                </a:cubicBezTo>
                <a:cubicBezTo>
                  <a:pt x="0" y="207451"/>
                  <a:pt x="12631" y="195263"/>
                  <a:pt x="27788" y="195263"/>
                </a:cubicBezTo>
                <a:close/>
                <a:moveTo>
                  <a:pt x="230010" y="108640"/>
                </a:moveTo>
                <a:cubicBezTo>
                  <a:pt x="224313" y="108640"/>
                  <a:pt x="219684" y="113312"/>
                  <a:pt x="219684" y="118704"/>
                </a:cubicBezTo>
                <a:cubicBezTo>
                  <a:pt x="219684" y="124455"/>
                  <a:pt x="224313" y="129127"/>
                  <a:pt x="230010" y="129127"/>
                </a:cubicBezTo>
                <a:cubicBezTo>
                  <a:pt x="235351" y="129127"/>
                  <a:pt x="239980" y="124455"/>
                  <a:pt x="239980" y="118704"/>
                </a:cubicBezTo>
                <a:cubicBezTo>
                  <a:pt x="239980" y="113312"/>
                  <a:pt x="235351" y="108640"/>
                  <a:pt x="230010" y="108640"/>
                </a:cubicBezTo>
                <a:close/>
                <a:moveTo>
                  <a:pt x="230010" y="100013"/>
                </a:moveTo>
                <a:cubicBezTo>
                  <a:pt x="240336" y="100013"/>
                  <a:pt x="248882" y="108280"/>
                  <a:pt x="248882" y="118704"/>
                </a:cubicBezTo>
                <a:cubicBezTo>
                  <a:pt x="248882" y="129487"/>
                  <a:pt x="240336" y="137754"/>
                  <a:pt x="230010" y="137754"/>
                </a:cubicBezTo>
                <a:cubicBezTo>
                  <a:pt x="219684" y="137754"/>
                  <a:pt x="211138" y="129487"/>
                  <a:pt x="211138" y="118704"/>
                </a:cubicBezTo>
                <a:cubicBezTo>
                  <a:pt x="211138" y="108280"/>
                  <a:pt x="219684" y="100013"/>
                  <a:pt x="230010" y="100013"/>
                </a:cubicBezTo>
                <a:close/>
                <a:moveTo>
                  <a:pt x="225974" y="69723"/>
                </a:moveTo>
                <a:lnTo>
                  <a:pt x="223470" y="84905"/>
                </a:lnTo>
                <a:cubicBezTo>
                  <a:pt x="223470" y="86350"/>
                  <a:pt x="222397" y="87796"/>
                  <a:pt x="220609" y="88519"/>
                </a:cubicBezTo>
                <a:cubicBezTo>
                  <a:pt x="219178" y="88881"/>
                  <a:pt x="218105" y="89604"/>
                  <a:pt x="216317" y="89965"/>
                </a:cubicBezTo>
                <a:cubicBezTo>
                  <a:pt x="215244" y="90688"/>
                  <a:pt x="213456" y="90688"/>
                  <a:pt x="212025" y="89604"/>
                </a:cubicBezTo>
                <a:lnTo>
                  <a:pt x="199864" y="80929"/>
                </a:lnTo>
                <a:cubicBezTo>
                  <a:pt x="197360" y="82736"/>
                  <a:pt x="195214" y="85266"/>
                  <a:pt x="193068" y="87796"/>
                </a:cubicBezTo>
                <a:lnTo>
                  <a:pt x="201652" y="100086"/>
                </a:lnTo>
                <a:cubicBezTo>
                  <a:pt x="202725" y="101170"/>
                  <a:pt x="202725" y="103339"/>
                  <a:pt x="202368" y="104424"/>
                </a:cubicBezTo>
                <a:cubicBezTo>
                  <a:pt x="201652" y="105869"/>
                  <a:pt x="200937" y="107315"/>
                  <a:pt x="200579" y="108761"/>
                </a:cubicBezTo>
                <a:cubicBezTo>
                  <a:pt x="200221" y="110207"/>
                  <a:pt x="198791" y="111653"/>
                  <a:pt x="197360" y="111653"/>
                </a:cubicBezTo>
                <a:lnTo>
                  <a:pt x="181980" y="114183"/>
                </a:lnTo>
                <a:cubicBezTo>
                  <a:pt x="181980" y="115629"/>
                  <a:pt x="181980" y="117436"/>
                  <a:pt x="181980" y="118882"/>
                </a:cubicBezTo>
                <a:cubicBezTo>
                  <a:pt x="181980" y="120689"/>
                  <a:pt x="181980" y="122497"/>
                  <a:pt x="181980" y="123942"/>
                </a:cubicBezTo>
                <a:lnTo>
                  <a:pt x="197002" y="126473"/>
                </a:lnTo>
                <a:cubicBezTo>
                  <a:pt x="198791" y="126473"/>
                  <a:pt x="200221" y="127919"/>
                  <a:pt x="200579" y="129364"/>
                </a:cubicBezTo>
                <a:cubicBezTo>
                  <a:pt x="200937" y="130810"/>
                  <a:pt x="201652" y="132256"/>
                  <a:pt x="202368" y="133340"/>
                </a:cubicBezTo>
                <a:cubicBezTo>
                  <a:pt x="202725" y="134786"/>
                  <a:pt x="202725" y="136955"/>
                  <a:pt x="201652" y="138039"/>
                </a:cubicBezTo>
                <a:lnTo>
                  <a:pt x="193068" y="150329"/>
                </a:lnTo>
                <a:cubicBezTo>
                  <a:pt x="195214" y="152859"/>
                  <a:pt x="197360" y="155390"/>
                  <a:pt x="199864" y="157558"/>
                </a:cubicBezTo>
                <a:lnTo>
                  <a:pt x="212025" y="148522"/>
                </a:lnTo>
                <a:cubicBezTo>
                  <a:pt x="213456" y="147437"/>
                  <a:pt x="215244" y="147437"/>
                  <a:pt x="216675" y="148160"/>
                </a:cubicBezTo>
                <a:cubicBezTo>
                  <a:pt x="218105" y="148522"/>
                  <a:pt x="219178" y="149245"/>
                  <a:pt x="220609" y="149606"/>
                </a:cubicBezTo>
                <a:cubicBezTo>
                  <a:pt x="222397" y="150329"/>
                  <a:pt x="223470" y="151775"/>
                  <a:pt x="223470" y="153221"/>
                </a:cubicBezTo>
                <a:lnTo>
                  <a:pt x="225974" y="168402"/>
                </a:lnTo>
                <a:cubicBezTo>
                  <a:pt x="229193" y="168764"/>
                  <a:pt x="232412" y="168764"/>
                  <a:pt x="235989" y="168402"/>
                </a:cubicBezTo>
                <a:lnTo>
                  <a:pt x="238135" y="153221"/>
                </a:lnTo>
                <a:cubicBezTo>
                  <a:pt x="238493" y="151775"/>
                  <a:pt x="239566" y="150329"/>
                  <a:pt x="240997" y="149606"/>
                </a:cubicBezTo>
                <a:cubicBezTo>
                  <a:pt x="242427" y="149245"/>
                  <a:pt x="243858" y="148522"/>
                  <a:pt x="245289" y="148160"/>
                </a:cubicBezTo>
                <a:cubicBezTo>
                  <a:pt x="246719" y="147437"/>
                  <a:pt x="248508" y="147437"/>
                  <a:pt x="249581" y="148522"/>
                </a:cubicBezTo>
                <a:lnTo>
                  <a:pt x="262099" y="157558"/>
                </a:lnTo>
                <a:cubicBezTo>
                  <a:pt x="264603" y="155390"/>
                  <a:pt x="266749" y="152859"/>
                  <a:pt x="268895" y="150329"/>
                </a:cubicBezTo>
                <a:lnTo>
                  <a:pt x="259953" y="138039"/>
                </a:lnTo>
                <a:cubicBezTo>
                  <a:pt x="258880" y="136955"/>
                  <a:pt x="258880" y="134786"/>
                  <a:pt x="259596" y="133340"/>
                </a:cubicBezTo>
                <a:cubicBezTo>
                  <a:pt x="260311" y="132256"/>
                  <a:pt x="261026" y="130810"/>
                  <a:pt x="261384" y="129364"/>
                </a:cubicBezTo>
                <a:cubicBezTo>
                  <a:pt x="262099" y="127919"/>
                  <a:pt x="263172" y="126473"/>
                  <a:pt x="264961" y="126473"/>
                </a:cubicBezTo>
                <a:lnTo>
                  <a:pt x="279626" y="123942"/>
                </a:lnTo>
                <a:cubicBezTo>
                  <a:pt x="279983" y="122497"/>
                  <a:pt x="279983" y="120689"/>
                  <a:pt x="279983" y="118882"/>
                </a:cubicBezTo>
                <a:cubicBezTo>
                  <a:pt x="279983" y="117436"/>
                  <a:pt x="279983" y="115629"/>
                  <a:pt x="279626" y="114183"/>
                </a:cubicBezTo>
                <a:lnTo>
                  <a:pt x="264961" y="111653"/>
                </a:lnTo>
                <a:cubicBezTo>
                  <a:pt x="263172" y="111653"/>
                  <a:pt x="262099" y="110207"/>
                  <a:pt x="261384" y="108761"/>
                </a:cubicBezTo>
                <a:cubicBezTo>
                  <a:pt x="261026" y="107315"/>
                  <a:pt x="260311" y="105869"/>
                  <a:pt x="259596" y="104424"/>
                </a:cubicBezTo>
                <a:cubicBezTo>
                  <a:pt x="258880" y="103339"/>
                  <a:pt x="258880" y="101170"/>
                  <a:pt x="259953" y="100086"/>
                </a:cubicBezTo>
                <a:lnTo>
                  <a:pt x="268895" y="87435"/>
                </a:lnTo>
                <a:cubicBezTo>
                  <a:pt x="266749" y="85266"/>
                  <a:pt x="264603" y="82736"/>
                  <a:pt x="262099" y="80929"/>
                </a:cubicBezTo>
                <a:lnTo>
                  <a:pt x="249581" y="89604"/>
                </a:lnTo>
                <a:cubicBezTo>
                  <a:pt x="248508" y="90688"/>
                  <a:pt x="246719" y="90688"/>
                  <a:pt x="244931" y="89965"/>
                </a:cubicBezTo>
                <a:cubicBezTo>
                  <a:pt x="243858" y="89604"/>
                  <a:pt x="242427" y="88881"/>
                  <a:pt x="240997" y="88519"/>
                </a:cubicBezTo>
                <a:cubicBezTo>
                  <a:pt x="239566" y="87796"/>
                  <a:pt x="238493" y="86350"/>
                  <a:pt x="238135" y="84905"/>
                </a:cubicBezTo>
                <a:lnTo>
                  <a:pt x="235989" y="69723"/>
                </a:lnTo>
                <a:cubicBezTo>
                  <a:pt x="232770" y="69362"/>
                  <a:pt x="229193" y="69362"/>
                  <a:pt x="225974" y="69723"/>
                </a:cubicBezTo>
                <a:close/>
                <a:moveTo>
                  <a:pt x="221682" y="61410"/>
                </a:moveTo>
                <a:cubicBezTo>
                  <a:pt x="227763" y="60325"/>
                  <a:pt x="234201" y="60325"/>
                  <a:pt x="240281" y="61410"/>
                </a:cubicBezTo>
                <a:cubicBezTo>
                  <a:pt x="242070" y="61771"/>
                  <a:pt x="243500" y="63217"/>
                  <a:pt x="243858" y="65024"/>
                </a:cubicBezTo>
                <a:lnTo>
                  <a:pt x="246362" y="80929"/>
                </a:lnTo>
                <a:cubicBezTo>
                  <a:pt x="246719" y="80929"/>
                  <a:pt x="246719" y="80929"/>
                  <a:pt x="246719" y="80929"/>
                </a:cubicBezTo>
                <a:lnTo>
                  <a:pt x="259596" y="71531"/>
                </a:lnTo>
                <a:cubicBezTo>
                  <a:pt x="261026" y="70808"/>
                  <a:pt x="263172" y="70808"/>
                  <a:pt x="264603" y="71531"/>
                </a:cubicBezTo>
                <a:cubicBezTo>
                  <a:pt x="269611" y="75507"/>
                  <a:pt x="274260" y="79844"/>
                  <a:pt x="277837" y="84905"/>
                </a:cubicBezTo>
                <a:cubicBezTo>
                  <a:pt x="278910" y="86350"/>
                  <a:pt x="278910" y="88519"/>
                  <a:pt x="277837" y="89965"/>
                </a:cubicBezTo>
                <a:lnTo>
                  <a:pt x="268538" y="102978"/>
                </a:lnTo>
                <a:cubicBezTo>
                  <a:pt x="268538" y="103339"/>
                  <a:pt x="268538" y="103339"/>
                  <a:pt x="268538" y="103701"/>
                </a:cubicBezTo>
                <a:lnTo>
                  <a:pt x="284275" y="105869"/>
                </a:lnTo>
                <a:cubicBezTo>
                  <a:pt x="286421" y="106231"/>
                  <a:pt x="287494" y="107677"/>
                  <a:pt x="287852" y="109484"/>
                </a:cubicBezTo>
                <a:cubicBezTo>
                  <a:pt x="288210" y="112737"/>
                  <a:pt x="288567" y="115629"/>
                  <a:pt x="288567" y="118882"/>
                </a:cubicBezTo>
                <a:cubicBezTo>
                  <a:pt x="288567" y="122135"/>
                  <a:pt x="288210" y="125388"/>
                  <a:pt x="287852" y="128641"/>
                </a:cubicBezTo>
                <a:cubicBezTo>
                  <a:pt x="287494" y="130449"/>
                  <a:pt x="286421" y="131895"/>
                  <a:pt x="284275" y="132256"/>
                </a:cubicBezTo>
                <a:lnTo>
                  <a:pt x="268538" y="134786"/>
                </a:lnTo>
                <a:lnTo>
                  <a:pt x="277837" y="147799"/>
                </a:lnTo>
                <a:cubicBezTo>
                  <a:pt x="278910" y="149606"/>
                  <a:pt x="278910" y="151414"/>
                  <a:pt x="277837" y="153221"/>
                </a:cubicBezTo>
                <a:cubicBezTo>
                  <a:pt x="274260" y="158281"/>
                  <a:pt x="269611" y="162619"/>
                  <a:pt x="264603" y="166595"/>
                </a:cubicBezTo>
                <a:cubicBezTo>
                  <a:pt x="263172" y="167679"/>
                  <a:pt x="261026" y="167679"/>
                  <a:pt x="259596" y="166595"/>
                </a:cubicBezTo>
                <a:lnTo>
                  <a:pt x="246719" y="156835"/>
                </a:lnTo>
                <a:cubicBezTo>
                  <a:pt x="246719" y="157197"/>
                  <a:pt x="246719" y="157197"/>
                  <a:pt x="246362" y="157197"/>
                </a:cubicBezTo>
                <a:lnTo>
                  <a:pt x="243858" y="173101"/>
                </a:lnTo>
                <a:cubicBezTo>
                  <a:pt x="243500" y="174909"/>
                  <a:pt x="242070" y="176354"/>
                  <a:pt x="240281" y="176716"/>
                </a:cubicBezTo>
                <a:cubicBezTo>
                  <a:pt x="237420" y="177077"/>
                  <a:pt x="233843" y="177439"/>
                  <a:pt x="230982" y="177439"/>
                </a:cubicBezTo>
                <a:cubicBezTo>
                  <a:pt x="227763" y="177439"/>
                  <a:pt x="224543" y="177077"/>
                  <a:pt x="221682" y="176716"/>
                </a:cubicBezTo>
                <a:cubicBezTo>
                  <a:pt x="219536" y="176354"/>
                  <a:pt x="218105" y="174909"/>
                  <a:pt x="218105" y="173101"/>
                </a:cubicBezTo>
                <a:lnTo>
                  <a:pt x="215602" y="157197"/>
                </a:lnTo>
                <a:cubicBezTo>
                  <a:pt x="215244" y="157197"/>
                  <a:pt x="215244" y="157197"/>
                  <a:pt x="215244" y="156835"/>
                </a:cubicBezTo>
                <a:lnTo>
                  <a:pt x="202368" y="166595"/>
                </a:lnTo>
                <a:cubicBezTo>
                  <a:pt x="200937" y="167679"/>
                  <a:pt x="198791" y="167679"/>
                  <a:pt x="197360" y="166595"/>
                </a:cubicBezTo>
                <a:cubicBezTo>
                  <a:pt x="191995" y="162619"/>
                  <a:pt x="187703" y="158281"/>
                  <a:pt x="183768" y="153221"/>
                </a:cubicBezTo>
                <a:cubicBezTo>
                  <a:pt x="183053" y="151414"/>
                  <a:pt x="183053" y="149606"/>
                  <a:pt x="183768" y="147799"/>
                </a:cubicBezTo>
                <a:lnTo>
                  <a:pt x="193426" y="134786"/>
                </a:lnTo>
                <a:cubicBezTo>
                  <a:pt x="193068" y="134786"/>
                  <a:pt x="193068" y="134786"/>
                  <a:pt x="193068" y="134786"/>
                </a:cubicBezTo>
                <a:lnTo>
                  <a:pt x="177330" y="132256"/>
                </a:lnTo>
                <a:cubicBezTo>
                  <a:pt x="175900" y="131895"/>
                  <a:pt x="174469" y="130449"/>
                  <a:pt x="173753" y="128641"/>
                </a:cubicBezTo>
                <a:cubicBezTo>
                  <a:pt x="173396" y="125388"/>
                  <a:pt x="173038" y="122135"/>
                  <a:pt x="173038" y="118882"/>
                </a:cubicBezTo>
                <a:cubicBezTo>
                  <a:pt x="173038" y="115629"/>
                  <a:pt x="173396" y="112737"/>
                  <a:pt x="173753" y="109484"/>
                </a:cubicBezTo>
                <a:cubicBezTo>
                  <a:pt x="174469" y="107677"/>
                  <a:pt x="175900" y="106231"/>
                  <a:pt x="177330" y="105869"/>
                </a:cubicBezTo>
                <a:lnTo>
                  <a:pt x="193068" y="103701"/>
                </a:lnTo>
                <a:cubicBezTo>
                  <a:pt x="193068" y="103339"/>
                  <a:pt x="193068" y="103339"/>
                  <a:pt x="193426" y="103339"/>
                </a:cubicBezTo>
                <a:lnTo>
                  <a:pt x="183768" y="89965"/>
                </a:lnTo>
                <a:cubicBezTo>
                  <a:pt x="183053" y="88519"/>
                  <a:pt x="183053" y="86350"/>
                  <a:pt x="183768" y="84905"/>
                </a:cubicBezTo>
                <a:cubicBezTo>
                  <a:pt x="187345" y="79844"/>
                  <a:pt x="191995" y="75507"/>
                  <a:pt x="197360" y="71531"/>
                </a:cubicBezTo>
                <a:cubicBezTo>
                  <a:pt x="198791" y="70808"/>
                  <a:pt x="200937" y="70808"/>
                  <a:pt x="202368" y="71531"/>
                </a:cubicBezTo>
                <a:lnTo>
                  <a:pt x="215244" y="80929"/>
                </a:lnTo>
                <a:lnTo>
                  <a:pt x="215602" y="80929"/>
                </a:lnTo>
                <a:lnTo>
                  <a:pt x="218105" y="65024"/>
                </a:lnTo>
                <a:cubicBezTo>
                  <a:pt x="218105" y="63217"/>
                  <a:pt x="219536" y="61771"/>
                  <a:pt x="221682" y="61410"/>
                </a:cubicBezTo>
                <a:close/>
                <a:moveTo>
                  <a:pt x="85725" y="51906"/>
                </a:moveTo>
                <a:cubicBezTo>
                  <a:pt x="66837" y="51906"/>
                  <a:pt x="51581" y="67098"/>
                  <a:pt x="51581" y="85545"/>
                </a:cubicBezTo>
                <a:cubicBezTo>
                  <a:pt x="51581" y="104354"/>
                  <a:pt x="66837" y="119546"/>
                  <a:pt x="85725" y="119546"/>
                </a:cubicBezTo>
                <a:cubicBezTo>
                  <a:pt x="104251" y="119546"/>
                  <a:pt x="119507" y="104354"/>
                  <a:pt x="119507" y="85545"/>
                </a:cubicBezTo>
                <a:cubicBezTo>
                  <a:pt x="119507" y="67098"/>
                  <a:pt x="104251" y="51906"/>
                  <a:pt x="85725" y="51906"/>
                </a:cubicBezTo>
                <a:close/>
                <a:moveTo>
                  <a:pt x="85725" y="42863"/>
                </a:moveTo>
                <a:cubicBezTo>
                  <a:pt x="109336" y="42863"/>
                  <a:pt x="128225" y="62034"/>
                  <a:pt x="128225" y="85545"/>
                </a:cubicBezTo>
                <a:cubicBezTo>
                  <a:pt x="128225" y="109056"/>
                  <a:pt x="109336" y="128227"/>
                  <a:pt x="85725" y="128227"/>
                </a:cubicBezTo>
                <a:cubicBezTo>
                  <a:pt x="62115" y="128227"/>
                  <a:pt x="42863" y="109056"/>
                  <a:pt x="42863" y="85545"/>
                </a:cubicBezTo>
                <a:cubicBezTo>
                  <a:pt x="42863" y="62034"/>
                  <a:pt x="62115" y="42863"/>
                  <a:pt x="85725" y="42863"/>
                </a:cubicBezTo>
                <a:close/>
                <a:moveTo>
                  <a:pt x="230200" y="33338"/>
                </a:moveTo>
                <a:cubicBezTo>
                  <a:pt x="250968" y="33338"/>
                  <a:pt x="270663" y="40747"/>
                  <a:pt x="286777" y="54152"/>
                </a:cubicBezTo>
                <a:cubicBezTo>
                  <a:pt x="288209" y="55563"/>
                  <a:pt x="288567" y="58385"/>
                  <a:pt x="287135" y="60149"/>
                </a:cubicBezTo>
                <a:cubicBezTo>
                  <a:pt x="286060" y="61208"/>
                  <a:pt x="284986" y="61560"/>
                  <a:pt x="283554" y="61560"/>
                </a:cubicBezTo>
                <a:cubicBezTo>
                  <a:pt x="282480" y="61560"/>
                  <a:pt x="281405" y="61208"/>
                  <a:pt x="280689" y="60502"/>
                </a:cubicBezTo>
                <a:cubicBezTo>
                  <a:pt x="266724" y="48508"/>
                  <a:pt x="248820" y="41805"/>
                  <a:pt x="230200" y="41805"/>
                </a:cubicBezTo>
                <a:cubicBezTo>
                  <a:pt x="219815" y="41805"/>
                  <a:pt x="209789" y="43922"/>
                  <a:pt x="200479" y="47802"/>
                </a:cubicBezTo>
                <a:cubicBezTo>
                  <a:pt x="198330" y="48508"/>
                  <a:pt x="195824" y="47449"/>
                  <a:pt x="194749" y="45333"/>
                </a:cubicBezTo>
                <a:cubicBezTo>
                  <a:pt x="193675" y="43216"/>
                  <a:pt x="194749" y="40747"/>
                  <a:pt x="196898" y="39688"/>
                </a:cubicBezTo>
                <a:cubicBezTo>
                  <a:pt x="207640" y="35455"/>
                  <a:pt x="218741" y="33338"/>
                  <a:pt x="230200" y="33338"/>
                </a:cubicBezTo>
                <a:close/>
                <a:moveTo>
                  <a:pt x="91488" y="8285"/>
                </a:moveTo>
                <a:lnTo>
                  <a:pt x="79602" y="8645"/>
                </a:lnTo>
                <a:lnTo>
                  <a:pt x="79962" y="19450"/>
                </a:lnTo>
                <a:cubicBezTo>
                  <a:pt x="79962" y="21251"/>
                  <a:pt x="78161" y="23052"/>
                  <a:pt x="76360" y="23773"/>
                </a:cubicBezTo>
                <a:cubicBezTo>
                  <a:pt x="71677" y="24133"/>
                  <a:pt x="67355" y="25574"/>
                  <a:pt x="62673" y="27375"/>
                </a:cubicBezTo>
                <a:cubicBezTo>
                  <a:pt x="60872" y="27735"/>
                  <a:pt x="58711" y="27375"/>
                  <a:pt x="57630" y="25213"/>
                </a:cubicBezTo>
                <a:lnTo>
                  <a:pt x="51867" y="15849"/>
                </a:lnTo>
                <a:lnTo>
                  <a:pt x="41782" y="21972"/>
                </a:lnTo>
                <a:lnTo>
                  <a:pt x="47545" y="30977"/>
                </a:lnTo>
                <a:cubicBezTo>
                  <a:pt x="48625" y="32777"/>
                  <a:pt x="48265" y="35299"/>
                  <a:pt x="46464" y="36740"/>
                </a:cubicBezTo>
                <a:cubicBezTo>
                  <a:pt x="42862" y="39261"/>
                  <a:pt x="39981" y="42863"/>
                  <a:pt x="36739" y="46104"/>
                </a:cubicBezTo>
                <a:cubicBezTo>
                  <a:pt x="35659" y="48266"/>
                  <a:pt x="33137" y="48626"/>
                  <a:pt x="31336" y="47185"/>
                </a:cubicBezTo>
                <a:lnTo>
                  <a:pt x="21971" y="42142"/>
                </a:lnTo>
                <a:lnTo>
                  <a:pt x="16208" y="52228"/>
                </a:lnTo>
                <a:lnTo>
                  <a:pt x="25573" y="57270"/>
                </a:lnTo>
                <a:cubicBezTo>
                  <a:pt x="27374" y="58351"/>
                  <a:pt x="28095" y="60872"/>
                  <a:pt x="27374" y="62673"/>
                </a:cubicBezTo>
                <a:cubicBezTo>
                  <a:pt x="25573" y="66995"/>
                  <a:pt x="24493" y="71318"/>
                  <a:pt x="23772" y="76000"/>
                </a:cubicBezTo>
                <a:cubicBezTo>
                  <a:pt x="23412" y="78161"/>
                  <a:pt x="21611" y="79602"/>
                  <a:pt x="19450" y="79602"/>
                </a:cubicBezTo>
                <a:lnTo>
                  <a:pt x="8284" y="79602"/>
                </a:lnTo>
                <a:lnTo>
                  <a:pt x="9005" y="91488"/>
                </a:lnTo>
                <a:lnTo>
                  <a:pt x="19450" y="91128"/>
                </a:lnTo>
                <a:cubicBezTo>
                  <a:pt x="21611" y="91128"/>
                  <a:pt x="23412" y="92929"/>
                  <a:pt x="23772" y="94730"/>
                </a:cubicBezTo>
                <a:cubicBezTo>
                  <a:pt x="24493" y="99412"/>
                  <a:pt x="25573" y="103735"/>
                  <a:pt x="27374" y="108057"/>
                </a:cubicBezTo>
                <a:cubicBezTo>
                  <a:pt x="28095" y="110218"/>
                  <a:pt x="27374" y="112379"/>
                  <a:pt x="25573" y="113460"/>
                </a:cubicBezTo>
                <a:lnTo>
                  <a:pt x="16208" y="118863"/>
                </a:lnTo>
                <a:lnTo>
                  <a:pt x="22332" y="129308"/>
                </a:lnTo>
                <a:lnTo>
                  <a:pt x="31336" y="123545"/>
                </a:lnTo>
                <a:cubicBezTo>
                  <a:pt x="33137" y="122465"/>
                  <a:pt x="35659" y="122825"/>
                  <a:pt x="36739" y="124626"/>
                </a:cubicBezTo>
                <a:cubicBezTo>
                  <a:pt x="39981" y="128228"/>
                  <a:pt x="42862" y="131469"/>
                  <a:pt x="46464" y="134351"/>
                </a:cubicBezTo>
                <a:cubicBezTo>
                  <a:pt x="48265" y="135792"/>
                  <a:pt x="48625" y="137953"/>
                  <a:pt x="47545" y="140114"/>
                </a:cubicBezTo>
                <a:lnTo>
                  <a:pt x="42142" y="149479"/>
                </a:lnTo>
                <a:lnTo>
                  <a:pt x="52587" y="154882"/>
                </a:lnTo>
                <a:lnTo>
                  <a:pt x="57630" y="145517"/>
                </a:lnTo>
                <a:cubicBezTo>
                  <a:pt x="58351" y="144076"/>
                  <a:pt x="59791" y="143716"/>
                  <a:pt x="61232" y="143716"/>
                </a:cubicBezTo>
                <a:cubicBezTo>
                  <a:pt x="61952" y="143716"/>
                  <a:pt x="62313" y="143716"/>
                  <a:pt x="62673" y="143716"/>
                </a:cubicBezTo>
                <a:cubicBezTo>
                  <a:pt x="67355" y="145517"/>
                  <a:pt x="71677" y="146597"/>
                  <a:pt x="76360" y="147318"/>
                </a:cubicBezTo>
                <a:cubicBezTo>
                  <a:pt x="78161" y="147678"/>
                  <a:pt x="79962" y="149479"/>
                  <a:pt x="79962" y="151640"/>
                </a:cubicBezTo>
                <a:lnTo>
                  <a:pt x="79962" y="162446"/>
                </a:lnTo>
                <a:lnTo>
                  <a:pt x="91848" y="162085"/>
                </a:lnTo>
                <a:lnTo>
                  <a:pt x="91488" y="151640"/>
                </a:lnTo>
                <a:cubicBezTo>
                  <a:pt x="91488" y="149479"/>
                  <a:pt x="92929" y="147678"/>
                  <a:pt x="95090" y="147318"/>
                </a:cubicBezTo>
                <a:cubicBezTo>
                  <a:pt x="99772" y="146597"/>
                  <a:pt x="104095" y="145517"/>
                  <a:pt x="108417" y="143716"/>
                </a:cubicBezTo>
                <a:cubicBezTo>
                  <a:pt x="110578" y="142995"/>
                  <a:pt x="112739" y="143716"/>
                  <a:pt x="113820" y="145517"/>
                </a:cubicBezTo>
                <a:lnTo>
                  <a:pt x="119222" y="155242"/>
                </a:lnTo>
                <a:lnTo>
                  <a:pt x="129308" y="148758"/>
                </a:lnTo>
                <a:lnTo>
                  <a:pt x="123905" y="140114"/>
                </a:lnTo>
                <a:cubicBezTo>
                  <a:pt x="122824" y="137953"/>
                  <a:pt x="123185" y="135792"/>
                  <a:pt x="124985" y="134351"/>
                </a:cubicBezTo>
                <a:cubicBezTo>
                  <a:pt x="128587" y="131469"/>
                  <a:pt x="131469" y="128228"/>
                  <a:pt x="134711" y="124626"/>
                </a:cubicBezTo>
                <a:cubicBezTo>
                  <a:pt x="135791" y="122825"/>
                  <a:pt x="138312" y="122465"/>
                  <a:pt x="140113" y="123545"/>
                </a:cubicBezTo>
                <a:lnTo>
                  <a:pt x="149478" y="128948"/>
                </a:lnTo>
                <a:lnTo>
                  <a:pt x="155241" y="118502"/>
                </a:lnTo>
                <a:lnTo>
                  <a:pt x="145876" y="113460"/>
                </a:lnTo>
                <a:cubicBezTo>
                  <a:pt x="144075" y="112379"/>
                  <a:pt x="143355" y="110218"/>
                  <a:pt x="144075" y="108057"/>
                </a:cubicBezTo>
                <a:cubicBezTo>
                  <a:pt x="145516" y="104095"/>
                  <a:pt x="146957" y="99412"/>
                  <a:pt x="147317" y="94730"/>
                </a:cubicBezTo>
                <a:cubicBezTo>
                  <a:pt x="147677" y="92929"/>
                  <a:pt x="149839" y="91128"/>
                  <a:pt x="152000" y="91128"/>
                </a:cubicBezTo>
                <a:lnTo>
                  <a:pt x="162805" y="91128"/>
                </a:lnTo>
                <a:lnTo>
                  <a:pt x="162445" y="79602"/>
                </a:lnTo>
                <a:lnTo>
                  <a:pt x="152000" y="79602"/>
                </a:lnTo>
                <a:cubicBezTo>
                  <a:pt x="149839" y="79602"/>
                  <a:pt x="147677" y="78161"/>
                  <a:pt x="147317" y="76000"/>
                </a:cubicBezTo>
                <a:cubicBezTo>
                  <a:pt x="146957" y="71318"/>
                  <a:pt x="145516" y="66995"/>
                  <a:pt x="144075" y="62673"/>
                </a:cubicBezTo>
                <a:cubicBezTo>
                  <a:pt x="143355" y="60872"/>
                  <a:pt x="144075" y="58351"/>
                  <a:pt x="145876" y="57270"/>
                </a:cubicBezTo>
                <a:lnTo>
                  <a:pt x="155241" y="51867"/>
                </a:lnTo>
                <a:lnTo>
                  <a:pt x="149118" y="41782"/>
                </a:lnTo>
                <a:lnTo>
                  <a:pt x="140113" y="47185"/>
                </a:lnTo>
                <a:cubicBezTo>
                  <a:pt x="138312" y="48626"/>
                  <a:pt x="135791" y="48266"/>
                  <a:pt x="134711" y="46104"/>
                </a:cubicBezTo>
                <a:cubicBezTo>
                  <a:pt x="131469" y="42863"/>
                  <a:pt x="128587" y="39261"/>
                  <a:pt x="124985" y="36740"/>
                </a:cubicBezTo>
                <a:cubicBezTo>
                  <a:pt x="123185" y="35299"/>
                  <a:pt x="122824" y="32777"/>
                  <a:pt x="123905" y="30977"/>
                </a:cubicBezTo>
                <a:lnTo>
                  <a:pt x="129308" y="21251"/>
                </a:lnTo>
                <a:lnTo>
                  <a:pt x="118502" y="15849"/>
                </a:lnTo>
                <a:lnTo>
                  <a:pt x="113820" y="25213"/>
                </a:lnTo>
                <a:cubicBezTo>
                  <a:pt x="112739" y="27375"/>
                  <a:pt x="110578" y="28095"/>
                  <a:pt x="108417" y="27375"/>
                </a:cubicBezTo>
                <a:cubicBezTo>
                  <a:pt x="104095" y="25574"/>
                  <a:pt x="99772" y="24133"/>
                  <a:pt x="95090" y="23773"/>
                </a:cubicBezTo>
                <a:cubicBezTo>
                  <a:pt x="92929" y="23052"/>
                  <a:pt x="91488" y="21251"/>
                  <a:pt x="91488" y="19450"/>
                </a:cubicBezTo>
                <a:lnTo>
                  <a:pt x="91488" y="8285"/>
                </a:lnTo>
                <a:close/>
                <a:moveTo>
                  <a:pt x="229949" y="3175"/>
                </a:moveTo>
                <a:cubicBezTo>
                  <a:pt x="239294" y="3175"/>
                  <a:pt x="248639" y="4248"/>
                  <a:pt x="257625" y="6395"/>
                </a:cubicBezTo>
                <a:cubicBezTo>
                  <a:pt x="260141" y="7110"/>
                  <a:pt x="261579" y="9257"/>
                  <a:pt x="261219" y="11761"/>
                </a:cubicBezTo>
                <a:cubicBezTo>
                  <a:pt x="260500" y="13908"/>
                  <a:pt x="257984" y="15339"/>
                  <a:pt x="255468" y="14981"/>
                </a:cubicBezTo>
                <a:cubicBezTo>
                  <a:pt x="247201" y="12834"/>
                  <a:pt x="238575" y="11761"/>
                  <a:pt x="229949" y="11761"/>
                </a:cubicBezTo>
                <a:cubicBezTo>
                  <a:pt x="210180" y="11761"/>
                  <a:pt x="190770" y="17127"/>
                  <a:pt x="173877" y="27502"/>
                </a:cubicBezTo>
                <a:cubicBezTo>
                  <a:pt x="173158" y="27860"/>
                  <a:pt x="172439" y="28218"/>
                  <a:pt x="171361" y="28218"/>
                </a:cubicBezTo>
                <a:cubicBezTo>
                  <a:pt x="169923" y="28218"/>
                  <a:pt x="168845" y="27502"/>
                  <a:pt x="167766" y="26071"/>
                </a:cubicBezTo>
                <a:cubicBezTo>
                  <a:pt x="166688" y="23925"/>
                  <a:pt x="167407" y="21420"/>
                  <a:pt x="169204" y="20347"/>
                </a:cubicBezTo>
                <a:cubicBezTo>
                  <a:pt x="187535" y="8899"/>
                  <a:pt x="208382" y="3175"/>
                  <a:pt x="229949" y="3175"/>
                </a:cubicBezTo>
                <a:close/>
                <a:moveTo>
                  <a:pt x="79602" y="0"/>
                </a:moveTo>
                <a:lnTo>
                  <a:pt x="91848" y="0"/>
                </a:lnTo>
                <a:cubicBezTo>
                  <a:pt x="96531" y="0"/>
                  <a:pt x="100132" y="3602"/>
                  <a:pt x="100132" y="8285"/>
                </a:cubicBezTo>
                <a:lnTo>
                  <a:pt x="100132" y="15488"/>
                </a:lnTo>
                <a:cubicBezTo>
                  <a:pt x="102654" y="16209"/>
                  <a:pt x="105535" y="16929"/>
                  <a:pt x="107696" y="17650"/>
                </a:cubicBezTo>
                <a:lnTo>
                  <a:pt x="111658" y="11166"/>
                </a:lnTo>
                <a:cubicBezTo>
                  <a:pt x="114180" y="7204"/>
                  <a:pt x="119222" y="6123"/>
                  <a:pt x="123185" y="8285"/>
                </a:cubicBezTo>
                <a:lnTo>
                  <a:pt x="133630" y="14408"/>
                </a:lnTo>
                <a:cubicBezTo>
                  <a:pt x="135431" y="15488"/>
                  <a:pt x="136872" y="17289"/>
                  <a:pt x="137592" y="19450"/>
                </a:cubicBezTo>
                <a:cubicBezTo>
                  <a:pt x="138312" y="21612"/>
                  <a:pt x="137952" y="24133"/>
                  <a:pt x="136872" y="25934"/>
                </a:cubicBezTo>
                <a:lnTo>
                  <a:pt x="132910" y="32057"/>
                </a:lnTo>
                <a:cubicBezTo>
                  <a:pt x="135071" y="33858"/>
                  <a:pt x="136872" y="35659"/>
                  <a:pt x="138673" y="37820"/>
                </a:cubicBezTo>
                <a:lnTo>
                  <a:pt x="145156" y="34218"/>
                </a:lnTo>
                <a:cubicBezTo>
                  <a:pt x="146957" y="33138"/>
                  <a:pt x="149478" y="32777"/>
                  <a:pt x="151279" y="33498"/>
                </a:cubicBezTo>
                <a:cubicBezTo>
                  <a:pt x="153801" y="33858"/>
                  <a:pt x="155602" y="35299"/>
                  <a:pt x="156682" y="37460"/>
                </a:cubicBezTo>
                <a:lnTo>
                  <a:pt x="162805" y="47905"/>
                </a:lnTo>
                <a:cubicBezTo>
                  <a:pt x="163886" y="49706"/>
                  <a:pt x="164246" y="52228"/>
                  <a:pt x="163886" y="54029"/>
                </a:cubicBezTo>
                <a:cubicBezTo>
                  <a:pt x="163166" y="56550"/>
                  <a:pt x="161725" y="58351"/>
                  <a:pt x="159564" y="59431"/>
                </a:cubicBezTo>
                <a:lnTo>
                  <a:pt x="153440" y="63033"/>
                </a:lnTo>
                <a:cubicBezTo>
                  <a:pt x="154161" y="65555"/>
                  <a:pt x="154881" y="68076"/>
                  <a:pt x="155602" y="70957"/>
                </a:cubicBezTo>
                <a:lnTo>
                  <a:pt x="162805" y="70957"/>
                </a:lnTo>
                <a:cubicBezTo>
                  <a:pt x="167488" y="70957"/>
                  <a:pt x="171090" y="74920"/>
                  <a:pt x="171090" y="79242"/>
                </a:cubicBezTo>
                <a:lnTo>
                  <a:pt x="171090" y="91488"/>
                </a:lnTo>
                <a:cubicBezTo>
                  <a:pt x="171090" y="96171"/>
                  <a:pt x="167488" y="100133"/>
                  <a:pt x="162805" y="100133"/>
                </a:cubicBezTo>
                <a:lnTo>
                  <a:pt x="155602" y="100133"/>
                </a:lnTo>
                <a:cubicBezTo>
                  <a:pt x="154881" y="102654"/>
                  <a:pt x="154161" y="105175"/>
                  <a:pt x="153440" y="107697"/>
                </a:cubicBezTo>
                <a:lnTo>
                  <a:pt x="159564" y="111299"/>
                </a:lnTo>
                <a:cubicBezTo>
                  <a:pt x="161725" y="112739"/>
                  <a:pt x="163166" y="114540"/>
                  <a:pt x="163886" y="116341"/>
                </a:cubicBezTo>
                <a:cubicBezTo>
                  <a:pt x="164246" y="118863"/>
                  <a:pt x="163886" y="121024"/>
                  <a:pt x="162805" y="122825"/>
                </a:cubicBezTo>
                <a:lnTo>
                  <a:pt x="156682" y="133630"/>
                </a:lnTo>
                <a:cubicBezTo>
                  <a:pt x="155602" y="135431"/>
                  <a:pt x="153801" y="136872"/>
                  <a:pt x="151639" y="137232"/>
                </a:cubicBezTo>
                <a:cubicBezTo>
                  <a:pt x="149478" y="137953"/>
                  <a:pt x="146957" y="137953"/>
                  <a:pt x="145156" y="136512"/>
                </a:cubicBezTo>
                <a:lnTo>
                  <a:pt x="138673" y="132910"/>
                </a:lnTo>
                <a:cubicBezTo>
                  <a:pt x="136872" y="135071"/>
                  <a:pt x="135071" y="136872"/>
                  <a:pt x="132910" y="138673"/>
                </a:cubicBezTo>
                <a:lnTo>
                  <a:pt x="136872" y="145156"/>
                </a:lnTo>
                <a:cubicBezTo>
                  <a:pt x="137952" y="146957"/>
                  <a:pt x="138312" y="149119"/>
                  <a:pt x="137592" y="151280"/>
                </a:cubicBezTo>
                <a:cubicBezTo>
                  <a:pt x="136872" y="153441"/>
                  <a:pt x="135431" y="155242"/>
                  <a:pt x="133630" y="156322"/>
                </a:cubicBezTo>
                <a:lnTo>
                  <a:pt x="123185" y="162446"/>
                </a:lnTo>
                <a:cubicBezTo>
                  <a:pt x="119222" y="164967"/>
                  <a:pt x="114180" y="163526"/>
                  <a:pt x="111658" y="159564"/>
                </a:cubicBezTo>
                <a:lnTo>
                  <a:pt x="107696" y="153081"/>
                </a:lnTo>
                <a:cubicBezTo>
                  <a:pt x="105535" y="154161"/>
                  <a:pt x="102654" y="154882"/>
                  <a:pt x="100132" y="155242"/>
                </a:cubicBezTo>
                <a:lnTo>
                  <a:pt x="100132" y="162446"/>
                </a:lnTo>
                <a:cubicBezTo>
                  <a:pt x="100132" y="167128"/>
                  <a:pt x="96531" y="171090"/>
                  <a:pt x="91848" y="171090"/>
                </a:cubicBezTo>
                <a:lnTo>
                  <a:pt x="79602" y="171090"/>
                </a:lnTo>
                <a:cubicBezTo>
                  <a:pt x="74919" y="171090"/>
                  <a:pt x="70957" y="167128"/>
                  <a:pt x="70957" y="162446"/>
                </a:cubicBezTo>
                <a:lnTo>
                  <a:pt x="70957" y="155242"/>
                </a:lnTo>
                <a:cubicBezTo>
                  <a:pt x="68436" y="154882"/>
                  <a:pt x="65914" y="154161"/>
                  <a:pt x="63393" y="153081"/>
                </a:cubicBezTo>
                <a:lnTo>
                  <a:pt x="59791" y="159564"/>
                </a:lnTo>
                <a:cubicBezTo>
                  <a:pt x="57270" y="163526"/>
                  <a:pt x="52227" y="164967"/>
                  <a:pt x="48265" y="162446"/>
                </a:cubicBezTo>
                <a:lnTo>
                  <a:pt x="37460" y="156322"/>
                </a:lnTo>
                <a:cubicBezTo>
                  <a:pt x="35659" y="155242"/>
                  <a:pt x="34218" y="153441"/>
                  <a:pt x="33497" y="151280"/>
                </a:cubicBezTo>
                <a:cubicBezTo>
                  <a:pt x="33137" y="149119"/>
                  <a:pt x="33497" y="146957"/>
                  <a:pt x="34578" y="145156"/>
                </a:cubicBezTo>
                <a:lnTo>
                  <a:pt x="38180" y="138673"/>
                </a:lnTo>
                <a:cubicBezTo>
                  <a:pt x="36379" y="136872"/>
                  <a:pt x="34218" y="135071"/>
                  <a:pt x="32417" y="132910"/>
                </a:cubicBezTo>
                <a:lnTo>
                  <a:pt x="26294" y="136512"/>
                </a:lnTo>
                <a:cubicBezTo>
                  <a:pt x="21971" y="139033"/>
                  <a:pt x="16929" y="137592"/>
                  <a:pt x="14768" y="133630"/>
                </a:cubicBezTo>
                <a:lnTo>
                  <a:pt x="8284" y="122825"/>
                </a:lnTo>
                <a:cubicBezTo>
                  <a:pt x="7564" y="121024"/>
                  <a:pt x="6843" y="118863"/>
                  <a:pt x="7564" y="116341"/>
                </a:cubicBezTo>
                <a:cubicBezTo>
                  <a:pt x="8284" y="114540"/>
                  <a:pt x="9725" y="112739"/>
                  <a:pt x="11526" y="111299"/>
                </a:cubicBezTo>
                <a:lnTo>
                  <a:pt x="17649" y="107697"/>
                </a:lnTo>
                <a:cubicBezTo>
                  <a:pt x="16929" y="105175"/>
                  <a:pt x="16208" y="102654"/>
                  <a:pt x="15848" y="100133"/>
                </a:cubicBezTo>
                <a:lnTo>
                  <a:pt x="8284" y="100133"/>
                </a:lnTo>
                <a:cubicBezTo>
                  <a:pt x="3962" y="100133"/>
                  <a:pt x="0" y="96171"/>
                  <a:pt x="0" y="91488"/>
                </a:cubicBezTo>
                <a:lnTo>
                  <a:pt x="0" y="79242"/>
                </a:lnTo>
                <a:cubicBezTo>
                  <a:pt x="0" y="74920"/>
                  <a:pt x="3962" y="70957"/>
                  <a:pt x="8284" y="70957"/>
                </a:cubicBezTo>
                <a:lnTo>
                  <a:pt x="15848" y="70957"/>
                </a:lnTo>
                <a:cubicBezTo>
                  <a:pt x="16208" y="68076"/>
                  <a:pt x="16929" y="65555"/>
                  <a:pt x="17649" y="63033"/>
                </a:cubicBezTo>
                <a:lnTo>
                  <a:pt x="11526" y="59431"/>
                </a:lnTo>
                <a:cubicBezTo>
                  <a:pt x="9725" y="58351"/>
                  <a:pt x="8284" y="56550"/>
                  <a:pt x="7564" y="54029"/>
                </a:cubicBezTo>
                <a:cubicBezTo>
                  <a:pt x="6843" y="52228"/>
                  <a:pt x="7564" y="49706"/>
                  <a:pt x="8284" y="47905"/>
                </a:cubicBezTo>
                <a:lnTo>
                  <a:pt x="14768" y="37460"/>
                </a:lnTo>
                <a:cubicBezTo>
                  <a:pt x="16929" y="33138"/>
                  <a:pt x="22332" y="32057"/>
                  <a:pt x="25933" y="34218"/>
                </a:cubicBezTo>
                <a:lnTo>
                  <a:pt x="32417" y="37820"/>
                </a:lnTo>
                <a:cubicBezTo>
                  <a:pt x="34218" y="35659"/>
                  <a:pt x="36379" y="33858"/>
                  <a:pt x="38180" y="32057"/>
                </a:cubicBezTo>
                <a:lnTo>
                  <a:pt x="34578" y="25934"/>
                </a:lnTo>
                <a:cubicBezTo>
                  <a:pt x="33497" y="24133"/>
                  <a:pt x="33137" y="21612"/>
                  <a:pt x="33497" y="19450"/>
                </a:cubicBezTo>
                <a:cubicBezTo>
                  <a:pt x="34218" y="17289"/>
                  <a:pt x="35659" y="15488"/>
                  <a:pt x="37460" y="14408"/>
                </a:cubicBezTo>
                <a:lnTo>
                  <a:pt x="48265" y="8285"/>
                </a:lnTo>
                <a:cubicBezTo>
                  <a:pt x="52227" y="6123"/>
                  <a:pt x="57270" y="7204"/>
                  <a:pt x="59791" y="11166"/>
                </a:cubicBezTo>
                <a:lnTo>
                  <a:pt x="63393" y="17650"/>
                </a:lnTo>
                <a:cubicBezTo>
                  <a:pt x="65914" y="16929"/>
                  <a:pt x="68436" y="16209"/>
                  <a:pt x="70957" y="15488"/>
                </a:cubicBezTo>
                <a:lnTo>
                  <a:pt x="70957" y="8285"/>
                </a:lnTo>
                <a:cubicBezTo>
                  <a:pt x="70957" y="3602"/>
                  <a:pt x="74919" y="0"/>
                  <a:pt x="79602" y="0"/>
                </a:cubicBezTo>
                <a:close/>
              </a:path>
            </a:pathLst>
          </a:custGeom>
          <a:solidFill>
            <a:schemeClr val="tx2"/>
          </a:solidFill>
          <a:ln>
            <a:noFill/>
          </a:ln>
          <a:effectLst/>
        </p:spPr>
        <p:txBody>
          <a:bodyPr anchor="ctr"/>
          <a:lstStyle/>
          <a:p>
            <a:endParaRPr lang="en-US" sz="1050">
              <a:latin typeface="Lato Light" panose="020F0502020204030203" pitchFamily="34" charset="0"/>
            </a:endParaRPr>
          </a:p>
        </p:txBody>
      </p:sp>
      <p:grpSp>
        <p:nvGrpSpPr>
          <p:cNvPr id="38" name="Gruppieren 37">
            <a:extLst>
              <a:ext uri="{FF2B5EF4-FFF2-40B4-BE49-F238E27FC236}">
                <a16:creationId xmlns:a16="http://schemas.microsoft.com/office/drawing/2014/main" id="{8553548C-D179-DA2B-DE29-9E427D9C9EA0}"/>
              </a:ext>
            </a:extLst>
          </p:cNvPr>
          <p:cNvGrpSpPr/>
          <p:nvPr/>
        </p:nvGrpSpPr>
        <p:grpSpPr>
          <a:xfrm>
            <a:off x="4286277" y="973859"/>
            <a:ext cx="7683715" cy="960514"/>
            <a:chOff x="4663440" y="1956605"/>
            <a:chExt cx="3240000" cy="960514"/>
          </a:xfrm>
          <a:solidFill>
            <a:schemeClr val="accent2">
              <a:lumMod val="20000"/>
              <a:lumOff val="80000"/>
            </a:schemeClr>
          </a:solidFill>
        </p:grpSpPr>
        <p:sp>
          <p:nvSpPr>
            <p:cNvPr id="25" name="Rechteck 24">
              <a:extLst>
                <a:ext uri="{FF2B5EF4-FFF2-40B4-BE49-F238E27FC236}">
                  <a16:creationId xmlns:a16="http://schemas.microsoft.com/office/drawing/2014/main" id="{6111ACA2-7F60-6319-A200-E850B3830C1C}"/>
                </a:ext>
              </a:extLst>
            </p:cNvPr>
            <p:cNvSpPr/>
            <p:nvPr/>
          </p:nvSpPr>
          <p:spPr>
            <a:xfrm>
              <a:off x="5339534" y="1956606"/>
              <a:ext cx="2563906" cy="960513"/>
            </a:xfrm>
            <a:prstGeom prst="rect">
              <a:avLst/>
            </a:prstGeom>
            <a:noFill/>
            <a:ln>
              <a:solidFill>
                <a:schemeClr val="tx2"/>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a:solidFill>
                    <a:schemeClr val="tx1"/>
                  </a:solidFill>
                </a:rPr>
                <a:t>Durchführung eines umfangreichen </a:t>
              </a:r>
              <a:r>
                <a:rPr lang="de-DE" sz="1400" b="1">
                  <a:solidFill>
                    <a:schemeClr val="tx2"/>
                  </a:solidFill>
                </a:rPr>
                <a:t>H4S4 </a:t>
              </a:r>
              <a:r>
                <a:rPr lang="de-DE" sz="1400" b="1" err="1">
                  <a:solidFill>
                    <a:schemeClr val="tx2"/>
                  </a:solidFill>
                </a:rPr>
                <a:t>Readiness</a:t>
              </a:r>
              <a:r>
                <a:rPr lang="de-DE" sz="1400" b="1">
                  <a:solidFill>
                    <a:schemeClr val="tx2"/>
                  </a:solidFill>
                </a:rPr>
                <a:t> Check</a:t>
              </a:r>
              <a:r>
                <a:rPr lang="de-DE" sz="1400">
                  <a:solidFill>
                    <a:schemeClr val="tx1"/>
                  </a:solidFill>
                </a:rPr>
                <a:t> und Bewertung der notwendigen Maßnahmen</a:t>
              </a:r>
            </a:p>
          </p:txBody>
        </p:sp>
        <p:sp>
          <p:nvSpPr>
            <p:cNvPr id="37" name="Rechteck 36">
              <a:extLst>
                <a:ext uri="{FF2B5EF4-FFF2-40B4-BE49-F238E27FC236}">
                  <a16:creationId xmlns:a16="http://schemas.microsoft.com/office/drawing/2014/main" id="{50211716-9F04-F84A-7B70-B4AA2F819464}"/>
                </a:ext>
              </a:extLst>
            </p:cNvPr>
            <p:cNvSpPr/>
            <p:nvPr/>
          </p:nvSpPr>
          <p:spPr>
            <a:xfrm>
              <a:off x="4663440" y="1956605"/>
              <a:ext cx="676094" cy="960513"/>
            </a:xfrm>
            <a:prstGeom prst="rect">
              <a:avLst/>
            </a:prstGeom>
            <a:solidFill>
              <a:schemeClr val="tx2">
                <a:lumMod val="20000"/>
                <a:lumOff val="80000"/>
              </a:schemeClr>
            </a:solidFill>
            <a:ln>
              <a:solidFill>
                <a:schemeClr val="tx2"/>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b="1">
                  <a:solidFill>
                    <a:schemeClr val="tx1"/>
                  </a:solidFill>
                </a:rPr>
                <a:t>Paket 1</a:t>
              </a:r>
            </a:p>
          </p:txBody>
        </p:sp>
      </p:grpSp>
      <p:grpSp>
        <p:nvGrpSpPr>
          <p:cNvPr id="64" name="Gruppieren 63">
            <a:extLst>
              <a:ext uri="{FF2B5EF4-FFF2-40B4-BE49-F238E27FC236}">
                <a16:creationId xmlns:a16="http://schemas.microsoft.com/office/drawing/2014/main" id="{CF66C594-F4CB-7450-7BF2-0FBA26145225}"/>
              </a:ext>
            </a:extLst>
          </p:cNvPr>
          <p:cNvGrpSpPr/>
          <p:nvPr/>
        </p:nvGrpSpPr>
        <p:grpSpPr>
          <a:xfrm>
            <a:off x="4286277" y="2079353"/>
            <a:ext cx="7683715" cy="960514"/>
            <a:chOff x="4663440" y="1956605"/>
            <a:chExt cx="3240000" cy="960514"/>
          </a:xfrm>
          <a:solidFill>
            <a:schemeClr val="accent2">
              <a:lumMod val="20000"/>
              <a:lumOff val="80000"/>
            </a:schemeClr>
          </a:solidFill>
        </p:grpSpPr>
        <p:sp>
          <p:nvSpPr>
            <p:cNvPr id="65" name="Rechteck 64">
              <a:extLst>
                <a:ext uri="{FF2B5EF4-FFF2-40B4-BE49-F238E27FC236}">
                  <a16:creationId xmlns:a16="http://schemas.microsoft.com/office/drawing/2014/main" id="{B912BCCA-0291-905D-AEA9-89EDCB80A095}"/>
                </a:ext>
              </a:extLst>
            </p:cNvPr>
            <p:cNvSpPr/>
            <p:nvPr/>
          </p:nvSpPr>
          <p:spPr>
            <a:xfrm>
              <a:off x="5339534" y="1956606"/>
              <a:ext cx="2563906" cy="960513"/>
            </a:xfrm>
            <a:prstGeom prst="rect">
              <a:avLst/>
            </a:prstGeom>
            <a:grpFill/>
            <a:ln>
              <a:solidFill>
                <a:schemeClr val="tx2"/>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a:solidFill>
                    <a:schemeClr val="tx1"/>
                  </a:solidFill>
                </a:rPr>
                <a:t>Unterstützungsleistung bei der </a:t>
              </a:r>
              <a:r>
                <a:rPr lang="de-DE" sz="1400" b="1">
                  <a:solidFill>
                    <a:schemeClr val="tx2"/>
                  </a:solidFill>
                </a:rPr>
                <a:t>Anpassung des kundenindividuellen Programmcodes</a:t>
              </a:r>
              <a:r>
                <a:rPr lang="de-DE" sz="1400" b="1">
                  <a:solidFill>
                    <a:srgbClr val="ED7D31"/>
                  </a:solidFill>
                </a:rPr>
                <a:t> </a:t>
              </a:r>
              <a:r>
                <a:rPr lang="de-DE" sz="1400">
                  <a:solidFill>
                    <a:schemeClr val="tx1"/>
                  </a:solidFill>
                </a:rPr>
                <a:t>auf die Hana DB</a:t>
              </a:r>
            </a:p>
          </p:txBody>
        </p:sp>
        <p:sp>
          <p:nvSpPr>
            <p:cNvPr id="66" name="Rechteck 65">
              <a:extLst>
                <a:ext uri="{FF2B5EF4-FFF2-40B4-BE49-F238E27FC236}">
                  <a16:creationId xmlns:a16="http://schemas.microsoft.com/office/drawing/2014/main" id="{145E5761-B7AC-CFC6-BF9F-8F98BF8B28F8}"/>
                </a:ext>
              </a:extLst>
            </p:cNvPr>
            <p:cNvSpPr/>
            <p:nvPr/>
          </p:nvSpPr>
          <p:spPr>
            <a:xfrm>
              <a:off x="4663440" y="1956605"/>
              <a:ext cx="676094" cy="960513"/>
            </a:xfrm>
            <a:prstGeom prst="rect">
              <a:avLst/>
            </a:prstGeom>
            <a:grpFill/>
            <a:ln>
              <a:solidFill>
                <a:schemeClr val="tx2"/>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b="1">
                  <a:solidFill>
                    <a:schemeClr val="tx1"/>
                  </a:solidFill>
                </a:rPr>
                <a:t>Paket 2</a:t>
              </a:r>
            </a:p>
          </p:txBody>
        </p:sp>
      </p:grpSp>
      <p:grpSp>
        <p:nvGrpSpPr>
          <p:cNvPr id="67" name="Gruppieren 66">
            <a:extLst>
              <a:ext uri="{FF2B5EF4-FFF2-40B4-BE49-F238E27FC236}">
                <a16:creationId xmlns:a16="http://schemas.microsoft.com/office/drawing/2014/main" id="{506A2190-E391-3FB1-2130-1E191A5796F5}"/>
              </a:ext>
            </a:extLst>
          </p:cNvPr>
          <p:cNvGrpSpPr/>
          <p:nvPr/>
        </p:nvGrpSpPr>
        <p:grpSpPr>
          <a:xfrm>
            <a:off x="4286277" y="3184847"/>
            <a:ext cx="7683715" cy="960514"/>
            <a:chOff x="4663440" y="1956605"/>
            <a:chExt cx="3240000" cy="960514"/>
          </a:xfrm>
          <a:solidFill>
            <a:schemeClr val="bg1"/>
          </a:solidFill>
        </p:grpSpPr>
        <p:sp>
          <p:nvSpPr>
            <p:cNvPr id="68" name="Rechteck 67">
              <a:extLst>
                <a:ext uri="{FF2B5EF4-FFF2-40B4-BE49-F238E27FC236}">
                  <a16:creationId xmlns:a16="http://schemas.microsoft.com/office/drawing/2014/main" id="{AB132A7D-B757-C178-FDF5-E8D219AB7AF6}"/>
                </a:ext>
              </a:extLst>
            </p:cNvPr>
            <p:cNvSpPr/>
            <p:nvPr/>
          </p:nvSpPr>
          <p:spPr>
            <a:xfrm>
              <a:off x="5339534" y="1956606"/>
              <a:ext cx="2563906" cy="960513"/>
            </a:xfrm>
            <a:prstGeom prst="rect">
              <a:avLst/>
            </a:prstGeom>
            <a:grpFill/>
            <a:ln>
              <a:solidFill>
                <a:schemeClr val="tx2"/>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a:solidFill>
                    <a:schemeClr val="tx1"/>
                  </a:solidFill>
                </a:rPr>
                <a:t>Unterstützungsleistung in der </a:t>
              </a:r>
              <a:r>
                <a:rPr lang="de-DE" sz="1400" b="1">
                  <a:solidFill>
                    <a:schemeClr val="tx2"/>
                  </a:solidFill>
                </a:rPr>
                <a:t>Unicode</a:t>
              </a:r>
              <a:r>
                <a:rPr lang="de-DE" sz="1400">
                  <a:solidFill>
                    <a:schemeClr val="tx1"/>
                  </a:solidFill>
                </a:rPr>
                <a:t> Anpassung einzelner Programme und dem Unicode Update</a:t>
              </a:r>
            </a:p>
          </p:txBody>
        </p:sp>
        <p:sp>
          <p:nvSpPr>
            <p:cNvPr id="69" name="Rechteck 68">
              <a:extLst>
                <a:ext uri="{FF2B5EF4-FFF2-40B4-BE49-F238E27FC236}">
                  <a16:creationId xmlns:a16="http://schemas.microsoft.com/office/drawing/2014/main" id="{A0E37E88-C18F-FF2E-8930-9921171A779B}"/>
                </a:ext>
              </a:extLst>
            </p:cNvPr>
            <p:cNvSpPr/>
            <p:nvPr/>
          </p:nvSpPr>
          <p:spPr>
            <a:xfrm>
              <a:off x="4663440" y="1956605"/>
              <a:ext cx="676094" cy="960513"/>
            </a:xfrm>
            <a:prstGeom prst="rect">
              <a:avLst/>
            </a:prstGeom>
            <a:solidFill>
              <a:schemeClr val="tx2">
                <a:alpha val="20000"/>
              </a:schemeClr>
            </a:solidFill>
            <a:ln>
              <a:solidFill>
                <a:schemeClr val="tx2"/>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b="1">
                  <a:solidFill>
                    <a:schemeClr val="tx1"/>
                  </a:solidFill>
                </a:rPr>
                <a:t>Paket 3</a:t>
              </a:r>
            </a:p>
          </p:txBody>
        </p:sp>
      </p:grpSp>
      <p:grpSp>
        <p:nvGrpSpPr>
          <p:cNvPr id="70" name="Gruppieren 69">
            <a:extLst>
              <a:ext uri="{FF2B5EF4-FFF2-40B4-BE49-F238E27FC236}">
                <a16:creationId xmlns:a16="http://schemas.microsoft.com/office/drawing/2014/main" id="{C376E377-2C30-2B40-9DC5-44419F41EACA}"/>
              </a:ext>
            </a:extLst>
          </p:cNvPr>
          <p:cNvGrpSpPr/>
          <p:nvPr/>
        </p:nvGrpSpPr>
        <p:grpSpPr>
          <a:xfrm>
            <a:off x="4286277" y="4290341"/>
            <a:ext cx="7683715" cy="960514"/>
            <a:chOff x="4663440" y="1956605"/>
            <a:chExt cx="3240000" cy="960514"/>
          </a:xfrm>
          <a:solidFill>
            <a:schemeClr val="bg1"/>
          </a:solidFill>
        </p:grpSpPr>
        <p:sp>
          <p:nvSpPr>
            <p:cNvPr id="71" name="Rechteck 70">
              <a:extLst>
                <a:ext uri="{FF2B5EF4-FFF2-40B4-BE49-F238E27FC236}">
                  <a16:creationId xmlns:a16="http://schemas.microsoft.com/office/drawing/2014/main" id="{7B45E9AC-B21B-0D40-B4EC-4A700D1D961C}"/>
                </a:ext>
              </a:extLst>
            </p:cNvPr>
            <p:cNvSpPr/>
            <p:nvPr/>
          </p:nvSpPr>
          <p:spPr>
            <a:xfrm>
              <a:off x="5339534" y="1956606"/>
              <a:ext cx="2563906" cy="960513"/>
            </a:xfrm>
            <a:prstGeom prst="rect">
              <a:avLst/>
            </a:prstGeom>
            <a:grpFill/>
            <a:ln>
              <a:solidFill>
                <a:schemeClr val="tx2"/>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a:solidFill>
                    <a:schemeClr val="tx1"/>
                  </a:solidFill>
                </a:rPr>
                <a:t>Unterstützungsleistung bei der Einrichtung der </a:t>
              </a:r>
              <a:r>
                <a:rPr lang="de-DE" sz="1400" b="1">
                  <a:solidFill>
                    <a:schemeClr val="tx2"/>
                  </a:solidFill>
                </a:rPr>
                <a:t>Archivierung</a:t>
              </a:r>
              <a:r>
                <a:rPr lang="de-DE" sz="1400">
                  <a:solidFill>
                    <a:schemeClr val="tx1"/>
                  </a:solidFill>
                </a:rPr>
                <a:t> mit DocuWare</a:t>
              </a:r>
            </a:p>
          </p:txBody>
        </p:sp>
        <p:sp>
          <p:nvSpPr>
            <p:cNvPr id="72" name="Rechteck 71">
              <a:extLst>
                <a:ext uri="{FF2B5EF4-FFF2-40B4-BE49-F238E27FC236}">
                  <a16:creationId xmlns:a16="http://schemas.microsoft.com/office/drawing/2014/main" id="{504C6B5E-4C9B-2D25-282A-EADD4A67263E}"/>
                </a:ext>
              </a:extLst>
            </p:cNvPr>
            <p:cNvSpPr/>
            <p:nvPr/>
          </p:nvSpPr>
          <p:spPr>
            <a:xfrm>
              <a:off x="4663440" y="1956605"/>
              <a:ext cx="676094" cy="960513"/>
            </a:xfrm>
            <a:prstGeom prst="rect">
              <a:avLst/>
            </a:prstGeom>
            <a:solidFill>
              <a:schemeClr val="tx2">
                <a:alpha val="20000"/>
              </a:schemeClr>
            </a:solidFill>
            <a:ln>
              <a:solidFill>
                <a:schemeClr val="tx2"/>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b="1">
                  <a:solidFill>
                    <a:schemeClr val="tx1"/>
                  </a:solidFill>
                </a:rPr>
                <a:t>Paket 4</a:t>
              </a:r>
            </a:p>
          </p:txBody>
        </p:sp>
      </p:grpSp>
      <p:grpSp>
        <p:nvGrpSpPr>
          <p:cNvPr id="73" name="Gruppieren 72">
            <a:extLst>
              <a:ext uri="{FF2B5EF4-FFF2-40B4-BE49-F238E27FC236}">
                <a16:creationId xmlns:a16="http://schemas.microsoft.com/office/drawing/2014/main" id="{93BBE76A-CC39-8D8B-7572-49CC5615B3E3}"/>
              </a:ext>
            </a:extLst>
          </p:cNvPr>
          <p:cNvGrpSpPr/>
          <p:nvPr/>
        </p:nvGrpSpPr>
        <p:grpSpPr>
          <a:xfrm>
            <a:off x="4286277" y="5395835"/>
            <a:ext cx="7683715" cy="960514"/>
            <a:chOff x="4663440" y="1956605"/>
            <a:chExt cx="3240000" cy="960514"/>
          </a:xfrm>
          <a:solidFill>
            <a:schemeClr val="bg1"/>
          </a:solidFill>
        </p:grpSpPr>
        <p:sp>
          <p:nvSpPr>
            <p:cNvPr id="74" name="Rechteck 73">
              <a:extLst>
                <a:ext uri="{FF2B5EF4-FFF2-40B4-BE49-F238E27FC236}">
                  <a16:creationId xmlns:a16="http://schemas.microsoft.com/office/drawing/2014/main" id="{6F126E7A-0458-64B3-7BFA-95F3C51E9896}"/>
                </a:ext>
              </a:extLst>
            </p:cNvPr>
            <p:cNvSpPr/>
            <p:nvPr/>
          </p:nvSpPr>
          <p:spPr>
            <a:xfrm>
              <a:off x="5339534" y="1956606"/>
              <a:ext cx="2563906" cy="960513"/>
            </a:xfrm>
            <a:prstGeom prst="rect">
              <a:avLst/>
            </a:prstGeom>
            <a:grpFill/>
            <a:ln>
              <a:solidFill>
                <a:schemeClr val="tx2"/>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a:solidFill>
                    <a:schemeClr val="tx1"/>
                  </a:solidFill>
                </a:rPr>
                <a:t>Unterstützungsleistung beim </a:t>
              </a:r>
              <a:r>
                <a:rPr lang="de-DE" sz="1400" b="1">
                  <a:solidFill>
                    <a:schemeClr val="tx2"/>
                  </a:solidFill>
                </a:rPr>
                <a:t>EhP8 Upgrade </a:t>
              </a:r>
              <a:r>
                <a:rPr lang="de-DE" sz="1400">
                  <a:solidFill>
                    <a:schemeClr val="tx1"/>
                  </a:solidFill>
                </a:rPr>
                <a:t>des SAP HCM Systems</a:t>
              </a:r>
            </a:p>
            <a:p>
              <a:pPr algn="ctr"/>
              <a:r>
                <a:rPr lang="de-DE" sz="1200">
                  <a:solidFill>
                    <a:schemeClr val="tx1"/>
                  </a:solidFill>
                </a:rPr>
                <a:t>(Abhängig vom Unicode Umstellung)</a:t>
              </a:r>
            </a:p>
          </p:txBody>
        </p:sp>
        <p:sp>
          <p:nvSpPr>
            <p:cNvPr id="75" name="Rechteck 74">
              <a:extLst>
                <a:ext uri="{FF2B5EF4-FFF2-40B4-BE49-F238E27FC236}">
                  <a16:creationId xmlns:a16="http://schemas.microsoft.com/office/drawing/2014/main" id="{0E9A927F-4103-461D-6FBA-104B350BF85A}"/>
                </a:ext>
              </a:extLst>
            </p:cNvPr>
            <p:cNvSpPr/>
            <p:nvPr/>
          </p:nvSpPr>
          <p:spPr>
            <a:xfrm>
              <a:off x="4663440" y="1956605"/>
              <a:ext cx="676094" cy="960513"/>
            </a:xfrm>
            <a:prstGeom prst="rect">
              <a:avLst/>
            </a:prstGeom>
            <a:solidFill>
              <a:schemeClr val="tx2">
                <a:alpha val="20000"/>
              </a:schemeClr>
            </a:solidFill>
            <a:ln>
              <a:solidFill>
                <a:schemeClr val="tx2"/>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b="1">
                  <a:solidFill>
                    <a:schemeClr val="tx1"/>
                  </a:solidFill>
                </a:rPr>
                <a:t>Paket 5</a:t>
              </a:r>
            </a:p>
          </p:txBody>
        </p:sp>
      </p:grpSp>
      <p:cxnSp>
        <p:nvCxnSpPr>
          <p:cNvPr id="82" name="Gekrümmte Verbindung 81">
            <a:extLst>
              <a:ext uri="{FF2B5EF4-FFF2-40B4-BE49-F238E27FC236}">
                <a16:creationId xmlns:a16="http://schemas.microsoft.com/office/drawing/2014/main" id="{6E052B74-27EB-6ECC-2E7A-9C0066CF0F61}"/>
              </a:ext>
            </a:extLst>
          </p:cNvPr>
          <p:cNvCxnSpPr>
            <a:cxnSpLocks/>
            <a:endCxn id="37" idx="1"/>
          </p:cNvCxnSpPr>
          <p:nvPr/>
        </p:nvCxnSpPr>
        <p:spPr>
          <a:xfrm rot="5400000" flipH="1" flipV="1">
            <a:off x="2427590" y="1991954"/>
            <a:ext cx="2396524" cy="1320849"/>
          </a:xfrm>
          <a:prstGeom prst="curvedConnector2">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86" name="Gekrümmte Verbindung 85">
            <a:extLst>
              <a:ext uri="{FF2B5EF4-FFF2-40B4-BE49-F238E27FC236}">
                <a16:creationId xmlns:a16="http://schemas.microsoft.com/office/drawing/2014/main" id="{5AC62C7F-C702-DDAA-DA74-D9D522C6FCF8}"/>
              </a:ext>
            </a:extLst>
          </p:cNvPr>
          <p:cNvCxnSpPr>
            <a:cxnSpLocks/>
          </p:cNvCxnSpPr>
          <p:nvPr/>
        </p:nvCxnSpPr>
        <p:spPr>
          <a:xfrm flipV="1">
            <a:off x="2965425" y="2559610"/>
            <a:ext cx="1320852" cy="1120868"/>
          </a:xfrm>
          <a:prstGeom prst="curvedConnector3">
            <a:avLst>
              <a:gd name="adj1" fmla="val 50000"/>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87" name="Gekrümmte Verbindung 86">
            <a:extLst>
              <a:ext uri="{FF2B5EF4-FFF2-40B4-BE49-F238E27FC236}">
                <a16:creationId xmlns:a16="http://schemas.microsoft.com/office/drawing/2014/main" id="{40EC48EC-056C-E358-9F91-498865E2136B}"/>
              </a:ext>
            </a:extLst>
          </p:cNvPr>
          <p:cNvCxnSpPr>
            <a:cxnSpLocks/>
            <a:endCxn id="69" idx="1"/>
          </p:cNvCxnSpPr>
          <p:nvPr/>
        </p:nvCxnSpPr>
        <p:spPr>
          <a:xfrm flipV="1">
            <a:off x="2949773" y="3665104"/>
            <a:ext cx="1336504" cy="15374"/>
          </a:xfrm>
          <a:prstGeom prst="curvedConnector3">
            <a:avLst>
              <a:gd name="adj1" fmla="val 50000"/>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89" name="Gekrümmte Verbindung 88">
            <a:extLst>
              <a:ext uri="{FF2B5EF4-FFF2-40B4-BE49-F238E27FC236}">
                <a16:creationId xmlns:a16="http://schemas.microsoft.com/office/drawing/2014/main" id="{CB391C57-3F91-F449-6E0A-5F864F7A0DCD}"/>
              </a:ext>
            </a:extLst>
          </p:cNvPr>
          <p:cNvCxnSpPr>
            <a:cxnSpLocks/>
            <a:endCxn id="72" idx="1"/>
          </p:cNvCxnSpPr>
          <p:nvPr/>
        </p:nvCxnSpPr>
        <p:spPr>
          <a:xfrm>
            <a:off x="2949772" y="3680478"/>
            <a:ext cx="1336505" cy="1090120"/>
          </a:xfrm>
          <a:prstGeom prst="curvedConnector3">
            <a:avLst>
              <a:gd name="adj1" fmla="val 50000"/>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92" name="Gekrümmte Verbindung 91">
            <a:extLst>
              <a:ext uri="{FF2B5EF4-FFF2-40B4-BE49-F238E27FC236}">
                <a16:creationId xmlns:a16="http://schemas.microsoft.com/office/drawing/2014/main" id="{20FE1521-47F8-04FB-C735-D76D515D7FCA}"/>
              </a:ext>
            </a:extLst>
          </p:cNvPr>
          <p:cNvCxnSpPr>
            <a:cxnSpLocks/>
            <a:endCxn id="75" idx="1"/>
          </p:cNvCxnSpPr>
          <p:nvPr/>
        </p:nvCxnSpPr>
        <p:spPr>
          <a:xfrm rot="16200000" flipH="1">
            <a:off x="2613125" y="4202940"/>
            <a:ext cx="2025452" cy="1320852"/>
          </a:xfrm>
          <a:prstGeom prst="curvedConnector2">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492506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CD4231FA-1882-2901-9741-A06138F11171}"/>
              </a:ext>
            </a:extLst>
          </p:cNvPr>
          <p:cNvSpPr>
            <a:spLocks noGrp="1"/>
          </p:cNvSpPr>
          <p:nvPr>
            <p:ph type="sldNum" sz="quarter" idx="12"/>
          </p:nvPr>
        </p:nvSpPr>
        <p:spPr/>
        <p:txBody>
          <a:bodyPr/>
          <a:lstStyle/>
          <a:p>
            <a:fld id="{B4256C18-6D8C-4341-B569-3B1E941D5C64}" type="slidenum">
              <a:rPr lang="de-DE" smtClean="0"/>
              <a:t>19</a:t>
            </a:fld>
            <a:endParaRPr lang="de-DE"/>
          </a:p>
        </p:txBody>
      </p:sp>
      <p:sp>
        <p:nvSpPr>
          <p:cNvPr id="3" name="Titel 2">
            <a:extLst>
              <a:ext uri="{FF2B5EF4-FFF2-40B4-BE49-F238E27FC236}">
                <a16:creationId xmlns:a16="http://schemas.microsoft.com/office/drawing/2014/main" id="{692D8A07-0871-18E2-CB39-5127BA259AF3}"/>
              </a:ext>
            </a:extLst>
          </p:cNvPr>
          <p:cNvSpPr>
            <a:spLocks noGrp="1"/>
          </p:cNvSpPr>
          <p:nvPr>
            <p:ph type="title"/>
          </p:nvPr>
        </p:nvSpPr>
        <p:spPr>
          <a:xfrm>
            <a:off x="327763" y="256914"/>
            <a:ext cx="10153261" cy="325340"/>
          </a:xfrm>
          <a:prstGeom prst="rect">
            <a:avLst/>
          </a:prstGeom>
        </p:spPr>
        <p:txBody>
          <a:bodyPr/>
          <a:lstStyle/>
          <a:p>
            <a:r>
              <a:rPr lang="de-DE"/>
              <a:t>Für eine Einschätzung der notwendigen HANA DB Code Anpassungen wird der ATC genutzt</a:t>
            </a:r>
          </a:p>
        </p:txBody>
      </p:sp>
      <p:pic>
        <p:nvPicPr>
          <p:cNvPr id="43010" name="Picture 2" descr="inkompatibles HANA Coding (Beispiel)">
            <a:extLst>
              <a:ext uri="{FF2B5EF4-FFF2-40B4-BE49-F238E27FC236}">
                <a16:creationId xmlns:a16="http://schemas.microsoft.com/office/drawing/2014/main" id="{748B1D99-6DC7-03E8-49E3-B7E249F4D4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763" y="1926739"/>
            <a:ext cx="11536471" cy="329119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6" name="Textfeld 5">
            <a:extLst>
              <a:ext uri="{FF2B5EF4-FFF2-40B4-BE49-F238E27FC236}">
                <a16:creationId xmlns:a16="http://schemas.microsoft.com/office/drawing/2014/main" id="{39636B54-987E-8D15-6162-2B460BDD49C9}"/>
              </a:ext>
            </a:extLst>
          </p:cNvPr>
          <p:cNvSpPr txBox="1"/>
          <p:nvPr/>
        </p:nvSpPr>
        <p:spPr>
          <a:xfrm>
            <a:off x="5770322" y="5291757"/>
            <a:ext cx="6093912" cy="369332"/>
          </a:xfrm>
          <a:prstGeom prst="rect">
            <a:avLst/>
          </a:prstGeom>
          <a:noFill/>
        </p:spPr>
        <p:txBody>
          <a:bodyPr wrap="square">
            <a:spAutoFit/>
          </a:bodyPr>
          <a:lstStyle/>
          <a:p>
            <a:pPr algn="r"/>
            <a:r>
              <a:rPr lang="de-DE" b="0" i="1">
                <a:effectLst/>
                <a:latin typeface="-apple-system"/>
              </a:rPr>
              <a:t>Beispiel Ergebnisse aus dem ABAP Test Cockpit (ATC)</a:t>
            </a:r>
          </a:p>
        </p:txBody>
      </p:sp>
      <p:sp>
        <p:nvSpPr>
          <p:cNvPr id="8" name="Textfeld 7">
            <a:extLst>
              <a:ext uri="{FF2B5EF4-FFF2-40B4-BE49-F238E27FC236}">
                <a16:creationId xmlns:a16="http://schemas.microsoft.com/office/drawing/2014/main" id="{82EDAD35-D67C-C36E-D342-819B62512518}"/>
              </a:ext>
            </a:extLst>
          </p:cNvPr>
          <p:cNvSpPr txBox="1"/>
          <p:nvPr/>
        </p:nvSpPr>
        <p:spPr>
          <a:xfrm>
            <a:off x="327764" y="5987018"/>
            <a:ext cx="11370623" cy="369332"/>
          </a:xfrm>
          <a:prstGeom prst="rect">
            <a:avLst/>
          </a:prstGeom>
          <a:noFill/>
        </p:spPr>
        <p:txBody>
          <a:bodyPr wrap="square">
            <a:spAutoFit/>
          </a:bodyPr>
          <a:lstStyle/>
          <a:p>
            <a:r>
              <a:rPr lang="de-DE">
                <a:solidFill>
                  <a:srgbClr val="4472C4"/>
                </a:solidFill>
                <a:hlinkClick r:id="rId4">
                  <a:extLst>
                    <a:ext uri="{A12FA001-AC4F-418D-AE19-62706E023703}">
                      <ahyp:hlinkClr xmlns:ahyp="http://schemas.microsoft.com/office/drawing/2018/hyperlinkcolor" val="tx"/>
                    </a:ext>
                  </a:extLst>
                </a:hlinkClick>
              </a:rPr>
              <a:t>DSAG ATC Leitfaden</a:t>
            </a:r>
            <a:r>
              <a:rPr lang="de-DE">
                <a:solidFill>
                  <a:srgbClr val="4472C4"/>
                </a:solidFill>
              </a:rPr>
              <a:t> </a:t>
            </a:r>
            <a:r>
              <a:rPr lang="de-DE"/>
              <a:t>liefert Kunden eine ideale Anleitung bzgl. Installation und Durchführung des ATC</a:t>
            </a:r>
          </a:p>
        </p:txBody>
      </p:sp>
      <p:sp>
        <p:nvSpPr>
          <p:cNvPr id="9" name="Textfeld 8">
            <a:extLst>
              <a:ext uri="{FF2B5EF4-FFF2-40B4-BE49-F238E27FC236}">
                <a16:creationId xmlns:a16="http://schemas.microsoft.com/office/drawing/2014/main" id="{012FDE35-0F18-2059-45D0-677F87E7C981}"/>
              </a:ext>
            </a:extLst>
          </p:cNvPr>
          <p:cNvSpPr txBox="1"/>
          <p:nvPr/>
        </p:nvSpPr>
        <p:spPr>
          <a:xfrm>
            <a:off x="327764" y="929590"/>
            <a:ext cx="11536470" cy="923330"/>
          </a:xfrm>
          <a:prstGeom prst="rect">
            <a:avLst/>
          </a:prstGeom>
          <a:noFill/>
        </p:spPr>
        <p:txBody>
          <a:bodyPr wrap="square">
            <a:spAutoFit/>
          </a:bodyPr>
          <a:lstStyle/>
          <a:p>
            <a:pPr algn="l"/>
            <a:r>
              <a:rPr lang="de-DE" b="0" i="0">
                <a:effectLst/>
                <a:latin typeface="-apple-system"/>
              </a:rPr>
              <a:t>Der ATC liefert detailliert alle Code stellen, welche für eine HANA DB Kompatibilität angepasst werden müssen. Die reine Quantitative Aussage lässt leider keine Rückschlüsse auf die Qualitative Anpassung zu. Jeder Fehler muss </a:t>
            </a:r>
            <a:r>
              <a:rPr lang="de-DE">
                <a:latin typeface="-apple-system"/>
              </a:rPr>
              <a:t>sich genauer angeschaut werden, um eine Aussage zu treffen, wie Aufwändig die Anpassung ist. </a:t>
            </a:r>
            <a:endParaRPr lang="de-DE" b="0" i="0">
              <a:effectLst/>
              <a:latin typeface="-apple-system"/>
            </a:endParaRPr>
          </a:p>
        </p:txBody>
      </p:sp>
    </p:spTree>
    <p:extLst>
      <p:ext uri="{BB962C8B-B14F-4D97-AF65-F5344CB8AC3E}">
        <p14:creationId xmlns:p14="http://schemas.microsoft.com/office/powerpoint/2010/main" val="42591028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F27AB50A-BAF1-1F55-9A87-988290DFC35C}"/>
              </a:ext>
            </a:extLst>
          </p:cNvPr>
          <p:cNvSpPr>
            <a:spLocks noGrp="1"/>
          </p:cNvSpPr>
          <p:nvPr>
            <p:ph type="sldNum" sz="quarter" idx="12"/>
          </p:nvPr>
        </p:nvSpPr>
        <p:spPr/>
        <p:txBody>
          <a:bodyPr/>
          <a:lstStyle/>
          <a:p>
            <a:fld id="{B4256C18-6D8C-4341-B569-3B1E941D5C64}" type="slidenum">
              <a:rPr lang="de-DE" smtClean="0"/>
              <a:t>20</a:t>
            </a:fld>
            <a:endParaRPr lang="de-DE"/>
          </a:p>
        </p:txBody>
      </p:sp>
      <p:sp>
        <p:nvSpPr>
          <p:cNvPr id="3" name="Titel 2">
            <a:extLst>
              <a:ext uri="{FF2B5EF4-FFF2-40B4-BE49-F238E27FC236}">
                <a16:creationId xmlns:a16="http://schemas.microsoft.com/office/drawing/2014/main" id="{77EE8529-C394-3CD4-ED00-3F473E779510}"/>
              </a:ext>
            </a:extLst>
          </p:cNvPr>
          <p:cNvSpPr>
            <a:spLocks noGrp="1"/>
          </p:cNvSpPr>
          <p:nvPr>
            <p:ph type="title"/>
          </p:nvPr>
        </p:nvSpPr>
        <p:spPr>
          <a:prstGeom prst="rect">
            <a:avLst/>
          </a:prstGeom>
        </p:spPr>
        <p:txBody>
          <a:bodyPr/>
          <a:lstStyle/>
          <a:p>
            <a:r>
              <a:rPr lang="de-DE">
                <a:solidFill>
                  <a:schemeClr val="tx1"/>
                </a:solidFill>
              </a:rPr>
              <a:t>Vorgehensvorschlag für die </a:t>
            </a:r>
            <a:r>
              <a:rPr lang="de-DE" sz="2000">
                <a:solidFill>
                  <a:schemeClr val="tx1"/>
                </a:solidFill>
              </a:rPr>
              <a:t>Unterstützungsleistung bei der </a:t>
            </a:r>
            <a:r>
              <a:rPr lang="de-DE" sz="2000" b="1">
                <a:solidFill>
                  <a:srgbClr val="ED7D31"/>
                </a:solidFill>
              </a:rPr>
              <a:t>Anpassung des kundenindividuellen Programmcodes </a:t>
            </a:r>
            <a:r>
              <a:rPr lang="de-DE" sz="2000">
                <a:solidFill>
                  <a:schemeClr val="tx1"/>
                </a:solidFill>
              </a:rPr>
              <a:t>auf die Hana DB</a:t>
            </a:r>
          </a:p>
        </p:txBody>
      </p:sp>
      <p:sp>
        <p:nvSpPr>
          <p:cNvPr id="5" name="Freeform 2">
            <a:extLst>
              <a:ext uri="{FF2B5EF4-FFF2-40B4-BE49-F238E27FC236}">
                <a16:creationId xmlns:a16="http://schemas.microsoft.com/office/drawing/2014/main" id="{C7BEED69-98B4-ECBD-24A7-7D9A9211A36D}"/>
              </a:ext>
            </a:extLst>
          </p:cNvPr>
          <p:cNvSpPr>
            <a:spLocks noChangeArrowheads="1"/>
          </p:cNvSpPr>
          <p:nvPr/>
        </p:nvSpPr>
        <p:spPr bwMode="auto">
          <a:xfrm>
            <a:off x="427164" y="1652116"/>
            <a:ext cx="2665220" cy="2368318"/>
          </a:xfrm>
          <a:custGeom>
            <a:avLst/>
            <a:gdLst>
              <a:gd name="T0" fmla="*/ 204 w 3773"/>
              <a:gd name="T1" fmla="*/ 51 h 5351"/>
              <a:gd name="T2" fmla="*/ 204 w 3773"/>
              <a:gd name="T3" fmla="*/ 51 h 5351"/>
              <a:gd name="T4" fmla="*/ 51 w 3773"/>
              <a:gd name="T5" fmla="*/ 203 h 5351"/>
              <a:gd name="T6" fmla="*/ 51 w 3773"/>
              <a:gd name="T7" fmla="*/ 5146 h 5351"/>
              <a:gd name="T8" fmla="*/ 51 w 3773"/>
              <a:gd name="T9" fmla="*/ 5146 h 5351"/>
              <a:gd name="T10" fmla="*/ 204 w 3773"/>
              <a:gd name="T11" fmla="*/ 5299 h 5351"/>
              <a:gd name="T12" fmla="*/ 3568 w 3773"/>
              <a:gd name="T13" fmla="*/ 5299 h 5351"/>
              <a:gd name="T14" fmla="*/ 3568 w 3773"/>
              <a:gd name="T15" fmla="*/ 5299 h 5351"/>
              <a:gd name="T16" fmla="*/ 3721 w 3773"/>
              <a:gd name="T17" fmla="*/ 5146 h 5351"/>
              <a:gd name="T18" fmla="*/ 3721 w 3773"/>
              <a:gd name="T19" fmla="*/ 203 h 5351"/>
              <a:gd name="T20" fmla="*/ 3721 w 3773"/>
              <a:gd name="T21" fmla="*/ 203 h 5351"/>
              <a:gd name="T22" fmla="*/ 3568 w 3773"/>
              <a:gd name="T23" fmla="*/ 51 h 5351"/>
              <a:gd name="T24" fmla="*/ 204 w 3773"/>
              <a:gd name="T25" fmla="*/ 51 h 5351"/>
              <a:gd name="T26" fmla="*/ 3568 w 3773"/>
              <a:gd name="T27" fmla="*/ 5350 h 5351"/>
              <a:gd name="T28" fmla="*/ 204 w 3773"/>
              <a:gd name="T29" fmla="*/ 5350 h 5351"/>
              <a:gd name="T30" fmla="*/ 204 w 3773"/>
              <a:gd name="T31" fmla="*/ 5350 h 5351"/>
              <a:gd name="T32" fmla="*/ 0 w 3773"/>
              <a:gd name="T33" fmla="*/ 5146 h 5351"/>
              <a:gd name="T34" fmla="*/ 0 w 3773"/>
              <a:gd name="T35" fmla="*/ 203 h 5351"/>
              <a:gd name="T36" fmla="*/ 0 w 3773"/>
              <a:gd name="T37" fmla="*/ 203 h 5351"/>
              <a:gd name="T38" fmla="*/ 204 w 3773"/>
              <a:gd name="T39" fmla="*/ 0 h 5351"/>
              <a:gd name="T40" fmla="*/ 3568 w 3773"/>
              <a:gd name="T41" fmla="*/ 0 h 5351"/>
              <a:gd name="T42" fmla="*/ 3568 w 3773"/>
              <a:gd name="T43" fmla="*/ 0 h 5351"/>
              <a:gd name="T44" fmla="*/ 3772 w 3773"/>
              <a:gd name="T45" fmla="*/ 203 h 5351"/>
              <a:gd name="T46" fmla="*/ 3772 w 3773"/>
              <a:gd name="T47" fmla="*/ 5146 h 5351"/>
              <a:gd name="T48" fmla="*/ 3772 w 3773"/>
              <a:gd name="T49" fmla="*/ 5146 h 5351"/>
              <a:gd name="T50" fmla="*/ 3568 w 3773"/>
              <a:gd name="T51" fmla="*/ 5350 h 53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773" h="5351">
                <a:moveTo>
                  <a:pt x="204" y="51"/>
                </a:moveTo>
                <a:lnTo>
                  <a:pt x="204" y="51"/>
                </a:lnTo>
                <a:cubicBezTo>
                  <a:pt x="120" y="51"/>
                  <a:pt x="51" y="119"/>
                  <a:pt x="51" y="203"/>
                </a:cubicBezTo>
                <a:lnTo>
                  <a:pt x="51" y="5146"/>
                </a:lnTo>
                <a:lnTo>
                  <a:pt x="51" y="5146"/>
                </a:lnTo>
                <a:cubicBezTo>
                  <a:pt x="51" y="5231"/>
                  <a:pt x="120" y="5299"/>
                  <a:pt x="204" y="5299"/>
                </a:cubicBezTo>
                <a:lnTo>
                  <a:pt x="3568" y="5299"/>
                </a:lnTo>
                <a:lnTo>
                  <a:pt x="3568" y="5299"/>
                </a:lnTo>
                <a:cubicBezTo>
                  <a:pt x="3652" y="5299"/>
                  <a:pt x="3721" y="5231"/>
                  <a:pt x="3721" y="5146"/>
                </a:cubicBezTo>
                <a:lnTo>
                  <a:pt x="3721" y="203"/>
                </a:lnTo>
                <a:lnTo>
                  <a:pt x="3721" y="203"/>
                </a:lnTo>
                <a:cubicBezTo>
                  <a:pt x="3721" y="119"/>
                  <a:pt x="3652" y="51"/>
                  <a:pt x="3568" y="51"/>
                </a:cubicBezTo>
                <a:lnTo>
                  <a:pt x="204" y="51"/>
                </a:lnTo>
                <a:close/>
                <a:moveTo>
                  <a:pt x="3568" y="5350"/>
                </a:moveTo>
                <a:lnTo>
                  <a:pt x="204" y="5350"/>
                </a:lnTo>
                <a:lnTo>
                  <a:pt x="204" y="5350"/>
                </a:lnTo>
                <a:cubicBezTo>
                  <a:pt x="92" y="5350"/>
                  <a:pt x="0" y="5258"/>
                  <a:pt x="0" y="5146"/>
                </a:cubicBezTo>
                <a:lnTo>
                  <a:pt x="0" y="203"/>
                </a:lnTo>
                <a:lnTo>
                  <a:pt x="0" y="203"/>
                </a:lnTo>
                <a:cubicBezTo>
                  <a:pt x="0" y="92"/>
                  <a:pt x="92" y="0"/>
                  <a:pt x="204" y="0"/>
                </a:cubicBezTo>
                <a:lnTo>
                  <a:pt x="3568" y="0"/>
                </a:lnTo>
                <a:lnTo>
                  <a:pt x="3568" y="0"/>
                </a:lnTo>
                <a:cubicBezTo>
                  <a:pt x="3680" y="0"/>
                  <a:pt x="3772" y="92"/>
                  <a:pt x="3772" y="203"/>
                </a:cubicBezTo>
                <a:lnTo>
                  <a:pt x="3772" y="5146"/>
                </a:lnTo>
                <a:lnTo>
                  <a:pt x="3772" y="5146"/>
                </a:lnTo>
                <a:cubicBezTo>
                  <a:pt x="3772" y="5258"/>
                  <a:pt x="3680" y="5350"/>
                  <a:pt x="3568" y="5350"/>
                </a:cubicBezTo>
                <a:close/>
              </a:path>
            </a:pathLst>
          </a:custGeom>
          <a:solidFill>
            <a:schemeClr val="bg1">
              <a:lumMod val="85000"/>
            </a:schemeClr>
          </a:solidFill>
          <a:ln>
            <a:noFill/>
          </a:ln>
          <a:effectLst/>
        </p:spPr>
        <p:txBody>
          <a:bodyPr wrap="none" anchor="ctr"/>
          <a:lstStyle/>
          <a:p>
            <a:endParaRPr lang="en-US" sz="4000">
              <a:latin typeface="Lato Light" panose="020F0502020204030203" pitchFamily="34" charset="0"/>
            </a:endParaRPr>
          </a:p>
        </p:txBody>
      </p:sp>
      <p:sp>
        <p:nvSpPr>
          <p:cNvPr id="9" name="Freeform 67">
            <a:extLst>
              <a:ext uri="{FF2B5EF4-FFF2-40B4-BE49-F238E27FC236}">
                <a16:creationId xmlns:a16="http://schemas.microsoft.com/office/drawing/2014/main" id="{AFCB24F6-8EAE-C2B7-D4E0-A9270BFC0ED9}"/>
              </a:ext>
            </a:extLst>
          </p:cNvPr>
          <p:cNvSpPr>
            <a:spLocks noChangeArrowheads="1"/>
          </p:cNvSpPr>
          <p:nvPr/>
        </p:nvSpPr>
        <p:spPr bwMode="auto">
          <a:xfrm>
            <a:off x="1988701" y="1187817"/>
            <a:ext cx="899824" cy="922217"/>
          </a:xfrm>
          <a:custGeom>
            <a:avLst/>
            <a:gdLst>
              <a:gd name="T0" fmla="*/ 637 w 1274"/>
              <a:gd name="T1" fmla="*/ 0 h 1275"/>
              <a:gd name="T2" fmla="*/ 637 w 1274"/>
              <a:gd name="T3" fmla="*/ 0 h 1275"/>
              <a:gd name="T4" fmla="*/ 1273 w 1274"/>
              <a:gd name="T5" fmla="*/ 637 h 1275"/>
              <a:gd name="T6" fmla="*/ 1273 w 1274"/>
              <a:gd name="T7" fmla="*/ 637 h 1275"/>
              <a:gd name="T8" fmla="*/ 637 w 1274"/>
              <a:gd name="T9" fmla="*/ 1274 h 1275"/>
              <a:gd name="T10" fmla="*/ 637 w 1274"/>
              <a:gd name="T11" fmla="*/ 1274 h 1275"/>
              <a:gd name="T12" fmla="*/ 0 w 1274"/>
              <a:gd name="T13" fmla="*/ 637 h 1275"/>
              <a:gd name="T14" fmla="*/ 0 w 1274"/>
              <a:gd name="T15" fmla="*/ 637 h 1275"/>
              <a:gd name="T16" fmla="*/ 637 w 1274"/>
              <a:gd name="T17" fmla="*/ 0 h 1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4" h="1275">
                <a:moveTo>
                  <a:pt x="637" y="0"/>
                </a:moveTo>
                <a:lnTo>
                  <a:pt x="637" y="0"/>
                </a:lnTo>
                <a:cubicBezTo>
                  <a:pt x="988" y="0"/>
                  <a:pt x="1273" y="285"/>
                  <a:pt x="1273" y="637"/>
                </a:cubicBezTo>
                <a:lnTo>
                  <a:pt x="1273" y="637"/>
                </a:lnTo>
                <a:cubicBezTo>
                  <a:pt x="1273" y="988"/>
                  <a:pt x="988" y="1274"/>
                  <a:pt x="637" y="1274"/>
                </a:cubicBezTo>
                <a:lnTo>
                  <a:pt x="637" y="1274"/>
                </a:lnTo>
                <a:cubicBezTo>
                  <a:pt x="284" y="1274"/>
                  <a:pt x="0" y="988"/>
                  <a:pt x="0" y="637"/>
                </a:cubicBezTo>
                <a:lnTo>
                  <a:pt x="0" y="637"/>
                </a:lnTo>
                <a:cubicBezTo>
                  <a:pt x="0" y="285"/>
                  <a:pt x="284" y="0"/>
                  <a:pt x="637" y="0"/>
                </a:cubicBezTo>
              </a:path>
            </a:pathLst>
          </a:custGeom>
          <a:solidFill>
            <a:schemeClr val="bg1"/>
          </a:solidFill>
          <a:ln>
            <a:noFill/>
          </a:ln>
          <a:effectLst/>
        </p:spPr>
        <p:txBody>
          <a:bodyPr wrap="none" anchor="ctr"/>
          <a:lstStyle/>
          <a:p>
            <a:endParaRPr lang="en-US" sz="4000">
              <a:latin typeface="Lato Light" panose="020F0502020204030203" pitchFamily="34" charset="0"/>
            </a:endParaRPr>
          </a:p>
        </p:txBody>
      </p:sp>
      <p:sp>
        <p:nvSpPr>
          <p:cNvPr id="10" name="Freeform 68">
            <a:extLst>
              <a:ext uri="{FF2B5EF4-FFF2-40B4-BE49-F238E27FC236}">
                <a16:creationId xmlns:a16="http://schemas.microsoft.com/office/drawing/2014/main" id="{29306835-0293-CAAA-249A-D5F0F8D5DDC6}"/>
              </a:ext>
            </a:extLst>
          </p:cNvPr>
          <p:cNvSpPr>
            <a:spLocks noChangeArrowheads="1"/>
          </p:cNvSpPr>
          <p:nvPr/>
        </p:nvSpPr>
        <p:spPr bwMode="auto">
          <a:xfrm>
            <a:off x="1970020" y="1171859"/>
            <a:ext cx="937186" cy="960513"/>
          </a:xfrm>
          <a:custGeom>
            <a:avLst/>
            <a:gdLst>
              <a:gd name="T0" fmla="*/ 663 w 1326"/>
              <a:gd name="T1" fmla="*/ 51 h 1326"/>
              <a:gd name="T2" fmla="*/ 663 w 1326"/>
              <a:gd name="T3" fmla="*/ 51 h 1326"/>
              <a:gd name="T4" fmla="*/ 51 w 1326"/>
              <a:gd name="T5" fmla="*/ 663 h 1326"/>
              <a:gd name="T6" fmla="*/ 51 w 1326"/>
              <a:gd name="T7" fmla="*/ 663 h 1326"/>
              <a:gd name="T8" fmla="*/ 663 w 1326"/>
              <a:gd name="T9" fmla="*/ 1274 h 1326"/>
              <a:gd name="T10" fmla="*/ 663 w 1326"/>
              <a:gd name="T11" fmla="*/ 1274 h 1326"/>
              <a:gd name="T12" fmla="*/ 1274 w 1326"/>
              <a:gd name="T13" fmla="*/ 663 h 1326"/>
              <a:gd name="T14" fmla="*/ 1274 w 1326"/>
              <a:gd name="T15" fmla="*/ 663 h 1326"/>
              <a:gd name="T16" fmla="*/ 663 w 1326"/>
              <a:gd name="T17" fmla="*/ 51 h 1326"/>
              <a:gd name="T18" fmla="*/ 663 w 1326"/>
              <a:gd name="T19" fmla="*/ 1325 h 1326"/>
              <a:gd name="T20" fmla="*/ 663 w 1326"/>
              <a:gd name="T21" fmla="*/ 1325 h 1326"/>
              <a:gd name="T22" fmla="*/ 0 w 1326"/>
              <a:gd name="T23" fmla="*/ 663 h 1326"/>
              <a:gd name="T24" fmla="*/ 0 w 1326"/>
              <a:gd name="T25" fmla="*/ 663 h 1326"/>
              <a:gd name="T26" fmla="*/ 663 w 1326"/>
              <a:gd name="T27" fmla="*/ 0 h 1326"/>
              <a:gd name="T28" fmla="*/ 663 w 1326"/>
              <a:gd name="T29" fmla="*/ 0 h 1326"/>
              <a:gd name="T30" fmla="*/ 1325 w 1326"/>
              <a:gd name="T31" fmla="*/ 663 h 1326"/>
              <a:gd name="T32" fmla="*/ 1325 w 1326"/>
              <a:gd name="T33" fmla="*/ 663 h 1326"/>
              <a:gd name="T34" fmla="*/ 663 w 1326"/>
              <a:gd name="T35" fmla="*/ 1325 h 1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326" h="1326">
                <a:moveTo>
                  <a:pt x="663" y="51"/>
                </a:moveTo>
                <a:lnTo>
                  <a:pt x="663" y="51"/>
                </a:lnTo>
                <a:cubicBezTo>
                  <a:pt x="325" y="51"/>
                  <a:pt x="51" y="326"/>
                  <a:pt x="51" y="663"/>
                </a:cubicBezTo>
                <a:lnTo>
                  <a:pt x="51" y="663"/>
                </a:lnTo>
                <a:cubicBezTo>
                  <a:pt x="51" y="1000"/>
                  <a:pt x="325" y="1274"/>
                  <a:pt x="663" y="1274"/>
                </a:cubicBezTo>
                <a:lnTo>
                  <a:pt x="663" y="1274"/>
                </a:lnTo>
                <a:cubicBezTo>
                  <a:pt x="1000" y="1274"/>
                  <a:pt x="1274" y="1000"/>
                  <a:pt x="1274" y="663"/>
                </a:cubicBezTo>
                <a:lnTo>
                  <a:pt x="1274" y="663"/>
                </a:lnTo>
                <a:cubicBezTo>
                  <a:pt x="1274" y="326"/>
                  <a:pt x="1000" y="51"/>
                  <a:pt x="663" y="51"/>
                </a:cubicBezTo>
                <a:close/>
                <a:moveTo>
                  <a:pt x="663" y="1325"/>
                </a:moveTo>
                <a:lnTo>
                  <a:pt x="663" y="1325"/>
                </a:lnTo>
                <a:cubicBezTo>
                  <a:pt x="297" y="1325"/>
                  <a:pt x="0" y="1028"/>
                  <a:pt x="0" y="663"/>
                </a:cubicBezTo>
                <a:lnTo>
                  <a:pt x="0" y="663"/>
                </a:lnTo>
                <a:cubicBezTo>
                  <a:pt x="0" y="297"/>
                  <a:pt x="297" y="0"/>
                  <a:pt x="663" y="0"/>
                </a:cubicBezTo>
                <a:lnTo>
                  <a:pt x="663" y="0"/>
                </a:lnTo>
                <a:cubicBezTo>
                  <a:pt x="1028" y="0"/>
                  <a:pt x="1325" y="297"/>
                  <a:pt x="1325" y="663"/>
                </a:cubicBezTo>
                <a:lnTo>
                  <a:pt x="1325" y="663"/>
                </a:lnTo>
                <a:cubicBezTo>
                  <a:pt x="1325" y="1028"/>
                  <a:pt x="1028" y="1325"/>
                  <a:pt x="663" y="1325"/>
                </a:cubicBezTo>
                <a:close/>
              </a:path>
            </a:pathLst>
          </a:custGeom>
          <a:solidFill>
            <a:schemeClr val="bg1">
              <a:lumMod val="85000"/>
            </a:schemeClr>
          </a:solidFill>
          <a:ln>
            <a:noFill/>
          </a:ln>
          <a:effectLst/>
        </p:spPr>
        <p:txBody>
          <a:bodyPr wrap="none" anchor="ctr"/>
          <a:lstStyle/>
          <a:p>
            <a:endParaRPr lang="en-US" sz="4000">
              <a:latin typeface="Lato Light" panose="020F0502020204030203" pitchFamily="34" charset="0"/>
            </a:endParaRPr>
          </a:p>
        </p:txBody>
      </p:sp>
      <p:sp>
        <p:nvSpPr>
          <p:cNvPr id="16" name="Rechteck 15">
            <a:extLst>
              <a:ext uri="{FF2B5EF4-FFF2-40B4-BE49-F238E27FC236}">
                <a16:creationId xmlns:a16="http://schemas.microsoft.com/office/drawing/2014/main" id="{2A28F3A3-E60B-AC57-2B00-549CDF5989D8}"/>
              </a:ext>
            </a:extLst>
          </p:cNvPr>
          <p:cNvSpPr/>
          <p:nvPr/>
        </p:nvSpPr>
        <p:spPr>
          <a:xfrm>
            <a:off x="685756" y="1470279"/>
            <a:ext cx="1127760" cy="360479"/>
          </a:xfrm>
          <a:prstGeom prst="rect">
            <a:avLst/>
          </a:prstGeom>
          <a:solidFill>
            <a:schemeClr val="bg1">
              <a:lumMod val="85000"/>
            </a:schemeClr>
          </a:solidFill>
          <a:ln>
            <a:noFill/>
          </a:ln>
          <a:effectLst/>
        </p:spPr>
        <p:txBody>
          <a:bodyPr wrap="none" anchor="ctr"/>
          <a:lstStyle/>
          <a:p>
            <a:pPr algn="ctr"/>
            <a:r>
              <a:rPr lang="de-DE" sz="1400" b="1">
                <a:solidFill>
                  <a:schemeClr val="bg1"/>
                </a:solidFill>
              </a:rPr>
              <a:t>Analyse</a:t>
            </a:r>
          </a:p>
        </p:txBody>
      </p:sp>
      <p:sp>
        <p:nvSpPr>
          <p:cNvPr id="17" name="Freeform 2">
            <a:extLst>
              <a:ext uri="{FF2B5EF4-FFF2-40B4-BE49-F238E27FC236}">
                <a16:creationId xmlns:a16="http://schemas.microsoft.com/office/drawing/2014/main" id="{9A3679E7-F298-BBA4-1356-233588733635}"/>
              </a:ext>
            </a:extLst>
          </p:cNvPr>
          <p:cNvSpPr>
            <a:spLocks noChangeArrowheads="1"/>
          </p:cNvSpPr>
          <p:nvPr/>
        </p:nvSpPr>
        <p:spPr bwMode="auto">
          <a:xfrm>
            <a:off x="3353444" y="1668074"/>
            <a:ext cx="2665220" cy="2368318"/>
          </a:xfrm>
          <a:custGeom>
            <a:avLst/>
            <a:gdLst>
              <a:gd name="T0" fmla="*/ 204 w 3773"/>
              <a:gd name="T1" fmla="*/ 51 h 5351"/>
              <a:gd name="T2" fmla="*/ 204 w 3773"/>
              <a:gd name="T3" fmla="*/ 51 h 5351"/>
              <a:gd name="T4" fmla="*/ 51 w 3773"/>
              <a:gd name="T5" fmla="*/ 203 h 5351"/>
              <a:gd name="T6" fmla="*/ 51 w 3773"/>
              <a:gd name="T7" fmla="*/ 5146 h 5351"/>
              <a:gd name="T8" fmla="*/ 51 w 3773"/>
              <a:gd name="T9" fmla="*/ 5146 h 5351"/>
              <a:gd name="T10" fmla="*/ 204 w 3773"/>
              <a:gd name="T11" fmla="*/ 5299 h 5351"/>
              <a:gd name="T12" fmla="*/ 3568 w 3773"/>
              <a:gd name="T13" fmla="*/ 5299 h 5351"/>
              <a:gd name="T14" fmla="*/ 3568 w 3773"/>
              <a:gd name="T15" fmla="*/ 5299 h 5351"/>
              <a:gd name="T16" fmla="*/ 3721 w 3773"/>
              <a:gd name="T17" fmla="*/ 5146 h 5351"/>
              <a:gd name="T18" fmla="*/ 3721 w 3773"/>
              <a:gd name="T19" fmla="*/ 203 h 5351"/>
              <a:gd name="T20" fmla="*/ 3721 w 3773"/>
              <a:gd name="T21" fmla="*/ 203 h 5351"/>
              <a:gd name="T22" fmla="*/ 3568 w 3773"/>
              <a:gd name="T23" fmla="*/ 51 h 5351"/>
              <a:gd name="T24" fmla="*/ 204 w 3773"/>
              <a:gd name="T25" fmla="*/ 51 h 5351"/>
              <a:gd name="T26" fmla="*/ 3568 w 3773"/>
              <a:gd name="T27" fmla="*/ 5350 h 5351"/>
              <a:gd name="T28" fmla="*/ 204 w 3773"/>
              <a:gd name="T29" fmla="*/ 5350 h 5351"/>
              <a:gd name="T30" fmla="*/ 204 w 3773"/>
              <a:gd name="T31" fmla="*/ 5350 h 5351"/>
              <a:gd name="T32" fmla="*/ 0 w 3773"/>
              <a:gd name="T33" fmla="*/ 5146 h 5351"/>
              <a:gd name="T34" fmla="*/ 0 w 3773"/>
              <a:gd name="T35" fmla="*/ 203 h 5351"/>
              <a:gd name="T36" fmla="*/ 0 w 3773"/>
              <a:gd name="T37" fmla="*/ 203 h 5351"/>
              <a:gd name="T38" fmla="*/ 204 w 3773"/>
              <a:gd name="T39" fmla="*/ 0 h 5351"/>
              <a:gd name="T40" fmla="*/ 3568 w 3773"/>
              <a:gd name="T41" fmla="*/ 0 h 5351"/>
              <a:gd name="T42" fmla="*/ 3568 w 3773"/>
              <a:gd name="T43" fmla="*/ 0 h 5351"/>
              <a:gd name="T44" fmla="*/ 3772 w 3773"/>
              <a:gd name="T45" fmla="*/ 203 h 5351"/>
              <a:gd name="T46" fmla="*/ 3772 w 3773"/>
              <a:gd name="T47" fmla="*/ 5146 h 5351"/>
              <a:gd name="T48" fmla="*/ 3772 w 3773"/>
              <a:gd name="T49" fmla="*/ 5146 h 5351"/>
              <a:gd name="T50" fmla="*/ 3568 w 3773"/>
              <a:gd name="T51" fmla="*/ 5350 h 53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773" h="5351">
                <a:moveTo>
                  <a:pt x="204" y="51"/>
                </a:moveTo>
                <a:lnTo>
                  <a:pt x="204" y="51"/>
                </a:lnTo>
                <a:cubicBezTo>
                  <a:pt x="120" y="51"/>
                  <a:pt x="51" y="119"/>
                  <a:pt x="51" y="203"/>
                </a:cubicBezTo>
                <a:lnTo>
                  <a:pt x="51" y="5146"/>
                </a:lnTo>
                <a:lnTo>
                  <a:pt x="51" y="5146"/>
                </a:lnTo>
                <a:cubicBezTo>
                  <a:pt x="51" y="5231"/>
                  <a:pt x="120" y="5299"/>
                  <a:pt x="204" y="5299"/>
                </a:cubicBezTo>
                <a:lnTo>
                  <a:pt x="3568" y="5299"/>
                </a:lnTo>
                <a:lnTo>
                  <a:pt x="3568" y="5299"/>
                </a:lnTo>
                <a:cubicBezTo>
                  <a:pt x="3652" y="5299"/>
                  <a:pt x="3721" y="5231"/>
                  <a:pt x="3721" y="5146"/>
                </a:cubicBezTo>
                <a:lnTo>
                  <a:pt x="3721" y="203"/>
                </a:lnTo>
                <a:lnTo>
                  <a:pt x="3721" y="203"/>
                </a:lnTo>
                <a:cubicBezTo>
                  <a:pt x="3721" y="119"/>
                  <a:pt x="3652" y="51"/>
                  <a:pt x="3568" y="51"/>
                </a:cubicBezTo>
                <a:lnTo>
                  <a:pt x="204" y="51"/>
                </a:lnTo>
                <a:close/>
                <a:moveTo>
                  <a:pt x="3568" y="5350"/>
                </a:moveTo>
                <a:lnTo>
                  <a:pt x="204" y="5350"/>
                </a:lnTo>
                <a:lnTo>
                  <a:pt x="204" y="5350"/>
                </a:lnTo>
                <a:cubicBezTo>
                  <a:pt x="92" y="5350"/>
                  <a:pt x="0" y="5258"/>
                  <a:pt x="0" y="5146"/>
                </a:cubicBezTo>
                <a:lnTo>
                  <a:pt x="0" y="203"/>
                </a:lnTo>
                <a:lnTo>
                  <a:pt x="0" y="203"/>
                </a:lnTo>
                <a:cubicBezTo>
                  <a:pt x="0" y="92"/>
                  <a:pt x="92" y="0"/>
                  <a:pt x="204" y="0"/>
                </a:cubicBezTo>
                <a:lnTo>
                  <a:pt x="3568" y="0"/>
                </a:lnTo>
                <a:lnTo>
                  <a:pt x="3568" y="0"/>
                </a:lnTo>
                <a:cubicBezTo>
                  <a:pt x="3680" y="0"/>
                  <a:pt x="3772" y="92"/>
                  <a:pt x="3772" y="203"/>
                </a:cubicBezTo>
                <a:lnTo>
                  <a:pt x="3772" y="5146"/>
                </a:lnTo>
                <a:lnTo>
                  <a:pt x="3772" y="5146"/>
                </a:lnTo>
                <a:cubicBezTo>
                  <a:pt x="3772" y="5258"/>
                  <a:pt x="3680" y="5350"/>
                  <a:pt x="3568" y="5350"/>
                </a:cubicBezTo>
                <a:close/>
              </a:path>
            </a:pathLst>
          </a:custGeom>
          <a:solidFill>
            <a:schemeClr val="bg1">
              <a:lumMod val="85000"/>
            </a:schemeClr>
          </a:solidFill>
          <a:ln>
            <a:noFill/>
          </a:ln>
          <a:effectLst/>
        </p:spPr>
        <p:txBody>
          <a:bodyPr wrap="none" anchor="ctr"/>
          <a:lstStyle/>
          <a:p>
            <a:endParaRPr lang="en-US" sz="4000">
              <a:latin typeface="Lato Light" panose="020F0502020204030203" pitchFamily="34" charset="0"/>
            </a:endParaRPr>
          </a:p>
        </p:txBody>
      </p:sp>
      <p:sp>
        <p:nvSpPr>
          <p:cNvPr id="18" name="Freeform 67">
            <a:extLst>
              <a:ext uri="{FF2B5EF4-FFF2-40B4-BE49-F238E27FC236}">
                <a16:creationId xmlns:a16="http://schemas.microsoft.com/office/drawing/2014/main" id="{B7EFD8DD-7DA1-1242-539B-E6CFBF7C7206}"/>
              </a:ext>
            </a:extLst>
          </p:cNvPr>
          <p:cNvSpPr>
            <a:spLocks noChangeArrowheads="1"/>
          </p:cNvSpPr>
          <p:nvPr/>
        </p:nvSpPr>
        <p:spPr bwMode="auto">
          <a:xfrm>
            <a:off x="4914981" y="1203775"/>
            <a:ext cx="899824" cy="922217"/>
          </a:xfrm>
          <a:custGeom>
            <a:avLst/>
            <a:gdLst>
              <a:gd name="T0" fmla="*/ 637 w 1274"/>
              <a:gd name="T1" fmla="*/ 0 h 1275"/>
              <a:gd name="T2" fmla="*/ 637 w 1274"/>
              <a:gd name="T3" fmla="*/ 0 h 1275"/>
              <a:gd name="T4" fmla="*/ 1273 w 1274"/>
              <a:gd name="T5" fmla="*/ 637 h 1275"/>
              <a:gd name="T6" fmla="*/ 1273 w 1274"/>
              <a:gd name="T7" fmla="*/ 637 h 1275"/>
              <a:gd name="T8" fmla="*/ 637 w 1274"/>
              <a:gd name="T9" fmla="*/ 1274 h 1275"/>
              <a:gd name="T10" fmla="*/ 637 w 1274"/>
              <a:gd name="T11" fmla="*/ 1274 h 1275"/>
              <a:gd name="T12" fmla="*/ 0 w 1274"/>
              <a:gd name="T13" fmla="*/ 637 h 1275"/>
              <a:gd name="T14" fmla="*/ 0 w 1274"/>
              <a:gd name="T15" fmla="*/ 637 h 1275"/>
              <a:gd name="T16" fmla="*/ 637 w 1274"/>
              <a:gd name="T17" fmla="*/ 0 h 1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4" h="1275">
                <a:moveTo>
                  <a:pt x="637" y="0"/>
                </a:moveTo>
                <a:lnTo>
                  <a:pt x="637" y="0"/>
                </a:lnTo>
                <a:cubicBezTo>
                  <a:pt x="988" y="0"/>
                  <a:pt x="1273" y="285"/>
                  <a:pt x="1273" y="637"/>
                </a:cubicBezTo>
                <a:lnTo>
                  <a:pt x="1273" y="637"/>
                </a:lnTo>
                <a:cubicBezTo>
                  <a:pt x="1273" y="988"/>
                  <a:pt x="988" y="1274"/>
                  <a:pt x="637" y="1274"/>
                </a:cubicBezTo>
                <a:lnTo>
                  <a:pt x="637" y="1274"/>
                </a:lnTo>
                <a:cubicBezTo>
                  <a:pt x="284" y="1274"/>
                  <a:pt x="0" y="988"/>
                  <a:pt x="0" y="637"/>
                </a:cubicBezTo>
                <a:lnTo>
                  <a:pt x="0" y="637"/>
                </a:lnTo>
                <a:cubicBezTo>
                  <a:pt x="0" y="285"/>
                  <a:pt x="284" y="0"/>
                  <a:pt x="637" y="0"/>
                </a:cubicBezTo>
              </a:path>
            </a:pathLst>
          </a:custGeom>
          <a:solidFill>
            <a:schemeClr val="bg1"/>
          </a:solidFill>
          <a:ln>
            <a:noFill/>
          </a:ln>
          <a:effectLst/>
        </p:spPr>
        <p:txBody>
          <a:bodyPr wrap="none" anchor="ctr"/>
          <a:lstStyle/>
          <a:p>
            <a:endParaRPr lang="en-US" sz="4000">
              <a:latin typeface="Lato Light" panose="020F0502020204030203" pitchFamily="34" charset="0"/>
            </a:endParaRPr>
          </a:p>
        </p:txBody>
      </p:sp>
      <p:sp>
        <p:nvSpPr>
          <p:cNvPr id="19" name="Freeform 68">
            <a:extLst>
              <a:ext uri="{FF2B5EF4-FFF2-40B4-BE49-F238E27FC236}">
                <a16:creationId xmlns:a16="http://schemas.microsoft.com/office/drawing/2014/main" id="{51CA5F47-93B7-28BB-7EA0-23DD9C9C2345}"/>
              </a:ext>
            </a:extLst>
          </p:cNvPr>
          <p:cNvSpPr>
            <a:spLocks noChangeArrowheads="1"/>
          </p:cNvSpPr>
          <p:nvPr/>
        </p:nvSpPr>
        <p:spPr bwMode="auto">
          <a:xfrm>
            <a:off x="4896300" y="1187817"/>
            <a:ext cx="937186" cy="960513"/>
          </a:xfrm>
          <a:custGeom>
            <a:avLst/>
            <a:gdLst>
              <a:gd name="T0" fmla="*/ 663 w 1326"/>
              <a:gd name="T1" fmla="*/ 51 h 1326"/>
              <a:gd name="T2" fmla="*/ 663 w 1326"/>
              <a:gd name="T3" fmla="*/ 51 h 1326"/>
              <a:gd name="T4" fmla="*/ 51 w 1326"/>
              <a:gd name="T5" fmla="*/ 663 h 1326"/>
              <a:gd name="T6" fmla="*/ 51 w 1326"/>
              <a:gd name="T7" fmla="*/ 663 h 1326"/>
              <a:gd name="T8" fmla="*/ 663 w 1326"/>
              <a:gd name="T9" fmla="*/ 1274 h 1326"/>
              <a:gd name="T10" fmla="*/ 663 w 1326"/>
              <a:gd name="T11" fmla="*/ 1274 h 1326"/>
              <a:gd name="T12" fmla="*/ 1274 w 1326"/>
              <a:gd name="T13" fmla="*/ 663 h 1326"/>
              <a:gd name="T14" fmla="*/ 1274 w 1326"/>
              <a:gd name="T15" fmla="*/ 663 h 1326"/>
              <a:gd name="T16" fmla="*/ 663 w 1326"/>
              <a:gd name="T17" fmla="*/ 51 h 1326"/>
              <a:gd name="T18" fmla="*/ 663 w 1326"/>
              <a:gd name="T19" fmla="*/ 1325 h 1326"/>
              <a:gd name="T20" fmla="*/ 663 w 1326"/>
              <a:gd name="T21" fmla="*/ 1325 h 1326"/>
              <a:gd name="T22" fmla="*/ 0 w 1326"/>
              <a:gd name="T23" fmla="*/ 663 h 1326"/>
              <a:gd name="T24" fmla="*/ 0 w 1326"/>
              <a:gd name="T25" fmla="*/ 663 h 1326"/>
              <a:gd name="T26" fmla="*/ 663 w 1326"/>
              <a:gd name="T27" fmla="*/ 0 h 1326"/>
              <a:gd name="T28" fmla="*/ 663 w 1326"/>
              <a:gd name="T29" fmla="*/ 0 h 1326"/>
              <a:gd name="T30" fmla="*/ 1325 w 1326"/>
              <a:gd name="T31" fmla="*/ 663 h 1326"/>
              <a:gd name="T32" fmla="*/ 1325 w 1326"/>
              <a:gd name="T33" fmla="*/ 663 h 1326"/>
              <a:gd name="T34" fmla="*/ 663 w 1326"/>
              <a:gd name="T35" fmla="*/ 1325 h 1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326" h="1326">
                <a:moveTo>
                  <a:pt x="663" y="51"/>
                </a:moveTo>
                <a:lnTo>
                  <a:pt x="663" y="51"/>
                </a:lnTo>
                <a:cubicBezTo>
                  <a:pt x="325" y="51"/>
                  <a:pt x="51" y="326"/>
                  <a:pt x="51" y="663"/>
                </a:cubicBezTo>
                <a:lnTo>
                  <a:pt x="51" y="663"/>
                </a:lnTo>
                <a:cubicBezTo>
                  <a:pt x="51" y="1000"/>
                  <a:pt x="325" y="1274"/>
                  <a:pt x="663" y="1274"/>
                </a:cubicBezTo>
                <a:lnTo>
                  <a:pt x="663" y="1274"/>
                </a:lnTo>
                <a:cubicBezTo>
                  <a:pt x="1000" y="1274"/>
                  <a:pt x="1274" y="1000"/>
                  <a:pt x="1274" y="663"/>
                </a:cubicBezTo>
                <a:lnTo>
                  <a:pt x="1274" y="663"/>
                </a:lnTo>
                <a:cubicBezTo>
                  <a:pt x="1274" y="326"/>
                  <a:pt x="1000" y="51"/>
                  <a:pt x="663" y="51"/>
                </a:cubicBezTo>
                <a:close/>
                <a:moveTo>
                  <a:pt x="663" y="1325"/>
                </a:moveTo>
                <a:lnTo>
                  <a:pt x="663" y="1325"/>
                </a:lnTo>
                <a:cubicBezTo>
                  <a:pt x="297" y="1325"/>
                  <a:pt x="0" y="1028"/>
                  <a:pt x="0" y="663"/>
                </a:cubicBezTo>
                <a:lnTo>
                  <a:pt x="0" y="663"/>
                </a:lnTo>
                <a:cubicBezTo>
                  <a:pt x="0" y="297"/>
                  <a:pt x="297" y="0"/>
                  <a:pt x="663" y="0"/>
                </a:cubicBezTo>
                <a:lnTo>
                  <a:pt x="663" y="0"/>
                </a:lnTo>
                <a:cubicBezTo>
                  <a:pt x="1028" y="0"/>
                  <a:pt x="1325" y="297"/>
                  <a:pt x="1325" y="663"/>
                </a:cubicBezTo>
                <a:lnTo>
                  <a:pt x="1325" y="663"/>
                </a:lnTo>
                <a:cubicBezTo>
                  <a:pt x="1325" y="1028"/>
                  <a:pt x="1028" y="1325"/>
                  <a:pt x="663" y="1325"/>
                </a:cubicBezTo>
                <a:close/>
              </a:path>
            </a:pathLst>
          </a:custGeom>
          <a:solidFill>
            <a:schemeClr val="bg1">
              <a:lumMod val="85000"/>
            </a:schemeClr>
          </a:solidFill>
          <a:ln>
            <a:noFill/>
          </a:ln>
          <a:effectLst/>
        </p:spPr>
        <p:txBody>
          <a:bodyPr wrap="none" anchor="ctr"/>
          <a:lstStyle/>
          <a:p>
            <a:endParaRPr lang="en-US" sz="4000">
              <a:latin typeface="Lato Light" panose="020F0502020204030203" pitchFamily="34" charset="0"/>
            </a:endParaRPr>
          </a:p>
        </p:txBody>
      </p:sp>
      <p:sp>
        <p:nvSpPr>
          <p:cNvPr id="20" name="Freeform 1033">
            <a:extLst>
              <a:ext uri="{FF2B5EF4-FFF2-40B4-BE49-F238E27FC236}">
                <a16:creationId xmlns:a16="http://schemas.microsoft.com/office/drawing/2014/main" id="{CBB1C5AD-F59E-684F-5164-80759296BAEB}"/>
              </a:ext>
            </a:extLst>
          </p:cNvPr>
          <p:cNvSpPr>
            <a:spLocks noChangeAspect="1" noChangeArrowheads="1"/>
          </p:cNvSpPr>
          <p:nvPr/>
        </p:nvSpPr>
        <p:spPr bwMode="auto">
          <a:xfrm>
            <a:off x="5139327" y="1486237"/>
            <a:ext cx="408294" cy="360479"/>
          </a:xfrm>
          <a:custGeom>
            <a:avLst/>
            <a:gdLst>
              <a:gd name="T0" fmla="*/ 44610316 w 290152"/>
              <a:gd name="T1" fmla="*/ 43543067 h 250467"/>
              <a:gd name="T2" fmla="*/ 24261540 w 290152"/>
              <a:gd name="T3" fmla="*/ 43543067 h 250467"/>
              <a:gd name="T4" fmla="*/ 5869932 w 290152"/>
              <a:gd name="T5" fmla="*/ 51582464 h 250467"/>
              <a:gd name="T6" fmla="*/ 1956269 w 290152"/>
              <a:gd name="T7" fmla="*/ 47601133 h 250467"/>
              <a:gd name="T8" fmla="*/ 62923742 w 290152"/>
              <a:gd name="T9" fmla="*/ 47601133 h 250467"/>
              <a:gd name="T10" fmla="*/ 47641867 w 290152"/>
              <a:gd name="T11" fmla="*/ 25353693 h 250467"/>
              <a:gd name="T12" fmla="*/ 49881259 w 290152"/>
              <a:gd name="T13" fmla="*/ 29422458 h 250467"/>
              <a:gd name="T14" fmla="*/ 46911515 w 290152"/>
              <a:gd name="T15" fmla="*/ 19215497 h 250467"/>
              <a:gd name="T16" fmla="*/ 43498583 w 290152"/>
              <a:gd name="T17" fmla="*/ 23229919 h 250467"/>
              <a:gd name="T18" fmla="*/ 43498583 w 290152"/>
              <a:gd name="T19" fmla="*/ 27630461 h 250467"/>
              <a:gd name="T20" fmla="*/ 46989349 w 290152"/>
              <a:gd name="T21" fmla="*/ 31645088 h 250467"/>
              <a:gd name="T22" fmla="*/ 52263952 w 290152"/>
              <a:gd name="T23" fmla="*/ 31953782 h 250467"/>
              <a:gd name="T24" fmla="*/ 56297327 w 290152"/>
              <a:gd name="T25" fmla="*/ 28479865 h 250467"/>
              <a:gd name="T26" fmla="*/ 57460822 w 290152"/>
              <a:gd name="T27" fmla="*/ 23847895 h 250467"/>
              <a:gd name="T28" fmla="*/ 54125420 w 290152"/>
              <a:gd name="T29" fmla="*/ 19138185 h 250467"/>
              <a:gd name="T30" fmla="*/ 48075059 w 290152"/>
              <a:gd name="T31" fmla="*/ 13116259 h 250467"/>
              <a:gd name="T32" fmla="*/ 57383023 w 290152"/>
              <a:gd name="T33" fmla="*/ 15278161 h 250467"/>
              <a:gd name="T34" fmla="*/ 62424996 w 290152"/>
              <a:gd name="T35" fmla="*/ 23384395 h 250467"/>
              <a:gd name="T36" fmla="*/ 60253274 w 290152"/>
              <a:gd name="T37" fmla="*/ 32726172 h 250467"/>
              <a:gd name="T38" fmla="*/ 52108465 w 290152"/>
              <a:gd name="T39" fmla="*/ 37744348 h 250467"/>
              <a:gd name="T40" fmla="*/ 43886513 w 290152"/>
              <a:gd name="T41" fmla="*/ 35582449 h 250467"/>
              <a:gd name="T42" fmla="*/ 38456736 w 290152"/>
              <a:gd name="T43" fmla="*/ 28248191 h 250467"/>
              <a:gd name="T44" fmla="*/ 41947443 w 290152"/>
              <a:gd name="T45" fmla="*/ 22072019 h 250467"/>
              <a:gd name="T46" fmla="*/ 46756691 w 290152"/>
              <a:gd name="T47" fmla="*/ 17285472 h 250467"/>
              <a:gd name="T48" fmla="*/ 25916885 w 290152"/>
              <a:gd name="T49" fmla="*/ 18271320 h 250467"/>
              <a:gd name="T50" fmla="*/ 18590774 w 290152"/>
              <a:gd name="T51" fmla="*/ 9155015 h 250467"/>
              <a:gd name="T52" fmla="*/ 49922188 w 290152"/>
              <a:gd name="T53" fmla="*/ 8929091 h 250467"/>
              <a:gd name="T54" fmla="*/ 17262916 w 290152"/>
              <a:gd name="T55" fmla="*/ 1846001 h 250467"/>
              <a:gd name="T56" fmla="*/ 9060858 w 290152"/>
              <a:gd name="T57" fmla="*/ 4692919 h 250467"/>
              <a:gd name="T58" fmla="*/ 3514646 w 290152"/>
              <a:gd name="T59" fmla="*/ 11155311 h 250467"/>
              <a:gd name="T60" fmla="*/ 1952567 w 290152"/>
              <a:gd name="T61" fmla="*/ 19540754 h 250467"/>
              <a:gd name="T62" fmla="*/ 4843141 w 290152"/>
              <a:gd name="T63" fmla="*/ 27618573 h 250467"/>
              <a:gd name="T64" fmla="*/ 11404611 w 290152"/>
              <a:gd name="T65" fmla="*/ 33080833 h 250467"/>
              <a:gd name="T66" fmla="*/ 17341043 w 290152"/>
              <a:gd name="T67" fmla="*/ 34696634 h 250467"/>
              <a:gd name="T68" fmla="*/ 25855195 w 290152"/>
              <a:gd name="T69" fmla="*/ 33157754 h 250467"/>
              <a:gd name="T70" fmla="*/ 32416445 w 290152"/>
              <a:gd name="T71" fmla="*/ 27541718 h 250467"/>
              <a:gd name="T72" fmla="*/ 35306984 w 290152"/>
              <a:gd name="T73" fmla="*/ 19463671 h 250467"/>
              <a:gd name="T74" fmla="*/ 33666187 w 290152"/>
              <a:gd name="T75" fmla="*/ 11078074 h 250467"/>
              <a:gd name="T76" fmla="*/ 28042323 w 290152"/>
              <a:gd name="T77" fmla="*/ 4538860 h 250467"/>
              <a:gd name="T78" fmla="*/ 19840519 w 290152"/>
              <a:gd name="T79" fmla="*/ 1769704 h 250467"/>
              <a:gd name="T80" fmla="*/ 37707911 w 290152"/>
              <a:gd name="T81" fmla="*/ 5873922 h 250467"/>
              <a:gd name="T82" fmla="*/ 19918687 w 290152"/>
              <a:gd name="T83" fmla="*/ 0 h 250467"/>
              <a:gd name="T84" fmla="*/ 28979629 w 290152"/>
              <a:gd name="T85" fmla="*/ 3077794 h 250467"/>
              <a:gd name="T86" fmla="*/ 32807044 w 290152"/>
              <a:gd name="T87" fmla="*/ 7154649 h 250467"/>
              <a:gd name="T88" fmla="*/ 33744834 w 290152"/>
              <a:gd name="T89" fmla="*/ 15155629 h 250467"/>
              <a:gd name="T90" fmla="*/ 33275795 w 290152"/>
              <a:gd name="T91" fmla="*/ 23002722 h 250467"/>
              <a:gd name="T92" fmla="*/ 31479527 w 290152"/>
              <a:gd name="T93" fmla="*/ 29157210 h 250467"/>
              <a:gd name="T94" fmla="*/ 26714463 w 290152"/>
              <a:gd name="T95" fmla="*/ 34696634 h 250467"/>
              <a:gd name="T96" fmla="*/ 17262916 w 290152"/>
              <a:gd name="T97" fmla="*/ 36542700 h 250467"/>
              <a:gd name="T98" fmla="*/ 8124061 w 290152"/>
              <a:gd name="T99" fmla="*/ 33388376 h 250467"/>
              <a:gd name="T100" fmla="*/ 3202091 w 290152"/>
              <a:gd name="T101" fmla="*/ 28541671 h 250467"/>
              <a:gd name="T102" fmla="*/ 1796166 w 290152"/>
              <a:gd name="T103" fmla="*/ 21387201 h 250467"/>
              <a:gd name="T104" fmla="*/ 2499070 w 290152"/>
              <a:gd name="T105" fmla="*/ 12693632 h 250467"/>
              <a:gd name="T106" fmla="*/ 8280430 w 290152"/>
              <a:gd name="T107" fmla="*/ 6846985 h 250467"/>
              <a:gd name="T108" fmla="*/ 13747607 w 290152"/>
              <a:gd name="T109" fmla="*/ 3769430 h 250467"/>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290152" h="250467">
                <a:moveTo>
                  <a:pt x="205705" y="203866"/>
                </a:moveTo>
                <a:lnTo>
                  <a:pt x="167451" y="241505"/>
                </a:lnTo>
                <a:lnTo>
                  <a:pt x="262364" y="241505"/>
                </a:lnTo>
                <a:cubicBezTo>
                  <a:pt x="272830" y="241505"/>
                  <a:pt x="281491" y="233260"/>
                  <a:pt x="281491" y="222865"/>
                </a:cubicBezTo>
                <a:cubicBezTo>
                  <a:pt x="281491" y="212470"/>
                  <a:pt x="272830" y="203866"/>
                  <a:pt x="262364" y="203866"/>
                </a:cubicBezTo>
                <a:lnTo>
                  <a:pt x="205705" y="203866"/>
                </a:lnTo>
                <a:close/>
                <a:moveTo>
                  <a:pt x="158790" y="203866"/>
                </a:moveTo>
                <a:lnTo>
                  <a:pt x="120536" y="241505"/>
                </a:lnTo>
                <a:lnTo>
                  <a:pt x="155181" y="241505"/>
                </a:lnTo>
                <a:lnTo>
                  <a:pt x="193435" y="203866"/>
                </a:lnTo>
                <a:lnTo>
                  <a:pt x="158790" y="203866"/>
                </a:lnTo>
                <a:close/>
                <a:moveTo>
                  <a:pt x="111874" y="203866"/>
                </a:moveTo>
                <a:lnTo>
                  <a:pt x="73621" y="241505"/>
                </a:lnTo>
                <a:lnTo>
                  <a:pt x="107905" y="241505"/>
                </a:lnTo>
                <a:lnTo>
                  <a:pt x="146159" y="203866"/>
                </a:lnTo>
                <a:lnTo>
                  <a:pt x="111874" y="203866"/>
                </a:lnTo>
                <a:close/>
                <a:moveTo>
                  <a:pt x="64959" y="203866"/>
                </a:moveTo>
                <a:lnTo>
                  <a:pt x="27066" y="241505"/>
                </a:lnTo>
                <a:cubicBezTo>
                  <a:pt x="27427" y="241505"/>
                  <a:pt x="27427" y="241505"/>
                  <a:pt x="27788" y="241505"/>
                </a:cubicBezTo>
                <a:lnTo>
                  <a:pt x="61350" y="241505"/>
                </a:lnTo>
                <a:lnTo>
                  <a:pt x="99243" y="203866"/>
                </a:lnTo>
                <a:lnTo>
                  <a:pt x="64959" y="203866"/>
                </a:lnTo>
                <a:close/>
                <a:moveTo>
                  <a:pt x="27788" y="203866"/>
                </a:moveTo>
                <a:cubicBezTo>
                  <a:pt x="17322" y="203866"/>
                  <a:pt x="9022" y="212470"/>
                  <a:pt x="9022" y="222865"/>
                </a:cubicBezTo>
                <a:cubicBezTo>
                  <a:pt x="9022" y="229317"/>
                  <a:pt x="12270" y="235053"/>
                  <a:pt x="17683" y="238637"/>
                </a:cubicBezTo>
                <a:lnTo>
                  <a:pt x="52689" y="203866"/>
                </a:lnTo>
                <a:lnTo>
                  <a:pt x="27788" y="203866"/>
                </a:lnTo>
                <a:close/>
                <a:moveTo>
                  <a:pt x="27788" y="195263"/>
                </a:moveTo>
                <a:lnTo>
                  <a:pt x="262364" y="195263"/>
                </a:lnTo>
                <a:cubicBezTo>
                  <a:pt x="277882" y="195263"/>
                  <a:pt x="290152" y="207451"/>
                  <a:pt x="290152" y="222865"/>
                </a:cubicBezTo>
                <a:cubicBezTo>
                  <a:pt x="290152" y="237921"/>
                  <a:pt x="277882" y="250467"/>
                  <a:pt x="262364" y="250467"/>
                </a:cubicBezTo>
                <a:lnTo>
                  <a:pt x="27788" y="250467"/>
                </a:lnTo>
                <a:cubicBezTo>
                  <a:pt x="12631" y="250467"/>
                  <a:pt x="0" y="237921"/>
                  <a:pt x="0" y="222865"/>
                </a:cubicBezTo>
                <a:cubicBezTo>
                  <a:pt x="0" y="207451"/>
                  <a:pt x="12631" y="195263"/>
                  <a:pt x="27788" y="195263"/>
                </a:cubicBezTo>
                <a:close/>
                <a:moveTo>
                  <a:pt x="230010" y="108640"/>
                </a:moveTo>
                <a:cubicBezTo>
                  <a:pt x="224313" y="108640"/>
                  <a:pt x="219684" y="113312"/>
                  <a:pt x="219684" y="118704"/>
                </a:cubicBezTo>
                <a:cubicBezTo>
                  <a:pt x="219684" y="124455"/>
                  <a:pt x="224313" y="129127"/>
                  <a:pt x="230010" y="129127"/>
                </a:cubicBezTo>
                <a:cubicBezTo>
                  <a:pt x="235351" y="129127"/>
                  <a:pt x="239980" y="124455"/>
                  <a:pt x="239980" y="118704"/>
                </a:cubicBezTo>
                <a:cubicBezTo>
                  <a:pt x="239980" y="113312"/>
                  <a:pt x="235351" y="108640"/>
                  <a:pt x="230010" y="108640"/>
                </a:cubicBezTo>
                <a:close/>
                <a:moveTo>
                  <a:pt x="230010" y="100013"/>
                </a:moveTo>
                <a:cubicBezTo>
                  <a:pt x="240336" y="100013"/>
                  <a:pt x="248882" y="108280"/>
                  <a:pt x="248882" y="118704"/>
                </a:cubicBezTo>
                <a:cubicBezTo>
                  <a:pt x="248882" y="129487"/>
                  <a:pt x="240336" y="137754"/>
                  <a:pt x="230010" y="137754"/>
                </a:cubicBezTo>
                <a:cubicBezTo>
                  <a:pt x="219684" y="137754"/>
                  <a:pt x="211138" y="129487"/>
                  <a:pt x="211138" y="118704"/>
                </a:cubicBezTo>
                <a:cubicBezTo>
                  <a:pt x="211138" y="108280"/>
                  <a:pt x="219684" y="100013"/>
                  <a:pt x="230010" y="100013"/>
                </a:cubicBezTo>
                <a:close/>
                <a:moveTo>
                  <a:pt x="225974" y="69723"/>
                </a:moveTo>
                <a:lnTo>
                  <a:pt x="223470" y="84905"/>
                </a:lnTo>
                <a:cubicBezTo>
                  <a:pt x="223470" y="86350"/>
                  <a:pt x="222397" y="87796"/>
                  <a:pt x="220609" y="88519"/>
                </a:cubicBezTo>
                <a:cubicBezTo>
                  <a:pt x="219178" y="88881"/>
                  <a:pt x="218105" y="89604"/>
                  <a:pt x="216317" y="89965"/>
                </a:cubicBezTo>
                <a:cubicBezTo>
                  <a:pt x="215244" y="90688"/>
                  <a:pt x="213456" y="90688"/>
                  <a:pt x="212025" y="89604"/>
                </a:cubicBezTo>
                <a:lnTo>
                  <a:pt x="199864" y="80929"/>
                </a:lnTo>
                <a:cubicBezTo>
                  <a:pt x="197360" y="82736"/>
                  <a:pt x="195214" y="85266"/>
                  <a:pt x="193068" y="87796"/>
                </a:cubicBezTo>
                <a:lnTo>
                  <a:pt x="201652" y="100086"/>
                </a:lnTo>
                <a:cubicBezTo>
                  <a:pt x="202725" y="101170"/>
                  <a:pt x="202725" y="103339"/>
                  <a:pt x="202368" y="104424"/>
                </a:cubicBezTo>
                <a:cubicBezTo>
                  <a:pt x="201652" y="105869"/>
                  <a:pt x="200937" y="107315"/>
                  <a:pt x="200579" y="108761"/>
                </a:cubicBezTo>
                <a:cubicBezTo>
                  <a:pt x="200221" y="110207"/>
                  <a:pt x="198791" y="111653"/>
                  <a:pt x="197360" y="111653"/>
                </a:cubicBezTo>
                <a:lnTo>
                  <a:pt x="181980" y="114183"/>
                </a:lnTo>
                <a:cubicBezTo>
                  <a:pt x="181980" y="115629"/>
                  <a:pt x="181980" y="117436"/>
                  <a:pt x="181980" y="118882"/>
                </a:cubicBezTo>
                <a:cubicBezTo>
                  <a:pt x="181980" y="120689"/>
                  <a:pt x="181980" y="122497"/>
                  <a:pt x="181980" y="123942"/>
                </a:cubicBezTo>
                <a:lnTo>
                  <a:pt x="197002" y="126473"/>
                </a:lnTo>
                <a:cubicBezTo>
                  <a:pt x="198791" y="126473"/>
                  <a:pt x="200221" y="127919"/>
                  <a:pt x="200579" y="129364"/>
                </a:cubicBezTo>
                <a:cubicBezTo>
                  <a:pt x="200937" y="130810"/>
                  <a:pt x="201652" y="132256"/>
                  <a:pt x="202368" y="133340"/>
                </a:cubicBezTo>
                <a:cubicBezTo>
                  <a:pt x="202725" y="134786"/>
                  <a:pt x="202725" y="136955"/>
                  <a:pt x="201652" y="138039"/>
                </a:cubicBezTo>
                <a:lnTo>
                  <a:pt x="193068" y="150329"/>
                </a:lnTo>
                <a:cubicBezTo>
                  <a:pt x="195214" y="152859"/>
                  <a:pt x="197360" y="155390"/>
                  <a:pt x="199864" y="157558"/>
                </a:cubicBezTo>
                <a:lnTo>
                  <a:pt x="212025" y="148522"/>
                </a:lnTo>
                <a:cubicBezTo>
                  <a:pt x="213456" y="147437"/>
                  <a:pt x="215244" y="147437"/>
                  <a:pt x="216675" y="148160"/>
                </a:cubicBezTo>
                <a:cubicBezTo>
                  <a:pt x="218105" y="148522"/>
                  <a:pt x="219178" y="149245"/>
                  <a:pt x="220609" y="149606"/>
                </a:cubicBezTo>
                <a:cubicBezTo>
                  <a:pt x="222397" y="150329"/>
                  <a:pt x="223470" y="151775"/>
                  <a:pt x="223470" y="153221"/>
                </a:cubicBezTo>
                <a:lnTo>
                  <a:pt x="225974" y="168402"/>
                </a:lnTo>
                <a:cubicBezTo>
                  <a:pt x="229193" y="168764"/>
                  <a:pt x="232412" y="168764"/>
                  <a:pt x="235989" y="168402"/>
                </a:cubicBezTo>
                <a:lnTo>
                  <a:pt x="238135" y="153221"/>
                </a:lnTo>
                <a:cubicBezTo>
                  <a:pt x="238493" y="151775"/>
                  <a:pt x="239566" y="150329"/>
                  <a:pt x="240997" y="149606"/>
                </a:cubicBezTo>
                <a:cubicBezTo>
                  <a:pt x="242427" y="149245"/>
                  <a:pt x="243858" y="148522"/>
                  <a:pt x="245289" y="148160"/>
                </a:cubicBezTo>
                <a:cubicBezTo>
                  <a:pt x="246719" y="147437"/>
                  <a:pt x="248508" y="147437"/>
                  <a:pt x="249581" y="148522"/>
                </a:cubicBezTo>
                <a:lnTo>
                  <a:pt x="262099" y="157558"/>
                </a:lnTo>
                <a:cubicBezTo>
                  <a:pt x="264603" y="155390"/>
                  <a:pt x="266749" y="152859"/>
                  <a:pt x="268895" y="150329"/>
                </a:cubicBezTo>
                <a:lnTo>
                  <a:pt x="259953" y="138039"/>
                </a:lnTo>
                <a:cubicBezTo>
                  <a:pt x="258880" y="136955"/>
                  <a:pt x="258880" y="134786"/>
                  <a:pt x="259596" y="133340"/>
                </a:cubicBezTo>
                <a:cubicBezTo>
                  <a:pt x="260311" y="132256"/>
                  <a:pt x="261026" y="130810"/>
                  <a:pt x="261384" y="129364"/>
                </a:cubicBezTo>
                <a:cubicBezTo>
                  <a:pt x="262099" y="127919"/>
                  <a:pt x="263172" y="126473"/>
                  <a:pt x="264961" y="126473"/>
                </a:cubicBezTo>
                <a:lnTo>
                  <a:pt x="279626" y="123942"/>
                </a:lnTo>
                <a:cubicBezTo>
                  <a:pt x="279983" y="122497"/>
                  <a:pt x="279983" y="120689"/>
                  <a:pt x="279983" y="118882"/>
                </a:cubicBezTo>
                <a:cubicBezTo>
                  <a:pt x="279983" y="117436"/>
                  <a:pt x="279983" y="115629"/>
                  <a:pt x="279626" y="114183"/>
                </a:cubicBezTo>
                <a:lnTo>
                  <a:pt x="264961" y="111653"/>
                </a:lnTo>
                <a:cubicBezTo>
                  <a:pt x="263172" y="111653"/>
                  <a:pt x="262099" y="110207"/>
                  <a:pt x="261384" y="108761"/>
                </a:cubicBezTo>
                <a:cubicBezTo>
                  <a:pt x="261026" y="107315"/>
                  <a:pt x="260311" y="105869"/>
                  <a:pt x="259596" y="104424"/>
                </a:cubicBezTo>
                <a:cubicBezTo>
                  <a:pt x="258880" y="103339"/>
                  <a:pt x="258880" y="101170"/>
                  <a:pt x="259953" y="100086"/>
                </a:cubicBezTo>
                <a:lnTo>
                  <a:pt x="268895" y="87435"/>
                </a:lnTo>
                <a:cubicBezTo>
                  <a:pt x="266749" y="85266"/>
                  <a:pt x="264603" y="82736"/>
                  <a:pt x="262099" y="80929"/>
                </a:cubicBezTo>
                <a:lnTo>
                  <a:pt x="249581" y="89604"/>
                </a:lnTo>
                <a:cubicBezTo>
                  <a:pt x="248508" y="90688"/>
                  <a:pt x="246719" y="90688"/>
                  <a:pt x="244931" y="89965"/>
                </a:cubicBezTo>
                <a:cubicBezTo>
                  <a:pt x="243858" y="89604"/>
                  <a:pt x="242427" y="88881"/>
                  <a:pt x="240997" y="88519"/>
                </a:cubicBezTo>
                <a:cubicBezTo>
                  <a:pt x="239566" y="87796"/>
                  <a:pt x="238493" y="86350"/>
                  <a:pt x="238135" y="84905"/>
                </a:cubicBezTo>
                <a:lnTo>
                  <a:pt x="235989" y="69723"/>
                </a:lnTo>
                <a:cubicBezTo>
                  <a:pt x="232770" y="69362"/>
                  <a:pt x="229193" y="69362"/>
                  <a:pt x="225974" y="69723"/>
                </a:cubicBezTo>
                <a:close/>
                <a:moveTo>
                  <a:pt x="221682" y="61410"/>
                </a:moveTo>
                <a:cubicBezTo>
                  <a:pt x="227763" y="60325"/>
                  <a:pt x="234201" y="60325"/>
                  <a:pt x="240281" y="61410"/>
                </a:cubicBezTo>
                <a:cubicBezTo>
                  <a:pt x="242070" y="61771"/>
                  <a:pt x="243500" y="63217"/>
                  <a:pt x="243858" y="65024"/>
                </a:cubicBezTo>
                <a:lnTo>
                  <a:pt x="246362" y="80929"/>
                </a:lnTo>
                <a:cubicBezTo>
                  <a:pt x="246719" y="80929"/>
                  <a:pt x="246719" y="80929"/>
                  <a:pt x="246719" y="80929"/>
                </a:cubicBezTo>
                <a:lnTo>
                  <a:pt x="259596" y="71531"/>
                </a:lnTo>
                <a:cubicBezTo>
                  <a:pt x="261026" y="70808"/>
                  <a:pt x="263172" y="70808"/>
                  <a:pt x="264603" y="71531"/>
                </a:cubicBezTo>
                <a:cubicBezTo>
                  <a:pt x="269611" y="75507"/>
                  <a:pt x="274260" y="79844"/>
                  <a:pt x="277837" y="84905"/>
                </a:cubicBezTo>
                <a:cubicBezTo>
                  <a:pt x="278910" y="86350"/>
                  <a:pt x="278910" y="88519"/>
                  <a:pt x="277837" y="89965"/>
                </a:cubicBezTo>
                <a:lnTo>
                  <a:pt x="268538" y="102978"/>
                </a:lnTo>
                <a:cubicBezTo>
                  <a:pt x="268538" y="103339"/>
                  <a:pt x="268538" y="103339"/>
                  <a:pt x="268538" y="103701"/>
                </a:cubicBezTo>
                <a:lnTo>
                  <a:pt x="284275" y="105869"/>
                </a:lnTo>
                <a:cubicBezTo>
                  <a:pt x="286421" y="106231"/>
                  <a:pt x="287494" y="107677"/>
                  <a:pt x="287852" y="109484"/>
                </a:cubicBezTo>
                <a:cubicBezTo>
                  <a:pt x="288210" y="112737"/>
                  <a:pt x="288567" y="115629"/>
                  <a:pt x="288567" y="118882"/>
                </a:cubicBezTo>
                <a:cubicBezTo>
                  <a:pt x="288567" y="122135"/>
                  <a:pt x="288210" y="125388"/>
                  <a:pt x="287852" y="128641"/>
                </a:cubicBezTo>
                <a:cubicBezTo>
                  <a:pt x="287494" y="130449"/>
                  <a:pt x="286421" y="131895"/>
                  <a:pt x="284275" y="132256"/>
                </a:cubicBezTo>
                <a:lnTo>
                  <a:pt x="268538" y="134786"/>
                </a:lnTo>
                <a:lnTo>
                  <a:pt x="277837" y="147799"/>
                </a:lnTo>
                <a:cubicBezTo>
                  <a:pt x="278910" y="149606"/>
                  <a:pt x="278910" y="151414"/>
                  <a:pt x="277837" y="153221"/>
                </a:cubicBezTo>
                <a:cubicBezTo>
                  <a:pt x="274260" y="158281"/>
                  <a:pt x="269611" y="162619"/>
                  <a:pt x="264603" y="166595"/>
                </a:cubicBezTo>
                <a:cubicBezTo>
                  <a:pt x="263172" y="167679"/>
                  <a:pt x="261026" y="167679"/>
                  <a:pt x="259596" y="166595"/>
                </a:cubicBezTo>
                <a:lnTo>
                  <a:pt x="246719" y="156835"/>
                </a:lnTo>
                <a:cubicBezTo>
                  <a:pt x="246719" y="157197"/>
                  <a:pt x="246719" y="157197"/>
                  <a:pt x="246362" y="157197"/>
                </a:cubicBezTo>
                <a:lnTo>
                  <a:pt x="243858" y="173101"/>
                </a:lnTo>
                <a:cubicBezTo>
                  <a:pt x="243500" y="174909"/>
                  <a:pt x="242070" y="176354"/>
                  <a:pt x="240281" y="176716"/>
                </a:cubicBezTo>
                <a:cubicBezTo>
                  <a:pt x="237420" y="177077"/>
                  <a:pt x="233843" y="177439"/>
                  <a:pt x="230982" y="177439"/>
                </a:cubicBezTo>
                <a:cubicBezTo>
                  <a:pt x="227763" y="177439"/>
                  <a:pt x="224543" y="177077"/>
                  <a:pt x="221682" y="176716"/>
                </a:cubicBezTo>
                <a:cubicBezTo>
                  <a:pt x="219536" y="176354"/>
                  <a:pt x="218105" y="174909"/>
                  <a:pt x="218105" y="173101"/>
                </a:cubicBezTo>
                <a:lnTo>
                  <a:pt x="215602" y="157197"/>
                </a:lnTo>
                <a:cubicBezTo>
                  <a:pt x="215244" y="157197"/>
                  <a:pt x="215244" y="157197"/>
                  <a:pt x="215244" y="156835"/>
                </a:cubicBezTo>
                <a:lnTo>
                  <a:pt x="202368" y="166595"/>
                </a:lnTo>
                <a:cubicBezTo>
                  <a:pt x="200937" y="167679"/>
                  <a:pt x="198791" y="167679"/>
                  <a:pt x="197360" y="166595"/>
                </a:cubicBezTo>
                <a:cubicBezTo>
                  <a:pt x="191995" y="162619"/>
                  <a:pt x="187703" y="158281"/>
                  <a:pt x="183768" y="153221"/>
                </a:cubicBezTo>
                <a:cubicBezTo>
                  <a:pt x="183053" y="151414"/>
                  <a:pt x="183053" y="149606"/>
                  <a:pt x="183768" y="147799"/>
                </a:cubicBezTo>
                <a:lnTo>
                  <a:pt x="193426" y="134786"/>
                </a:lnTo>
                <a:cubicBezTo>
                  <a:pt x="193068" y="134786"/>
                  <a:pt x="193068" y="134786"/>
                  <a:pt x="193068" y="134786"/>
                </a:cubicBezTo>
                <a:lnTo>
                  <a:pt x="177330" y="132256"/>
                </a:lnTo>
                <a:cubicBezTo>
                  <a:pt x="175900" y="131895"/>
                  <a:pt x="174469" y="130449"/>
                  <a:pt x="173753" y="128641"/>
                </a:cubicBezTo>
                <a:cubicBezTo>
                  <a:pt x="173396" y="125388"/>
                  <a:pt x="173038" y="122135"/>
                  <a:pt x="173038" y="118882"/>
                </a:cubicBezTo>
                <a:cubicBezTo>
                  <a:pt x="173038" y="115629"/>
                  <a:pt x="173396" y="112737"/>
                  <a:pt x="173753" y="109484"/>
                </a:cubicBezTo>
                <a:cubicBezTo>
                  <a:pt x="174469" y="107677"/>
                  <a:pt x="175900" y="106231"/>
                  <a:pt x="177330" y="105869"/>
                </a:cubicBezTo>
                <a:lnTo>
                  <a:pt x="193068" y="103701"/>
                </a:lnTo>
                <a:cubicBezTo>
                  <a:pt x="193068" y="103339"/>
                  <a:pt x="193068" y="103339"/>
                  <a:pt x="193426" y="103339"/>
                </a:cubicBezTo>
                <a:lnTo>
                  <a:pt x="183768" y="89965"/>
                </a:lnTo>
                <a:cubicBezTo>
                  <a:pt x="183053" y="88519"/>
                  <a:pt x="183053" y="86350"/>
                  <a:pt x="183768" y="84905"/>
                </a:cubicBezTo>
                <a:cubicBezTo>
                  <a:pt x="187345" y="79844"/>
                  <a:pt x="191995" y="75507"/>
                  <a:pt x="197360" y="71531"/>
                </a:cubicBezTo>
                <a:cubicBezTo>
                  <a:pt x="198791" y="70808"/>
                  <a:pt x="200937" y="70808"/>
                  <a:pt x="202368" y="71531"/>
                </a:cubicBezTo>
                <a:lnTo>
                  <a:pt x="215244" y="80929"/>
                </a:lnTo>
                <a:lnTo>
                  <a:pt x="215602" y="80929"/>
                </a:lnTo>
                <a:lnTo>
                  <a:pt x="218105" y="65024"/>
                </a:lnTo>
                <a:cubicBezTo>
                  <a:pt x="218105" y="63217"/>
                  <a:pt x="219536" y="61771"/>
                  <a:pt x="221682" y="61410"/>
                </a:cubicBezTo>
                <a:close/>
                <a:moveTo>
                  <a:pt x="85725" y="51906"/>
                </a:moveTo>
                <a:cubicBezTo>
                  <a:pt x="66837" y="51906"/>
                  <a:pt x="51581" y="67098"/>
                  <a:pt x="51581" y="85545"/>
                </a:cubicBezTo>
                <a:cubicBezTo>
                  <a:pt x="51581" y="104354"/>
                  <a:pt x="66837" y="119546"/>
                  <a:pt x="85725" y="119546"/>
                </a:cubicBezTo>
                <a:cubicBezTo>
                  <a:pt x="104251" y="119546"/>
                  <a:pt x="119507" y="104354"/>
                  <a:pt x="119507" y="85545"/>
                </a:cubicBezTo>
                <a:cubicBezTo>
                  <a:pt x="119507" y="67098"/>
                  <a:pt x="104251" y="51906"/>
                  <a:pt x="85725" y="51906"/>
                </a:cubicBezTo>
                <a:close/>
                <a:moveTo>
                  <a:pt x="85725" y="42863"/>
                </a:moveTo>
                <a:cubicBezTo>
                  <a:pt x="109336" y="42863"/>
                  <a:pt x="128225" y="62034"/>
                  <a:pt x="128225" y="85545"/>
                </a:cubicBezTo>
                <a:cubicBezTo>
                  <a:pt x="128225" y="109056"/>
                  <a:pt x="109336" y="128227"/>
                  <a:pt x="85725" y="128227"/>
                </a:cubicBezTo>
                <a:cubicBezTo>
                  <a:pt x="62115" y="128227"/>
                  <a:pt x="42863" y="109056"/>
                  <a:pt x="42863" y="85545"/>
                </a:cubicBezTo>
                <a:cubicBezTo>
                  <a:pt x="42863" y="62034"/>
                  <a:pt x="62115" y="42863"/>
                  <a:pt x="85725" y="42863"/>
                </a:cubicBezTo>
                <a:close/>
                <a:moveTo>
                  <a:pt x="230200" y="33338"/>
                </a:moveTo>
                <a:cubicBezTo>
                  <a:pt x="250968" y="33338"/>
                  <a:pt x="270663" y="40747"/>
                  <a:pt x="286777" y="54152"/>
                </a:cubicBezTo>
                <a:cubicBezTo>
                  <a:pt x="288209" y="55563"/>
                  <a:pt x="288567" y="58385"/>
                  <a:pt x="287135" y="60149"/>
                </a:cubicBezTo>
                <a:cubicBezTo>
                  <a:pt x="286060" y="61208"/>
                  <a:pt x="284986" y="61560"/>
                  <a:pt x="283554" y="61560"/>
                </a:cubicBezTo>
                <a:cubicBezTo>
                  <a:pt x="282480" y="61560"/>
                  <a:pt x="281405" y="61208"/>
                  <a:pt x="280689" y="60502"/>
                </a:cubicBezTo>
                <a:cubicBezTo>
                  <a:pt x="266724" y="48508"/>
                  <a:pt x="248820" y="41805"/>
                  <a:pt x="230200" y="41805"/>
                </a:cubicBezTo>
                <a:cubicBezTo>
                  <a:pt x="219815" y="41805"/>
                  <a:pt x="209789" y="43922"/>
                  <a:pt x="200479" y="47802"/>
                </a:cubicBezTo>
                <a:cubicBezTo>
                  <a:pt x="198330" y="48508"/>
                  <a:pt x="195824" y="47449"/>
                  <a:pt x="194749" y="45333"/>
                </a:cubicBezTo>
                <a:cubicBezTo>
                  <a:pt x="193675" y="43216"/>
                  <a:pt x="194749" y="40747"/>
                  <a:pt x="196898" y="39688"/>
                </a:cubicBezTo>
                <a:cubicBezTo>
                  <a:pt x="207640" y="35455"/>
                  <a:pt x="218741" y="33338"/>
                  <a:pt x="230200" y="33338"/>
                </a:cubicBezTo>
                <a:close/>
                <a:moveTo>
                  <a:pt x="91488" y="8285"/>
                </a:moveTo>
                <a:lnTo>
                  <a:pt x="79602" y="8645"/>
                </a:lnTo>
                <a:lnTo>
                  <a:pt x="79962" y="19450"/>
                </a:lnTo>
                <a:cubicBezTo>
                  <a:pt x="79962" y="21251"/>
                  <a:pt x="78161" y="23052"/>
                  <a:pt x="76360" y="23773"/>
                </a:cubicBezTo>
                <a:cubicBezTo>
                  <a:pt x="71677" y="24133"/>
                  <a:pt x="67355" y="25574"/>
                  <a:pt x="62673" y="27375"/>
                </a:cubicBezTo>
                <a:cubicBezTo>
                  <a:pt x="60872" y="27735"/>
                  <a:pt x="58711" y="27375"/>
                  <a:pt x="57630" y="25213"/>
                </a:cubicBezTo>
                <a:lnTo>
                  <a:pt x="51867" y="15849"/>
                </a:lnTo>
                <a:lnTo>
                  <a:pt x="41782" y="21972"/>
                </a:lnTo>
                <a:lnTo>
                  <a:pt x="47545" y="30977"/>
                </a:lnTo>
                <a:cubicBezTo>
                  <a:pt x="48625" y="32777"/>
                  <a:pt x="48265" y="35299"/>
                  <a:pt x="46464" y="36740"/>
                </a:cubicBezTo>
                <a:cubicBezTo>
                  <a:pt x="42862" y="39261"/>
                  <a:pt x="39981" y="42863"/>
                  <a:pt x="36739" y="46104"/>
                </a:cubicBezTo>
                <a:cubicBezTo>
                  <a:pt x="35659" y="48266"/>
                  <a:pt x="33137" y="48626"/>
                  <a:pt x="31336" y="47185"/>
                </a:cubicBezTo>
                <a:lnTo>
                  <a:pt x="21971" y="42142"/>
                </a:lnTo>
                <a:lnTo>
                  <a:pt x="16208" y="52228"/>
                </a:lnTo>
                <a:lnTo>
                  <a:pt x="25573" y="57270"/>
                </a:lnTo>
                <a:cubicBezTo>
                  <a:pt x="27374" y="58351"/>
                  <a:pt x="28095" y="60872"/>
                  <a:pt x="27374" y="62673"/>
                </a:cubicBezTo>
                <a:cubicBezTo>
                  <a:pt x="25573" y="66995"/>
                  <a:pt x="24493" y="71318"/>
                  <a:pt x="23772" y="76000"/>
                </a:cubicBezTo>
                <a:cubicBezTo>
                  <a:pt x="23412" y="78161"/>
                  <a:pt x="21611" y="79602"/>
                  <a:pt x="19450" y="79602"/>
                </a:cubicBezTo>
                <a:lnTo>
                  <a:pt x="8284" y="79602"/>
                </a:lnTo>
                <a:lnTo>
                  <a:pt x="9005" y="91488"/>
                </a:lnTo>
                <a:lnTo>
                  <a:pt x="19450" y="91128"/>
                </a:lnTo>
                <a:cubicBezTo>
                  <a:pt x="21611" y="91128"/>
                  <a:pt x="23412" y="92929"/>
                  <a:pt x="23772" y="94730"/>
                </a:cubicBezTo>
                <a:cubicBezTo>
                  <a:pt x="24493" y="99412"/>
                  <a:pt x="25573" y="103735"/>
                  <a:pt x="27374" y="108057"/>
                </a:cubicBezTo>
                <a:cubicBezTo>
                  <a:pt x="28095" y="110218"/>
                  <a:pt x="27374" y="112379"/>
                  <a:pt x="25573" y="113460"/>
                </a:cubicBezTo>
                <a:lnTo>
                  <a:pt x="16208" y="118863"/>
                </a:lnTo>
                <a:lnTo>
                  <a:pt x="22332" y="129308"/>
                </a:lnTo>
                <a:lnTo>
                  <a:pt x="31336" y="123545"/>
                </a:lnTo>
                <a:cubicBezTo>
                  <a:pt x="33137" y="122465"/>
                  <a:pt x="35659" y="122825"/>
                  <a:pt x="36739" y="124626"/>
                </a:cubicBezTo>
                <a:cubicBezTo>
                  <a:pt x="39981" y="128228"/>
                  <a:pt x="42862" y="131469"/>
                  <a:pt x="46464" y="134351"/>
                </a:cubicBezTo>
                <a:cubicBezTo>
                  <a:pt x="48265" y="135792"/>
                  <a:pt x="48625" y="137953"/>
                  <a:pt x="47545" y="140114"/>
                </a:cubicBezTo>
                <a:lnTo>
                  <a:pt x="42142" y="149479"/>
                </a:lnTo>
                <a:lnTo>
                  <a:pt x="52587" y="154882"/>
                </a:lnTo>
                <a:lnTo>
                  <a:pt x="57630" y="145517"/>
                </a:lnTo>
                <a:cubicBezTo>
                  <a:pt x="58351" y="144076"/>
                  <a:pt x="59791" y="143716"/>
                  <a:pt x="61232" y="143716"/>
                </a:cubicBezTo>
                <a:cubicBezTo>
                  <a:pt x="61952" y="143716"/>
                  <a:pt x="62313" y="143716"/>
                  <a:pt x="62673" y="143716"/>
                </a:cubicBezTo>
                <a:cubicBezTo>
                  <a:pt x="67355" y="145517"/>
                  <a:pt x="71677" y="146597"/>
                  <a:pt x="76360" y="147318"/>
                </a:cubicBezTo>
                <a:cubicBezTo>
                  <a:pt x="78161" y="147678"/>
                  <a:pt x="79962" y="149479"/>
                  <a:pt x="79962" y="151640"/>
                </a:cubicBezTo>
                <a:lnTo>
                  <a:pt x="79962" y="162446"/>
                </a:lnTo>
                <a:lnTo>
                  <a:pt x="91848" y="162085"/>
                </a:lnTo>
                <a:lnTo>
                  <a:pt x="91488" y="151640"/>
                </a:lnTo>
                <a:cubicBezTo>
                  <a:pt x="91488" y="149479"/>
                  <a:pt x="92929" y="147678"/>
                  <a:pt x="95090" y="147318"/>
                </a:cubicBezTo>
                <a:cubicBezTo>
                  <a:pt x="99772" y="146597"/>
                  <a:pt x="104095" y="145517"/>
                  <a:pt x="108417" y="143716"/>
                </a:cubicBezTo>
                <a:cubicBezTo>
                  <a:pt x="110578" y="142995"/>
                  <a:pt x="112739" y="143716"/>
                  <a:pt x="113820" y="145517"/>
                </a:cubicBezTo>
                <a:lnTo>
                  <a:pt x="119222" y="155242"/>
                </a:lnTo>
                <a:lnTo>
                  <a:pt x="129308" y="148758"/>
                </a:lnTo>
                <a:lnTo>
                  <a:pt x="123905" y="140114"/>
                </a:lnTo>
                <a:cubicBezTo>
                  <a:pt x="122824" y="137953"/>
                  <a:pt x="123185" y="135792"/>
                  <a:pt x="124985" y="134351"/>
                </a:cubicBezTo>
                <a:cubicBezTo>
                  <a:pt x="128587" y="131469"/>
                  <a:pt x="131469" y="128228"/>
                  <a:pt x="134711" y="124626"/>
                </a:cubicBezTo>
                <a:cubicBezTo>
                  <a:pt x="135791" y="122825"/>
                  <a:pt x="138312" y="122465"/>
                  <a:pt x="140113" y="123545"/>
                </a:cubicBezTo>
                <a:lnTo>
                  <a:pt x="149478" y="128948"/>
                </a:lnTo>
                <a:lnTo>
                  <a:pt x="155241" y="118502"/>
                </a:lnTo>
                <a:lnTo>
                  <a:pt x="145876" y="113460"/>
                </a:lnTo>
                <a:cubicBezTo>
                  <a:pt x="144075" y="112379"/>
                  <a:pt x="143355" y="110218"/>
                  <a:pt x="144075" y="108057"/>
                </a:cubicBezTo>
                <a:cubicBezTo>
                  <a:pt x="145516" y="104095"/>
                  <a:pt x="146957" y="99412"/>
                  <a:pt x="147317" y="94730"/>
                </a:cubicBezTo>
                <a:cubicBezTo>
                  <a:pt x="147677" y="92929"/>
                  <a:pt x="149839" y="91128"/>
                  <a:pt x="152000" y="91128"/>
                </a:cubicBezTo>
                <a:lnTo>
                  <a:pt x="162805" y="91128"/>
                </a:lnTo>
                <a:lnTo>
                  <a:pt x="162445" y="79602"/>
                </a:lnTo>
                <a:lnTo>
                  <a:pt x="152000" y="79602"/>
                </a:lnTo>
                <a:cubicBezTo>
                  <a:pt x="149839" y="79602"/>
                  <a:pt x="147677" y="78161"/>
                  <a:pt x="147317" y="76000"/>
                </a:cubicBezTo>
                <a:cubicBezTo>
                  <a:pt x="146957" y="71318"/>
                  <a:pt x="145516" y="66995"/>
                  <a:pt x="144075" y="62673"/>
                </a:cubicBezTo>
                <a:cubicBezTo>
                  <a:pt x="143355" y="60872"/>
                  <a:pt x="144075" y="58351"/>
                  <a:pt x="145876" y="57270"/>
                </a:cubicBezTo>
                <a:lnTo>
                  <a:pt x="155241" y="51867"/>
                </a:lnTo>
                <a:lnTo>
                  <a:pt x="149118" y="41782"/>
                </a:lnTo>
                <a:lnTo>
                  <a:pt x="140113" y="47185"/>
                </a:lnTo>
                <a:cubicBezTo>
                  <a:pt x="138312" y="48626"/>
                  <a:pt x="135791" y="48266"/>
                  <a:pt x="134711" y="46104"/>
                </a:cubicBezTo>
                <a:cubicBezTo>
                  <a:pt x="131469" y="42863"/>
                  <a:pt x="128587" y="39261"/>
                  <a:pt x="124985" y="36740"/>
                </a:cubicBezTo>
                <a:cubicBezTo>
                  <a:pt x="123185" y="35299"/>
                  <a:pt x="122824" y="32777"/>
                  <a:pt x="123905" y="30977"/>
                </a:cubicBezTo>
                <a:lnTo>
                  <a:pt x="129308" y="21251"/>
                </a:lnTo>
                <a:lnTo>
                  <a:pt x="118502" y="15849"/>
                </a:lnTo>
                <a:lnTo>
                  <a:pt x="113820" y="25213"/>
                </a:lnTo>
                <a:cubicBezTo>
                  <a:pt x="112739" y="27375"/>
                  <a:pt x="110578" y="28095"/>
                  <a:pt x="108417" y="27375"/>
                </a:cubicBezTo>
                <a:cubicBezTo>
                  <a:pt x="104095" y="25574"/>
                  <a:pt x="99772" y="24133"/>
                  <a:pt x="95090" y="23773"/>
                </a:cubicBezTo>
                <a:cubicBezTo>
                  <a:pt x="92929" y="23052"/>
                  <a:pt x="91488" y="21251"/>
                  <a:pt x="91488" y="19450"/>
                </a:cubicBezTo>
                <a:lnTo>
                  <a:pt x="91488" y="8285"/>
                </a:lnTo>
                <a:close/>
                <a:moveTo>
                  <a:pt x="229949" y="3175"/>
                </a:moveTo>
                <a:cubicBezTo>
                  <a:pt x="239294" y="3175"/>
                  <a:pt x="248639" y="4248"/>
                  <a:pt x="257625" y="6395"/>
                </a:cubicBezTo>
                <a:cubicBezTo>
                  <a:pt x="260141" y="7110"/>
                  <a:pt x="261579" y="9257"/>
                  <a:pt x="261219" y="11761"/>
                </a:cubicBezTo>
                <a:cubicBezTo>
                  <a:pt x="260500" y="13908"/>
                  <a:pt x="257984" y="15339"/>
                  <a:pt x="255468" y="14981"/>
                </a:cubicBezTo>
                <a:cubicBezTo>
                  <a:pt x="247201" y="12834"/>
                  <a:pt x="238575" y="11761"/>
                  <a:pt x="229949" y="11761"/>
                </a:cubicBezTo>
                <a:cubicBezTo>
                  <a:pt x="210180" y="11761"/>
                  <a:pt x="190770" y="17127"/>
                  <a:pt x="173877" y="27502"/>
                </a:cubicBezTo>
                <a:cubicBezTo>
                  <a:pt x="173158" y="27860"/>
                  <a:pt x="172439" y="28218"/>
                  <a:pt x="171361" y="28218"/>
                </a:cubicBezTo>
                <a:cubicBezTo>
                  <a:pt x="169923" y="28218"/>
                  <a:pt x="168845" y="27502"/>
                  <a:pt x="167766" y="26071"/>
                </a:cubicBezTo>
                <a:cubicBezTo>
                  <a:pt x="166688" y="23925"/>
                  <a:pt x="167407" y="21420"/>
                  <a:pt x="169204" y="20347"/>
                </a:cubicBezTo>
                <a:cubicBezTo>
                  <a:pt x="187535" y="8899"/>
                  <a:pt x="208382" y="3175"/>
                  <a:pt x="229949" y="3175"/>
                </a:cubicBezTo>
                <a:close/>
                <a:moveTo>
                  <a:pt x="79602" y="0"/>
                </a:moveTo>
                <a:lnTo>
                  <a:pt x="91848" y="0"/>
                </a:lnTo>
                <a:cubicBezTo>
                  <a:pt x="96531" y="0"/>
                  <a:pt x="100132" y="3602"/>
                  <a:pt x="100132" y="8285"/>
                </a:cubicBezTo>
                <a:lnTo>
                  <a:pt x="100132" y="15488"/>
                </a:lnTo>
                <a:cubicBezTo>
                  <a:pt x="102654" y="16209"/>
                  <a:pt x="105535" y="16929"/>
                  <a:pt x="107696" y="17650"/>
                </a:cubicBezTo>
                <a:lnTo>
                  <a:pt x="111658" y="11166"/>
                </a:lnTo>
                <a:cubicBezTo>
                  <a:pt x="114180" y="7204"/>
                  <a:pt x="119222" y="6123"/>
                  <a:pt x="123185" y="8285"/>
                </a:cubicBezTo>
                <a:lnTo>
                  <a:pt x="133630" y="14408"/>
                </a:lnTo>
                <a:cubicBezTo>
                  <a:pt x="135431" y="15488"/>
                  <a:pt x="136872" y="17289"/>
                  <a:pt x="137592" y="19450"/>
                </a:cubicBezTo>
                <a:cubicBezTo>
                  <a:pt x="138312" y="21612"/>
                  <a:pt x="137952" y="24133"/>
                  <a:pt x="136872" y="25934"/>
                </a:cubicBezTo>
                <a:lnTo>
                  <a:pt x="132910" y="32057"/>
                </a:lnTo>
                <a:cubicBezTo>
                  <a:pt x="135071" y="33858"/>
                  <a:pt x="136872" y="35659"/>
                  <a:pt x="138673" y="37820"/>
                </a:cubicBezTo>
                <a:lnTo>
                  <a:pt x="145156" y="34218"/>
                </a:lnTo>
                <a:cubicBezTo>
                  <a:pt x="146957" y="33138"/>
                  <a:pt x="149478" y="32777"/>
                  <a:pt x="151279" y="33498"/>
                </a:cubicBezTo>
                <a:cubicBezTo>
                  <a:pt x="153801" y="33858"/>
                  <a:pt x="155602" y="35299"/>
                  <a:pt x="156682" y="37460"/>
                </a:cubicBezTo>
                <a:lnTo>
                  <a:pt x="162805" y="47905"/>
                </a:lnTo>
                <a:cubicBezTo>
                  <a:pt x="163886" y="49706"/>
                  <a:pt x="164246" y="52228"/>
                  <a:pt x="163886" y="54029"/>
                </a:cubicBezTo>
                <a:cubicBezTo>
                  <a:pt x="163166" y="56550"/>
                  <a:pt x="161725" y="58351"/>
                  <a:pt x="159564" y="59431"/>
                </a:cubicBezTo>
                <a:lnTo>
                  <a:pt x="153440" y="63033"/>
                </a:lnTo>
                <a:cubicBezTo>
                  <a:pt x="154161" y="65555"/>
                  <a:pt x="154881" y="68076"/>
                  <a:pt x="155602" y="70957"/>
                </a:cubicBezTo>
                <a:lnTo>
                  <a:pt x="162805" y="70957"/>
                </a:lnTo>
                <a:cubicBezTo>
                  <a:pt x="167488" y="70957"/>
                  <a:pt x="171090" y="74920"/>
                  <a:pt x="171090" y="79242"/>
                </a:cubicBezTo>
                <a:lnTo>
                  <a:pt x="171090" y="91488"/>
                </a:lnTo>
                <a:cubicBezTo>
                  <a:pt x="171090" y="96171"/>
                  <a:pt x="167488" y="100133"/>
                  <a:pt x="162805" y="100133"/>
                </a:cubicBezTo>
                <a:lnTo>
                  <a:pt x="155602" y="100133"/>
                </a:lnTo>
                <a:cubicBezTo>
                  <a:pt x="154881" y="102654"/>
                  <a:pt x="154161" y="105175"/>
                  <a:pt x="153440" y="107697"/>
                </a:cubicBezTo>
                <a:lnTo>
                  <a:pt x="159564" y="111299"/>
                </a:lnTo>
                <a:cubicBezTo>
                  <a:pt x="161725" y="112739"/>
                  <a:pt x="163166" y="114540"/>
                  <a:pt x="163886" y="116341"/>
                </a:cubicBezTo>
                <a:cubicBezTo>
                  <a:pt x="164246" y="118863"/>
                  <a:pt x="163886" y="121024"/>
                  <a:pt x="162805" y="122825"/>
                </a:cubicBezTo>
                <a:lnTo>
                  <a:pt x="156682" y="133630"/>
                </a:lnTo>
                <a:cubicBezTo>
                  <a:pt x="155602" y="135431"/>
                  <a:pt x="153801" y="136872"/>
                  <a:pt x="151639" y="137232"/>
                </a:cubicBezTo>
                <a:cubicBezTo>
                  <a:pt x="149478" y="137953"/>
                  <a:pt x="146957" y="137953"/>
                  <a:pt x="145156" y="136512"/>
                </a:cubicBezTo>
                <a:lnTo>
                  <a:pt x="138673" y="132910"/>
                </a:lnTo>
                <a:cubicBezTo>
                  <a:pt x="136872" y="135071"/>
                  <a:pt x="135071" y="136872"/>
                  <a:pt x="132910" y="138673"/>
                </a:cubicBezTo>
                <a:lnTo>
                  <a:pt x="136872" y="145156"/>
                </a:lnTo>
                <a:cubicBezTo>
                  <a:pt x="137952" y="146957"/>
                  <a:pt x="138312" y="149119"/>
                  <a:pt x="137592" y="151280"/>
                </a:cubicBezTo>
                <a:cubicBezTo>
                  <a:pt x="136872" y="153441"/>
                  <a:pt x="135431" y="155242"/>
                  <a:pt x="133630" y="156322"/>
                </a:cubicBezTo>
                <a:lnTo>
                  <a:pt x="123185" y="162446"/>
                </a:lnTo>
                <a:cubicBezTo>
                  <a:pt x="119222" y="164967"/>
                  <a:pt x="114180" y="163526"/>
                  <a:pt x="111658" y="159564"/>
                </a:cubicBezTo>
                <a:lnTo>
                  <a:pt x="107696" y="153081"/>
                </a:lnTo>
                <a:cubicBezTo>
                  <a:pt x="105535" y="154161"/>
                  <a:pt x="102654" y="154882"/>
                  <a:pt x="100132" y="155242"/>
                </a:cubicBezTo>
                <a:lnTo>
                  <a:pt x="100132" y="162446"/>
                </a:lnTo>
                <a:cubicBezTo>
                  <a:pt x="100132" y="167128"/>
                  <a:pt x="96531" y="171090"/>
                  <a:pt x="91848" y="171090"/>
                </a:cubicBezTo>
                <a:lnTo>
                  <a:pt x="79602" y="171090"/>
                </a:lnTo>
                <a:cubicBezTo>
                  <a:pt x="74919" y="171090"/>
                  <a:pt x="70957" y="167128"/>
                  <a:pt x="70957" y="162446"/>
                </a:cubicBezTo>
                <a:lnTo>
                  <a:pt x="70957" y="155242"/>
                </a:lnTo>
                <a:cubicBezTo>
                  <a:pt x="68436" y="154882"/>
                  <a:pt x="65914" y="154161"/>
                  <a:pt x="63393" y="153081"/>
                </a:cubicBezTo>
                <a:lnTo>
                  <a:pt x="59791" y="159564"/>
                </a:lnTo>
                <a:cubicBezTo>
                  <a:pt x="57270" y="163526"/>
                  <a:pt x="52227" y="164967"/>
                  <a:pt x="48265" y="162446"/>
                </a:cubicBezTo>
                <a:lnTo>
                  <a:pt x="37460" y="156322"/>
                </a:lnTo>
                <a:cubicBezTo>
                  <a:pt x="35659" y="155242"/>
                  <a:pt x="34218" y="153441"/>
                  <a:pt x="33497" y="151280"/>
                </a:cubicBezTo>
                <a:cubicBezTo>
                  <a:pt x="33137" y="149119"/>
                  <a:pt x="33497" y="146957"/>
                  <a:pt x="34578" y="145156"/>
                </a:cubicBezTo>
                <a:lnTo>
                  <a:pt x="38180" y="138673"/>
                </a:lnTo>
                <a:cubicBezTo>
                  <a:pt x="36379" y="136872"/>
                  <a:pt x="34218" y="135071"/>
                  <a:pt x="32417" y="132910"/>
                </a:cubicBezTo>
                <a:lnTo>
                  <a:pt x="26294" y="136512"/>
                </a:lnTo>
                <a:cubicBezTo>
                  <a:pt x="21971" y="139033"/>
                  <a:pt x="16929" y="137592"/>
                  <a:pt x="14768" y="133630"/>
                </a:cubicBezTo>
                <a:lnTo>
                  <a:pt x="8284" y="122825"/>
                </a:lnTo>
                <a:cubicBezTo>
                  <a:pt x="7564" y="121024"/>
                  <a:pt x="6843" y="118863"/>
                  <a:pt x="7564" y="116341"/>
                </a:cubicBezTo>
                <a:cubicBezTo>
                  <a:pt x="8284" y="114540"/>
                  <a:pt x="9725" y="112739"/>
                  <a:pt x="11526" y="111299"/>
                </a:cubicBezTo>
                <a:lnTo>
                  <a:pt x="17649" y="107697"/>
                </a:lnTo>
                <a:cubicBezTo>
                  <a:pt x="16929" y="105175"/>
                  <a:pt x="16208" y="102654"/>
                  <a:pt x="15848" y="100133"/>
                </a:cubicBezTo>
                <a:lnTo>
                  <a:pt x="8284" y="100133"/>
                </a:lnTo>
                <a:cubicBezTo>
                  <a:pt x="3962" y="100133"/>
                  <a:pt x="0" y="96171"/>
                  <a:pt x="0" y="91488"/>
                </a:cubicBezTo>
                <a:lnTo>
                  <a:pt x="0" y="79242"/>
                </a:lnTo>
                <a:cubicBezTo>
                  <a:pt x="0" y="74920"/>
                  <a:pt x="3962" y="70957"/>
                  <a:pt x="8284" y="70957"/>
                </a:cubicBezTo>
                <a:lnTo>
                  <a:pt x="15848" y="70957"/>
                </a:lnTo>
                <a:cubicBezTo>
                  <a:pt x="16208" y="68076"/>
                  <a:pt x="16929" y="65555"/>
                  <a:pt x="17649" y="63033"/>
                </a:cubicBezTo>
                <a:lnTo>
                  <a:pt x="11526" y="59431"/>
                </a:lnTo>
                <a:cubicBezTo>
                  <a:pt x="9725" y="58351"/>
                  <a:pt x="8284" y="56550"/>
                  <a:pt x="7564" y="54029"/>
                </a:cubicBezTo>
                <a:cubicBezTo>
                  <a:pt x="6843" y="52228"/>
                  <a:pt x="7564" y="49706"/>
                  <a:pt x="8284" y="47905"/>
                </a:cubicBezTo>
                <a:lnTo>
                  <a:pt x="14768" y="37460"/>
                </a:lnTo>
                <a:cubicBezTo>
                  <a:pt x="16929" y="33138"/>
                  <a:pt x="22332" y="32057"/>
                  <a:pt x="25933" y="34218"/>
                </a:cubicBezTo>
                <a:lnTo>
                  <a:pt x="32417" y="37820"/>
                </a:lnTo>
                <a:cubicBezTo>
                  <a:pt x="34218" y="35659"/>
                  <a:pt x="36379" y="33858"/>
                  <a:pt x="38180" y="32057"/>
                </a:cubicBezTo>
                <a:lnTo>
                  <a:pt x="34578" y="25934"/>
                </a:lnTo>
                <a:cubicBezTo>
                  <a:pt x="33497" y="24133"/>
                  <a:pt x="33137" y="21612"/>
                  <a:pt x="33497" y="19450"/>
                </a:cubicBezTo>
                <a:cubicBezTo>
                  <a:pt x="34218" y="17289"/>
                  <a:pt x="35659" y="15488"/>
                  <a:pt x="37460" y="14408"/>
                </a:cubicBezTo>
                <a:lnTo>
                  <a:pt x="48265" y="8285"/>
                </a:lnTo>
                <a:cubicBezTo>
                  <a:pt x="52227" y="6123"/>
                  <a:pt x="57270" y="7204"/>
                  <a:pt x="59791" y="11166"/>
                </a:cubicBezTo>
                <a:lnTo>
                  <a:pt x="63393" y="17650"/>
                </a:lnTo>
                <a:cubicBezTo>
                  <a:pt x="65914" y="16929"/>
                  <a:pt x="68436" y="16209"/>
                  <a:pt x="70957" y="15488"/>
                </a:cubicBezTo>
                <a:lnTo>
                  <a:pt x="70957" y="8285"/>
                </a:lnTo>
                <a:cubicBezTo>
                  <a:pt x="70957" y="3602"/>
                  <a:pt x="74919" y="0"/>
                  <a:pt x="79602" y="0"/>
                </a:cubicBezTo>
                <a:close/>
              </a:path>
            </a:pathLst>
          </a:custGeom>
          <a:solidFill>
            <a:schemeClr val="tx2"/>
          </a:solidFill>
          <a:ln>
            <a:noFill/>
          </a:ln>
          <a:effectLst/>
        </p:spPr>
        <p:txBody>
          <a:bodyPr anchor="ctr"/>
          <a:lstStyle/>
          <a:p>
            <a:endParaRPr lang="en-US" sz="1050">
              <a:latin typeface="Lato Light" panose="020F0502020204030203" pitchFamily="34" charset="0"/>
            </a:endParaRPr>
          </a:p>
        </p:txBody>
      </p:sp>
      <p:sp>
        <p:nvSpPr>
          <p:cNvPr id="21" name="Inhaltsplatzhalter 3">
            <a:extLst>
              <a:ext uri="{FF2B5EF4-FFF2-40B4-BE49-F238E27FC236}">
                <a16:creationId xmlns:a16="http://schemas.microsoft.com/office/drawing/2014/main" id="{11C6D5C3-3437-18E3-8F62-473A68D91FA4}"/>
              </a:ext>
            </a:extLst>
          </p:cNvPr>
          <p:cNvSpPr txBox="1">
            <a:spLocks/>
          </p:cNvSpPr>
          <p:nvPr/>
        </p:nvSpPr>
        <p:spPr>
          <a:xfrm>
            <a:off x="3450101" y="2218573"/>
            <a:ext cx="2419608" cy="1665420"/>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2"/>
              </a:buClr>
              <a:buFont typeface="Wingdings" panose="05000000000000000000" pitchFamily="2" charset="2"/>
              <a:buChar char="§"/>
              <a:defRPr sz="2800" kern="1200">
                <a:solidFill>
                  <a:schemeClr val="bg2">
                    <a:lumMod val="25000"/>
                  </a:schemeClr>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Wingdings" panose="05000000000000000000" pitchFamily="2" charset="2"/>
              <a:buChar char="§"/>
              <a:defRPr sz="2400" kern="1200">
                <a:solidFill>
                  <a:schemeClr val="bg2">
                    <a:lumMod val="25000"/>
                  </a:schemeClr>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Wingdings" panose="05000000000000000000" pitchFamily="2" charset="2"/>
              <a:buChar char="§"/>
              <a:defRPr sz="2000" kern="1200">
                <a:solidFill>
                  <a:schemeClr val="bg2">
                    <a:lumMod val="25000"/>
                  </a:schemeClr>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Wingdings" panose="05000000000000000000" pitchFamily="2" charset="2"/>
              <a:buChar char="§"/>
              <a:defRPr sz="1800" kern="1200">
                <a:solidFill>
                  <a:schemeClr val="bg2">
                    <a:lumMod val="25000"/>
                  </a:schemeClr>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Wingdings" panose="05000000000000000000" pitchFamily="2" charset="2"/>
              <a:buChar char="§"/>
              <a:defRPr sz="1800" kern="1200">
                <a:solidFill>
                  <a:schemeClr val="bg2">
                    <a:lumMod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tx2"/>
              </a:buClr>
            </a:pPr>
            <a:r>
              <a:rPr lang="de-DE" sz="1400"/>
              <a:t>Anpassung des Codes</a:t>
            </a:r>
          </a:p>
          <a:p>
            <a:pPr>
              <a:buClr>
                <a:schemeClr val="tx2"/>
              </a:buClr>
            </a:pPr>
            <a:r>
              <a:rPr lang="de-DE" sz="1400"/>
              <a:t>Entwicklungstest</a:t>
            </a:r>
          </a:p>
          <a:p>
            <a:pPr>
              <a:buClr>
                <a:schemeClr val="tx2"/>
              </a:buClr>
            </a:pPr>
            <a:r>
              <a:rPr lang="de-DE" sz="1400"/>
              <a:t>Dokumentation der Anpassung</a:t>
            </a:r>
          </a:p>
        </p:txBody>
      </p:sp>
      <p:sp>
        <p:nvSpPr>
          <p:cNvPr id="22" name="Rechteck 21">
            <a:extLst>
              <a:ext uri="{FF2B5EF4-FFF2-40B4-BE49-F238E27FC236}">
                <a16:creationId xmlns:a16="http://schemas.microsoft.com/office/drawing/2014/main" id="{540A3085-3EA9-8586-17BA-8FA69750FAFB}"/>
              </a:ext>
            </a:extLst>
          </p:cNvPr>
          <p:cNvSpPr/>
          <p:nvPr/>
        </p:nvSpPr>
        <p:spPr>
          <a:xfrm>
            <a:off x="3612036" y="1486237"/>
            <a:ext cx="1127760" cy="360479"/>
          </a:xfrm>
          <a:prstGeom prst="rect">
            <a:avLst/>
          </a:prstGeom>
          <a:solidFill>
            <a:schemeClr val="bg1">
              <a:lumMod val="85000"/>
            </a:schemeClr>
          </a:solidFill>
          <a:ln>
            <a:noFill/>
          </a:ln>
          <a:effectLst/>
        </p:spPr>
        <p:txBody>
          <a:bodyPr wrap="none" anchor="ctr"/>
          <a:lstStyle/>
          <a:p>
            <a:pPr algn="ctr"/>
            <a:r>
              <a:rPr lang="de-DE" sz="1400" b="1">
                <a:solidFill>
                  <a:schemeClr val="bg1"/>
                </a:solidFill>
              </a:rPr>
              <a:t>Entwicklung</a:t>
            </a:r>
          </a:p>
        </p:txBody>
      </p:sp>
      <p:sp>
        <p:nvSpPr>
          <p:cNvPr id="23" name="Freeform 2">
            <a:extLst>
              <a:ext uri="{FF2B5EF4-FFF2-40B4-BE49-F238E27FC236}">
                <a16:creationId xmlns:a16="http://schemas.microsoft.com/office/drawing/2014/main" id="{A9D8251D-2E1F-8420-44F5-A7B43C8710C7}"/>
              </a:ext>
            </a:extLst>
          </p:cNvPr>
          <p:cNvSpPr>
            <a:spLocks noChangeArrowheads="1"/>
          </p:cNvSpPr>
          <p:nvPr/>
        </p:nvSpPr>
        <p:spPr bwMode="auto">
          <a:xfrm>
            <a:off x="6290328" y="1652116"/>
            <a:ext cx="2665220" cy="2368318"/>
          </a:xfrm>
          <a:custGeom>
            <a:avLst/>
            <a:gdLst>
              <a:gd name="T0" fmla="*/ 204 w 3773"/>
              <a:gd name="T1" fmla="*/ 51 h 5351"/>
              <a:gd name="T2" fmla="*/ 204 w 3773"/>
              <a:gd name="T3" fmla="*/ 51 h 5351"/>
              <a:gd name="T4" fmla="*/ 51 w 3773"/>
              <a:gd name="T5" fmla="*/ 203 h 5351"/>
              <a:gd name="T6" fmla="*/ 51 w 3773"/>
              <a:gd name="T7" fmla="*/ 5146 h 5351"/>
              <a:gd name="T8" fmla="*/ 51 w 3773"/>
              <a:gd name="T9" fmla="*/ 5146 h 5351"/>
              <a:gd name="T10" fmla="*/ 204 w 3773"/>
              <a:gd name="T11" fmla="*/ 5299 h 5351"/>
              <a:gd name="T12" fmla="*/ 3568 w 3773"/>
              <a:gd name="T13" fmla="*/ 5299 h 5351"/>
              <a:gd name="T14" fmla="*/ 3568 w 3773"/>
              <a:gd name="T15" fmla="*/ 5299 h 5351"/>
              <a:gd name="T16" fmla="*/ 3721 w 3773"/>
              <a:gd name="T17" fmla="*/ 5146 h 5351"/>
              <a:gd name="T18" fmla="*/ 3721 w 3773"/>
              <a:gd name="T19" fmla="*/ 203 h 5351"/>
              <a:gd name="T20" fmla="*/ 3721 w 3773"/>
              <a:gd name="T21" fmla="*/ 203 h 5351"/>
              <a:gd name="T22" fmla="*/ 3568 w 3773"/>
              <a:gd name="T23" fmla="*/ 51 h 5351"/>
              <a:gd name="T24" fmla="*/ 204 w 3773"/>
              <a:gd name="T25" fmla="*/ 51 h 5351"/>
              <a:gd name="T26" fmla="*/ 3568 w 3773"/>
              <a:gd name="T27" fmla="*/ 5350 h 5351"/>
              <a:gd name="T28" fmla="*/ 204 w 3773"/>
              <a:gd name="T29" fmla="*/ 5350 h 5351"/>
              <a:gd name="T30" fmla="*/ 204 w 3773"/>
              <a:gd name="T31" fmla="*/ 5350 h 5351"/>
              <a:gd name="T32" fmla="*/ 0 w 3773"/>
              <a:gd name="T33" fmla="*/ 5146 h 5351"/>
              <a:gd name="T34" fmla="*/ 0 w 3773"/>
              <a:gd name="T35" fmla="*/ 203 h 5351"/>
              <a:gd name="T36" fmla="*/ 0 w 3773"/>
              <a:gd name="T37" fmla="*/ 203 h 5351"/>
              <a:gd name="T38" fmla="*/ 204 w 3773"/>
              <a:gd name="T39" fmla="*/ 0 h 5351"/>
              <a:gd name="T40" fmla="*/ 3568 w 3773"/>
              <a:gd name="T41" fmla="*/ 0 h 5351"/>
              <a:gd name="T42" fmla="*/ 3568 w 3773"/>
              <a:gd name="T43" fmla="*/ 0 h 5351"/>
              <a:gd name="T44" fmla="*/ 3772 w 3773"/>
              <a:gd name="T45" fmla="*/ 203 h 5351"/>
              <a:gd name="T46" fmla="*/ 3772 w 3773"/>
              <a:gd name="T47" fmla="*/ 5146 h 5351"/>
              <a:gd name="T48" fmla="*/ 3772 w 3773"/>
              <a:gd name="T49" fmla="*/ 5146 h 5351"/>
              <a:gd name="T50" fmla="*/ 3568 w 3773"/>
              <a:gd name="T51" fmla="*/ 5350 h 53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773" h="5351">
                <a:moveTo>
                  <a:pt x="204" y="51"/>
                </a:moveTo>
                <a:lnTo>
                  <a:pt x="204" y="51"/>
                </a:lnTo>
                <a:cubicBezTo>
                  <a:pt x="120" y="51"/>
                  <a:pt x="51" y="119"/>
                  <a:pt x="51" y="203"/>
                </a:cubicBezTo>
                <a:lnTo>
                  <a:pt x="51" y="5146"/>
                </a:lnTo>
                <a:lnTo>
                  <a:pt x="51" y="5146"/>
                </a:lnTo>
                <a:cubicBezTo>
                  <a:pt x="51" y="5231"/>
                  <a:pt x="120" y="5299"/>
                  <a:pt x="204" y="5299"/>
                </a:cubicBezTo>
                <a:lnTo>
                  <a:pt x="3568" y="5299"/>
                </a:lnTo>
                <a:lnTo>
                  <a:pt x="3568" y="5299"/>
                </a:lnTo>
                <a:cubicBezTo>
                  <a:pt x="3652" y="5299"/>
                  <a:pt x="3721" y="5231"/>
                  <a:pt x="3721" y="5146"/>
                </a:cubicBezTo>
                <a:lnTo>
                  <a:pt x="3721" y="203"/>
                </a:lnTo>
                <a:lnTo>
                  <a:pt x="3721" y="203"/>
                </a:lnTo>
                <a:cubicBezTo>
                  <a:pt x="3721" y="119"/>
                  <a:pt x="3652" y="51"/>
                  <a:pt x="3568" y="51"/>
                </a:cubicBezTo>
                <a:lnTo>
                  <a:pt x="204" y="51"/>
                </a:lnTo>
                <a:close/>
                <a:moveTo>
                  <a:pt x="3568" y="5350"/>
                </a:moveTo>
                <a:lnTo>
                  <a:pt x="204" y="5350"/>
                </a:lnTo>
                <a:lnTo>
                  <a:pt x="204" y="5350"/>
                </a:lnTo>
                <a:cubicBezTo>
                  <a:pt x="92" y="5350"/>
                  <a:pt x="0" y="5258"/>
                  <a:pt x="0" y="5146"/>
                </a:cubicBezTo>
                <a:lnTo>
                  <a:pt x="0" y="203"/>
                </a:lnTo>
                <a:lnTo>
                  <a:pt x="0" y="203"/>
                </a:lnTo>
                <a:cubicBezTo>
                  <a:pt x="0" y="92"/>
                  <a:pt x="92" y="0"/>
                  <a:pt x="204" y="0"/>
                </a:cubicBezTo>
                <a:lnTo>
                  <a:pt x="3568" y="0"/>
                </a:lnTo>
                <a:lnTo>
                  <a:pt x="3568" y="0"/>
                </a:lnTo>
                <a:cubicBezTo>
                  <a:pt x="3680" y="0"/>
                  <a:pt x="3772" y="92"/>
                  <a:pt x="3772" y="203"/>
                </a:cubicBezTo>
                <a:lnTo>
                  <a:pt x="3772" y="5146"/>
                </a:lnTo>
                <a:lnTo>
                  <a:pt x="3772" y="5146"/>
                </a:lnTo>
                <a:cubicBezTo>
                  <a:pt x="3772" y="5258"/>
                  <a:pt x="3680" y="5350"/>
                  <a:pt x="3568" y="5350"/>
                </a:cubicBezTo>
                <a:close/>
              </a:path>
            </a:pathLst>
          </a:custGeom>
          <a:solidFill>
            <a:schemeClr val="bg1">
              <a:lumMod val="85000"/>
            </a:schemeClr>
          </a:solidFill>
          <a:ln>
            <a:noFill/>
          </a:ln>
          <a:effectLst/>
        </p:spPr>
        <p:txBody>
          <a:bodyPr wrap="none" anchor="ctr"/>
          <a:lstStyle/>
          <a:p>
            <a:endParaRPr lang="en-US" sz="4000">
              <a:latin typeface="Lato Light" panose="020F0502020204030203" pitchFamily="34" charset="0"/>
            </a:endParaRPr>
          </a:p>
        </p:txBody>
      </p:sp>
      <p:sp>
        <p:nvSpPr>
          <p:cNvPr id="24" name="Freeform 67">
            <a:extLst>
              <a:ext uri="{FF2B5EF4-FFF2-40B4-BE49-F238E27FC236}">
                <a16:creationId xmlns:a16="http://schemas.microsoft.com/office/drawing/2014/main" id="{6D7B0517-BC31-829C-4C67-98E3CFDAD20B}"/>
              </a:ext>
            </a:extLst>
          </p:cNvPr>
          <p:cNvSpPr>
            <a:spLocks noChangeArrowheads="1"/>
          </p:cNvSpPr>
          <p:nvPr/>
        </p:nvSpPr>
        <p:spPr bwMode="auto">
          <a:xfrm>
            <a:off x="7851865" y="1187817"/>
            <a:ext cx="899824" cy="922217"/>
          </a:xfrm>
          <a:custGeom>
            <a:avLst/>
            <a:gdLst>
              <a:gd name="T0" fmla="*/ 637 w 1274"/>
              <a:gd name="T1" fmla="*/ 0 h 1275"/>
              <a:gd name="T2" fmla="*/ 637 w 1274"/>
              <a:gd name="T3" fmla="*/ 0 h 1275"/>
              <a:gd name="T4" fmla="*/ 1273 w 1274"/>
              <a:gd name="T5" fmla="*/ 637 h 1275"/>
              <a:gd name="T6" fmla="*/ 1273 w 1274"/>
              <a:gd name="T7" fmla="*/ 637 h 1275"/>
              <a:gd name="T8" fmla="*/ 637 w 1274"/>
              <a:gd name="T9" fmla="*/ 1274 h 1275"/>
              <a:gd name="T10" fmla="*/ 637 w 1274"/>
              <a:gd name="T11" fmla="*/ 1274 h 1275"/>
              <a:gd name="T12" fmla="*/ 0 w 1274"/>
              <a:gd name="T13" fmla="*/ 637 h 1275"/>
              <a:gd name="T14" fmla="*/ 0 w 1274"/>
              <a:gd name="T15" fmla="*/ 637 h 1275"/>
              <a:gd name="T16" fmla="*/ 637 w 1274"/>
              <a:gd name="T17" fmla="*/ 0 h 1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4" h="1275">
                <a:moveTo>
                  <a:pt x="637" y="0"/>
                </a:moveTo>
                <a:lnTo>
                  <a:pt x="637" y="0"/>
                </a:lnTo>
                <a:cubicBezTo>
                  <a:pt x="988" y="0"/>
                  <a:pt x="1273" y="285"/>
                  <a:pt x="1273" y="637"/>
                </a:cubicBezTo>
                <a:lnTo>
                  <a:pt x="1273" y="637"/>
                </a:lnTo>
                <a:cubicBezTo>
                  <a:pt x="1273" y="988"/>
                  <a:pt x="988" y="1274"/>
                  <a:pt x="637" y="1274"/>
                </a:cubicBezTo>
                <a:lnTo>
                  <a:pt x="637" y="1274"/>
                </a:lnTo>
                <a:cubicBezTo>
                  <a:pt x="284" y="1274"/>
                  <a:pt x="0" y="988"/>
                  <a:pt x="0" y="637"/>
                </a:cubicBezTo>
                <a:lnTo>
                  <a:pt x="0" y="637"/>
                </a:lnTo>
                <a:cubicBezTo>
                  <a:pt x="0" y="285"/>
                  <a:pt x="284" y="0"/>
                  <a:pt x="637" y="0"/>
                </a:cubicBezTo>
              </a:path>
            </a:pathLst>
          </a:custGeom>
          <a:solidFill>
            <a:schemeClr val="bg1"/>
          </a:solidFill>
          <a:ln>
            <a:noFill/>
          </a:ln>
          <a:effectLst/>
        </p:spPr>
        <p:txBody>
          <a:bodyPr wrap="none" anchor="ctr"/>
          <a:lstStyle/>
          <a:p>
            <a:endParaRPr lang="en-US" sz="4000">
              <a:latin typeface="Lato Light" panose="020F0502020204030203" pitchFamily="34" charset="0"/>
            </a:endParaRPr>
          </a:p>
        </p:txBody>
      </p:sp>
      <p:sp>
        <p:nvSpPr>
          <p:cNvPr id="25" name="Freeform 68">
            <a:extLst>
              <a:ext uri="{FF2B5EF4-FFF2-40B4-BE49-F238E27FC236}">
                <a16:creationId xmlns:a16="http://schemas.microsoft.com/office/drawing/2014/main" id="{0D9FF76B-AEAE-F8A3-1A13-C9718CB288B0}"/>
              </a:ext>
            </a:extLst>
          </p:cNvPr>
          <p:cNvSpPr>
            <a:spLocks noChangeArrowheads="1"/>
          </p:cNvSpPr>
          <p:nvPr/>
        </p:nvSpPr>
        <p:spPr bwMode="auto">
          <a:xfrm>
            <a:off x="7833184" y="1171859"/>
            <a:ext cx="937186" cy="960513"/>
          </a:xfrm>
          <a:custGeom>
            <a:avLst/>
            <a:gdLst>
              <a:gd name="T0" fmla="*/ 663 w 1326"/>
              <a:gd name="T1" fmla="*/ 51 h 1326"/>
              <a:gd name="T2" fmla="*/ 663 w 1326"/>
              <a:gd name="T3" fmla="*/ 51 h 1326"/>
              <a:gd name="T4" fmla="*/ 51 w 1326"/>
              <a:gd name="T5" fmla="*/ 663 h 1326"/>
              <a:gd name="T6" fmla="*/ 51 w 1326"/>
              <a:gd name="T7" fmla="*/ 663 h 1326"/>
              <a:gd name="T8" fmla="*/ 663 w 1326"/>
              <a:gd name="T9" fmla="*/ 1274 h 1326"/>
              <a:gd name="T10" fmla="*/ 663 w 1326"/>
              <a:gd name="T11" fmla="*/ 1274 h 1326"/>
              <a:gd name="T12" fmla="*/ 1274 w 1326"/>
              <a:gd name="T13" fmla="*/ 663 h 1326"/>
              <a:gd name="T14" fmla="*/ 1274 w 1326"/>
              <a:gd name="T15" fmla="*/ 663 h 1326"/>
              <a:gd name="T16" fmla="*/ 663 w 1326"/>
              <a:gd name="T17" fmla="*/ 51 h 1326"/>
              <a:gd name="T18" fmla="*/ 663 w 1326"/>
              <a:gd name="T19" fmla="*/ 1325 h 1326"/>
              <a:gd name="T20" fmla="*/ 663 w 1326"/>
              <a:gd name="T21" fmla="*/ 1325 h 1326"/>
              <a:gd name="T22" fmla="*/ 0 w 1326"/>
              <a:gd name="T23" fmla="*/ 663 h 1326"/>
              <a:gd name="T24" fmla="*/ 0 w 1326"/>
              <a:gd name="T25" fmla="*/ 663 h 1326"/>
              <a:gd name="T26" fmla="*/ 663 w 1326"/>
              <a:gd name="T27" fmla="*/ 0 h 1326"/>
              <a:gd name="T28" fmla="*/ 663 w 1326"/>
              <a:gd name="T29" fmla="*/ 0 h 1326"/>
              <a:gd name="T30" fmla="*/ 1325 w 1326"/>
              <a:gd name="T31" fmla="*/ 663 h 1326"/>
              <a:gd name="T32" fmla="*/ 1325 w 1326"/>
              <a:gd name="T33" fmla="*/ 663 h 1326"/>
              <a:gd name="T34" fmla="*/ 663 w 1326"/>
              <a:gd name="T35" fmla="*/ 1325 h 1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326" h="1326">
                <a:moveTo>
                  <a:pt x="663" y="51"/>
                </a:moveTo>
                <a:lnTo>
                  <a:pt x="663" y="51"/>
                </a:lnTo>
                <a:cubicBezTo>
                  <a:pt x="325" y="51"/>
                  <a:pt x="51" y="326"/>
                  <a:pt x="51" y="663"/>
                </a:cubicBezTo>
                <a:lnTo>
                  <a:pt x="51" y="663"/>
                </a:lnTo>
                <a:cubicBezTo>
                  <a:pt x="51" y="1000"/>
                  <a:pt x="325" y="1274"/>
                  <a:pt x="663" y="1274"/>
                </a:cubicBezTo>
                <a:lnTo>
                  <a:pt x="663" y="1274"/>
                </a:lnTo>
                <a:cubicBezTo>
                  <a:pt x="1000" y="1274"/>
                  <a:pt x="1274" y="1000"/>
                  <a:pt x="1274" y="663"/>
                </a:cubicBezTo>
                <a:lnTo>
                  <a:pt x="1274" y="663"/>
                </a:lnTo>
                <a:cubicBezTo>
                  <a:pt x="1274" y="326"/>
                  <a:pt x="1000" y="51"/>
                  <a:pt x="663" y="51"/>
                </a:cubicBezTo>
                <a:close/>
                <a:moveTo>
                  <a:pt x="663" y="1325"/>
                </a:moveTo>
                <a:lnTo>
                  <a:pt x="663" y="1325"/>
                </a:lnTo>
                <a:cubicBezTo>
                  <a:pt x="297" y="1325"/>
                  <a:pt x="0" y="1028"/>
                  <a:pt x="0" y="663"/>
                </a:cubicBezTo>
                <a:lnTo>
                  <a:pt x="0" y="663"/>
                </a:lnTo>
                <a:cubicBezTo>
                  <a:pt x="0" y="297"/>
                  <a:pt x="297" y="0"/>
                  <a:pt x="663" y="0"/>
                </a:cubicBezTo>
                <a:lnTo>
                  <a:pt x="663" y="0"/>
                </a:lnTo>
                <a:cubicBezTo>
                  <a:pt x="1028" y="0"/>
                  <a:pt x="1325" y="297"/>
                  <a:pt x="1325" y="663"/>
                </a:cubicBezTo>
                <a:lnTo>
                  <a:pt x="1325" y="663"/>
                </a:lnTo>
                <a:cubicBezTo>
                  <a:pt x="1325" y="1028"/>
                  <a:pt x="1028" y="1325"/>
                  <a:pt x="663" y="1325"/>
                </a:cubicBezTo>
                <a:close/>
              </a:path>
            </a:pathLst>
          </a:custGeom>
          <a:solidFill>
            <a:schemeClr val="bg1">
              <a:lumMod val="85000"/>
            </a:schemeClr>
          </a:solidFill>
          <a:ln>
            <a:noFill/>
          </a:ln>
          <a:effectLst/>
        </p:spPr>
        <p:txBody>
          <a:bodyPr wrap="none" anchor="ctr"/>
          <a:lstStyle/>
          <a:p>
            <a:endParaRPr lang="en-US" sz="4000">
              <a:latin typeface="Lato Light" panose="020F0502020204030203" pitchFamily="34" charset="0"/>
            </a:endParaRPr>
          </a:p>
        </p:txBody>
      </p:sp>
      <p:sp>
        <p:nvSpPr>
          <p:cNvPr id="27" name="Inhaltsplatzhalter 3">
            <a:extLst>
              <a:ext uri="{FF2B5EF4-FFF2-40B4-BE49-F238E27FC236}">
                <a16:creationId xmlns:a16="http://schemas.microsoft.com/office/drawing/2014/main" id="{731DDCD8-181C-2C19-41EC-C424B4D0D518}"/>
              </a:ext>
            </a:extLst>
          </p:cNvPr>
          <p:cNvSpPr txBox="1">
            <a:spLocks/>
          </p:cNvSpPr>
          <p:nvPr/>
        </p:nvSpPr>
        <p:spPr>
          <a:xfrm>
            <a:off x="6386985" y="2202615"/>
            <a:ext cx="2419608" cy="1665420"/>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2"/>
              </a:buClr>
              <a:buFont typeface="Wingdings" panose="05000000000000000000" pitchFamily="2" charset="2"/>
              <a:buChar char="§"/>
              <a:defRPr sz="2800" kern="1200">
                <a:solidFill>
                  <a:schemeClr val="bg2">
                    <a:lumMod val="25000"/>
                  </a:schemeClr>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Wingdings" panose="05000000000000000000" pitchFamily="2" charset="2"/>
              <a:buChar char="§"/>
              <a:defRPr sz="2400" kern="1200">
                <a:solidFill>
                  <a:schemeClr val="bg2">
                    <a:lumMod val="25000"/>
                  </a:schemeClr>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Wingdings" panose="05000000000000000000" pitchFamily="2" charset="2"/>
              <a:buChar char="§"/>
              <a:defRPr sz="2000" kern="1200">
                <a:solidFill>
                  <a:schemeClr val="bg2">
                    <a:lumMod val="25000"/>
                  </a:schemeClr>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Wingdings" panose="05000000000000000000" pitchFamily="2" charset="2"/>
              <a:buChar char="§"/>
              <a:defRPr sz="1800" kern="1200">
                <a:solidFill>
                  <a:schemeClr val="bg2">
                    <a:lumMod val="25000"/>
                  </a:schemeClr>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Wingdings" panose="05000000000000000000" pitchFamily="2" charset="2"/>
              <a:buChar char="§"/>
              <a:defRPr sz="1800" kern="1200">
                <a:solidFill>
                  <a:schemeClr val="bg2">
                    <a:lumMod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tx2"/>
              </a:buClr>
            </a:pPr>
            <a:r>
              <a:rPr lang="de-DE" sz="1400"/>
              <a:t>Technische Qualitätssicherung</a:t>
            </a:r>
          </a:p>
          <a:p>
            <a:pPr marL="0" indent="0">
              <a:buNone/>
            </a:pPr>
            <a:endParaRPr lang="de-DE" sz="1400"/>
          </a:p>
        </p:txBody>
      </p:sp>
      <p:sp>
        <p:nvSpPr>
          <p:cNvPr id="28" name="Rechteck 27">
            <a:extLst>
              <a:ext uri="{FF2B5EF4-FFF2-40B4-BE49-F238E27FC236}">
                <a16:creationId xmlns:a16="http://schemas.microsoft.com/office/drawing/2014/main" id="{2C131EE7-9337-5CA1-71AF-D7A11D07630B}"/>
              </a:ext>
            </a:extLst>
          </p:cNvPr>
          <p:cNvSpPr/>
          <p:nvPr/>
        </p:nvSpPr>
        <p:spPr>
          <a:xfrm>
            <a:off x="6548920" y="1470279"/>
            <a:ext cx="1127760" cy="360479"/>
          </a:xfrm>
          <a:prstGeom prst="rect">
            <a:avLst/>
          </a:prstGeom>
          <a:solidFill>
            <a:schemeClr val="bg1">
              <a:lumMod val="85000"/>
            </a:schemeClr>
          </a:solidFill>
          <a:ln>
            <a:noFill/>
          </a:ln>
          <a:effectLst/>
        </p:spPr>
        <p:txBody>
          <a:bodyPr wrap="none" anchor="ctr"/>
          <a:lstStyle/>
          <a:p>
            <a:pPr algn="ctr"/>
            <a:r>
              <a:rPr lang="de-DE" sz="1400" b="1">
                <a:solidFill>
                  <a:schemeClr val="bg1"/>
                </a:solidFill>
              </a:rPr>
              <a:t>QS</a:t>
            </a:r>
          </a:p>
        </p:txBody>
      </p:sp>
      <p:sp>
        <p:nvSpPr>
          <p:cNvPr id="29" name="Freeform 2">
            <a:extLst>
              <a:ext uri="{FF2B5EF4-FFF2-40B4-BE49-F238E27FC236}">
                <a16:creationId xmlns:a16="http://schemas.microsoft.com/office/drawing/2014/main" id="{5EAAB58D-F857-A0BC-9400-EE9B39496B47}"/>
              </a:ext>
            </a:extLst>
          </p:cNvPr>
          <p:cNvSpPr>
            <a:spLocks noChangeArrowheads="1"/>
          </p:cNvSpPr>
          <p:nvPr/>
        </p:nvSpPr>
        <p:spPr bwMode="auto">
          <a:xfrm>
            <a:off x="9180989" y="1656478"/>
            <a:ext cx="2665220" cy="2368318"/>
          </a:xfrm>
          <a:custGeom>
            <a:avLst/>
            <a:gdLst>
              <a:gd name="T0" fmla="*/ 204 w 3773"/>
              <a:gd name="T1" fmla="*/ 51 h 5351"/>
              <a:gd name="T2" fmla="*/ 204 w 3773"/>
              <a:gd name="T3" fmla="*/ 51 h 5351"/>
              <a:gd name="T4" fmla="*/ 51 w 3773"/>
              <a:gd name="T5" fmla="*/ 203 h 5351"/>
              <a:gd name="T6" fmla="*/ 51 w 3773"/>
              <a:gd name="T7" fmla="*/ 5146 h 5351"/>
              <a:gd name="T8" fmla="*/ 51 w 3773"/>
              <a:gd name="T9" fmla="*/ 5146 h 5351"/>
              <a:gd name="T10" fmla="*/ 204 w 3773"/>
              <a:gd name="T11" fmla="*/ 5299 h 5351"/>
              <a:gd name="T12" fmla="*/ 3568 w 3773"/>
              <a:gd name="T13" fmla="*/ 5299 h 5351"/>
              <a:gd name="T14" fmla="*/ 3568 w 3773"/>
              <a:gd name="T15" fmla="*/ 5299 h 5351"/>
              <a:gd name="T16" fmla="*/ 3721 w 3773"/>
              <a:gd name="T17" fmla="*/ 5146 h 5351"/>
              <a:gd name="T18" fmla="*/ 3721 w 3773"/>
              <a:gd name="T19" fmla="*/ 203 h 5351"/>
              <a:gd name="T20" fmla="*/ 3721 w 3773"/>
              <a:gd name="T21" fmla="*/ 203 h 5351"/>
              <a:gd name="T22" fmla="*/ 3568 w 3773"/>
              <a:gd name="T23" fmla="*/ 51 h 5351"/>
              <a:gd name="T24" fmla="*/ 204 w 3773"/>
              <a:gd name="T25" fmla="*/ 51 h 5351"/>
              <a:gd name="T26" fmla="*/ 3568 w 3773"/>
              <a:gd name="T27" fmla="*/ 5350 h 5351"/>
              <a:gd name="T28" fmla="*/ 204 w 3773"/>
              <a:gd name="T29" fmla="*/ 5350 h 5351"/>
              <a:gd name="T30" fmla="*/ 204 w 3773"/>
              <a:gd name="T31" fmla="*/ 5350 h 5351"/>
              <a:gd name="T32" fmla="*/ 0 w 3773"/>
              <a:gd name="T33" fmla="*/ 5146 h 5351"/>
              <a:gd name="T34" fmla="*/ 0 w 3773"/>
              <a:gd name="T35" fmla="*/ 203 h 5351"/>
              <a:gd name="T36" fmla="*/ 0 w 3773"/>
              <a:gd name="T37" fmla="*/ 203 h 5351"/>
              <a:gd name="T38" fmla="*/ 204 w 3773"/>
              <a:gd name="T39" fmla="*/ 0 h 5351"/>
              <a:gd name="T40" fmla="*/ 3568 w 3773"/>
              <a:gd name="T41" fmla="*/ 0 h 5351"/>
              <a:gd name="T42" fmla="*/ 3568 w 3773"/>
              <a:gd name="T43" fmla="*/ 0 h 5351"/>
              <a:gd name="T44" fmla="*/ 3772 w 3773"/>
              <a:gd name="T45" fmla="*/ 203 h 5351"/>
              <a:gd name="T46" fmla="*/ 3772 w 3773"/>
              <a:gd name="T47" fmla="*/ 5146 h 5351"/>
              <a:gd name="T48" fmla="*/ 3772 w 3773"/>
              <a:gd name="T49" fmla="*/ 5146 h 5351"/>
              <a:gd name="T50" fmla="*/ 3568 w 3773"/>
              <a:gd name="T51" fmla="*/ 5350 h 53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773" h="5351">
                <a:moveTo>
                  <a:pt x="204" y="51"/>
                </a:moveTo>
                <a:lnTo>
                  <a:pt x="204" y="51"/>
                </a:lnTo>
                <a:cubicBezTo>
                  <a:pt x="120" y="51"/>
                  <a:pt x="51" y="119"/>
                  <a:pt x="51" y="203"/>
                </a:cubicBezTo>
                <a:lnTo>
                  <a:pt x="51" y="5146"/>
                </a:lnTo>
                <a:lnTo>
                  <a:pt x="51" y="5146"/>
                </a:lnTo>
                <a:cubicBezTo>
                  <a:pt x="51" y="5231"/>
                  <a:pt x="120" y="5299"/>
                  <a:pt x="204" y="5299"/>
                </a:cubicBezTo>
                <a:lnTo>
                  <a:pt x="3568" y="5299"/>
                </a:lnTo>
                <a:lnTo>
                  <a:pt x="3568" y="5299"/>
                </a:lnTo>
                <a:cubicBezTo>
                  <a:pt x="3652" y="5299"/>
                  <a:pt x="3721" y="5231"/>
                  <a:pt x="3721" y="5146"/>
                </a:cubicBezTo>
                <a:lnTo>
                  <a:pt x="3721" y="203"/>
                </a:lnTo>
                <a:lnTo>
                  <a:pt x="3721" y="203"/>
                </a:lnTo>
                <a:cubicBezTo>
                  <a:pt x="3721" y="119"/>
                  <a:pt x="3652" y="51"/>
                  <a:pt x="3568" y="51"/>
                </a:cubicBezTo>
                <a:lnTo>
                  <a:pt x="204" y="51"/>
                </a:lnTo>
                <a:close/>
                <a:moveTo>
                  <a:pt x="3568" y="5350"/>
                </a:moveTo>
                <a:lnTo>
                  <a:pt x="204" y="5350"/>
                </a:lnTo>
                <a:lnTo>
                  <a:pt x="204" y="5350"/>
                </a:lnTo>
                <a:cubicBezTo>
                  <a:pt x="92" y="5350"/>
                  <a:pt x="0" y="5258"/>
                  <a:pt x="0" y="5146"/>
                </a:cubicBezTo>
                <a:lnTo>
                  <a:pt x="0" y="203"/>
                </a:lnTo>
                <a:lnTo>
                  <a:pt x="0" y="203"/>
                </a:lnTo>
                <a:cubicBezTo>
                  <a:pt x="0" y="92"/>
                  <a:pt x="92" y="0"/>
                  <a:pt x="204" y="0"/>
                </a:cubicBezTo>
                <a:lnTo>
                  <a:pt x="3568" y="0"/>
                </a:lnTo>
                <a:lnTo>
                  <a:pt x="3568" y="0"/>
                </a:lnTo>
                <a:cubicBezTo>
                  <a:pt x="3680" y="0"/>
                  <a:pt x="3772" y="92"/>
                  <a:pt x="3772" y="203"/>
                </a:cubicBezTo>
                <a:lnTo>
                  <a:pt x="3772" y="5146"/>
                </a:lnTo>
                <a:lnTo>
                  <a:pt x="3772" y="5146"/>
                </a:lnTo>
                <a:cubicBezTo>
                  <a:pt x="3772" y="5258"/>
                  <a:pt x="3680" y="5350"/>
                  <a:pt x="3568" y="5350"/>
                </a:cubicBezTo>
                <a:close/>
              </a:path>
            </a:pathLst>
          </a:custGeom>
          <a:solidFill>
            <a:schemeClr val="bg1">
              <a:lumMod val="85000"/>
            </a:schemeClr>
          </a:solidFill>
          <a:ln>
            <a:noFill/>
          </a:ln>
          <a:effectLst/>
        </p:spPr>
        <p:txBody>
          <a:bodyPr wrap="none" anchor="ctr"/>
          <a:lstStyle/>
          <a:p>
            <a:endParaRPr lang="en-US" sz="4000">
              <a:latin typeface="Lato Light" panose="020F0502020204030203" pitchFamily="34" charset="0"/>
            </a:endParaRPr>
          </a:p>
        </p:txBody>
      </p:sp>
      <p:sp>
        <p:nvSpPr>
          <p:cNvPr id="30" name="Freeform 67">
            <a:extLst>
              <a:ext uri="{FF2B5EF4-FFF2-40B4-BE49-F238E27FC236}">
                <a16:creationId xmlns:a16="http://schemas.microsoft.com/office/drawing/2014/main" id="{7168DC42-F381-237E-D8D4-749278567AF2}"/>
              </a:ext>
            </a:extLst>
          </p:cNvPr>
          <p:cNvSpPr>
            <a:spLocks noChangeArrowheads="1"/>
          </p:cNvSpPr>
          <p:nvPr/>
        </p:nvSpPr>
        <p:spPr bwMode="auto">
          <a:xfrm>
            <a:off x="10742526" y="1192179"/>
            <a:ext cx="899824" cy="922217"/>
          </a:xfrm>
          <a:custGeom>
            <a:avLst/>
            <a:gdLst>
              <a:gd name="T0" fmla="*/ 637 w 1274"/>
              <a:gd name="T1" fmla="*/ 0 h 1275"/>
              <a:gd name="T2" fmla="*/ 637 w 1274"/>
              <a:gd name="T3" fmla="*/ 0 h 1275"/>
              <a:gd name="T4" fmla="*/ 1273 w 1274"/>
              <a:gd name="T5" fmla="*/ 637 h 1275"/>
              <a:gd name="T6" fmla="*/ 1273 w 1274"/>
              <a:gd name="T7" fmla="*/ 637 h 1275"/>
              <a:gd name="T8" fmla="*/ 637 w 1274"/>
              <a:gd name="T9" fmla="*/ 1274 h 1275"/>
              <a:gd name="T10" fmla="*/ 637 w 1274"/>
              <a:gd name="T11" fmla="*/ 1274 h 1275"/>
              <a:gd name="T12" fmla="*/ 0 w 1274"/>
              <a:gd name="T13" fmla="*/ 637 h 1275"/>
              <a:gd name="T14" fmla="*/ 0 w 1274"/>
              <a:gd name="T15" fmla="*/ 637 h 1275"/>
              <a:gd name="T16" fmla="*/ 637 w 1274"/>
              <a:gd name="T17" fmla="*/ 0 h 1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4" h="1275">
                <a:moveTo>
                  <a:pt x="637" y="0"/>
                </a:moveTo>
                <a:lnTo>
                  <a:pt x="637" y="0"/>
                </a:lnTo>
                <a:cubicBezTo>
                  <a:pt x="988" y="0"/>
                  <a:pt x="1273" y="285"/>
                  <a:pt x="1273" y="637"/>
                </a:cubicBezTo>
                <a:lnTo>
                  <a:pt x="1273" y="637"/>
                </a:lnTo>
                <a:cubicBezTo>
                  <a:pt x="1273" y="988"/>
                  <a:pt x="988" y="1274"/>
                  <a:pt x="637" y="1274"/>
                </a:cubicBezTo>
                <a:lnTo>
                  <a:pt x="637" y="1274"/>
                </a:lnTo>
                <a:cubicBezTo>
                  <a:pt x="284" y="1274"/>
                  <a:pt x="0" y="988"/>
                  <a:pt x="0" y="637"/>
                </a:cubicBezTo>
                <a:lnTo>
                  <a:pt x="0" y="637"/>
                </a:lnTo>
                <a:cubicBezTo>
                  <a:pt x="0" y="285"/>
                  <a:pt x="284" y="0"/>
                  <a:pt x="637" y="0"/>
                </a:cubicBezTo>
              </a:path>
            </a:pathLst>
          </a:custGeom>
          <a:solidFill>
            <a:schemeClr val="bg1"/>
          </a:solidFill>
          <a:ln>
            <a:noFill/>
          </a:ln>
          <a:effectLst/>
        </p:spPr>
        <p:txBody>
          <a:bodyPr wrap="none" anchor="ctr"/>
          <a:lstStyle/>
          <a:p>
            <a:endParaRPr lang="en-US" sz="4000">
              <a:latin typeface="Lato Light" panose="020F0502020204030203" pitchFamily="34" charset="0"/>
            </a:endParaRPr>
          </a:p>
        </p:txBody>
      </p:sp>
      <p:sp>
        <p:nvSpPr>
          <p:cNvPr id="31" name="Freeform 68">
            <a:extLst>
              <a:ext uri="{FF2B5EF4-FFF2-40B4-BE49-F238E27FC236}">
                <a16:creationId xmlns:a16="http://schemas.microsoft.com/office/drawing/2014/main" id="{29DDA7BC-76EA-ED98-0942-E48FB842DBFB}"/>
              </a:ext>
            </a:extLst>
          </p:cNvPr>
          <p:cNvSpPr>
            <a:spLocks noChangeArrowheads="1"/>
          </p:cNvSpPr>
          <p:nvPr/>
        </p:nvSpPr>
        <p:spPr bwMode="auto">
          <a:xfrm>
            <a:off x="10723845" y="1176221"/>
            <a:ext cx="937186" cy="960513"/>
          </a:xfrm>
          <a:custGeom>
            <a:avLst/>
            <a:gdLst>
              <a:gd name="T0" fmla="*/ 663 w 1326"/>
              <a:gd name="T1" fmla="*/ 51 h 1326"/>
              <a:gd name="T2" fmla="*/ 663 w 1326"/>
              <a:gd name="T3" fmla="*/ 51 h 1326"/>
              <a:gd name="T4" fmla="*/ 51 w 1326"/>
              <a:gd name="T5" fmla="*/ 663 h 1326"/>
              <a:gd name="T6" fmla="*/ 51 w 1326"/>
              <a:gd name="T7" fmla="*/ 663 h 1326"/>
              <a:gd name="T8" fmla="*/ 663 w 1326"/>
              <a:gd name="T9" fmla="*/ 1274 h 1326"/>
              <a:gd name="T10" fmla="*/ 663 w 1326"/>
              <a:gd name="T11" fmla="*/ 1274 h 1326"/>
              <a:gd name="T12" fmla="*/ 1274 w 1326"/>
              <a:gd name="T13" fmla="*/ 663 h 1326"/>
              <a:gd name="T14" fmla="*/ 1274 w 1326"/>
              <a:gd name="T15" fmla="*/ 663 h 1326"/>
              <a:gd name="T16" fmla="*/ 663 w 1326"/>
              <a:gd name="T17" fmla="*/ 51 h 1326"/>
              <a:gd name="T18" fmla="*/ 663 w 1326"/>
              <a:gd name="T19" fmla="*/ 1325 h 1326"/>
              <a:gd name="T20" fmla="*/ 663 w 1326"/>
              <a:gd name="T21" fmla="*/ 1325 h 1326"/>
              <a:gd name="T22" fmla="*/ 0 w 1326"/>
              <a:gd name="T23" fmla="*/ 663 h 1326"/>
              <a:gd name="T24" fmla="*/ 0 w 1326"/>
              <a:gd name="T25" fmla="*/ 663 h 1326"/>
              <a:gd name="T26" fmla="*/ 663 w 1326"/>
              <a:gd name="T27" fmla="*/ 0 h 1326"/>
              <a:gd name="T28" fmla="*/ 663 w 1326"/>
              <a:gd name="T29" fmla="*/ 0 h 1326"/>
              <a:gd name="T30" fmla="*/ 1325 w 1326"/>
              <a:gd name="T31" fmla="*/ 663 h 1326"/>
              <a:gd name="T32" fmla="*/ 1325 w 1326"/>
              <a:gd name="T33" fmla="*/ 663 h 1326"/>
              <a:gd name="T34" fmla="*/ 663 w 1326"/>
              <a:gd name="T35" fmla="*/ 1325 h 1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326" h="1326">
                <a:moveTo>
                  <a:pt x="663" y="51"/>
                </a:moveTo>
                <a:lnTo>
                  <a:pt x="663" y="51"/>
                </a:lnTo>
                <a:cubicBezTo>
                  <a:pt x="325" y="51"/>
                  <a:pt x="51" y="326"/>
                  <a:pt x="51" y="663"/>
                </a:cubicBezTo>
                <a:lnTo>
                  <a:pt x="51" y="663"/>
                </a:lnTo>
                <a:cubicBezTo>
                  <a:pt x="51" y="1000"/>
                  <a:pt x="325" y="1274"/>
                  <a:pt x="663" y="1274"/>
                </a:cubicBezTo>
                <a:lnTo>
                  <a:pt x="663" y="1274"/>
                </a:lnTo>
                <a:cubicBezTo>
                  <a:pt x="1000" y="1274"/>
                  <a:pt x="1274" y="1000"/>
                  <a:pt x="1274" y="663"/>
                </a:cubicBezTo>
                <a:lnTo>
                  <a:pt x="1274" y="663"/>
                </a:lnTo>
                <a:cubicBezTo>
                  <a:pt x="1274" y="326"/>
                  <a:pt x="1000" y="51"/>
                  <a:pt x="663" y="51"/>
                </a:cubicBezTo>
                <a:close/>
                <a:moveTo>
                  <a:pt x="663" y="1325"/>
                </a:moveTo>
                <a:lnTo>
                  <a:pt x="663" y="1325"/>
                </a:lnTo>
                <a:cubicBezTo>
                  <a:pt x="297" y="1325"/>
                  <a:pt x="0" y="1028"/>
                  <a:pt x="0" y="663"/>
                </a:cubicBezTo>
                <a:lnTo>
                  <a:pt x="0" y="663"/>
                </a:lnTo>
                <a:cubicBezTo>
                  <a:pt x="0" y="297"/>
                  <a:pt x="297" y="0"/>
                  <a:pt x="663" y="0"/>
                </a:cubicBezTo>
                <a:lnTo>
                  <a:pt x="663" y="0"/>
                </a:lnTo>
                <a:cubicBezTo>
                  <a:pt x="1028" y="0"/>
                  <a:pt x="1325" y="297"/>
                  <a:pt x="1325" y="663"/>
                </a:cubicBezTo>
                <a:lnTo>
                  <a:pt x="1325" y="663"/>
                </a:lnTo>
                <a:cubicBezTo>
                  <a:pt x="1325" y="1028"/>
                  <a:pt x="1028" y="1325"/>
                  <a:pt x="663" y="1325"/>
                </a:cubicBezTo>
                <a:close/>
              </a:path>
            </a:pathLst>
          </a:custGeom>
          <a:solidFill>
            <a:schemeClr val="bg1">
              <a:lumMod val="85000"/>
            </a:schemeClr>
          </a:solidFill>
          <a:ln>
            <a:noFill/>
          </a:ln>
          <a:effectLst/>
        </p:spPr>
        <p:txBody>
          <a:bodyPr wrap="none" anchor="ctr"/>
          <a:lstStyle/>
          <a:p>
            <a:endParaRPr lang="en-US" sz="4000">
              <a:latin typeface="Lato Light" panose="020F0502020204030203" pitchFamily="34" charset="0"/>
            </a:endParaRPr>
          </a:p>
        </p:txBody>
      </p:sp>
      <p:sp>
        <p:nvSpPr>
          <p:cNvPr id="33" name="Inhaltsplatzhalter 3">
            <a:extLst>
              <a:ext uri="{FF2B5EF4-FFF2-40B4-BE49-F238E27FC236}">
                <a16:creationId xmlns:a16="http://schemas.microsoft.com/office/drawing/2014/main" id="{8D8BE9CD-D670-1761-8E5E-C989C4313795}"/>
              </a:ext>
            </a:extLst>
          </p:cNvPr>
          <p:cNvSpPr txBox="1">
            <a:spLocks/>
          </p:cNvSpPr>
          <p:nvPr/>
        </p:nvSpPr>
        <p:spPr>
          <a:xfrm>
            <a:off x="9277646" y="2206977"/>
            <a:ext cx="2419608" cy="1665420"/>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2"/>
              </a:buClr>
              <a:buFont typeface="Wingdings" panose="05000000000000000000" pitchFamily="2" charset="2"/>
              <a:buChar char="§"/>
              <a:defRPr sz="2800" kern="1200">
                <a:solidFill>
                  <a:schemeClr val="bg2">
                    <a:lumMod val="25000"/>
                  </a:schemeClr>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Wingdings" panose="05000000000000000000" pitchFamily="2" charset="2"/>
              <a:buChar char="§"/>
              <a:defRPr sz="2400" kern="1200">
                <a:solidFill>
                  <a:schemeClr val="bg2">
                    <a:lumMod val="25000"/>
                  </a:schemeClr>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Wingdings" panose="05000000000000000000" pitchFamily="2" charset="2"/>
              <a:buChar char="§"/>
              <a:defRPr sz="2000" kern="1200">
                <a:solidFill>
                  <a:schemeClr val="bg2">
                    <a:lumMod val="25000"/>
                  </a:schemeClr>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Wingdings" panose="05000000000000000000" pitchFamily="2" charset="2"/>
              <a:buChar char="§"/>
              <a:defRPr sz="1800" kern="1200">
                <a:solidFill>
                  <a:schemeClr val="bg2">
                    <a:lumMod val="25000"/>
                  </a:schemeClr>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Wingdings" panose="05000000000000000000" pitchFamily="2" charset="2"/>
              <a:buChar char="§"/>
              <a:defRPr sz="1800" kern="1200">
                <a:solidFill>
                  <a:schemeClr val="bg2">
                    <a:lumMod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tx2"/>
              </a:buClr>
            </a:pPr>
            <a:r>
              <a:rPr lang="de-DE" sz="1400"/>
              <a:t>Test durch den fachlichen / technischen Betreuer des Programms / Routine</a:t>
            </a:r>
          </a:p>
          <a:p>
            <a:pPr>
              <a:buClr>
                <a:schemeClr val="tx2"/>
              </a:buClr>
            </a:pPr>
            <a:r>
              <a:rPr lang="de-DE" sz="1400"/>
              <a:t>Abnahme zum GoLive</a:t>
            </a:r>
          </a:p>
        </p:txBody>
      </p:sp>
      <p:sp>
        <p:nvSpPr>
          <p:cNvPr id="34" name="Rechteck 33">
            <a:extLst>
              <a:ext uri="{FF2B5EF4-FFF2-40B4-BE49-F238E27FC236}">
                <a16:creationId xmlns:a16="http://schemas.microsoft.com/office/drawing/2014/main" id="{DEDF2394-70E7-22C7-EDBB-A270E167C025}"/>
              </a:ext>
            </a:extLst>
          </p:cNvPr>
          <p:cNvSpPr/>
          <p:nvPr/>
        </p:nvSpPr>
        <p:spPr>
          <a:xfrm>
            <a:off x="9439581" y="1474641"/>
            <a:ext cx="1127760" cy="360479"/>
          </a:xfrm>
          <a:prstGeom prst="rect">
            <a:avLst/>
          </a:prstGeom>
          <a:solidFill>
            <a:schemeClr val="bg1">
              <a:lumMod val="85000"/>
            </a:schemeClr>
          </a:solidFill>
          <a:ln>
            <a:noFill/>
          </a:ln>
          <a:effectLst/>
        </p:spPr>
        <p:txBody>
          <a:bodyPr wrap="none" anchor="ctr"/>
          <a:lstStyle/>
          <a:p>
            <a:pPr algn="ctr"/>
            <a:r>
              <a:rPr lang="de-DE" sz="1400" b="1">
                <a:solidFill>
                  <a:schemeClr val="bg1"/>
                </a:solidFill>
              </a:rPr>
              <a:t>Abnahme</a:t>
            </a:r>
          </a:p>
        </p:txBody>
      </p:sp>
      <p:sp>
        <p:nvSpPr>
          <p:cNvPr id="35" name="Freeform 2">
            <a:extLst>
              <a:ext uri="{FF2B5EF4-FFF2-40B4-BE49-F238E27FC236}">
                <a16:creationId xmlns:a16="http://schemas.microsoft.com/office/drawing/2014/main" id="{E2BC6DCE-B869-4BDA-CB86-F213C7D04272}"/>
              </a:ext>
            </a:extLst>
          </p:cNvPr>
          <p:cNvSpPr>
            <a:spLocks noChangeArrowheads="1"/>
          </p:cNvSpPr>
          <p:nvPr/>
        </p:nvSpPr>
        <p:spPr bwMode="auto">
          <a:xfrm>
            <a:off x="426201" y="4516649"/>
            <a:ext cx="11081006" cy="1682940"/>
          </a:xfrm>
          <a:custGeom>
            <a:avLst/>
            <a:gdLst>
              <a:gd name="T0" fmla="*/ 204 w 3773"/>
              <a:gd name="T1" fmla="*/ 51 h 5351"/>
              <a:gd name="T2" fmla="*/ 204 w 3773"/>
              <a:gd name="T3" fmla="*/ 51 h 5351"/>
              <a:gd name="T4" fmla="*/ 51 w 3773"/>
              <a:gd name="T5" fmla="*/ 203 h 5351"/>
              <a:gd name="T6" fmla="*/ 51 w 3773"/>
              <a:gd name="T7" fmla="*/ 5146 h 5351"/>
              <a:gd name="T8" fmla="*/ 51 w 3773"/>
              <a:gd name="T9" fmla="*/ 5146 h 5351"/>
              <a:gd name="T10" fmla="*/ 204 w 3773"/>
              <a:gd name="T11" fmla="*/ 5299 h 5351"/>
              <a:gd name="T12" fmla="*/ 3568 w 3773"/>
              <a:gd name="T13" fmla="*/ 5299 h 5351"/>
              <a:gd name="T14" fmla="*/ 3568 w 3773"/>
              <a:gd name="T15" fmla="*/ 5299 h 5351"/>
              <a:gd name="T16" fmla="*/ 3721 w 3773"/>
              <a:gd name="T17" fmla="*/ 5146 h 5351"/>
              <a:gd name="T18" fmla="*/ 3721 w 3773"/>
              <a:gd name="T19" fmla="*/ 203 h 5351"/>
              <a:gd name="T20" fmla="*/ 3721 w 3773"/>
              <a:gd name="T21" fmla="*/ 203 h 5351"/>
              <a:gd name="T22" fmla="*/ 3568 w 3773"/>
              <a:gd name="T23" fmla="*/ 51 h 5351"/>
              <a:gd name="T24" fmla="*/ 204 w 3773"/>
              <a:gd name="T25" fmla="*/ 51 h 5351"/>
              <a:gd name="T26" fmla="*/ 3568 w 3773"/>
              <a:gd name="T27" fmla="*/ 5350 h 5351"/>
              <a:gd name="T28" fmla="*/ 204 w 3773"/>
              <a:gd name="T29" fmla="*/ 5350 h 5351"/>
              <a:gd name="T30" fmla="*/ 204 w 3773"/>
              <a:gd name="T31" fmla="*/ 5350 h 5351"/>
              <a:gd name="T32" fmla="*/ 0 w 3773"/>
              <a:gd name="T33" fmla="*/ 5146 h 5351"/>
              <a:gd name="T34" fmla="*/ 0 w 3773"/>
              <a:gd name="T35" fmla="*/ 203 h 5351"/>
              <a:gd name="T36" fmla="*/ 0 w 3773"/>
              <a:gd name="T37" fmla="*/ 203 h 5351"/>
              <a:gd name="T38" fmla="*/ 204 w 3773"/>
              <a:gd name="T39" fmla="*/ 0 h 5351"/>
              <a:gd name="T40" fmla="*/ 3568 w 3773"/>
              <a:gd name="T41" fmla="*/ 0 h 5351"/>
              <a:gd name="T42" fmla="*/ 3568 w 3773"/>
              <a:gd name="T43" fmla="*/ 0 h 5351"/>
              <a:gd name="T44" fmla="*/ 3772 w 3773"/>
              <a:gd name="T45" fmla="*/ 203 h 5351"/>
              <a:gd name="T46" fmla="*/ 3772 w 3773"/>
              <a:gd name="T47" fmla="*/ 5146 h 5351"/>
              <a:gd name="T48" fmla="*/ 3772 w 3773"/>
              <a:gd name="T49" fmla="*/ 5146 h 5351"/>
              <a:gd name="T50" fmla="*/ 3568 w 3773"/>
              <a:gd name="T51" fmla="*/ 5350 h 53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773" h="5351">
                <a:moveTo>
                  <a:pt x="204" y="51"/>
                </a:moveTo>
                <a:lnTo>
                  <a:pt x="204" y="51"/>
                </a:lnTo>
                <a:cubicBezTo>
                  <a:pt x="120" y="51"/>
                  <a:pt x="51" y="119"/>
                  <a:pt x="51" y="203"/>
                </a:cubicBezTo>
                <a:lnTo>
                  <a:pt x="51" y="5146"/>
                </a:lnTo>
                <a:lnTo>
                  <a:pt x="51" y="5146"/>
                </a:lnTo>
                <a:cubicBezTo>
                  <a:pt x="51" y="5231"/>
                  <a:pt x="120" y="5299"/>
                  <a:pt x="204" y="5299"/>
                </a:cubicBezTo>
                <a:lnTo>
                  <a:pt x="3568" y="5299"/>
                </a:lnTo>
                <a:lnTo>
                  <a:pt x="3568" y="5299"/>
                </a:lnTo>
                <a:cubicBezTo>
                  <a:pt x="3652" y="5299"/>
                  <a:pt x="3721" y="5231"/>
                  <a:pt x="3721" y="5146"/>
                </a:cubicBezTo>
                <a:lnTo>
                  <a:pt x="3721" y="203"/>
                </a:lnTo>
                <a:lnTo>
                  <a:pt x="3721" y="203"/>
                </a:lnTo>
                <a:cubicBezTo>
                  <a:pt x="3721" y="119"/>
                  <a:pt x="3652" y="51"/>
                  <a:pt x="3568" y="51"/>
                </a:cubicBezTo>
                <a:lnTo>
                  <a:pt x="204" y="51"/>
                </a:lnTo>
                <a:close/>
                <a:moveTo>
                  <a:pt x="3568" y="5350"/>
                </a:moveTo>
                <a:lnTo>
                  <a:pt x="204" y="5350"/>
                </a:lnTo>
                <a:lnTo>
                  <a:pt x="204" y="5350"/>
                </a:lnTo>
                <a:cubicBezTo>
                  <a:pt x="92" y="5350"/>
                  <a:pt x="0" y="5258"/>
                  <a:pt x="0" y="5146"/>
                </a:cubicBezTo>
                <a:lnTo>
                  <a:pt x="0" y="203"/>
                </a:lnTo>
                <a:lnTo>
                  <a:pt x="0" y="203"/>
                </a:lnTo>
                <a:cubicBezTo>
                  <a:pt x="0" y="92"/>
                  <a:pt x="92" y="0"/>
                  <a:pt x="204" y="0"/>
                </a:cubicBezTo>
                <a:lnTo>
                  <a:pt x="3568" y="0"/>
                </a:lnTo>
                <a:lnTo>
                  <a:pt x="3568" y="0"/>
                </a:lnTo>
                <a:cubicBezTo>
                  <a:pt x="3680" y="0"/>
                  <a:pt x="3772" y="92"/>
                  <a:pt x="3772" y="203"/>
                </a:cubicBezTo>
                <a:lnTo>
                  <a:pt x="3772" y="5146"/>
                </a:lnTo>
                <a:lnTo>
                  <a:pt x="3772" y="5146"/>
                </a:lnTo>
                <a:cubicBezTo>
                  <a:pt x="3772" y="5258"/>
                  <a:pt x="3680" y="5350"/>
                  <a:pt x="3568" y="5350"/>
                </a:cubicBezTo>
                <a:close/>
              </a:path>
            </a:pathLst>
          </a:custGeom>
          <a:solidFill>
            <a:schemeClr val="bg1">
              <a:lumMod val="85000"/>
            </a:schemeClr>
          </a:solidFill>
          <a:ln>
            <a:noFill/>
          </a:ln>
          <a:effectLst/>
        </p:spPr>
        <p:txBody>
          <a:bodyPr wrap="none" anchor="ctr"/>
          <a:lstStyle/>
          <a:p>
            <a:endParaRPr lang="en-US" sz="4000">
              <a:latin typeface="Lato Light" panose="020F0502020204030203" pitchFamily="34" charset="0"/>
            </a:endParaRPr>
          </a:p>
        </p:txBody>
      </p:sp>
      <p:sp>
        <p:nvSpPr>
          <p:cNvPr id="36" name="Freeform 67">
            <a:extLst>
              <a:ext uri="{FF2B5EF4-FFF2-40B4-BE49-F238E27FC236}">
                <a16:creationId xmlns:a16="http://schemas.microsoft.com/office/drawing/2014/main" id="{493FA193-9541-9051-0889-D2213779D64D}"/>
              </a:ext>
            </a:extLst>
          </p:cNvPr>
          <p:cNvSpPr>
            <a:spLocks noChangeArrowheads="1"/>
          </p:cNvSpPr>
          <p:nvPr/>
        </p:nvSpPr>
        <p:spPr bwMode="auto">
          <a:xfrm>
            <a:off x="10985553" y="4901005"/>
            <a:ext cx="899824" cy="922217"/>
          </a:xfrm>
          <a:custGeom>
            <a:avLst/>
            <a:gdLst>
              <a:gd name="T0" fmla="*/ 637 w 1274"/>
              <a:gd name="T1" fmla="*/ 0 h 1275"/>
              <a:gd name="T2" fmla="*/ 637 w 1274"/>
              <a:gd name="T3" fmla="*/ 0 h 1275"/>
              <a:gd name="T4" fmla="*/ 1273 w 1274"/>
              <a:gd name="T5" fmla="*/ 637 h 1275"/>
              <a:gd name="T6" fmla="*/ 1273 w 1274"/>
              <a:gd name="T7" fmla="*/ 637 h 1275"/>
              <a:gd name="T8" fmla="*/ 637 w 1274"/>
              <a:gd name="T9" fmla="*/ 1274 h 1275"/>
              <a:gd name="T10" fmla="*/ 637 w 1274"/>
              <a:gd name="T11" fmla="*/ 1274 h 1275"/>
              <a:gd name="T12" fmla="*/ 0 w 1274"/>
              <a:gd name="T13" fmla="*/ 637 h 1275"/>
              <a:gd name="T14" fmla="*/ 0 w 1274"/>
              <a:gd name="T15" fmla="*/ 637 h 1275"/>
              <a:gd name="T16" fmla="*/ 637 w 1274"/>
              <a:gd name="T17" fmla="*/ 0 h 1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4" h="1275">
                <a:moveTo>
                  <a:pt x="637" y="0"/>
                </a:moveTo>
                <a:lnTo>
                  <a:pt x="637" y="0"/>
                </a:lnTo>
                <a:cubicBezTo>
                  <a:pt x="988" y="0"/>
                  <a:pt x="1273" y="285"/>
                  <a:pt x="1273" y="637"/>
                </a:cubicBezTo>
                <a:lnTo>
                  <a:pt x="1273" y="637"/>
                </a:lnTo>
                <a:cubicBezTo>
                  <a:pt x="1273" y="988"/>
                  <a:pt x="988" y="1274"/>
                  <a:pt x="637" y="1274"/>
                </a:cubicBezTo>
                <a:lnTo>
                  <a:pt x="637" y="1274"/>
                </a:lnTo>
                <a:cubicBezTo>
                  <a:pt x="284" y="1274"/>
                  <a:pt x="0" y="988"/>
                  <a:pt x="0" y="637"/>
                </a:cubicBezTo>
                <a:lnTo>
                  <a:pt x="0" y="637"/>
                </a:lnTo>
                <a:cubicBezTo>
                  <a:pt x="0" y="285"/>
                  <a:pt x="284" y="0"/>
                  <a:pt x="637" y="0"/>
                </a:cubicBezTo>
              </a:path>
            </a:pathLst>
          </a:custGeom>
          <a:solidFill>
            <a:schemeClr val="bg1"/>
          </a:solidFill>
          <a:ln>
            <a:noFill/>
          </a:ln>
          <a:effectLst/>
        </p:spPr>
        <p:txBody>
          <a:bodyPr wrap="none" anchor="ctr"/>
          <a:lstStyle/>
          <a:p>
            <a:endParaRPr lang="en-US" sz="4000">
              <a:latin typeface="Lato Light" panose="020F0502020204030203" pitchFamily="34" charset="0"/>
            </a:endParaRPr>
          </a:p>
        </p:txBody>
      </p:sp>
      <p:sp>
        <p:nvSpPr>
          <p:cNvPr id="37" name="Freeform 68">
            <a:extLst>
              <a:ext uri="{FF2B5EF4-FFF2-40B4-BE49-F238E27FC236}">
                <a16:creationId xmlns:a16="http://schemas.microsoft.com/office/drawing/2014/main" id="{8CABFA1F-5754-7388-5A80-5D53B8F0D75F}"/>
              </a:ext>
            </a:extLst>
          </p:cNvPr>
          <p:cNvSpPr>
            <a:spLocks noChangeArrowheads="1"/>
          </p:cNvSpPr>
          <p:nvPr/>
        </p:nvSpPr>
        <p:spPr bwMode="auto">
          <a:xfrm>
            <a:off x="10966872" y="4885047"/>
            <a:ext cx="937186" cy="960513"/>
          </a:xfrm>
          <a:custGeom>
            <a:avLst/>
            <a:gdLst>
              <a:gd name="T0" fmla="*/ 663 w 1326"/>
              <a:gd name="T1" fmla="*/ 51 h 1326"/>
              <a:gd name="T2" fmla="*/ 663 w 1326"/>
              <a:gd name="T3" fmla="*/ 51 h 1326"/>
              <a:gd name="T4" fmla="*/ 51 w 1326"/>
              <a:gd name="T5" fmla="*/ 663 h 1326"/>
              <a:gd name="T6" fmla="*/ 51 w 1326"/>
              <a:gd name="T7" fmla="*/ 663 h 1326"/>
              <a:gd name="T8" fmla="*/ 663 w 1326"/>
              <a:gd name="T9" fmla="*/ 1274 h 1326"/>
              <a:gd name="T10" fmla="*/ 663 w 1326"/>
              <a:gd name="T11" fmla="*/ 1274 h 1326"/>
              <a:gd name="T12" fmla="*/ 1274 w 1326"/>
              <a:gd name="T13" fmla="*/ 663 h 1326"/>
              <a:gd name="T14" fmla="*/ 1274 w 1326"/>
              <a:gd name="T15" fmla="*/ 663 h 1326"/>
              <a:gd name="T16" fmla="*/ 663 w 1326"/>
              <a:gd name="T17" fmla="*/ 51 h 1326"/>
              <a:gd name="T18" fmla="*/ 663 w 1326"/>
              <a:gd name="T19" fmla="*/ 1325 h 1326"/>
              <a:gd name="T20" fmla="*/ 663 w 1326"/>
              <a:gd name="T21" fmla="*/ 1325 h 1326"/>
              <a:gd name="T22" fmla="*/ 0 w 1326"/>
              <a:gd name="T23" fmla="*/ 663 h 1326"/>
              <a:gd name="T24" fmla="*/ 0 w 1326"/>
              <a:gd name="T25" fmla="*/ 663 h 1326"/>
              <a:gd name="T26" fmla="*/ 663 w 1326"/>
              <a:gd name="T27" fmla="*/ 0 h 1326"/>
              <a:gd name="T28" fmla="*/ 663 w 1326"/>
              <a:gd name="T29" fmla="*/ 0 h 1326"/>
              <a:gd name="T30" fmla="*/ 1325 w 1326"/>
              <a:gd name="T31" fmla="*/ 663 h 1326"/>
              <a:gd name="T32" fmla="*/ 1325 w 1326"/>
              <a:gd name="T33" fmla="*/ 663 h 1326"/>
              <a:gd name="T34" fmla="*/ 663 w 1326"/>
              <a:gd name="T35" fmla="*/ 1325 h 1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326" h="1326">
                <a:moveTo>
                  <a:pt x="663" y="51"/>
                </a:moveTo>
                <a:lnTo>
                  <a:pt x="663" y="51"/>
                </a:lnTo>
                <a:cubicBezTo>
                  <a:pt x="325" y="51"/>
                  <a:pt x="51" y="326"/>
                  <a:pt x="51" y="663"/>
                </a:cubicBezTo>
                <a:lnTo>
                  <a:pt x="51" y="663"/>
                </a:lnTo>
                <a:cubicBezTo>
                  <a:pt x="51" y="1000"/>
                  <a:pt x="325" y="1274"/>
                  <a:pt x="663" y="1274"/>
                </a:cubicBezTo>
                <a:lnTo>
                  <a:pt x="663" y="1274"/>
                </a:lnTo>
                <a:cubicBezTo>
                  <a:pt x="1000" y="1274"/>
                  <a:pt x="1274" y="1000"/>
                  <a:pt x="1274" y="663"/>
                </a:cubicBezTo>
                <a:lnTo>
                  <a:pt x="1274" y="663"/>
                </a:lnTo>
                <a:cubicBezTo>
                  <a:pt x="1274" y="326"/>
                  <a:pt x="1000" y="51"/>
                  <a:pt x="663" y="51"/>
                </a:cubicBezTo>
                <a:close/>
                <a:moveTo>
                  <a:pt x="663" y="1325"/>
                </a:moveTo>
                <a:lnTo>
                  <a:pt x="663" y="1325"/>
                </a:lnTo>
                <a:cubicBezTo>
                  <a:pt x="297" y="1325"/>
                  <a:pt x="0" y="1028"/>
                  <a:pt x="0" y="663"/>
                </a:cubicBezTo>
                <a:lnTo>
                  <a:pt x="0" y="663"/>
                </a:lnTo>
                <a:cubicBezTo>
                  <a:pt x="0" y="297"/>
                  <a:pt x="297" y="0"/>
                  <a:pt x="663" y="0"/>
                </a:cubicBezTo>
                <a:lnTo>
                  <a:pt x="663" y="0"/>
                </a:lnTo>
                <a:cubicBezTo>
                  <a:pt x="1028" y="0"/>
                  <a:pt x="1325" y="297"/>
                  <a:pt x="1325" y="663"/>
                </a:cubicBezTo>
                <a:lnTo>
                  <a:pt x="1325" y="663"/>
                </a:lnTo>
                <a:cubicBezTo>
                  <a:pt x="1325" y="1028"/>
                  <a:pt x="1028" y="1325"/>
                  <a:pt x="663" y="1325"/>
                </a:cubicBezTo>
                <a:close/>
              </a:path>
            </a:pathLst>
          </a:custGeom>
          <a:solidFill>
            <a:schemeClr val="bg1">
              <a:lumMod val="85000"/>
            </a:schemeClr>
          </a:solidFill>
          <a:ln>
            <a:noFill/>
          </a:ln>
          <a:effectLst/>
        </p:spPr>
        <p:txBody>
          <a:bodyPr wrap="none" anchor="ctr"/>
          <a:lstStyle/>
          <a:p>
            <a:endParaRPr lang="en-US" sz="4000">
              <a:latin typeface="Lato Light" panose="020F0502020204030203" pitchFamily="34" charset="0"/>
            </a:endParaRPr>
          </a:p>
        </p:txBody>
      </p:sp>
      <p:sp>
        <p:nvSpPr>
          <p:cNvPr id="39" name="Inhaltsplatzhalter 3">
            <a:extLst>
              <a:ext uri="{FF2B5EF4-FFF2-40B4-BE49-F238E27FC236}">
                <a16:creationId xmlns:a16="http://schemas.microsoft.com/office/drawing/2014/main" id="{82F760F3-8D82-45F0-4582-B922F05CEA77}"/>
              </a:ext>
            </a:extLst>
          </p:cNvPr>
          <p:cNvSpPr txBox="1">
            <a:spLocks/>
          </p:cNvSpPr>
          <p:nvPr/>
        </p:nvSpPr>
        <p:spPr>
          <a:xfrm>
            <a:off x="684793" y="4695292"/>
            <a:ext cx="10205667" cy="1555314"/>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2"/>
              </a:buClr>
              <a:buFont typeface="Wingdings" panose="05000000000000000000" pitchFamily="2" charset="2"/>
              <a:buChar char="§"/>
              <a:defRPr sz="2800" kern="1200">
                <a:solidFill>
                  <a:schemeClr val="bg2">
                    <a:lumMod val="25000"/>
                  </a:schemeClr>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Wingdings" panose="05000000000000000000" pitchFamily="2" charset="2"/>
              <a:buChar char="§"/>
              <a:defRPr sz="2400" kern="1200">
                <a:solidFill>
                  <a:schemeClr val="bg2">
                    <a:lumMod val="25000"/>
                  </a:schemeClr>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Wingdings" panose="05000000000000000000" pitchFamily="2" charset="2"/>
              <a:buChar char="§"/>
              <a:defRPr sz="2000" kern="1200">
                <a:solidFill>
                  <a:schemeClr val="bg2">
                    <a:lumMod val="25000"/>
                  </a:schemeClr>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Wingdings" panose="05000000000000000000" pitchFamily="2" charset="2"/>
              <a:buChar char="§"/>
              <a:defRPr sz="1800" kern="1200">
                <a:solidFill>
                  <a:schemeClr val="bg2">
                    <a:lumMod val="25000"/>
                  </a:schemeClr>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Wingdings" panose="05000000000000000000" pitchFamily="2" charset="2"/>
              <a:buChar char="§"/>
              <a:defRPr sz="1800" kern="1200">
                <a:solidFill>
                  <a:schemeClr val="bg2">
                    <a:lumMod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400"/>
              </a:spcBef>
              <a:buNone/>
            </a:pPr>
            <a:r>
              <a:rPr lang="de-DE" sz="1400" b="1">
                <a:solidFill>
                  <a:schemeClr val="tx1"/>
                </a:solidFill>
              </a:rPr>
              <a:t>Leitung &amp; Steuerung des gesamten Projektes: </a:t>
            </a:r>
          </a:p>
          <a:p>
            <a:pPr>
              <a:spcBef>
                <a:spcPts val="400"/>
              </a:spcBef>
              <a:buClr>
                <a:schemeClr val="tx2"/>
              </a:buClr>
            </a:pPr>
            <a:r>
              <a:rPr lang="de-DE" sz="1400">
                <a:solidFill>
                  <a:schemeClr val="tx1"/>
                </a:solidFill>
              </a:rPr>
              <a:t>Projektkickoff</a:t>
            </a:r>
          </a:p>
          <a:p>
            <a:pPr>
              <a:spcBef>
                <a:spcPts val="400"/>
              </a:spcBef>
              <a:buClr>
                <a:schemeClr val="tx2"/>
              </a:buClr>
            </a:pPr>
            <a:r>
              <a:rPr lang="de-DE" sz="1400">
                <a:solidFill>
                  <a:schemeClr val="tx1"/>
                </a:solidFill>
              </a:rPr>
              <a:t>Projektpläne, Arbeitspaketsteuerung </a:t>
            </a:r>
          </a:p>
          <a:p>
            <a:pPr>
              <a:spcBef>
                <a:spcPts val="400"/>
              </a:spcBef>
              <a:buClr>
                <a:schemeClr val="tx2"/>
              </a:buClr>
            </a:pPr>
            <a:r>
              <a:rPr lang="de-DE" sz="1400">
                <a:solidFill>
                  <a:schemeClr val="tx1"/>
                </a:solidFill>
              </a:rPr>
              <a:t>Kommunikation mit allen involvierten Beteiligten</a:t>
            </a:r>
          </a:p>
          <a:p>
            <a:pPr>
              <a:spcBef>
                <a:spcPts val="400"/>
              </a:spcBef>
              <a:buClr>
                <a:schemeClr val="tx2"/>
              </a:buClr>
            </a:pPr>
            <a:r>
              <a:rPr lang="de-DE" sz="1400">
                <a:solidFill>
                  <a:schemeClr val="tx1"/>
                </a:solidFill>
              </a:rPr>
              <a:t>Controlling von Zeit, Kosten &amp; Qualität</a:t>
            </a:r>
          </a:p>
          <a:p>
            <a:pPr>
              <a:spcBef>
                <a:spcPts val="400"/>
              </a:spcBef>
              <a:buClr>
                <a:schemeClr val="tx2"/>
              </a:buClr>
            </a:pPr>
            <a:r>
              <a:rPr lang="de-DE" sz="1400">
                <a:solidFill>
                  <a:schemeClr val="tx1"/>
                </a:solidFill>
              </a:rPr>
              <a:t>Anfertigung regelmäßiger </a:t>
            </a:r>
            <a:r>
              <a:rPr lang="de-DE" sz="1400" err="1">
                <a:solidFill>
                  <a:schemeClr val="tx1"/>
                </a:solidFill>
              </a:rPr>
              <a:t>Kundenreportings</a:t>
            </a:r>
            <a:r>
              <a:rPr lang="de-DE" sz="1400">
                <a:solidFill>
                  <a:schemeClr val="tx1"/>
                </a:solidFill>
              </a:rPr>
              <a:t> und Durchführung regelmäßiger Projektstatusmeetings</a:t>
            </a:r>
          </a:p>
        </p:txBody>
      </p:sp>
      <p:sp>
        <p:nvSpPr>
          <p:cNvPr id="40" name="Rechteck 39">
            <a:extLst>
              <a:ext uri="{FF2B5EF4-FFF2-40B4-BE49-F238E27FC236}">
                <a16:creationId xmlns:a16="http://schemas.microsoft.com/office/drawing/2014/main" id="{839D2B39-8AF4-E6F7-D6F7-4C8BA322863A}"/>
              </a:ext>
            </a:extLst>
          </p:cNvPr>
          <p:cNvSpPr/>
          <p:nvPr/>
        </p:nvSpPr>
        <p:spPr>
          <a:xfrm>
            <a:off x="684792" y="4334812"/>
            <a:ext cx="2407591" cy="360479"/>
          </a:xfrm>
          <a:prstGeom prst="rect">
            <a:avLst/>
          </a:prstGeom>
          <a:solidFill>
            <a:schemeClr val="bg1">
              <a:lumMod val="85000"/>
            </a:schemeClr>
          </a:solidFill>
          <a:ln>
            <a:noFill/>
          </a:ln>
          <a:effectLst/>
        </p:spPr>
        <p:txBody>
          <a:bodyPr wrap="none" anchor="ctr"/>
          <a:lstStyle/>
          <a:p>
            <a:pPr algn="ctr"/>
            <a:r>
              <a:rPr lang="de-DE" sz="1400" b="1">
                <a:solidFill>
                  <a:schemeClr val="bg1"/>
                </a:solidFill>
              </a:rPr>
              <a:t>Projektkoordination</a:t>
            </a:r>
          </a:p>
        </p:txBody>
      </p:sp>
      <p:pic>
        <p:nvPicPr>
          <p:cNvPr id="42" name="Grafik 41" descr="Insekt unter Lupe mit einfarbiger Füllung">
            <a:extLst>
              <a:ext uri="{FF2B5EF4-FFF2-40B4-BE49-F238E27FC236}">
                <a16:creationId xmlns:a16="http://schemas.microsoft.com/office/drawing/2014/main" id="{BF50E4A1-34B1-812A-CA0B-B8DB533C957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131054" y="1358466"/>
            <a:ext cx="612000" cy="612000"/>
          </a:xfrm>
          <a:prstGeom prst="rect">
            <a:avLst/>
          </a:prstGeom>
        </p:spPr>
      </p:pic>
      <p:pic>
        <p:nvPicPr>
          <p:cNvPr id="44" name="Grafik 43" descr="Crashtest-Dummy mit einfarbiger Füllung">
            <a:extLst>
              <a:ext uri="{FF2B5EF4-FFF2-40B4-BE49-F238E27FC236}">
                <a16:creationId xmlns:a16="http://schemas.microsoft.com/office/drawing/2014/main" id="{34DFD9B4-C304-E626-55EF-EB1FDA4872A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903899" y="1327978"/>
            <a:ext cx="612000" cy="612000"/>
          </a:xfrm>
          <a:prstGeom prst="rect">
            <a:avLst/>
          </a:prstGeom>
        </p:spPr>
      </p:pic>
      <p:pic>
        <p:nvPicPr>
          <p:cNvPr id="46" name="Grafik 45" descr="Klemmbrett gemischt mit einfarbiger Füllung">
            <a:extLst>
              <a:ext uri="{FF2B5EF4-FFF2-40B4-BE49-F238E27FC236}">
                <a16:creationId xmlns:a16="http://schemas.microsoft.com/office/drawing/2014/main" id="{A5753F56-2E6C-A147-BECC-1BAFE0995FF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995777" y="1315366"/>
            <a:ext cx="612000" cy="612000"/>
          </a:xfrm>
          <a:prstGeom prst="rect">
            <a:avLst/>
          </a:prstGeom>
        </p:spPr>
      </p:pic>
      <p:pic>
        <p:nvPicPr>
          <p:cNvPr id="48" name="Grafik 47" descr="Hierarchie mit einfarbiger Füllung">
            <a:extLst>
              <a:ext uri="{FF2B5EF4-FFF2-40B4-BE49-F238E27FC236}">
                <a16:creationId xmlns:a16="http://schemas.microsoft.com/office/drawing/2014/main" id="{3712E79B-CB60-5149-BAF8-C6253FB18B37}"/>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1129465" y="5005941"/>
            <a:ext cx="612000" cy="612000"/>
          </a:xfrm>
          <a:prstGeom prst="rect">
            <a:avLst/>
          </a:prstGeom>
        </p:spPr>
      </p:pic>
      <p:sp>
        <p:nvSpPr>
          <p:cNvPr id="49" name="Pfeil nach rechts 48">
            <a:extLst>
              <a:ext uri="{FF2B5EF4-FFF2-40B4-BE49-F238E27FC236}">
                <a16:creationId xmlns:a16="http://schemas.microsoft.com/office/drawing/2014/main" id="{21DE4245-CD3E-5AE3-ED68-7C91294DBF5A}"/>
              </a:ext>
            </a:extLst>
          </p:cNvPr>
          <p:cNvSpPr/>
          <p:nvPr/>
        </p:nvSpPr>
        <p:spPr>
          <a:xfrm>
            <a:off x="3128230" y="2834640"/>
            <a:ext cx="184574" cy="200685"/>
          </a:xfrm>
          <a:prstGeom prst="rightArrow">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de-DE"/>
          </a:p>
        </p:txBody>
      </p:sp>
      <p:sp>
        <p:nvSpPr>
          <p:cNvPr id="50" name="Pfeil nach rechts 49">
            <a:extLst>
              <a:ext uri="{FF2B5EF4-FFF2-40B4-BE49-F238E27FC236}">
                <a16:creationId xmlns:a16="http://schemas.microsoft.com/office/drawing/2014/main" id="{3D309BB6-AFFD-1755-7DBC-519C88C2E216}"/>
              </a:ext>
            </a:extLst>
          </p:cNvPr>
          <p:cNvSpPr/>
          <p:nvPr/>
        </p:nvSpPr>
        <p:spPr>
          <a:xfrm>
            <a:off x="6053456" y="2830496"/>
            <a:ext cx="184574" cy="200685"/>
          </a:xfrm>
          <a:prstGeom prst="rightArrow">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de-DE"/>
          </a:p>
        </p:txBody>
      </p:sp>
      <p:sp>
        <p:nvSpPr>
          <p:cNvPr id="51" name="Pfeil nach rechts 50">
            <a:extLst>
              <a:ext uri="{FF2B5EF4-FFF2-40B4-BE49-F238E27FC236}">
                <a16:creationId xmlns:a16="http://schemas.microsoft.com/office/drawing/2014/main" id="{E0FA37CA-8420-ECFE-29E5-8CAEF5B66E65}"/>
              </a:ext>
            </a:extLst>
          </p:cNvPr>
          <p:cNvSpPr/>
          <p:nvPr/>
        </p:nvSpPr>
        <p:spPr>
          <a:xfrm>
            <a:off x="8985938" y="2830495"/>
            <a:ext cx="184574" cy="200685"/>
          </a:xfrm>
          <a:prstGeom prst="rightArrow">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de-DE"/>
          </a:p>
        </p:txBody>
      </p:sp>
      <p:sp>
        <p:nvSpPr>
          <p:cNvPr id="53" name="Rechteck 52">
            <a:extLst>
              <a:ext uri="{FF2B5EF4-FFF2-40B4-BE49-F238E27FC236}">
                <a16:creationId xmlns:a16="http://schemas.microsoft.com/office/drawing/2014/main" id="{D9BF294B-F08D-79A3-E78E-81F93ED40065}"/>
              </a:ext>
            </a:extLst>
          </p:cNvPr>
          <p:cNvSpPr/>
          <p:nvPr/>
        </p:nvSpPr>
        <p:spPr>
          <a:xfrm rot="19933460">
            <a:off x="4705782" y="3406162"/>
            <a:ext cx="1247658" cy="393151"/>
          </a:xfrm>
          <a:prstGeom prst="rect">
            <a:avLst/>
          </a:prstGeom>
          <a:solidFill>
            <a:schemeClr val="accent2"/>
          </a:solidFill>
        </p:spPr>
        <p:style>
          <a:lnRef idx="3">
            <a:schemeClr val="lt1"/>
          </a:lnRef>
          <a:fillRef idx="1">
            <a:schemeClr val="accent4"/>
          </a:fillRef>
          <a:effectRef idx="1">
            <a:schemeClr val="accent4"/>
          </a:effectRef>
          <a:fontRef idx="minor">
            <a:schemeClr val="lt1"/>
          </a:fontRef>
        </p:style>
        <p:txBody>
          <a:bodyPr rtlCol="0" anchor="ctr"/>
          <a:lstStyle/>
          <a:p>
            <a:pPr algn="ctr"/>
            <a:r>
              <a:rPr lang="de-DE" sz="1100"/>
              <a:t>Nearshoring möglich</a:t>
            </a:r>
          </a:p>
        </p:txBody>
      </p:sp>
      <p:sp>
        <p:nvSpPr>
          <p:cNvPr id="7" name="Inhaltsplatzhalter 3">
            <a:extLst>
              <a:ext uri="{FF2B5EF4-FFF2-40B4-BE49-F238E27FC236}">
                <a16:creationId xmlns:a16="http://schemas.microsoft.com/office/drawing/2014/main" id="{85D7226B-187D-FE83-5249-B757A8DB3438}"/>
              </a:ext>
            </a:extLst>
          </p:cNvPr>
          <p:cNvSpPr txBox="1">
            <a:spLocks/>
          </p:cNvSpPr>
          <p:nvPr/>
        </p:nvSpPr>
        <p:spPr>
          <a:xfrm>
            <a:off x="523821" y="2202615"/>
            <a:ext cx="2419608" cy="1665420"/>
          </a:xfrm>
          <a:prstGeom prst="rect">
            <a:avLst/>
          </a:prstGeom>
        </p:spPr>
        <p:txBody>
          <a:bodyPr>
            <a:normAutofit fontScale="85000" lnSpcReduction="20000"/>
          </a:bodyPr>
          <a:lstStyle>
            <a:lvl1pPr marL="228600" indent="-228600" algn="l" defTabSz="914400" rtl="0" eaLnBrk="1" latinLnBrk="0" hangingPunct="1">
              <a:lnSpc>
                <a:spcPct val="90000"/>
              </a:lnSpc>
              <a:spcBef>
                <a:spcPts val="1000"/>
              </a:spcBef>
              <a:buClr>
                <a:schemeClr val="accent2"/>
              </a:buClr>
              <a:buFont typeface="Wingdings" panose="05000000000000000000" pitchFamily="2" charset="2"/>
              <a:buChar char="§"/>
              <a:defRPr sz="2800" kern="1200">
                <a:solidFill>
                  <a:schemeClr val="bg2">
                    <a:lumMod val="25000"/>
                  </a:schemeClr>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Wingdings" panose="05000000000000000000" pitchFamily="2" charset="2"/>
              <a:buChar char="§"/>
              <a:defRPr sz="2400" kern="1200">
                <a:solidFill>
                  <a:schemeClr val="bg2">
                    <a:lumMod val="25000"/>
                  </a:schemeClr>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Wingdings" panose="05000000000000000000" pitchFamily="2" charset="2"/>
              <a:buChar char="§"/>
              <a:defRPr sz="2000" kern="1200">
                <a:solidFill>
                  <a:schemeClr val="bg2">
                    <a:lumMod val="25000"/>
                  </a:schemeClr>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Wingdings" panose="05000000000000000000" pitchFamily="2" charset="2"/>
              <a:buChar char="§"/>
              <a:defRPr sz="1800" kern="1200">
                <a:solidFill>
                  <a:schemeClr val="bg2">
                    <a:lumMod val="25000"/>
                  </a:schemeClr>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Wingdings" panose="05000000000000000000" pitchFamily="2" charset="2"/>
              <a:buChar char="§"/>
              <a:defRPr sz="1800" kern="1200">
                <a:solidFill>
                  <a:schemeClr val="bg2">
                    <a:lumMod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tx2"/>
              </a:buClr>
            </a:pPr>
            <a:r>
              <a:rPr lang="de-DE" sz="1400"/>
              <a:t>Installation &amp; Lauf des ATC</a:t>
            </a:r>
          </a:p>
          <a:p>
            <a:pPr>
              <a:buClr>
                <a:schemeClr val="tx2"/>
              </a:buClr>
            </a:pPr>
            <a:r>
              <a:rPr lang="de-DE" sz="1400"/>
              <a:t>Analyse der anzupassenden Code Stellen</a:t>
            </a:r>
          </a:p>
          <a:p>
            <a:pPr>
              <a:buClr>
                <a:schemeClr val="tx2"/>
              </a:buClr>
            </a:pPr>
            <a:r>
              <a:rPr lang="de-DE" sz="1400"/>
              <a:t>Workshop zur Projektplanung</a:t>
            </a:r>
          </a:p>
          <a:p>
            <a:pPr>
              <a:buClr>
                <a:schemeClr val="tx2"/>
              </a:buClr>
            </a:pPr>
            <a:r>
              <a:rPr lang="de-DE" sz="1400"/>
              <a:t>Beschreibung der Anpassungen in Arbeitspakete</a:t>
            </a:r>
          </a:p>
          <a:p>
            <a:pPr>
              <a:buClr>
                <a:schemeClr val="tx2"/>
              </a:buClr>
            </a:pPr>
            <a:r>
              <a:rPr lang="de-DE" sz="1400"/>
              <a:t>Aufwandsschätzung für die Anpassungen</a:t>
            </a:r>
          </a:p>
        </p:txBody>
      </p:sp>
    </p:spTree>
    <p:extLst>
      <p:ext uri="{BB962C8B-B14F-4D97-AF65-F5344CB8AC3E}">
        <p14:creationId xmlns:p14="http://schemas.microsoft.com/office/powerpoint/2010/main" val="34869562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D6D74AC6-CD66-F5AF-9EE3-AAAE1966C958}"/>
              </a:ext>
            </a:extLst>
          </p:cNvPr>
          <p:cNvSpPr>
            <a:spLocks noGrp="1"/>
          </p:cNvSpPr>
          <p:nvPr>
            <p:ph type="sldNum" sz="quarter" idx="12"/>
          </p:nvPr>
        </p:nvSpPr>
        <p:spPr/>
        <p:txBody>
          <a:bodyPr/>
          <a:lstStyle/>
          <a:p>
            <a:fld id="{B4256C18-6D8C-4341-B569-3B1E941D5C64}" type="slidenum">
              <a:rPr lang="de-DE" smtClean="0"/>
              <a:t>21</a:t>
            </a:fld>
            <a:endParaRPr lang="de-DE"/>
          </a:p>
        </p:txBody>
      </p:sp>
      <p:sp>
        <p:nvSpPr>
          <p:cNvPr id="4" name="Inhaltsplatzhalter 3">
            <a:extLst>
              <a:ext uri="{FF2B5EF4-FFF2-40B4-BE49-F238E27FC236}">
                <a16:creationId xmlns:a16="http://schemas.microsoft.com/office/drawing/2014/main" id="{25135514-8189-67D0-6C45-68A6D676DD06}"/>
              </a:ext>
            </a:extLst>
          </p:cNvPr>
          <p:cNvSpPr>
            <a:spLocks noGrp="1"/>
          </p:cNvSpPr>
          <p:nvPr>
            <p:ph idx="1"/>
          </p:nvPr>
        </p:nvSpPr>
        <p:spPr/>
        <p:txBody>
          <a:bodyPr anchor="ctr"/>
          <a:lstStyle/>
          <a:p>
            <a:pPr marL="0" indent="0" algn="ctr">
              <a:buNone/>
            </a:pPr>
            <a:r>
              <a:rPr lang="de-DE"/>
              <a:t>Zusammenfassend</a:t>
            </a:r>
          </a:p>
        </p:txBody>
      </p:sp>
      <p:sp>
        <p:nvSpPr>
          <p:cNvPr id="5" name="Titel 4">
            <a:extLst>
              <a:ext uri="{FF2B5EF4-FFF2-40B4-BE49-F238E27FC236}">
                <a16:creationId xmlns:a16="http://schemas.microsoft.com/office/drawing/2014/main" id="{53AE0437-1D6A-C5CC-B50F-A86CFBDC0E27}"/>
              </a:ext>
            </a:extLst>
          </p:cNvPr>
          <p:cNvSpPr>
            <a:spLocks noGrp="1"/>
          </p:cNvSpPr>
          <p:nvPr>
            <p:ph type="title"/>
          </p:nvPr>
        </p:nvSpPr>
        <p:spPr/>
        <p:txBody>
          <a:bodyPr/>
          <a:lstStyle/>
          <a:p>
            <a:endParaRPr lang="de-DE"/>
          </a:p>
        </p:txBody>
      </p:sp>
    </p:spTree>
    <p:extLst>
      <p:ext uri="{BB962C8B-B14F-4D97-AF65-F5344CB8AC3E}">
        <p14:creationId xmlns:p14="http://schemas.microsoft.com/office/powerpoint/2010/main" val="26022693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kt 4" hidden="1">
            <a:extLst>
              <a:ext uri="{FF2B5EF4-FFF2-40B4-BE49-F238E27FC236}">
                <a16:creationId xmlns:a16="http://schemas.microsoft.com/office/drawing/2014/main" id="{4C6F731B-31B3-E50A-2A22-9849088BA2D5}"/>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Folie" r:id="rId4" imgW="7772400" imgH="10058400" progId="TCLayout.ActiveDocument.1">
                  <p:embed/>
                </p:oleObj>
              </mc:Choice>
              <mc:Fallback>
                <p:oleObj name="think-cell Folie" r:id="rId4" imgW="7772400" imgH="10058400" progId="TCLayout.ActiveDocument.1">
                  <p:embed/>
                  <p:pic>
                    <p:nvPicPr>
                      <p:cNvPr id="5" name="Objekt 4" hidden="1">
                        <a:extLst>
                          <a:ext uri="{FF2B5EF4-FFF2-40B4-BE49-F238E27FC236}">
                            <a16:creationId xmlns:a16="http://schemas.microsoft.com/office/drawing/2014/main" id="{4C6F731B-31B3-E50A-2A22-9849088BA2D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Foliennummernplatzhalter 1">
            <a:extLst>
              <a:ext uri="{FF2B5EF4-FFF2-40B4-BE49-F238E27FC236}">
                <a16:creationId xmlns:a16="http://schemas.microsoft.com/office/drawing/2014/main" id="{B8B809AA-A020-1544-0536-843A7999CE48}"/>
              </a:ext>
            </a:extLst>
          </p:cNvPr>
          <p:cNvSpPr>
            <a:spLocks noGrp="1"/>
          </p:cNvSpPr>
          <p:nvPr>
            <p:ph type="sldNum" sz="quarter" idx="12"/>
          </p:nvPr>
        </p:nvSpPr>
        <p:spPr>
          <a:xfrm>
            <a:off x="9128492" y="6353844"/>
            <a:ext cx="2743200" cy="365125"/>
          </a:xfrm>
        </p:spPr>
        <p:txBody>
          <a:bodyPr/>
          <a:lstStyle/>
          <a:p>
            <a:fld id="{B4256C18-6D8C-4341-B569-3B1E941D5C64}" type="slidenum">
              <a:rPr lang="de-DE" smtClean="0"/>
              <a:pPr/>
              <a:t>22</a:t>
            </a:fld>
            <a:endParaRPr lang="de-DE"/>
          </a:p>
        </p:txBody>
      </p:sp>
      <p:sp>
        <p:nvSpPr>
          <p:cNvPr id="4" name="Titel 3">
            <a:extLst>
              <a:ext uri="{FF2B5EF4-FFF2-40B4-BE49-F238E27FC236}">
                <a16:creationId xmlns:a16="http://schemas.microsoft.com/office/drawing/2014/main" id="{314AAF88-00B5-5AC9-712A-B09ED6FA14D3}"/>
              </a:ext>
            </a:extLst>
          </p:cNvPr>
          <p:cNvSpPr>
            <a:spLocks noGrp="1"/>
          </p:cNvSpPr>
          <p:nvPr>
            <p:ph type="title"/>
          </p:nvPr>
        </p:nvSpPr>
        <p:spPr>
          <a:xfrm>
            <a:off x="278363" y="61574"/>
            <a:ext cx="10153261" cy="635126"/>
          </a:xfrm>
        </p:spPr>
        <p:txBody>
          <a:bodyPr/>
          <a:lstStyle/>
          <a:p>
            <a:r>
              <a:rPr lang="de-DE" noProof="0"/>
              <a:t>Das Upgrade des SAP HCM Systems auf H4S4 und die damit verbundenen Vorprojekte sind aus folgenden Aspekten sinnvoll</a:t>
            </a:r>
            <a:br>
              <a:rPr lang="de-DE"/>
            </a:br>
            <a:endParaRPr lang="de-DE"/>
          </a:p>
        </p:txBody>
      </p:sp>
      <p:sp>
        <p:nvSpPr>
          <p:cNvPr id="8" name="Textfeld 7">
            <a:extLst>
              <a:ext uri="{FF2B5EF4-FFF2-40B4-BE49-F238E27FC236}">
                <a16:creationId xmlns:a16="http://schemas.microsoft.com/office/drawing/2014/main" id="{9B9401A1-1DA3-FB67-738D-C6AACED94AC2}"/>
              </a:ext>
            </a:extLst>
          </p:cNvPr>
          <p:cNvSpPr txBox="1"/>
          <p:nvPr/>
        </p:nvSpPr>
        <p:spPr bwMode="gray">
          <a:xfrm>
            <a:off x="3146741" y="1506902"/>
            <a:ext cx="8207059" cy="334403"/>
          </a:xfrm>
          <a:prstGeom prst="rect">
            <a:avLst/>
          </a:prstGeom>
          <a:noFill/>
          <a:ln>
            <a:noFill/>
          </a:ln>
        </p:spPr>
        <p:txBody>
          <a:bodyPr wrap="square" anchor="ctr">
            <a:noAutofit/>
          </a:bodyPr>
          <a:lstStyle/>
          <a:p>
            <a:r>
              <a:rPr lang="de-DE" sz="1600"/>
              <a:t>Nutzung der bereits für 2024 anlaufenden Lizenzgebühren für H4S4</a:t>
            </a:r>
          </a:p>
        </p:txBody>
      </p:sp>
      <p:sp>
        <p:nvSpPr>
          <p:cNvPr id="9" name="Textfeld 8">
            <a:extLst>
              <a:ext uri="{FF2B5EF4-FFF2-40B4-BE49-F238E27FC236}">
                <a16:creationId xmlns:a16="http://schemas.microsoft.com/office/drawing/2014/main" id="{87F606B4-0FD3-6B93-71F7-628E12848367}"/>
              </a:ext>
            </a:extLst>
          </p:cNvPr>
          <p:cNvSpPr txBox="1"/>
          <p:nvPr/>
        </p:nvSpPr>
        <p:spPr bwMode="gray">
          <a:xfrm>
            <a:off x="4376490" y="4763617"/>
            <a:ext cx="6577184" cy="540000"/>
          </a:xfrm>
          <a:prstGeom prst="rect">
            <a:avLst/>
          </a:prstGeom>
          <a:noFill/>
          <a:ln>
            <a:noFill/>
          </a:ln>
        </p:spPr>
        <p:txBody>
          <a:bodyPr wrap="square" anchor="ctr">
            <a:noAutofit/>
          </a:bodyPr>
          <a:lstStyle/>
          <a:p>
            <a:r>
              <a:rPr lang="de-DE" sz="1600"/>
              <a:t>Unternehmen profitieren von erweiterten Funktionalitäten und Flexibilität, um ihre HR- und Personalmanagementprozesse zu optimieren und an sich ändernde Anforderungen anzupassen.</a:t>
            </a:r>
          </a:p>
        </p:txBody>
      </p:sp>
      <p:sp>
        <p:nvSpPr>
          <p:cNvPr id="11" name="Textfeld 10">
            <a:extLst>
              <a:ext uri="{FF2B5EF4-FFF2-40B4-BE49-F238E27FC236}">
                <a16:creationId xmlns:a16="http://schemas.microsoft.com/office/drawing/2014/main" id="{E516513B-62B7-FBE9-0CF6-189A69508075}"/>
              </a:ext>
            </a:extLst>
          </p:cNvPr>
          <p:cNvSpPr txBox="1"/>
          <p:nvPr/>
        </p:nvSpPr>
        <p:spPr bwMode="gray">
          <a:xfrm>
            <a:off x="4385562" y="2268445"/>
            <a:ext cx="7301367" cy="402255"/>
          </a:xfrm>
          <a:prstGeom prst="rect">
            <a:avLst/>
          </a:prstGeom>
          <a:noFill/>
          <a:ln>
            <a:noFill/>
          </a:ln>
        </p:spPr>
        <p:txBody>
          <a:bodyPr wrap="square" anchor="ctr">
            <a:noAutofit/>
          </a:bodyPr>
          <a:lstStyle/>
          <a:p>
            <a:r>
              <a:rPr lang="de-DE" sz="1600"/>
              <a:t>Die technisch notwendigen Vorprojekte - die in der Vergangenheit hätten stattfinden müssen - hieven das SAP HCM System auf eine neue technologische Ausgangslage und machen es performant und stabil für die Zukunft. </a:t>
            </a:r>
          </a:p>
        </p:txBody>
      </p:sp>
      <p:sp>
        <p:nvSpPr>
          <p:cNvPr id="17" name="Textfeld 16">
            <a:extLst>
              <a:ext uri="{FF2B5EF4-FFF2-40B4-BE49-F238E27FC236}">
                <a16:creationId xmlns:a16="http://schemas.microsoft.com/office/drawing/2014/main" id="{85BFA2CC-D9D0-DCDD-F596-6958C7E490A3}"/>
              </a:ext>
            </a:extLst>
          </p:cNvPr>
          <p:cNvSpPr txBox="1"/>
          <p:nvPr/>
        </p:nvSpPr>
        <p:spPr bwMode="gray">
          <a:xfrm>
            <a:off x="2992164" y="5717149"/>
            <a:ext cx="7742102" cy="492726"/>
          </a:xfrm>
          <a:prstGeom prst="rect">
            <a:avLst/>
          </a:prstGeom>
          <a:noFill/>
          <a:ln>
            <a:noFill/>
          </a:ln>
        </p:spPr>
        <p:txBody>
          <a:bodyPr wrap="square" anchor="ctr">
            <a:noAutofit/>
          </a:bodyPr>
          <a:lstStyle/>
          <a:p>
            <a:r>
              <a:rPr lang="de-DE" sz="1600"/>
              <a:t>Die Umstellung auf H4S4 bietet eine langfristige strategische Investitionssicherheit hinsichtlich Entgeltabrechnung bis 2040 und ebnet die Basis für die Modernisierung der Personalprozesse</a:t>
            </a:r>
          </a:p>
        </p:txBody>
      </p:sp>
      <p:sp>
        <p:nvSpPr>
          <p:cNvPr id="19" name="Textfeld 18">
            <a:extLst>
              <a:ext uri="{FF2B5EF4-FFF2-40B4-BE49-F238E27FC236}">
                <a16:creationId xmlns:a16="http://schemas.microsoft.com/office/drawing/2014/main" id="{4840220E-69FB-C52A-40B4-5FF57E3AA35D}"/>
              </a:ext>
            </a:extLst>
          </p:cNvPr>
          <p:cNvSpPr txBox="1"/>
          <p:nvPr/>
        </p:nvSpPr>
        <p:spPr bwMode="gray">
          <a:xfrm>
            <a:off x="4909372" y="3535325"/>
            <a:ext cx="6253746" cy="619542"/>
          </a:xfrm>
          <a:prstGeom prst="rect">
            <a:avLst/>
          </a:prstGeom>
          <a:noFill/>
          <a:ln>
            <a:noFill/>
          </a:ln>
        </p:spPr>
        <p:txBody>
          <a:bodyPr wrap="square" anchor="ctr">
            <a:noAutofit/>
          </a:bodyPr>
          <a:lstStyle/>
          <a:p>
            <a:r>
              <a:rPr lang="de-DE" sz="1600"/>
              <a:t>Mithilfe der Archivierung und langfristig aufgestellten automatisierten Datenvernichtung nach EU-DSGVO werden die laufenden Kosten für den Betrieb des SAP HCM Systems in Grenzen gehalten.</a:t>
            </a:r>
          </a:p>
        </p:txBody>
      </p:sp>
      <p:sp>
        <p:nvSpPr>
          <p:cNvPr id="29" name="Ellipse 28">
            <a:extLst>
              <a:ext uri="{FF2B5EF4-FFF2-40B4-BE49-F238E27FC236}">
                <a16:creationId xmlns:a16="http://schemas.microsoft.com/office/drawing/2014/main" id="{8AA3B35F-F93D-69E0-7098-14321BD2BCE1}"/>
              </a:ext>
            </a:extLst>
          </p:cNvPr>
          <p:cNvSpPr>
            <a:spLocks noChangeAspect="1"/>
          </p:cNvSpPr>
          <p:nvPr/>
        </p:nvSpPr>
        <p:spPr>
          <a:xfrm>
            <a:off x="879790" y="1978534"/>
            <a:ext cx="3600000" cy="3600000"/>
          </a:xfrm>
          <a:prstGeom prst="ellipse">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0" name="Ellipse 29">
            <a:extLst>
              <a:ext uri="{FF2B5EF4-FFF2-40B4-BE49-F238E27FC236}">
                <a16:creationId xmlns:a16="http://schemas.microsoft.com/office/drawing/2014/main" id="{0350315F-52B8-7314-2FFA-8D2A7ED90805}"/>
              </a:ext>
            </a:extLst>
          </p:cNvPr>
          <p:cNvSpPr>
            <a:spLocks noChangeAspect="1"/>
          </p:cNvSpPr>
          <p:nvPr/>
        </p:nvSpPr>
        <p:spPr>
          <a:xfrm>
            <a:off x="1599790" y="2698534"/>
            <a:ext cx="2160000" cy="2160000"/>
          </a:xfrm>
          <a:prstGeom prst="ellipse">
            <a:avLst/>
          </a:prstGeom>
          <a:solidFill>
            <a:schemeClr val="bg1">
              <a:lumMod val="85000"/>
            </a:schemeClr>
          </a:solidFill>
          <a:ln>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nvGrpSpPr>
          <p:cNvPr id="39" name="Gruppieren 38">
            <a:extLst>
              <a:ext uri="{FF2B5EF4-FFF2-40B4-BE49-F238E27FC236}">
                <a16:creationId xmlns:a16="http://schemas.microsoft.com/office/drawing/2014/main" id="{D7E33A4B-E633-62A4-A78D-F705EB13B855}"/>
              </a:ext>
            </a:extLst>
          </p:cNvPr>
          <p:cNvGrpSpPr/>
          <p:nvPr/>
        </p:nvGrpSpPr>
        <p:grpSpPr>
          <a:xfrm>
            <a:off x="2406374" y="3381375"/>
            <a:ext cx="546831" cy="552450"/>
            <a:chOff x="5882544" y="3095625"/>
            <a:chExt cx="546831" cy="552450"/>
          </a:xfrm>
          <a:solidFill>
            <a:srgbClr val="8C8C8C"/>
          </a:solidFill>
        </p:grpSpPr>
        <p:sp>
          <p:nvSpPr>
            <p:cNvPr id="35" name="Freihandform: Form 34">
              <a:extLst>
                <a:ext uri="{FF2B5EF4-FFF2-40B4-BE49-F238E27FC236}">
                  <a16:creationId xmlns:a16="http://schemas.microsoft.com/office/drawing/2014/main" id="{472CAE94-94DA-B804-BA2B-F7F0F6E61575}"/>
                </a:ext>
              </a:extLst>
            </p:cNvPr>
            <p:cNvSpPr/>
            <p:nvPr/>
          </p:nvSpPr>
          <p:spPr>
            <a:xfrm rot="10800000">
              <a:off x="6286500" y="3095625"/>
              <a:ext cx="142875" cy="552450"/>
            </a:xfrm>
            <a:custGeom>
              <a:avLst/>
              <a:gdLst>
                <a:gd name="connsiteX0" fmla="*/ 0 w 142875"/>
                <a:gd name="connsiteY0" fmla="*/ 0 h 552450"/>
                <a:gd name="connsiteX1" fmla="*/ 142875 w 142875"/>
                <a:gd name="connsiteY1" fmla="*/ 0 h 552450"/>
                <a:gd name="connsiteX2" fmla="*/ 142875 w 142875"/>
                <a:gd name="connsiteY2" fmla="*/ 552450 h 552450"/>
                <a:gd name="connsiteX3" fmla="*/ 0 w 142875"/>
                <a:gd name="connsiteY3" fmla="*/ 552450 h 552450"/>
              </a:gdLst>
              <a:ahLst/>
              <a:cxnLst>
                <a:cxn ang="0">
                  <a:pos x="connsiteX0" y="connsiteY0"/>
                </a:cxn>
                <a:cxn ang="0">
                  <a:pos x="connsiteX1" y="connsiteY1"/>
                </a:cxn>
                <a:cxn ang="0">
                  <a:pos x="connsiteX2" y="connsiteY2"/>
                </a:cxn>
                <a:cxn ang="0">
                  <a:pos x="connsiteX3" y="connsiteY3"/>
                </a:cxn>
              </a:cxnLst>
              <a:rect l="l" t="t" r="r" b="b"/>
              <a:pathLst>
                <a:path w="142875" h="552450">
                  <a:moveTo>
                    <a:pt x="0" y="0"/>
                  </a:moveTo>
                  <a:lnTo>
                    <a:pt x="142875" y="0"/>
                  </a:lnTo>
                  <a:lnTo>
                    <a:pt x="142875" y="552450"/>
                  </a:lnTo>
                  <a:lnTo>
                    <a:pt x="0" y="552450"/>
                  </a:lnTo>
                  <a:close/>
                </a:path>
              </a:pathLst>
            </a:custGeom>
            <a:solidFill>
              <a:srgbClr val="44546A"/>
            </a:solidFill>
            <a:ln w="9525" cap="flat">
              <a:noFill/>
              <a:prstDash val="solid"/>
              <a:miter/>
            </a:ln>
          </p:spPr>
          <p:txBody>
            <a:bodyPr rtlCol="0" anchor="ctr"/>
            <a:lstStyle/>
            <a:p>
              <a:endParaRPr lang="de-DE"/>
            </a:p>
          </p:txBody>
        </p:sp>
        <p:sp>
          <p:nvSpPr>
            <p:cNvPr id="36" name="Freihandform: Form 35">
              <a:extLst>
                <a:ext uri="{FF2B5EF4-FFF2-40B4-BE49-F238E27FC236}">
                  <a16:creationId xmlns:a16="http://schemas.microsoft.com/office/drawing/2014/main" id="{FB3B8294-630F-8FD6-EC39-3787568363C7}"/>
                </a:ext>
              </a:extLst>
            </p:cNvPr>
            <p:cNvSpPr/>
            <p:nvPr/>
          </p:nvSpPr>
          <p:spPr>
            <a:xfrm rot="10800000">
              <a:off x="6086475" y="3286125"/>
              <a:ext cx="142875" cy="361950"/>
            </a:xfrm>
            <a:custGeom>
              <a:avLst/>
              <a:gdLst>
                <a:gd name="connsiteX0" fmla="*/ 0 w 142875"/>
                <a:gd name="connsiteY0" fmla="*/ 0 h 361950"/>
                <a:gd name="connsiteX1" fmla="*/ 142875 w 142875"/>
                <a:gd name="connsiteY1" fmla="*/ 0 h 361950"/>
                <a:gd name="connsiteX2" fmla="*/ 142875 w 142875"/>
                <a:gd name="connsiteY2" fmla="*/ 361950 h 361950"/>
                <a:gd name="connsiteX3" fmla="*/ 0 w 142875"/>
                <a:gd name="connsiteY3" fmla="*/ 361950 h 361950"/>
              </a:gdLst>
              <a:ahLst/>
              <a:cxnLst>
                <a:cxn ang="0">
                  <a:pos x="connsiteX0" y="connsiteY0"/>
                </a:cxn>
                <a:cxn ang="0">
                  <a:pos x="connsiteX1" y="connsiteY1"/>
                </a:cxn>
                <a:cxn ang="0">
                  <a:pos x="connsiteX2" y="connsiteY2"/>
                </a:cxn>
                <a:cxn ang="0">
                  <a:pos x="connsiteX3" y="connsiteY3"/>
                </a:cxn>
              </a:cxnLst>
              <a:rect l="l" t="t" r="r" b="b"/>
              <a:pathLst>
                <a:path w="142875" h="361950">
                  <a:moveTo>
                    <a:pt x="0" y="0"/>
                  </a:moveTo>
                  <a:lnTo>
                    <a:pt x="142875" y="0"/>
                  </a:lnTo>
                  <a:lnTo>
                    <a:pt x="142875" y="361950"/>
                  </a:lnTo>
                  <a:lnTo>
                    <a:pt x="0" y="361950"/>
                  </a:lnTo>
                  <a:close/>
                </a:path>
              </a:pathLst>
            </a:custGeom>
            <a:solidFill>
              <a:schemeClr val="accent2"/>
            </a:solidFill>
            <a:ln w="9525" cap="flat">
              <a:noFill/>
              <a:prstDash val="solid"/>
              <a:miter/>
            </a:ln>
          </p:spPr>
          <p:txBody>
            <a:bodyPr rtlCol="0" anchor="ctr"/>
            <a:lstStyle/>
            <a:p>
              <a:endParaRPr lang="de-DE"/>
            </a:p>
          </p:txBody>
        </p:sp>
        <p:sp>
          <p:nvSpPr>
            <p:cNvPr id="37" name="Freihandform: Form 36">
              <a:extLst>
                <a:ext uri="{FF2B5EF4-FFF2-40B4-BE49-F238E27FC236}">
                  <a16:creationId xmlns:a16="http://schemas.microsoft.com/office/drawing/2014/main" id="{0ACAF876-D798-DAB8-C950-ABC1B85667D9}"/>
                </a:ext>
              </a:extLst>
            </p:cNvPr>
            <p:cNvSpPr/>
            <p:nvPr/>
          </p:nvSpPr>
          <p:spPr>
            <a:xfrm rot="10800000">
              <a:off x="5886450" y="3457575"/>
              <a:ext cx="142875" cy="190500"/>
            </a:xfrm>
            <a:custGeom>
              <a:avLst/>
              <a:gdLst>
                <a:gd name="connsiteX0" fmla="*/ 0 w 142875"/>
                <a:gd name="connsiteY0" fmla="*/ 0 h 190500"/>
                <a:gd name="connsiteX1" fmla="*/ 142875 w 142875"/>
                <a:gd name="connsiteY1" fmla="*/ 0 h 190500"/>
                <a:gd name="connsiteX2" fmla="*/ 142875 w 142875"/>
                <a:gd name="connsiteY2" fmla="*/ 190500 h 190500"/>
                <a:gd name="connsiteX3" fmla="*/ 0 w 142875"/>
                <a:gd name="connsiteY3" fmla="*/ 190500 h 190500"/>
              </a:gdLst>
              <a:ahLst/>
              <a:cxnLst>
                <a:cxn ang="0">
                  <a:pos x="connsiteX0" y="connsiteY0"/>
                </a:cxn>
                <a:cxn ang="0">
                  <a:pos x="connsiteX1" y="connsiteY1"/>
                </a:cxn>
                <a:cxn ang="0">
                  <a:pos x="connsiteX2" y="connsiteY2"/>
                </a:cxn>
                <a:cxn ang="0">
                  <a:pos x="connsiteX3" y="connsiteY3"/>
                </a:cxn>
              </a:cxnLst>
              <a:rect l="l" t="t" r="r" b="b"/>
              <a:pathLst>
                <a:path w="142875" h="190500">
                  <a:moveTo>
                    <a:pt x="0" y="0"/>
                  </a:moveTo>
                  <a:lnTo>
                    <a:pt x="142875" y="0"/>
                  </a:lnTo>
                  <a:lnTo>
                    <a:pt x="142875" y="190500"/>
                  </a:lnTo>
                  <a:lnTo>
                    <a:pt x="0" y="190500"/>
                  </a:lnTo>
                  <a:close/>
                </a:path>
              </a:pathLst>
            </a:custGeom>
            <a:solidFill>
              <a:srgbClr val="44546A"/>
            </a:solidFill>
            <a:ln w="9525" cap="flat">
              <a:noFill/>
              <a:prstDash val="solid"/>
              <a:miter/>
            </a:ln>
          </p:spPr>
          <p:txBody>
            <a:bodyPr rtlCol="0" anchor="ctr"/>
            <a:lstStyle/>
            <a:p>
              <a:endParaRPr lang="de-DE"/>
            </a:p>
          </p:txBody>
        </p:sp>
        <p:sp>
          <p:nvSpPr>
            <p:cNvPr id="38" name="Freihandform: Form 37">
              <a:extLst>
                <a:ext uri="{FF2B5EF4-FFF2-40B4-BE49-F238E27FC236}">
                  <a16:creationId xmlns:a16="http://schemas.microsoft.com/office/drawing/2014/main" id="{6A45F9E0-9096-96AC-1E7B-70FF4DB86B65}"/>
                </a:ext>
              </a:extLst>
            </p:cNvPr>
            <p:cNvSpPr/>
            <p:nvPr/>
          </p:nvSpPr>
          <p:spPr>
            <a:xfrm>
              <a:off x="5882544" y="3095625"/>
              <a:ext cx="308705" cy="308705"/>
            </a:xfrm>
            <a:custGeom>
              <a:avLst/>
              <a:gdLst>
                <a:gd name="connsiteX0" fmla="*/ 308705 w 308705"/>
                <a:gd name="connsiteY0" fmla="*/ 130874 h 308705"/>
                <a:gd name="connsiteX1" fmla="*/ 308705 w 308705"/>
                <a:gd name="connsiteY1" fmla="*/ 0 h 308705"/>
                <a:gd name="connsiteX2" fmla="*/ 177832 w 308705"/>
                <a:gd name="connsiteY2" fmla="*/ 0 h 308705"/>
                <a:gd name="connsiteX3" fmla="*/ 229838 w 308705"/>
                <a:gd name="connsiteY3" fmla="*/ 52006 h 308705"/>
                <a:gd name="connsiteX4" fmla="*/ 0 w 308705"/>
                <a:gd name="connsiteY4" fmla="*/ 281845 h 308705"/>
                <a:gd name="connsiteX5" fmla="*/ 26860 w 308705"/>
                <a:gd name="connsiteY5" fmla="*/ 308705 h 308705"/>
                <a:gd name="connsiteX6" fmla="*/ 256699 w 308705"/>
                <a:gd name="connsiteY6" fmla="*/ 78962 h 308705"/>
                <a:gd name="connsiteX7" fmla="*/ 308705 w 308705"/>
                <a:gd name="connsiteY7" fmla="*/ 130874 h 308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8705" h="308705">
                  <a:moveTo>
                    <a:pt x="308705" y="130874"/>
                  </a:moveTo>
                  <a:lnTo>
                    <a:pt x="308705" y="0"/>
                  </a:lnTo>
                  <a:lnTo>
                    <a:pt x="177832" y="0"/>
                  </a:lnTo>
                  <a:lnTo>
                    <a:pt x="229838" y="52006"/>
                  </a:lnTo>
                  <a:lnTo>
                    <a:pt x="0" y="281845"/>
                  </a:lnTo>
                  <a:lnTo>
                    <a:pt x="26860" y="308705"/>
                  </a:lnTo>
                  <a:lnTo>
                    <a:pt x="256699" y="78962"/>
                  </a:lnTo>
                  <a:lnTo>
                    <a:pt x="308705" y="130874"/>
                  </a:lnTo>
                  <a:close/>
                </a:path>
              </a:pathLst>
            </a:custGeom>
            <a:solidFill>
              <a:schemeClr val="tx2"/>
            </a:solidFill>
            <a:ln w="9525" cap="flat">
              <a:noFill/>
              <a:prstDash val="solid"/>
              <a:miter/>
            </a:ln>
          </p:spPr>
          <p:txBody>
            <a:bodyPr rtlCol="0" anchor="ctr"/>
            <a:lstStyle/>
            <a:p>
              <a:endParaRPr lang="de-DE"/>
            </a:p>
          </p:txBody>
        </p:sp>
      </p:grpSp>
      <p:sp>
        <p:nvSpPr>
          <p:cNvPr id="40" name="Textfeld 39">
            <a:extLst>
              <a:ext uri="{FF2B5EF4-FFF2-40B4-BE49-F238E27FC236}">
                <a16:creationId xmlns:a16="http://schemas.microsoft.com/office/drawing/2014/main" id="{31001675-BBF9-4EA5-8566-786BD6EF8B01}"/>
              </a:ext>
            </a:extLst>
          </p:cNvPr>
          <p:cNvSpPr txBox="1"/>
          <p:nvPr/>
        </p:nvSpPr>
        <p:spPr>
          <a:xfrm>
            <a:off x="2220262" y="4076282"/>
            <a:ext cx="1065836" cy="369332"/>
          </a:xfrm>
          <a:prstGeom prst="rect">
            <a:avLst/>
          </a:prstGeom>
          <a:noFill/>
        </p:spPr>
        <p:txBody>
          <a:bodyPr wrap="square" rtlCol="0">
            <a:spAutoFit/>
          </a:bodyPr>
          <a:lstStyle/>
          <a:p>
            <a:r>
              <a:rPr lang="de-DE" b="1">
                <a:solidFill>
                  <a:srgbClr val="44546A"/>
                </a:solidFill>
              </a:rPr>
              <a:t>Benefits</a:t>
            </a:r>
          </a:p>
        </p:txBody>
      </p:sp>
      <p:sp>
        <p:nvSpPr>
          <p:cNvPr id="41" name="Ellipse 40">
            <a:extLst>
              <a:ext uri="{FF2B5EF4-FFF2-40B4-BE49-F238E27FC236}">
                <a16:creationId xmlns:a16="http://schemas.microsoft.com/office/drawing/2014/main" id="{17956C19-4B5D-C8FE-01CC-36EEEAEA6ACF}"/>
              </a:ext>
            </a:extLst>
          </p:cNvPr>
          <p:cNvSpPr>
            <a:spLocks noChangeAspect="1"/>
          </p:cNvSpPr>
          <p:nvPr/>
        </p:nvSpPr>
        <p:spPr>
          <a:xfrm>
            <a:off x="2319790" y="1639658"/>
            <a:ext cx="720000" cy="720000"/>
          </a:xfrm>
          <a:prstGeom prst="ellipse">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3" name="Ellipse 42">
            <a:extLst>
              <a:ext uri="{FF2B5EF4-FFF2-40B4-BE49-F238E27FC236}">
                <a16:creationId xmlns:a16="http://schemas.microsoft.com/office/drawing/2014/main" id="{FF640735-27C2-80F1-4E87-D2602EFDCFC6}"/>
              </a:ext>
            </a:extLst>
          </p:cNvPr>
          <p:cNvSpPr>
            <a:spLocks noChangeAspect="1"/>
          </p:cNvSpPr>
          <p:nvPr/>
        </p:nvSpPr>
        <p:spPr>
          <a:xfrm>
            <a:off x="2319790" y="5151550"/>
            <a:ext cx="720000" cy="720000"/>
          </a:xfrm>
          <a:prstGeom prst="ellipse">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4" name="Ellipse 43">
            <a:extLst>
              <a:ext uri="{FF2B5EF4-FFF2-40B4-BE49-F238E27FC236}">
                <a16:creationId xmlns:a16="http://schemas.microsoft.com/office/drawing/2014/main" id="{6E3C890F-2B0E-ECC9-A4BF-3FA9B56B490F}"/>
              </a:ext>
            </a:extLst>
          </p:cNvPr>
          <p:cNvSpPr>
            <a:spLocks noChangeAspect="1"/>
          </p:cNvSpPr>
          <p:nvPr/>
        </p:nvSpPr>
        <p:spPr>
          <a:xfrm>
            <a:off x="3575900" y="2140521"/>
            <a:ext cx="720000" cy="720000"/>
          </a:xfrm>
          <a:prstGeom prst="ellipse">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5" name="Ellipse 44">
            <a:extLst>
              <a:ext uri="{FF2B5EF4-FFF2-40B4-BE49-F238E27FC236}">
                <a16:creationId xmlns:a16="http://schemas.microsoft.com/office/drawing/2014/main" id="{41717BD9-646D-BE16-41A9-0CB7C7E015B0}"/>
              </a:ext>
            </a:extLst>
          </p:cNvPr>
          <p:cNvSpPr>
            <a:spLocks noChangeAspect="1"/>
          </p:cNvSpPr>
          <p:nvPr/>
        </p:nvSpPr>
        <p:spPr>
          <a:xfrm>
            <a:off x="4073910" y="3478575"/>
            <a:ext cx="720000" cy="720000"/>
          </a:xfrm>
          <a:prstGeom prst="ellipse">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6" name="Ellipse 45">
            <a:extLst>
              <a:ext uri="{FF2B5EF4-FFF2-40B4-BE49-F238E27FC236}">
                <a16:creationId xmlns:a16="http://schemas.microsoft.com/office/drawing/2014/main" id="{7E286651-634D-ED36-B98D-A9C401C310F3}"/>
              </a:ext>
            </a:extLst>
          </p:cNvPr>
          <p:cNvSpPr>
            <a:spLocks noChangeAspect="1"/>
          </p:cNvSpPr>
          <p:nvPr/>
        </p:nvSpPr>
        <p:spPr>
          <a:xfrm>
            <a:off x="3575900" y="4673617"/>
            <a:ext cx="720000" cy="720000"/>
          </a:xfrm>
          <a:prstGeom prst="ellipse">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47" name="Grafik 46" descr="Präsentation mit Kreisdiagramm mit einfarbiger Füllung">
            <a:extLst>
              <a:ext uri="{FF2B5EF4-FFF2-40B4-BE49-F238E27FC236}">
                <a16:creationId xmlns:a16="http://schemas.microsoft.com/office/drawing/2014/main" id="{ED8734AE-F21F-5A9A-A920-F3E0B602E820}"/>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2406374" y="1756118"/>
            <a:ext cx="540000" cy="540000"/>
          </a:xfrm>
          <a:prstGeom prst="rect">
            <a:avLst/>
          </a:prstGeom>
        </p:spPr>
      </p:pic>
      <p:pic>
        <p:nvPicPr>
          <p:cNvPr id="48" name="Grafik 47" descr="Idee mit einfarbiger Füllung">
            <a:extLst>
              <a:ext uri="{FF2B5EF4-FFF2-40B4-BE49-F238E27FC236}">
                <a16:creationId xmlns:a16="http://schemas.microsoft.com/office/drawing/2014/main" id="{EC2654D7-DF6A-7385-92CF-113D8F50FA3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688887" y="2239667"/>
            <a:ext cx="540000" cy="540000"/>
          </a:xfrm>
          <a:prstGeom prst="rect">
            <a:avLst/>
          </a:prstGeom>
        </p:spPr>
      </p:pic>
      <p:pic>
        <p:nvPicPr>
          <p:cNvPr id="51" name="Inhaltsplatzhalter 25" descr="Euro Silhouette">
            <a:extLst>
              <a:ext uri="{FF2B5EF4-FFF2-40B4-BE49-F238E27FC236}">
                <a16:creationId xmlns:a16="http://schemas.microsoft.com/office/drawing/2014/main" id="{17DADB88-0D43-7547-D932-2DC83A1A491A}"/>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143720" y="3557683"/>
            <a:ext cx="540000" cy="540000"/>
          </a:xfrm>
          <a:prstGeom prst="rect">
            <a:avLst/>
          </a:prstGeom>
        </p:spPr>
      </p:pic>
      <p:sp>
        <p:nvSpPr>
          <p:cNvPr id="54" name="Ellipse 53">
            <a:extLst>
              <a:ext uri="{FF2B5EF4-FFF2-40B4-BE49-F238E27FC236}">
                <a16:creationId xmlns:a16="http://schemas.microsoft.com/office/drawing/2014/main" id="{C13365A0-4644-2668-1442-03D5FD9A7CBD}"/>
              </a:ext>
            </a:extLst>
          </p:cNvPr>
          <p:cNvSpPr>
            <a:spLocks noChangeAspect="1"/>
          </p:cNvSpPr>
          <p:nvPr/>
        </p:nvSpPr>
        <p:spPr>
          <a:xfrm>
            <a:off x="2413205" y="1730536"/>
            <a:ext cx="540000" cy="540000"/>
          </a:xfrm>
          <a:prstGeom prst="ellipse">
            <a:avLst/>
          </a:prstGeom>
          <a:solidFill>
            <a:schemeClr val="tx2"/>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5" name="Ellipse 54">
            <a:extLst>
              <a:ext uri="{FF2B5EF4-FFF2-40B4-BE49-F238E27FC236}">
                <a16:creationId xmlns:a16="http://schemas.microsoft.com/office/drawing/2014/main" id="{21F441B3-7E2B-F049-0210-5F8A7437159D}"/>
              </a:ext>
            </a:extLst>
          </p:cNvPr>
          <p:cNvSpPr>
            <a:spLocks noChangeAspect="1"/>
          </p:cNvSpPr>
          <p:nvPr/>
        </p:nvSpPr>
        <p:spPr>
          <a:xfrm>
            <a:off x="3665900" y="2225209"/>
            <a:ext cx="540000" cy="540000"/>
          </a:xfrm>
          <a:prstGeom prst="ellipse">
            <a:avLst/>
          </a:prstGeom>
          <a:solidFill>
            <a:schemeClr val="accent2"/>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7" name="Ellipse 56">
            <a:extLst>
              <a:ext uri="{FF2B5EF4-FFF2-40B4-BE49-F238E27FC236}">
                <a16:creationId xmlns:a16="http://schemas.microsoft.com/office/drawing/2014/main" id="{BBFB25D0-543C-5912-FD2E-B1A86E15F3D4}"/>
              </a:ext>
            </a:extLst>
          </p:cNvPr>
          <p:cNvSpPr>
            <a:spLocks noChangeAspect="1"/>
          </p:cNvSpPr>
          <p:nvPr/>
        </p:nvSpPr>
        <p:spPr>
          <a:xfrm>
            <a:off x="4162845" y="3568575"/>
            <a:ext cx="540000" cy="540000"/>
          </a:xfrm>
          <a:prstGeom prst="ellipse">
            <a:avLst/>
          </a:prstGeom>
          <a:solidFill>
            <a:srgbClr val="44546A"/>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9" name="Ellipse 58">
            <a:extLst>
              <a:ext uri="{FF2B5EF4-FFF2-40B4-BE49-F238E27FC236}">
                <a16:creationId xmlns:a16="http://schemas.microsoft.com/office/drawing/2014/main" id="{B486EF14-9F43-CEEF-CF47-65EDDF2D3329}"/>
              </a:ext>
            </a:extLst>
          </p:cNvPr>
          <p:cNvSpPr>
            <a:spLocks noChangeAspect="1"/>
          </p:cNvSpPr>
          <p:nvPr/>
        </p:nvSpPr>
        <p:spPr>
          <a:xfrm>
            <a:off x="3665900" y="4769982"/>
            <a:ext cx="540000" cy="540000"/>
          </a:xfrm>
          <a:prstGeom prst="ellipse">
            <a:avLst/>
          </a:prstGeom>
          <a:solidFill>
            <a:schemeClr val="accent2"/>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1" name="Ellipse 60">
            <a:extLst>
              <a:ext uri="{FF2B5EF4-FFF2-40B4-BE49-F238E27FC236}">
                <a16:creationId xmlns:a16="http://schemas.microsoft.com/office/drawing/2014/main" id="{24E26CB4-4012-B157-3288-8A6ECD6A5908}"/>
              </a:ext>
            </a:extLst>
          </p:cNvPr>
          <p:cNvSpPr>
            <a:spLocks noChangeAspect="1"/>
          </p:cNvSpPr>
          <p:nvPr/>
        </p:nvSpPr>
        <p:spPr>
          <a:xfrm>
            <a:off x="2413205" y="5244736"/>
            <a:ext cx="540000" cy="540000"/>
          </a:xfrm>
          <a:prstGeom prst="ellipse">
            <a:avLst/>
          </a:prstGeom>
          <a:solidFill>
            <a:schemeClr val="tx2"/>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63" name="Grafik 62" descr="Sanduhr abgelaufen mit einfarbiger Füllung">
            <a:extLst>
              <a:ext uri="{FF2B5EF4-FFF2-40B4-BE49-F238E27FC236}">
                <a16:creationId xmlns:a16="http://schemas.microsoft.com/office/drawing/2014/main" id="{DA602FB7-B864-541C-A2AA-71D65CECD8DD}"/>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a:stretch/>
        </p:blipFill>
        <p:spPr>
          <a:xfrm>
            <a:off x="2506530" y="5331859"/>
            <a:ext cx="365760" cy="365760"/>
          </a:xfrm>
          <a:prstGeom prst="rect">
            <a:avLst/>
          </a:prstGeom>
        </p:spPr>
      </p:pic>
      <p:pic>
        <p:nvPicPr>
          <p:cNvPr id="73" name="Grafik 72" descr="Rennwagen mit einfarbiger Füllung">
            <a:extLst>
              <a:ext uri="{FF2B5EF4-FFF2-40B4-BE49-F238E27FC236}">
                <a16:creationId xmlns:a16="http://schemas.microsoft.com/office/drawing/2014/main" id="{7EDFC57D-C8F1-D091-99E8-D0A608CE7F28}"/>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3746490" y="4816977"/>
            <a:ext cx="411480" cy="411480"/>
          </a:xfrm>
          <a:prstGeom prst="rect">
            <a:avLst/>
          </a:prstGeom>
        </p:spPr>
      </p:pic>
      <p:sp>
        <p:nvSpPr>
          <p:cNvPr id="6" name="Titel 2">
            <a:extLst>
              <a:ext uri="{FF2B5EF4-FFF2-40B4-BE49-F238E27FC236}">
                <a16:creationId xmlns:a16="http://schemas.microsoft.com/office/drawing/2014/main" id="{38A60BA8-163C-B057-7342-B994C1E8F254}"/>
              </a:ext>
            </a:extLst>
          </p:cNvPr>
          <p:cNvSpPr txBox="1">
            <a:spLocks/>
          </p:cNvSpPr>
          <p:nvPr/>
        </p:nvSpPr>
        <p:spPr>
          <a:xfrm>
            <a:off x="299387" y="126943"/>
            <a:ext cx="10153261" cy="325340"/>
          </a:xfrm>
          <a:prstGeom prst="rect">
            <a:avLst/>
          </a:prstGeom>
        </p:spPr>
        <p:txBody>
          <a:bodyPr>
            <a:noAutofit/>
          </a:bodyPr>
          <a:lstStyle>
            <a:lvl1pPr algn="l" defTabSz="914400" rtl="0" eaLnBrk="1" latinLnBrk="0" hangingPunct="1">
              <a:lnSpc>
                <a:spcPct val="90000"/>
              </a:lnSpc>
              <a:spcBef>
                <a:spcPct val="0"/>
              </a:spcBef>
              <a:buNone/>
              <a:defRPr sz="2000" b="1" kern="1200">
                <a:solidFill>
                  <a:schemeClr val="bg2">
                    <a:lumMod val="25000"/>
                  </a:schemeClr>
                </a:solidFill>
                <a:latin typeface="+mn-lt"/>
                <a:ea typeface="+mj-ea"/>
                <a:cs typeface="+mj-cs"/>
              </a:defRPr>
            </a:lvl1pPr>
          </a:lstStyle>
          <a:p>
            <a:endParaRPr lang="de-DE">
              <a:solidFill>
                <a:srgbClr val="000000"/>
              </a:solidFill>
            </a:endParaRPr>
          </a:p>
        </p:txBody>
      </p:sp>
      <p:pic>
        <p:nvPicPr>
          <p:cNvPr id="7" name="Grafik 6" descr="Doppeltippen-Geste mit einfarbiger Füllung">
            <a:extLst>
              <a:ext uri="{FF2B5EF4-FFF2-40B4-BE49-F238E27FC236}">
                <a16:creationId xmlns:a16="http://schemas.microsoft.com/office/drawing/2014/main" id="{A29C380A-310C-C3F7-1D07-25F388AAC4E8}"/>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2501144" y="1816058"/>
            <a:ext cx="367200" cy="367200"/>
          </a:xfrm>
          <a:prstGeom prst="rect">
            <a:avLst/>
          </a:prstGeom>
        </p:spPr>
      </p:pic>
      <p:sp>
        <p:nvSpPr>
          <p:cNvPr id="3" name="Textfeld 2">
            <a:extLst>
              <a:ext uri="{FF2B5EF4-FFF2-40B4-BE49-F238E27FC236}">
                <a16:creationId xmlns:a16="http://schemas.microsoft.com/office/drawing/2014/main" id="{E3D2E1BA-A519-7D5D-4D9E-6F284F4AD8F1}"/>
              </a:ext>
            </a:extLst>
          </p:cNvPr>
          <p:cNvSpPr txBox="1"/>
          <p:nvPr/>
        </p:nvSpPr>
        <p:spPr>
          <a:xfrm>
            <a:off x="4222412" y="3596682"/>
            <a:ext cx="448782" cy="461665"/>
          </a:xfrm>
          <a:prstGeom prst="rect">
            <a:avLst/>
          </a:prstGeom>
          <a:noFill/>
        </p:spPr>
        <p:txBody>
          <a:bodyPr wrap="square" rtlCol="0">
            <a:spAutoFit/>
          </a:bodyPr>
          <a:lstStyle/>
          <a:p>
            <a:pPr algn="ctr"/>
            <a:r>
              <a:rPr lang="de-DE" sz="2400">
                <a:solidFill>
                  <a:schemeClr val="bg1"/>
                </a:solidFill>
              </a:rPr>
              <a:t>§</a:t>
            </a:r>
          </a:p>
        </p:txBody>
      </p:sp>
      <p:pic>
        <p:nvPicPr>
          <p:cNvPr id="10" name="Grafik 9" descr="Server mit einfarbiger Füllung">
            <a:extLst>
              <a:ext uri="{FF2B5EF4-FFF2-40B4-BE49-F238E27FC236}">
                <a16:creationId xmlns:a16="http://schemas.microsoft.com/office/drawing/2014/main" id="{E68FFF9D-F865-CEA8-A792-246A3E9621AC}"/>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3757927" y="2299172"/>
            <a:ext cx="396000" cy="396000"/>
          </a:xfrm>
          <a:prstGeom prst="rect">
            <a:avLst/>
          </a:prstGeom>
        </p:spPr>
      </p:pic>
    </p:spTree>
    <p:extLst>
      <p:ext uri="{BB962C8B-B14F-4D97-AF65-F5344CB8AC3E}">
        <p14:creationId xmlns:p14="http://schemas.microsoft.com/office/powerpoint/2010/main" val="47509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tags/tag1.xml><?xml version="1.0" encoding="utf-8"?>
<p:tagLst xmlns:a="http://schemas.openxmlformats.org/drawingml/2006/main" xmlns:r="http://schemas.openxmlformats.org/officeDocument/2006/relationships" xmlns:p="http://schemas.openxmlformats.org/presentationml/2006/main">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STARTDATE" val="2022-04-18T06:00:00.0000000"/>
  <p:tag name="OTLENDDATE" val="2022-04-30T20:00:00.0000000"/>
  <p:tag name="OTLDURATIONFORMAT" val="wk"/>
  <p:tag name="OTLSPACING" val="3"/>
  <p:tag name="OTLSHAPETHICKNESSTYPE" val="Thin"/>
  <p:tag name="OTLMARKERSHAPE" val="OTL"/>
</p:tagLst>
</file>

<file path=ppt/tags/tag2.xml><?xml version="1.0" encoding="utf-8"?>
<p:tagLst xmlns:a="http://schemas.openxmlformats.org/drawingml/2006/main" xmlns:r="http://schemas.openxmlformats.org/officeDocument/2006/relationships" xmlns:p="http://schemas.openxmlformats.org/presentationml/2006/main">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STARTDATE" val="2022-04-18T06:00:00.0000000"/>
  <p:tag name="OTLENDDATE" val="2022-04-30T20:00:00.0000000"/>
  <p:tag name="OTLDURATIONFORMAT" val="wk"/>
  <p:tag name="OTLSPACING" val="3"/>
  <p:tag name="OTLSHAPETHICKNESSTYPE" val="Thin"/>
  <p:tag name="OTLMARKERSHAPE" val="OTL"/>
</p:tagLst>
</file>

<file path=ppt/tags/tag3.xml><?xml version="1.0" encoding="utf-8"?>
<p:tagLst xmlns:a="http://schemas.openxmlformats.org/drawingml/2006/main" xmlns:r="http://schemas.openxmlformats.org/officeDocument/2006/relationships" xmlns:p="http://schemas.openxmlformats.org/presentationml/2006/main">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STARTDATE" val="2022-04-18T06:00:00.0000000"/>
  <p:tag name="OTLENDDATE" val="2022-04-30T20:00:00.0000000"/>
  <p:tag name="OTLDURATIONFORMAT" val="wk"/>
  <p:tag name="OTLSPACING" val="3"/>
  <p:tag name="OTLSHAPETHICKNESSTYPE" val="Thin"/>
  <p:tag name="OTLMARKERSHAPE" val="OTL"/>
</p:tagLst>
</file>

<file path=ppt/tags/tag4.xml><?xml version="1.0" encoding="utf-8"?>
<p:tagLst xmlns:a="http://schemas.openxmlformats.org/drawingml/2006/main" xmlns:r="http://schemas.openxmlformats.org/officeDocument/2006/relationships" xmlns:p="http://schemas.openxmlformats.org/presentationml/2006/main">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STARTDATE" val="2022-04-18T06:00:00.0000000"/>
  <p:tag name="OTLENDDATE" val="2022-04-30T20:00:00.0000000"/>
  <p:tag name="OTLDURATIONFORMAT" val="wk"/>
  <p:tag name="OTLSPACING" val="3"/>
  <p:tag name="OTLSHAPETHICKNESSTYPE" val="Thin"/>
  <p:tag name="OTLMARKERSHAPE" val="OTL"/>
</p:tagLst>
</file>

<file path=ppt/tags/tag5.xml><?xml version="1.0" encoding="utf-8"?>
<p:tagLst xmlns:a="http://schemas.openxmlformats.org/drawingml/2006/main" xmlns:r="http://schemas.openxmlformats.org/officeDocument/2006/relationships" xmlns:p="http://schemas.openxmlformats.org/presentationml/2006/main">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STARTDATE" val="2022-04-18T06:00:00.0000000"/>
  <p:tag name="OTLENDDATE" val="2022-04-30T20:00:00.0000000"/>
  <p:tag name="OTLDURATIONFORMAT" val="wk"/>
  <p:tag name="OTLSPACING" val="3"/>
  <p:tag name="OTLSHAPETHICKNESSTYPE" val="Thin"/>
  <p:tag name="OTLMARKERSHAPE" val="OTL"/>
</p:tagLst>
</file>

<file path=ppt/tags/tag6.xml><?xml version="1.0" encoding="utf-8"?>
<p:tagLst xmlns:a="http://schemas.openxmlformats.org/drawingml/2006/main" xmlns:r="http://schemas.openxmlformats.org/officeDocument/2006/relationships" xmlns:p="http://schemas.openxmlformats.org/presentationml/2006/main">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STARTDATE" val="2022-04-18T06:00:00.0000000"/>
  <p:tag name="OTLENDDATE" val="2022-04-30T20:00:00.0000000"/>
  <p:tag name="OTLDURATIONFORMAT" val="wk"/>
  <p:tag name="OTLSPACING" val="3"/>
  <p:tag name="OTLSHAPETHICKNESSTYPE" val="Thin"/>
  <p:tag name="OTLMARKERSHAPE" val="OTL"/>
</p:tagLst>
</file>

<file path=ppt/tags/tag7.xml><?xml version="1.0" encoding="utf-8"?>
<p:tagLst xmlns:a="http://schemas.openxmlformats.org/drawingml/2006/main" xmlns:r="http://schemas.openxmlformats.org/officeDocument/2006/relationships" xmlns:p="http://schemas.openxmlformats.org/presentationml/2006/main">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STARTDATE" val="2022-04-18T06:00:00.0000000"/>
  <p:tag name="OTLENDDATE" val="2022-04-30T20:00:00.0000000"/>
  <p:tag name="OTLDURATIONFORMAT" val="wk"/>
  <p:tag name="OTLSPACING" val="3"/>
  <p:tag name="OTLSHAPETHICKNESSTYPE" val="Thin"/>
  <p:tag name="OTLMARKERSHAPE" val="OTL"/>
</p:tagLst>
</file>

<file path=ppt/tags/tag8.xml><?xml version="1.0" encoding="utf-8"?>
<p:tagLst xmlns:a="http://schemas.openxmlformats.org/drawingml/2006/main" xmlns:r="http://schemas.openxmlformats.org/officeDocument/2006/relationships" xmlns:p="http://schemas.openxmlformats.org/presentationml/2006/main">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STARTDATE" val="2022-04-18T06:00:00.0000000"/>
  <p:tag name="OTLENDDATE" val="2022-04-30T20:00:00.0000000"/>
  <p:tag name="OTLDURATIONFORMAT" val="wk"/>
  <p:tag name="OTLSPACING" val="3"/>
  <p:tag name="OTLSHAPETHICKNESSTYPE" val="Thin"/>
  <p:tag name="OTLMARKERSHAPE" val="OTL"/>
</p:tagLst>
</file>

<file path=ppt/tags/tag9.xml><?xml version="1.0" encoding="utf-8"?>
<p:tagLst xmlns:a="http://schemas.openxmlformats.org/drawingml/2006/main" xmlns:r="http://schemas.openxmlformats.org/officeDocument/2006/relationships" xmlns:p="http://schemas.openxmlformats.org/presentationml/2006/main">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STARTDATE" val="2022-04-18T06:00:00.0000000"/>
  <p:tag name="OTLENDDATE" val="2022-04-30T20:00:00.0000000"/>
  <p:tag name="OTLDURATIONFORMAT" val="wk"/>
  <p:tag name="OTLSPACING" val="3"/>
  <p:tag name="OTLSHAPETHICKNESSTYPE" val="Thin"/>
  <p:tag name="OTLMARKERSHAPE" val="OTL"/>
</p:tagLst>
</file>

<file path=ppt/tags/tag10.xml><?xml version="1.0" encoding="utf-8"?>
<p:tagLst xmlns:a="http://schemas.openxmlformats.org/drawingml/2006/main" xmlns:r="http://schemas.openxmlformats.org/officeDocument/2006/relationships" xmlns:p="http://schemas.openxmlformats.org/presentationml/2006/main">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STARTDATE" val="2022-04-18T06:00:00.0000000"/>
  <p:tag name="OTLENDDATE" val="2022-04-30T20:00:00.0000000"/>
  <p:tag name="OTLDURATIONFORMAT" val="wk"/>
  <p:tag name="OTLSPACING" val="3"/>
  <p:tag name="OTLSHAPETHICKNESSTYPE" val="Thin"/>
  <p:tag name="OTLMARKERSHAPE" val="OTL"/>
</p:tagLst>
</file>

<file path=ppt/tags/tag11.xml><?xml version="1.0" encoding="utf-8"?>
<p:tagLst xmlns:a="http://schemas.openxmlformats.org/drawingml/2006/main" xmlns:r="http://schemas.openxmlformats.org/officeDocument/2006/relationships" xmlns:p="http://schemas.openxmlformats.org/presentationml/2006/main">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STARTDATE" val="2022-04-18T06:00:00.0000000"/>
  <p:tag name="OTLENDDATE" val="2022-04-30T20:00:00.0000000"/>
  <p:tag name="OTLDURATIONFORMAT" val="wk"/>
  <p:tag name="OTLSPACING" val="3"/>
  <p:tag name="OTLSHAPETHICKNESSTYPE" val="Thin"/>
  <p:tag name="OTLMARKERSHAPE" val="OTL"/>
</p:tagLst>
</file>

<file path=ppt/tags/tag12.xml><?xml version="1.0" encoding="utf-8"?>
<p:tagLst xmlns:a="http://schemas.openxmlformats.org/drawingml/2006/main" xmlns:r="http://schemas.openxmlformats.org/officeDocument/2006/relationships" xmlns:p="http://schemas.openxmlformats.org/presentationml/2006/main">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STARTDATE" val="2022-04-18T06:00:00.0000000"/>
  <p:tag name="OTLENDDATE" val="2022-04-30T20:00:00.0000000"/>
  <p:tag name="OTLDURATIONFORMAT" val="wk"/>
  <p:tag name="OTLSPACING" val="3"/>
  <p:tag name="OTLSHAPETHICKNESSTYPE" val="Thin"/>
  <p:tag name="OTLMARKERSHAPE" val="OTL"/>
</p:tagLst>
</file>

<file path=ppt/tags/tag13.xml><?xml version="1.0" encoding="utf-8"?>
<p:tagLst xmlns:a="http://schemas.openxmlformats.org/drawingml/2006/main" xmlns:r="http://schemas.openxmlformats.org/officeDocument/2006/relationships" xmlns:p="http://schemas.openxmlformats.org/presentationml/2006/main">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STARTDATE" val="2022-04-18T06:00:00.0000000"/>
  <p:tag name="OTLENDDATE" val="2022-04-30T20:00:00.0000000"/>
  <p:tag name="OTLDURATIONFORMAT" val="wk"/>
  <p:tag name="OTLSPACING" val="3"/>
  <p:tag name="OTLSHAPETHICKNESSTYPE" val="Thin"/>
  <p:tag name="OTLMARKERSHAPE" val="OTL"/>
</p:tagLst>
</file>

<file path=ppt/tags/tag14.xml><?xml version="1.0" encoding="utf-8"?>
<p:tagLst xmlns:a="http://schemas.openxmlformats.org/drawingml/2006/main" xmlns:r="http://schemas.openxmlformats.org/officeDocument/2006/relationships" xmlns:p="http://schemas.openxmlformats.org/presentationml/2006/main">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STARTDATE" val="2022-04-18T06:00:00.0000000"/>
  <p:tag name="OTLENDDATE" val="2022-04-30T20:00:00.0000000"/>
  <p:tag name="OTLDURATIONFORMAT" val="wk"/>
  <p:tag name="OTLSPACING" val="3"/>
  <p:tag name="OTLSHAPETHICKNESSTYPE" val="Thin"/>
  <p:tag name="OTLMARKERSHAPE" val="OTL"/>
</p:tagLst>
</file>

<file path=ppt/tags/tag15.xml><?xml version="1.0" encoding="utf-8"?>
<p:tagLst xmlns:a="http://schemas.openxmlformats.org/drawingml/2006/main" xmlns:r="http://schemas.openxmlformats.org/officeDocument/2006/relationships" xmlns:p="http://schemas.openxmlformats.org/presentationml/2006/main">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STARTDATE" val="2022-04-18T06:00:00.0000000"/>
  <p:tag name="OTLENDDATE" val="2022-04-30T20:00:00.0000000"/>
  <p:tag name="OTLDURATIONFORMAT" val="wk"/>
  <p:tag name="OTLSPACING" val="3"/>
  <p:tag name="OTLSHAPETHICKNESSTYPE" val="Thin"/>
  <p:tag name="OTLMARKERSHAPE" val="OTL"/>
</p:tagLst>
</file>

<file path=ppt/tags/tag16.xml><?xml version="1.0" encoding="utf-8"?>
<p:tagLst xmlns:a="http://schemas.openxmlformats.org/drawingml/2006/main" xmlns:r="http://schemas.openxmlformats.org/officeDocument/2006/relationships" xmlns:p="http://schemas.openxmlformats.org/presentationml/2006/main">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STARTDATE" val="2022-04-18T06:00:00.0000000"/>
  <p:tag name="OTLENDDATE" val="2022-04-30T20:00:00.0000000"/>
  <p:tag name="OTLDURATIONFORMAT" val="wk"/>
  <p:tag name="OTLSPACING" val="3"/>
  <p:tag name="OTLSHAPETHICKNESSTYPE" val="Thin"/>
  <p:tag name="OTLMARKERSHAPE" val="OTL"/>
</p:tagLst>
</file>

<file path=ppt/tags/tag17.xml><?xml version="1.0" encoding="utf-8"?>
<p:tagLst xmlns:a="http://schemas.openxmlformats.org/drawingml/2006/main" xmlns:r="http://schemas.openxmlformats.org/officeDocument/2006/relationships" xmlns:p="http://schemas.openxmlformats.org/presentationml/2006/main">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STARTDATE" val="2022-04-18T06:00:00.0000000"/>
  <p:tag name="OTLENDDATE" val="2022-04-30T20:00:00.0000000"/>
  <p:tag name="OTLDURATIONFORMAT" val="wk"/>
  <p:tag name="OTLSPACING" val="3"/>
  <p:tag name="OTLSHAPETHICKNESSTYPE" val="Thin"/>
  <p:tag name="OTLMARKERSHAPE" val="OTL"/>
</p:tagLst>
</file>

<file path=ppt/tags/tag18.xml><?xml version="1.0" encoding="utf-8"?>
<p:tagLst xmlns:a="http://schemas.openxmlformats.org/drawingml/2006/main" xmlns:r="http://schemas.openxmlformats.org/officeDocument/2006/relationships" xmlns:p="http://schemas.openxmlformats.org/presentationml/2006/main">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STARTDATE" val="2022-04-18T06:00:00.0000000"/>
  <p:tag name="OTLENDDATE" val="2022-04-30T20:00:00.0000000"/>
  <p:tag name="OTLDURATIONFORMAT" val="wk"/>
  <p:tag name="OTLSPACING" val="3"/>
  <p:tag name="OTLSHAPETHICKNESSTYPE" val="Thin"/>
  <p:tag name="OTLMARKERSHAPE" val="OTL"/>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Benutzerdefiniertes Design">
  <a:themeElements>
    <a:clrScheme name="mindsquare">
      <a:dk1>
        <a:srgbClr val="565657"/>
      </a:dk1>
      <a:lt1>
        <a:sysClr val="window" lastClr="FFFFFF"/>
      </a:lt1>
      <a:dk2>
        <a:srgbClr val="EA5A0C"/>
      </a:dk2>
      <a:lt2>
        <a:srgbClr val="FFFFFF"/>
      </a:lt2>
      <a:accent1>
        <a:srgbClr val="565657"/>
      </a:accent1>
      <a:accent2>
        <a:srgbClr val="FDC200"/>
      </a:accent2>
      <a:accent3>
        <a:srgbClr val="CCCCCC"/>
      </a:accent3>
      <a:accent4>
        <a:srgbClr val="EA5A0C"/>
      </a:accent4>
      <a:accent5>
        <a:srgbClr val="FFFFFF"/>
      </a:accent5>
      <a:accent6>
        <a:srgbClr val="FFFFFF"/>
      </a:accent6>
      <a:hlink>
        <a:srgbClr val="EA5A0C"/>
      </a:hlink>
      <a:folHlink>
        <a:srgbClr val="EA5A0C"/>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93272c01-7aee-42d7-85a6-8c3770ee3870">
      <Terms xmlns="http://schemas.microsoft.com/office/infopath/2007/PartnerControls"/>
    </lcf76f155ced4ddcb4097134ff3c332f>
    <TaxCatchAll xmlns="df194fd5-e96c-4a8d-a53e-90ea35294176"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FC1E43D851045E49A6854C41F2FCAE38" ma:contentTypeVersion="13" ma:contentTypeDescription="Create a new document." ma:contentTypeScope="" ma:versionID="7e6a99294b2b7cda11ebd3192c219888">
  <xsd:schema xmlns:xsd="http://www.w3.org/2001/XMLSchema" xmlns:xs="http://www.w3.org/2001/XMLSchema" xmlns:p="http://schemas.microsoft.com/office/2006/metadata/properties" xmlns:ns2="93272c01-7aee-42d7-85a6-8c3770ee3870" xmlns:ns3="df194fd5-e96c-4a8d-a53e-90ea35294176" targetNamespace="http://schemas.microsoft.com/office/2006/metadata/properties" ma:root="true" ma:fieldsID="ec6d03b55f64fea1dc9a268208b13859" ns2:_="" ns3:_="">
    <xsd:import namespace="93272c01-7aee-42d7-85a6-8c3770ee3870"/>
    <xsd:import namespace="df194fd5-e96c-4a8d-a53e-90ea35294176"/>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SearchProperties" minOccurs="0"/>
                <xsd:element ref="ns2:MediaServiceObjectDetectorVersion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3272c01-7aee-42d7-85a6-8c3770ee387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2d525ca7-6bdd-4d25-ab31-945039a3d647"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f194fd5-e96c-4a8d-a53e-90ea35294176"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7" nillable="true" ma:displayName="Taxonomy Catch All Column" ma:hidden="true" ma:list="{9cb8d331-697a-44fa-8ccb-df57c9912907}" ma:internalName="TaxCatchAll" ma:showField="CatchAllData" ma:web="df194fd5-e96c-4a8d-a53e-90ea3529417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B04C488-25E8-4D29-A08A-042C2AEB5F5B}">
  <ds:schemaRefs>
    <ds:schemaRef ds:uri="191655e0-325b-470e-b2ba-d56b57b43131"/>
    <ds:schemaRef ds:uri="d24005c9-c398-4321-8a6c-781fdc62ce9c"/>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 ds:uri="93272c01-7aee-42d7-85a6-8c3770ee3870"/>
    <ds:schemaRef ds:uri="df194fd5-e96c-4a8d-a53e-90ea35294176"/>
  </ds:schemaRefs>
</ds:datastoreItem>
</file>

<file path=customXml/itemProps2.xml><?xml version="1.0" encoding="utf-8"?>
<ds:datastoreItem xmlns:ds="http://schemas.openxmlformats.org/officeDocument/2006/customXml" ds:itemID="{C902FF67-3DB4-49FE-8C87-4137EB16508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3272c01-7aee-42d7-85a6-8c3770ee3870"/>
    <ds:schemaRef ds:uri="df194fd5-e96c-4a8d-a53e-90ea3529417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14B73F0-68BC-417F-8D37-83975D849A0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vorlage</Template>
  <TotalTime>3</TotalTime>
  <Words>2898</Words>
  <Application>Microsoft Macintosh PowerPoint</Application>
  <PresentationFormat>Widescreen</PresentationFormat>
  <Paragraphs>545</Paragraphs>
  <Slides>22</Slides>
  <Notes>13</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22</vt:i4>
      </vt:variant>
    </vt:vector>
  </HeadingPairs>
  <TitlesOfParts>
    <vt:vector size="32" baseType="lpstr">
      <vt:lpstr>-apple-system</vt:lpstr>
      <vt:lpstr>Arial</vt:lpstr>
      <vt:lpstr>Calibri</vt:lpstr>
      <vt:lpstr>Fira Sans Extra Condensed Medium</vt:lpstr>
      <vt:lpstr>Lato Light</vt:lpstr>
      <vt:lpstr>Poppins</vt:lpstr>
      <vt:lpstr>Systemschrift Normal</vt:lpstr>
      <vt:lpstr>Wingdings</vt:lpstr>
      <vt:lpstr>1_Benutzerdefiniertes Design</vt:lpstr>
      <vt:lpstr>think-cell Folie</vt:lpstr>
      <vt:lpstr>Farben &amp; Logo</vt:lpstr>
      <vt:lpstr>Piktogramme - Menschen</vt:lpstr>
      <vt:lpstr>Piktogramme – Symbole &amp; Zeichen</vt:lpstr>
      <vt:lpstr>Management Summary: Unterstützung bei den Vorbereitungsprojekten für das SAP H4S4 Upgrade</vt:lpstr>
      <vt:lpstr>Skizzierung des groben Fahrplans für das SAP HCM for S/4HANA (H4S4) Upgrade</vt:lpstr>
      <vt:lpstr>Detaillierte Roadmap für das SAP HCM for S/4HANA (H4S4) Upgrade </vt:lpstr>
      <vt:lpstr>Angebotene Pakete aus dem Schritt 1 – Technische Grundlagen schaffen</vt:lpstr>
      <vt:lpstr>Angebotene Pakete aus dem Schritt 1 – Technische Grundlagen schaffen</vt:lpstr>
      <vt:lpstr>H4S4 kann als Nachfolger vom SAP HCM in der Cloud oder On-Premise abgebildet werden</vt:lpstr>
      <vt:lpstr>mindsquare Standard Vorgehensmodell zur SAP HCM for S/4HANA (H4S4) Transformation</vt:lpstr>
      <vt:lpstr>On Detail die Vorgehensphase des ausführlichen Readiness Check angepasst auf die Ausgangssituation und Zielsetzung bei &lt;Kunde&gt;</vt:lpstr>
      <vt:lpstr>Readiness Check und Projektplan Erstellung in der H4S4 Planungsphase (1/5)</vt:lpstr>
      <vt:lpstr>Readiness Check und Projektplan Erstellung in der H4S4 Planungsphase (2/5)</vt:lpstr>
      <vt:lpstr>Readiness Check und Projektplan Erstellung in der H4S4 Planungsphase (3/5)</vt:lpstr>
      <vt:lpstr>Readiness Check und Projektplan Erstellung in der H4S4 Planungsphase (4/5) Optionale Positionen</vt:lpstr>
      <vt:lpstr>Readiness Check und Projektplan Erstellung in der H4S4 Planungsphase (5/5)   Aufwandsschätzung für die internen Kapazitäten</vt:lpstr>
      <vt:lpstr>Kaufmännisches Angebot – Readiness Check und Projektplan Erstellung in der H4S4 Planungsphase – ohne optionale Positionen</vt:lpstr>
      <vt:lpstr>Angebotene Pakete aus dem Schritt 1 – Technische Grundlagen schaffen</vt:lpstr>
      <vt:lpstr>Für eine Einschätzung der notwendigen HANA DB Code Anpassungen wird der ATC genutzt</vt:lpstr>
      <vt:lpstr>Vorgehensvorschlag für die Unterstützungsleistung bei der Anpassung des kundenindividuellen Programmcodes auf die Hana DB</vt:lpstr>
      <vt:lpstr>PowerPoint Presentation</vt:lpstr>
      <vt:lpstr>Das Upgrade des SAP HCM Systems auf H4S4 und die damit verbundenen Vorprojekte sind aus folgenden Aspekten sinnvoll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Interne Agenda / Vorgehensweise zur Vorstellung des Angebots </dc:title>
  <dc:creator>Leo Forkert</dc:creator>
  <cp:lastModifiedBy>Robin Wenzel</cp:lastModifiedBy>
  <cp:revision>3</cp:revision>
  <dcterms:created xsi:type="dcterms:W3CDTF">2023-10-13T08:18:17Z</dcterms:created>
  <dcterms:modified xsi:type="dcterms:W3CDTF">2026-02-13T16:21:38Z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0x010100FC1E43D851045E49A6854C41F2FCAE38</vt:lpwstr>
  </property>
  <property fmtid="{D5CDD505-2E9C-101B-9397-08002B2CF9AE}" pid="3" name="MediaServiceImageTags">
    <vt:lpwstr/>
  </property>
</Properties>
</file>