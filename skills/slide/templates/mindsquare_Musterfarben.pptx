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147480303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blatt" id="{F436E349-6107-F347-B61C-AF992B8FE2C6}">
          <p14:sldIdLst>
            <p14:sldId id="2147480303"/>
          </p14:sldIdLst>
        </p14:section>
        <p14:section name="Management Summary" id="{E3FD459C-B6BF-4C2D-AF5D-E328FB7A1CE2}">
          <p14:sldIdLst/>
        </p14:section>
        <p14:section name="Ebenenmodell" id="{9FCE7925-C881-AC4B-B0B9-9D26A2B258E4}">
          <p14:sldIdLst/>
        </p14:section>
        <p14:section name="Roadmap" id="{D89C1F0E-384D-1E48-BD14-A9636F6E0B83}">
          <p14:sldIdLst/>
        </p14:section>
        <p14:section name="H4S4 Readiness Check" id="{1A2F6F92-4B7E-704D-8495-87E299F46720}">
          <p14:sldIdLst/>
        </p14:section>
        <p14:section name="Abschnitt ohne Titel" id="{43096DB9-F500-0C4C-A892-96087CCD4B0A}">
          <p14:sldIdLst/>
        </p14:section>
        <p14:section name="Benefit" id="{8872DF1A-0BF4-624E-9EAA-75B35E7A98C6}">
          <p14:sldIdLst/>
        </p14:section>
        <p14:section name="Kaufmännisches Angebot" id="{474F7019-2BCF-BF41-8B4F-F287CAF8E1C6}">
          <p14:sldIdLst/>
        </p14:section>
        <p14:section name="Next Steps" id="{4F8ABBAF-E35C-F943-BD22-59A8A905FE4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750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9A0C1B-51B8-2B4B-69A7-E4373118CDD8}" name="Stefan Laschewski" initials="SL" userId="S::stefan.laschewski@mindsquare.de::d912878d-010d-4235-85a3-67d860e27688" providerId="AD"/>
  <p188:author id="{DE65BD9E-49C6-94E9-B365-ED036F903CF8}" name="Denny Meyer" initials="DM" userId="S::meyer@mindsquare.de::5d6835b4-8eb9-4bc5-8b46-c4c9e55b941e" providerId="AD"/>
  <p188:author id="{6BA161C7-8C41-0C65-83C3-67925E434A85}" name="Yannick Ruppert" initials="YR" userId="S::ruppert@mindsquare.de::1b427690-2298-4a05-b8a3-76b0f70c50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339933"/>
    <a:srgbClr val="FFE285"/>
    <a:srgbClr val="F9B691"/>
    <a:srgbClr val="EA5B0C"/>
    <a:srgbClr val="ED7D31"/>
    <a:srgbClr val="E7E7E7"/>
    <a:srgbClr val="000000"/>
    <a:srgbClr val="44546A"/>
    <a:srgbClr val="8C8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71DA2-7C35-40AA-88C4-ED67F4E83320}" v="1" dt="2023-11-09T13:44:02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750"/>
        <p:guide pos="39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Forkert" userId="da1de3ce-c07d-4b34-ace5-d498b85e34a7" providerId="ADAL" clId="{85371DA2-7C35-40AA-88C4-ED67F4E83320}"/>
    <pc:docChg chg="modSld">
      <pc:chgData name="Leo Forkert" userId="da1de3ce-c07d-4b34-ace5-d498b85e34a7" providerId="ADAL" clId="{85371DA2-7C35-40AA-88C4-ED67F4E83320}" dt="2023-11-09T13:44:02.441" v="0" actId="207"/>
      <pc:docMkLst>
        <pc:docMk/>
      </pc:docMkLst>
      <pc:sldChg chg="modSp mod">
        <pc:chgData name="Leo Forkert" userId="da1de3ce-c07d-4b34-ace5-d498b85e34a7" providerId="ADAL" clId="{85371DA2-7C35-40AA-88C4-ED67F4E83320}" dt="2023-11-09T13:44:02.441" v="0" actId="207"/>
        <pc:sldMkLst>
          <pc:docMk/>
          <pc:sldMk cId="1251246279" sldId="277"/>
        </pc:sldMkLst>
        <pc:spChg chg="mod">
          <ac:chgData name="Leo Forkert" userId="da1de3ce-c07d-4b34-ace5-d498b85e34a7" providerId="ADAL" clId="{85371DA2-7C35-40AA-88C4-ED67F4E83320}" dt="2023-11-09T13:44:02.441" v="0" actId="207"/>
          <ac:spMkLst>
            <pc:docMk/>
            <pc:sldMk cId="1251246279" sldId="277"/>
            <ac:spMk id="4" creationId="{D8A6EF60-42DA-485D-9DBE-EB2F6664BBF9}"/>
          </ac:spMkLst>
        </pc:spChg>
      </pc:sldChg>
    </pc:docChg>
  </pc:docChgLst>
  <pc:docChgLst>
    <pc:chgData name="Leo Forkert" userId="da1de3ce-c07d-4b34-ace5-d498b85e34a7" providerId="ADAL" clId="{72F1D1D0-B7AF-4FDA-A997-14AACD53D242}"/>
    <pc:docChg chg="undo redo custSel addSld delSld modSld sldOrd modMainMaster modSection">
      <pc:chgData name="Leo Forkert" userId="da1de3ce-c07d-4b34-ace5-d498b85e34a7" providerId="ADAL" clId="{72F1D1D0-B7AF-4FDA-A997-14AACD53D242}" dt="2023-10-18T10:30:14.181" v="962" actId="1076"/>
      <pc:docMkLst>
        <pc:docMk/>
      </pc:docMkLst>
      <pc:sldChg chg="modSp mod">
        <pc:chgData name="Leo Forkert" userId="da1de3ce-c07d-4b34-ace5-d498b85e34a7" providerId="ADAL" clId="{72F1D1D0-B7AF-4FDA-A997-14AACD53D242}" dt="2023-10-18T10:02:41.380" v="771" actId="207"/>
        <pc:sldMkLst>
          <pc:docMk/>
          <pc:sldMk cId="1251246279" sldId="277"/>
        </pc:sldMkLst>
        <pc:spChg chg="mod">
          <ac:chgData name="Leo Forkert" userId="da1de3ce-c07d-4b34-ace5-d498b85e34a7" providerId="ADAL" clId="{72F1D1D0-B7AF-4FDA-A997-14AACD53D242}" dt="2023-10-18T10:02:41.380" v="771" actId="207"/>
          <ac:spMkLst>
            <pc:docMk/>
            <pc:sldMk cId="1251246279" sldId="277"/>
            <ac:spMk id="4" creationId="{D8A6EF60-42DA-485D-9DBE-EB2F6664BBF9}"/>
          </ac:spMkLst>
        </pc:spChg>
      </pc:sldChg>
      <pc:sldChg chg="modSp mod">
        <pc:chgData name="Leo Forkert" userId="da1de3ce-c07d-4b34-ace5-d498b85e34a7" providerId="ADAL" clId="{72F1D1D0-B7AF-4FDA-A997-14AACD53D242}" dt="2023-10-13T09:01:58.667" v="58" actId="207"/>
        <pc:sldMkLst>
          <pc:docMk/>
          <pc:sldMk cId="1979441139" sldId="12332"/>
        </pc:sldMkLst>
        <pc:spChg chg="mod">
          <ac:chgData name="Leo Forkert" userId="da1de3ce-c07d-4b34-ace5-d498b85e34a7" providerId="ADAL" clId="{72F1D1D0-B7AF-4FDA-A997-14AACD53D242}" dt="2023-10-13T08:59:03.025" v="16" actId="207"/>
          <ac:spMkLst>
            <pc:docMk/>
            <pc:sldMk cId="1979441139" sldId="12332"/>
            <ac:spMk id="4" creationId="{B87906EA-1820-489D-B89F-D98159038368}"/>
          </ac:spMkLst>
        </pc:spChg>
        <pc:spChg chg="mod">
          <ac:chgData name="Leo Forkert" userId="da1de3ce-c07d-4b34-ace5-d498b85e34a7" providerId="ADAL" clId="{72F1D1D0-B7AF-4FDA-A997-14AACD53D242}" dt="2023-10-13T08:58:19.005" v="10" actId="207"/>
          <ac:spMkLst>
            <pc:docMk/>
            <pc:sldMk cId="1979441139" sldId="12332"/>
            <ac:spMk id="16" creationId="{1F138E61-7274-AE40-843C-02EC26634137}"/>
          </ac:spMkLst>
        </pc:spChg>
        <pc:spChg chg="mod">
          <ac:chgData name="Leo Forkert" userId="da1de3ce-c07d-4b34-ace5-d498b85e34a7" providerId="ADAL" clId="{72F1D1D0-B7AF-4FDA-A997-14AACD53D242}" dt="2023-10-13T08:58:24.549" v="11" actId="207"/>
          <ac:spMkLst>
            <pc:docMk/>
            <pc:sldMk cId="1979441139" sldId="12332"/>
            <ac:spMk id="18" creationId="{546E2846-51A7-3FF0-ED04-4C8816628CEC}"/>
          </ac:spMkLst>
        </pc:spChg>
        <pc:spChg chg="mod">
          <ac:chgData name="Leo Forkert" userId="da1de3ce-c07d-4b34-ace5-d498b85e34a7" providerId="ADAL" clId="{72F1D1D0-B7AF-4FDA-A997-14AACD53D242}" dt="2023-10-13T08:58:19.005" v="10" actId="207"/>
          <ac:spMkLst>
            <pc:docMk/>
            <pc:sldMk cId="1979441139" sldId="12332"/>
            <ac:spMk id="19" creationId="{025F247C-5DDB-87EF-B87F-0F68DA29F3D1}"/>
          </ac:spMkLst>
        </pc:spChg>
        <pc:spChg chg="mod">
          <ac:chgData name="Leo Forkert" userId="da1de3ce-c07d-4b34-ace5-d498b85e34a7" providerId="ADAL" clId="{72F1D1D0-B7AF-4FDA-A997-14AACD53D242}" dt="2023-10-13T08:50:16.813" v="3" actId="207"/>
          <ac:spMkLst>
            <pc:docMk/>
            <pc:sldMk cId="1979441139" sldId="12332"/>
            <ac:spMk id="39" creationId="{75AF81C5-F4B6-5756-A257-6E3B015C53AA}"/>
          </ac:spMkLst>
        </pc:spChg>
        <pc:spChg chg="mod">
          <ac:chgData name="Leo Forkert" userId="da1de3ce-c07d-4b34-ace5-d498b85e34a7" providerId="ADAL" clId="{72F1D1D0-B7AF-4FDA-A997-14AACD53D242}" dt="2023-10-13T09:01:58.480" v="57" actId="207"/>
          <ac:spMkLst>
            <pc:docMk/>
            <pc:sldMk cId="1979441139" sldId="12332"/>
            <ac:spMk id="40" creationId="{EA46EF24-0433-0853-055A-D2021924175E}"/>
          </ac:spMkLst>
        </pc:spChg>
        <pc:spChg chg="mod">
          <ac:chgData name="Leo Forkert" userId="da1de3ce-c07d-4b34-ace5-d498b85e34a7" providerId="ADAL" clId="{72F1D1D0-B7AF-4FDA-A997-14AACD53D242}" dt="2023-10-13T08:57:51.279" v="6" actId="207"/>
          <ac:spMkLst>
            <pc:docMk/>
            <pc:sldMk cId="1979441139" sldId="12332"/>
            <ac:spMk id="46" creationId="{88DBF58E-A3AB-D4C7-8B02-3CB1DE2AD79D}"/>
          </ac:spMkLst>
        </pc:spChg>
        <pc:spChg chg="mod">
          <ac:chgData name="Leo Forkert" userId="da1de3ce-c07d-4b34-ace5-d498b85e34a7" providerId="ADAL" clId="{72F1D1D0-B7AF-4FDA-A997-14AACD53D242}" dt="2023-10-13T08:58:01.719" v="7" actId="207"/>
          <ac:spMkLst>
            <pc:docMk/>
            <pc:sldMk cId="1979441139" sldId="12332"/>
            <ac:spMk id="47" creationId="{4B9E6769-48D1-0DD8-533D-4B6D38E3C7DE}"/>
          </ac:spMkLst>
        </pc:spChg>
        <pc:spChg chg="mod">
          <ac:chgData name="Leo Forkert" userId="da1de3ce-c07d-4b34-ace5-d498b85e34a7" providerId="ADAL" clId="{72F1D1D0-B7AF-4FDA-A997-14AACD53D242}" dt="2023-10-13T08:58:01.719" v="7" actId="207"/>
          <ac:spMkLst>
            <pc:docMk/>
            <pc:sldMk cId="1979441139" sldId="12332"/>
            <ac:spMk id="48" creationId="{7B8D6186-25A5-906E-736F-2D12CFE7E241}"/>
          </ac:spMkLst>
        </pc:spChg>
        <pc:spChg chg="mod">
          <ac:chgData name="Leo Forkert" userId="da1de3ce-c07d-4b34-ace5-d498b85e34a7" providerId="ADAL" clId="{72F1D1D0-B7AF-4FDA-A997-14AACD53D242}" dt="2023-10-13T08:58:01.719" v="7" actId="207"/>
          <ac:spMkLst>
            <pc:docMk/>
            <pc:sldMk cId="1979441139" sldId="12332"/>
            <ac:spMk id="49" creationId="{A360C5BF-9F8C-A84B-A80F-8FC3E68792AC}"/>
          </ac:spMkLst>
        </pc:spChg>
        <pc:spChg chg="mod">
          <ac:chgData name="Leo Forkert" userId="da1de3ce-c07d-4b34-ace5-d498b85e34a7" providerId="ADAL" clId="{72F1D1D0-B7AF-4FDA-A997-14AACD53D242}" dt="2023-10-13T08:58:08.596" v="8" actId="207"/>
          <ac:spMkLst>
            <pc:docMk/>
            <pc:sldMk cId="1979441139" sldId="12332"/>
            <ac:spMk id="50" creationId="{AF2AF62C-1E61-4218-E55C-5F2E618A1C3A}"/>
          </ac:spMkLst>
        </pc:spChg>
        <pc:spChg chg="mod">
          <ac:chgData name="Leo Forkert" userId="da1de3ce-c07d-4b34-ace5-d498b85e34a7" providerId="ADAL" clId="{72F1D1D0-B7AF-4FDA-A997-14AACD53D242}" dt="2023-10-13T08:57:43.216" v="5" actId="207"/>
          <ac:spMkLst>
            <pc:docMk/>
            <pc:sldMk cId="1979441139" sldId="12332"/>
            <ac:spMk id="53" creationId="{8DD4105A-CB16-0A59-4EDB-A6CF2AE2B4A7}"/>
          </ac:spMkLst>
        </pc:spChg>
        <pc:grpChg chg="mod">
          <ac:chgData name="Leo Forkert" userId="da1de3ce-c07d-4b34-ace5-d498b85e34a7" providerId="ADAL" clId="{72F1D1D0-B7AF-4FDA-A997-14AACD53D242}" dt="2023-10-13T08:58:19.005" v="10" actId="207"/>
          <ac:grpSpMkLst>
            <pc:docMk/>
            <pc:sldMk cId="1979441139" sldId="12332"/>
            <ac:grpSpMk id="15" creationId="{68648E4A-19F2-6C74-44D7-7E6A2B2CCA4E}"/>
          </ac:grpSpMkLst>
        </pc:grpChg>
        <pc:grpChg chg="mod">
          <ac:chgData name="Leo Forkert" userId="da1de3ce-c07d-4b34-ace5-d498b85e34a7" providerId="ADAL" clId="{72F1D1D0-B7AF-4FDA-A997-14AACD53D242}" dt="2023-10-13T08:58:19.005" v="10" actId="207"/>
          <ac:grpSpMkLst>
            <pc:docMk/>
            <pc:sldMk cId="1979441139" sldId="12332"/>
            <ac:grpSpMk id="17" creationId="{54FED489-F312-6DDF-2B53-6AB0F46E028C}"/>
          </ac:grpSpMkLst>
        </pc:grpChg>
        <pc:picChg chg="mod">
          <ac:chgData name="Leo Forkert" userId="da1de3ce-c07d-4b34-ace5-d498b85e34a7" providerId="ADAL" clId="{72F1D1D0-B7AF-4FDA-A997-14AACD53D242}" dt="2023-10-13T08:57:37.872" v="4" actId="207"/>
          <ac:picMkLst>
            <pc:docMk/>
            <pc:sldMk cId="1979441139" sldId="12332"/>
            <ac:picMk id="23" creationId="{98058708-30E2-5706-49C3-6434458009F1}"/>
          </ac:picMkLst>
        </pc:picChg>
        <pc:picChg chg="mod">
          <ac:chgData name="Leo Forkert" userId="da1de3ce-c07d-4b34-ace5-d498b85e34a7" providerId="ADAL" clId="{72F1D1D0-B7AF-4FDA-A997-14AACD53D242}" dt="2023-10-13T09:01:58.667" v="58" actId="207"/>
          <ac:picMkLst>
            <pc:docMk/>
            <pc:sldMk cId="1979441139" sldId="12332"/>
            <ac:picMk id="55" creationId="{524B93E5-BD70-4510-166D-CBD0C8486E60}"/>
          </ac:picMkLst>
        </pc:picChg>
      </pc:sldChg>
      <pc:sldChg chg="modSp mod">
        <pc:chgData name="Leo Forkert" userId="da1de3ce-c07d-4b34-ace5-d498b85e34a7" providerId="ADAL" clId="{72F1D1D0-B7AF-4FDA-A997-14AACD53D242}" dt="2023-10-18T10:02:52.322" v="774" actId="207"/>
        <pc:sldMkLst>
          <pc:docMk/>
          <pc:sldMk cId="4086396984" sldId="12477"/>
        </pc:sldMkLst>
        <pc:spChg chg="mod">
          <ac:chgData name="Leo Forkert" userId="da1de3ce-c07d-4b34-ace5-d498b85e34a7" providerId="ADAL" clId="{72F1D1D0-B7AF-4FDA-A997-14AACD53D242}" dt="2023-10-18T10:02:52.322" v="774" actId="207"/>
          <ac:spMkLst>
            <pc:docMk/>
            <pc:sldMk cId="4086396984" sldId="12477"/>
            <ac:spMk id="5" creationId="{4655227C-5EC1-D52A-4150-1342C47DDB00}"/>
          </ac:spMkLst>
        </pc:spChg>
        <pc:spChg chg="mod">
          <ac:chgData name="Leo Forkert" userId="da1de3ce-c07d-4b34-ace5-d498b85e34a7" providerId="ADAL" clId="{72F1D1D0-B7AF-4FDA-A997-14AACD53D242}" dt="2023-10-18T10:02:46.995" v="772" actId="207"/>
          <ac:spMkLst>
            <pc:docMk/>
            <pc:sldMk cId="4086396984" sldId="12477"/>
            <ac:spMk id="12" creationId="{5A6A5F3C-208A-18DF-9D08-2C297CE1E57C}"/>
          </ac:spMkLst>
        </pc:spChg>
        <pc:spChg chg="mod">
          <ac:chgData name="Leo Forkert" userId="da1de3ce-c07d-4b34-ace5-d498b85e34a7" providerId="ADAL" clId="{72F1D1D0-B7AF-4FDA-A997-14AACD53D242}" dt="2023-10-18T10:02:49.450" v="773" actId="207"/>
          <ac:spMkLst>
            <pc:docMk/>
            <pc:sldMk cId="4086396984" sldId="12477"/>
            <ac:spMk id="28" creationId="{AA9B1ADB-1B87-8F10-F1EA-FB13070BAC8E}"/>
          </ac:spMkLst>
        </pc:spChg>
      </pc:sldChg>
      <pc:sldChg chg="modSp mod">
        <pc:chgData name="Leo Forkert" userId="da1de3ce-c07d-4b34-ace5-d498b85e34a7" providerId="ADAL" clId="{72F1D1D0-B7AF-4FDA-A997-14AACD53D242}" dt="2023-10-17T09:59:35.471" v="597" actId="207"/>
        <pc:sldMkLst>
          <pc:docMk/>
          <pc:sldMk cId="2284245252" sldId="12478"/>
        </pc:sldMkLst>
        <pc:spChg chg="mod">
          <ac:chgData name="Leo Forkert" userId="da1de3ce-c07d-4b34-ace5-d498b85e34a7" providerId="ADAL" clId="{72F1D1D0-B7AF-4FDA-A997-14AACD53D242}" dt="2023-10-13T10:03:19.406" v="370" actId="207"/>
          <ac:spMkLst>
            <pc:docMk/>
            <pc:sldMk cId="2284245252" sldId="12478"/>
            <ac:spMk id="2" creationId="{452BFB04-EF66-FDD4-A33C-71DA3999B7B9}"/>
          </ac:spMkLst>
        </pc:spChg>
        <pc:spChg chg="mod">
          <ac:chgData name="Leo Forkert" userId="da1de3ce-c07d-4b34-ace5-d498b85e34a7" providerId="ADAL" clId="{72F1D1D0-B7AF-4FDA-A997-14AACD53D242}" dt="2023-10-17T09:58:39.135" v="594" actId="207"/>
          <ac:spMkLst>
            <pc:docMk/>
            <pc:sldMk cId="2284245252" sldId="12478"/>
            <ac:spMk id="5" creationId="{A5613AB9-69B8-871E-58E4-7CF34DC33F36}"/>
          </ac:spMkLst>
        </pc:spChg>
        <pc:spChg chg="mod">
          <ac:chgData name="Leo Forkert" userId="da1de3ce-c07d-4b34-ace5-d498b85e34a7" providerId="ADAL" clId="{72F1D1D0-B7AF-4FDA-A997-14AACD53D242}" dt="2023-10-13T10:00:08.623" v="332" actId="207"/>
          <ac:spMkLst>
            <pc:docMk/>
            <pc:sldMk cId="2284245252" sldId="12478"/>
            <ac:spMk id="6" creationId="{04BD00FA-00A5-157D-7E7B-F45B18FE2E87}"/>
          </ac:spMkLst>
        </pc:spChg>
        <pc:spChg chg="mod">
          <ac:chgData name="Leo Forkert" userId="da1de3ce-c07d-4b34-ace5-d498b85e34a7" providerId="ADAL" clId="{72F1D1D0-B7AF-4FDA-A997-14AACD53D242}" dt="2023-10-13T10:02:02" v="358" actId="12"/>
          <ac:spMkLst>
            <pc:docMk/>
            <pc:sldMk cId="2284245252" sldId="12478"/>
            <ac:spMk id="19" creationId="{9AA6699E-14C8-2A11-164B-6BA3DA2BD15B}"/>
          </ac:spMkLst>
        </pc:spChg>
        <pc:spChg chg="mod">
          <ac:chgData name="Leo Forkert" userId="da1de3ce-c07d-4b34-ace5-d498b85e34a7" providerId="ADAL" clId="{72F1D1D0-B7AF-4FDA-A997-14AACD53D242}" dt="2023-10-13T10:02:13.610" v="360" actId="207"/>
          <ac:spMkLst>
            <pc:docMk/>
            <pc:sldMk cId="2284245252" sldId="12478"/>
            <ac:spMk id="21" creationId="{3EEAD4A7-3983-267D-F8D1-31A4F5CB7254}"/>
          </ac:spMkLst>
        </pc:spChg>
        <pc:spChg chg="mod">
          <ac:chgData name="Leo Forkert" userId="da1de3ce-c07d-4b34-ace5-d498b85e34a7" providerId="ADAL" clId="{72F1D1D0-B7AF-4FDA-A997-14AACD53D242}" dt="2023-10-17T09:59:35.471" v="597" actId="207"/>
          <ac:spMkLst>
            <pc:docMk/>
            <pc:sldMk cId="2284245252" sldId="12478"/>
            <ac:spMk id="31" creationId="{B28AB4EC-ACE8-F9C8-ABC6-2674F93F903A}"/>
          </ac:spMkLst>
        </pc:spChg>
        <pc:spChg chg="mod">
          <ac:chgData name="Leo Forkert" userId="da1de3ce-c07d-4b34-ace5-d498b85e34a7" providerId="ADAL" clId="{72F1D1D0-B7AF-4FDA-A997-14AACD53D242}" dt="2023-10-17T09:59:35.471" v="597" actId="207"/>
          <ac:spMkLst>
            <pc:docMk/>
            <pc:sldMk cId="2284245252" sldId="12478"/>
            <ac:spMk id="32" creationId="{7E6C6EC7-F213-8A21-1FFF-FD608EA8437A}"/>
          </ac:spMkLst>
        </pc:spChg>
        <pc:spChg chg="mod">
          <ac:chgData name="Leo Forkert" userId="da1de3ce-c07d-4b34-ace5-d498b85e34a7" providerId="ADAL" clId="{72F1D1D0-B7AF-4FDA-A997-14AACD53D242}" dt="2023-10-17T09:59:35.471" v="597" actId="207"/>
          <ac:spMkLst>
            <pc:docMk/>
            <pc:sldMk cId="2284245252" sldId="12478"/>
            <ac:spMk id="33" creationId="{5C480C3E-5316-206F-BBB7-0234C66867A9}"/>
          </ac:spMkLst>
        </pc:spChg>
        <pc:spChg chg="mod">
          <ac:chgData name="Leo Forkert" userId="da1de3ce-c07d-4b34-ace5-d498b85e34a7" providerId="ADAL" clId="{72F1D1D0-B7AF-4FDA-A997-14AACD53D242}" dt="2023-10-13T10:02:01.869" v="357" actId="12"/>
          <ac:spMkLst>
            <pc:docMk/>
            <pc:sldMk cId="2284245252" sldId="12478"/>
            <ac:spMk id="52" creationId="{5EAE7526-FCCF-857E-BE73-7EF26ED60990}"/>
          </ac:spMkLst>
        </pc:spChg>
        <pc:spChg chg="mod">
          <ac:chgData name="Leo Forkert" userId="da1de3ce-c07d-4b34-ace5-d498b85e34a7" providerId="ADAL" clId="{72F1D1D0-B7AF-4FDA-A997-14AACD53D242}" dt="2023-10-13T10:02:01.738" v="356" actId="12"/>
          <ac:spMkLst>
            <pc:docMk/>
            <pc:sldMk cId="2284245252" sldId="12478"/>
            <ac:spMk id="60" creationId="{BD798AE7-4756-D3A3-ADFF-E9BD99CD8404}"/>
          </ac:spMkLst>
        </pc:spChg>
        <pc:spChg chg="mod">
          <ac:chgData name="Leo Forkert" userId="da1de3ce-c07d-4b34-ace5-d498b85e34a7" providerId="ADAL" clId="{72F1D1D0-B7AF-4FDA-A997-14AACD53D242}" dt="2023-10-13T10:02:01.585" v="355" actId="12"/>
          <ac:spMkLst>
            <pc:docMk/>
            <pc:sldMk cId="2284245252" sldId="12478"/>
            <ac:spMk id="68" creationId="{FC48390A-5D80-4B36-83DA-5B8DB24D786F}"/>
          </ac:spMkLst>
        </pc:spChg>
        <pc:spChg chg="mod">
          <ac:chgData name="Leo Forkert" userId="da1de3ce-c07d-4b34-ace5-d498b85e34a7" providerId="ADAL" clId="{72F1D1D0-B7AF-4FDA-A997-14AACD53D242}" dt="2023-10-13T10:02:01.422" v="354" actId="12"/>
          <ac:spMkLst>
            <pc:docMk/>
            <pc:sldMk cId="2284245252" sldId="12478"/>
            <ac:spMk id="76" creationId="{DD6F36BB-046B-81A6-FCFC-9DE2B8737BAD}"/>
          </ac:spMkLst>
        </pc:spChg>
        <pc:spChg chg="mod">
          <ac:chgData name="Leo Forkert" userId="da1de3ce-c07d-4b34-ace5-d498b85e34a7" providerId="ADAL" clId="{72F1D1D0-B7AF-4FDA-A997-14AACD53D242}" dt="2023-10-13T10:00:03" v="331" actId="207"/>
          <ac:spMkLst>
            <pc:docMk/>
            <pc:sldMk cId="2284245252" sldId="12478"/>
            <ac:spMk id="91" creationId="{4DD084CF-53E4-464E-AE02-E9EB947B6580}"/>
          </ac:spMkLst>
        </pc:spChg>
        <pc:spChg chg="mod">
          <ac:chgData name="Leo Forkert" userId="da1de3ce-c07d-4b34-ace5-d498b85e34a7" providerId="ADAL" clId="{72F1D1D0-B7AF-4FDA-A997-14AACD53D242}" dt="2023-10-17T09:58:49.157" v="595" actId="207"/>
          <ac:spMkLst>
            <pc:docMk/>
            <pc:sldMk cId="2284245252" sldId="12478"/>
            <ac:spMk id="93" creationId="{5EBB2CE6-9880-F2BC-3DA3-4E0D69F17079}"/>
          </ac:spMkLst>
        </pc:spChg>
        <pc:spChg chg="mod">
          <ac:chgData name="Leo Forkert" userId="da1de3ce-c07d-4b34-ace5-d498b85e34a7" providerId="ADAL" clId="{72F1D1D0-B7AF-4FDA-A997-14AACD53D242}" dt="2023-10-13T10:00:16.395" v="334" actId="207"/>
          <ac:spMkLst>
            <pc:docMk/>
            <pc:sldMk cId="2284245252" sldId="12478"/>
            <ac:spMk id="97" creationId="{C5A0DB64-4C8D-4A4C-AEA7-AA660BD9D7BC}"/>
          </ac:spMkLst>
        </pc:spChg>
        <pc:spChg chg="mod">
          <ac:chgData name="Leo Forkert" userId="da1de3ce-c07d-4b34-ace5-d498b85e34a7" providerId="ADAL" clId="{72F1D1D0-B7AF-4FDA-A997-14AACD53D242}" dt="2023-10-13T10:02:40.151" v="367" actId="207"/>
          <ac:spMkLst>
            <pc:docMk/>
            <pc:sldMk cId="2284245252" sldId="12478"/>
            <ac:spMk id="102" creationId="{14D5F591-6BA8-4477-A836-6C0459003771}"/>
          </ac:spMkLst>
        </pc:spChg>
        <pc:grpChg chg="mod">
          <ac:chgData name="Leo Forkert" userId="da1de3ce-c07d-4b34-ace5-d498b85e34a7" providerId="ADAL" clId="{72F1D1D0-B7AF-4FDA-A997-14AACD53D242}" dt="2023-10-13T10:00:51.197" v="341" actId="1076"/>
          <ac:grpSpMkLst>
            <pc:docMk/>
            <pc:sldMk cId="2284245252" sldId="12478"/>
            <ac:grpSpMk id="7" creationId="{5671F1BD-2164-4351-A0C5-AAD1863244B9}"/>
          </ac:grpSpMkLst>
        </pc:grpChg>
        <pc:grpChg chg="mod">
          <ac:chgData name="Leo Forkert" userId="da1de3ce-c07d-4b34-ace5-d498b85e34a7" providerId="ADAL" clId="{72F1D1D0-B7AF-4FDA-A997-14AACD53D242}" dt="2023-10-13T10:00:51.197" v="341" actId="1076"/>
          <ac:grpSpMkLst>
            <pc:docMk/>
            <pc:sldMk cId="2284245252" sldId="12478"/>
            <ac:grpSpMk id="9" creationId="{34D9742A-A233-4C2C-BC47-45C2E2D198A4}"/>
          </ac:grpSpMkLst>
        </pc:grpChg>
        <pc:grpChg chg="mod">
          <ac:chgData name="Leo Forkert" userId="da1de3ce-c07d-4b34-ace5-d498b85e34a7" providerId="ADAL" clId="{72F1D1D0-B7AF-4FDA-A997-14AACD53D242}" dt="2023-10-13T10:00:51.034" v="340" actId="1076"/>
          <ac:grpSpMkLst>
            <pc:docMk/>
            <pc:sldMk cId="2284245252" sldId="12478"/>
            <ac:grpSpMk id="13" creationId="{D6DB1696-904A-418C-B9FB-5AC5879D0B49}"/>
          </ac:grpSpMkLst>
        </pc:grpChg>
        <pc:grpChg chg="mod">
          <ac:chgData name="Leo Forkert" userId="da1de3ce-c07d-4b34-ace5-d498b85e34a7" providerId="ADAL" clId="{72F1D1D0-B7AF-4FDA-A997-14AACD53D242}" dt="2023-10-13T10:00:51.197" v="341" actId="1076"/>
          <ac:grpSpMkLst>
            <pc:docMk/>
            <pc:sldMk cId="2284245252" sldId="12478"/>
            <ac:grpSpMk id="66" creationId="{218DA4F6-0403-B103-BA34-0D0F755CC5E8}"/>
          </ac:grpSpMkLst>
        </pc:grpChg>
      </pc:sldChg>
      <pc:sldChg chg="addSp delSp modSp mod">
        <pc:chgData name="Leo Forkert" userId="da1de3ce-c07d-4b34-ace5-d498b85e34a7" providerId="ADAL" clId="{72F1D1D0-B7AF-4FDA-A997-14AACD53D242}" dt="2023-10-13T10:39:12.925" v="491" actId="2085"/>
        <pc:sldMkLst>
          <pc:docMk/>
          <pc:sldMk cId="2306012793" sldId="12486"/>
        </pc:sldMkLst>
        <pc:spChg chg="mod">
          <ac:chgData name="Leo Forkert" userId="da1de3ce-c07d-4b34-ace5-d498b85e34a7" providerId="ADAL" clId="{72F1D1D0-B7AF-4FDA-A997-14AACD53D242}" dt="2023-10-13T10:26:07.217" v="386" actId="207"/>
          <ac:spMkLst>
            <pc:docMk/>
            <pc:sldMk cId="2306012793" sldId="12486"/>
            <ac:spMk id="3" creationId="{34E65EF6-3D9C-82CA-6D1D-862F4B5E6F1B}"/>
          </ac:spMkLst>
        </pc:spChg>
        <pc:spChg chg="mod">
          <ac:chgData name="Leo Forkert" userId="da1de3ce-c07d-4b34-ace5-d498b85e34a7" providerId="ADAL" clId="{72F1D1D0-B7AF-4FDA-A997-14AACD53D242}" dt="2023-10-13T10:37:06.833" v="477" actId="208"/>
          <ac:spMkLst>
            <pc:docMk/>
            <pc:sldMk cId="2306012793" sldId="12486"/>
            <ac:spMk id="4" creationId="{370655D3-F178-46CD-BE47-1D290FF24F41}"/>
          </ac:spMkLst>
        </pc:spChg>
        <pc:spChg chg="mod ord">
          <ac:chgData name="Leo Forkert" userId="da1de3ce-c07d-4b34-ace5-d498b85e34a7" providerId="ADAL" clId="{72F1D1D0-B7AF-4FDA-A997-14AACD53D242}" dt="2023-10-13T10:37:35.907" v="483" actId="207"/>
          <ac:spMkLst>
            <pc:docMk/>
            <pc:sldMk cId="2306012793" sldId="12486"/>
            <ac:spMk id="5" creationId="{14FB21C9-3B39-49AB-BF6E-3996F3AF81CB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" creationId="{5283E97E-DBC6-67EE-13A6-4A209FFB2741}"/>
          </ac:spMkLst>
        </pc:spChg>
        <pc:spChg chg="mod">
          <ac:chgData name="Leo Forkert" userId="da1de3ce-c07d-4b34-ace5-d498b85e34a7" providerId="ADAL" clId="{72F1D1D0-B7AF-4FDA-A997-14AACD53D242}" dt="2023-10-13T10:39:12.925" v="491" actId="2085"/>
          <ac:spMkLst>
            <pc:docMk/>
            <pc:sldMk cId="2306012793" sldId="12486"/>
            <ac:spMk id="10" creationId="{442A4E8E-F8C0-951F-1CBE-B75B89544342}"/>
          </ac:spMkLst>
        </pc:spChg>
        <pc:spChg chg="mod">
          <ac:chgData name="Leo Forkert" userId="da1de3ce-c07d-4b34-ace5-d498b85e34a7" providerId="ADAL" clId="{72F1D1D0-B7AF-4FDA-A997-14AACD53D242}" dt="2023-10-13T10:26:39.274" v="388" actId="12"/>
          <ac:spMkLst>
            <pc:docMk/>
            <pc:sldMk cId="2306012793" sldId="12486"/>
            <ac:spMk id="12" creationId="{FDE31625-9697-3230-BC99-D9D993821255}"/>
          </ac:spMkLst>
        </pc:spChg>
        <pc:spChg chg="mod">
          <ac:chgData name="Leo Forkert" userId="da1de3ce-c07d-4b34-ace5-d498b85e34a7" providerId="ADAL" clId="{72F1D1D0-B7AF-4FDA-A997-14AACD53D242}" dt="2023-10-13T10:27:00.968" v="391" actId="207"/>
          <ac:spMkLst>
            <pc:docMk/>
            <pc:sldMk cId="2306012793" sldId="12486"/>
            <ac:spMk id="13" creationId="{95D190B1-E2A3-611C-4C0E-25BCB5565E6B}"/>
          </ac:spMkLst>
        </pc:spChg>
        <pc:spChg chg="mod">
          <ac:chgData name="Leo Forkert" userId="da1de3ce-c07d-4b34-ace5-d498b85e34a7" providerId="ADAL" clId="{72F1D1D0-B7AF-4FDA-A997-14AACD53D242}" dt="2023-10-13T10:26:57.225" v="390" actId="207"/>
          <ac:spMkLst>
            <pc:docMk/>
            <pc:sldMk cId="2306012793" sldId="12486"/>
            <ac:spMk id="14" creationId="{33D6AE16-B3AD-C53D-4057-AFB8FA2E8536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5" creationId="{912101E7-3D4D-5C4E-AF3C-16ABCA4188EE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6" creationId="{2393C31B-314B-1810-1DE4-3138A5B36B18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7" creationId="{945A01A1-56E2-9F01-82F4-14988D102418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8" creationId="{914CC79B-7F49-21B8-FB48-7028570C39C0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19" creationId="{FBF5FBA7-BD94-9637-15D7-F3C0A95A7A45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0" creationId="{C7AF85FC-5002-C7AE-BBCD-605E9E559A1B}"/>
          </ac:spMkLst>
        </pc:spChg>
        <pc:spChg chg="mod">
          <ac:chgData name="Leo Forkert" userId="da1de3ce-c07d-4b34-ace5-d498b85e34a7" providerId="ADAL" clId="{72F1D1D0-B7AF-4FDA-A997-14AACD53D242}" dt="2023-10-13T10:28:12.356" v="394" actId="207"/>
          <ac:spMkLst>
            <pc:docMk/>
            <pc:sldMk cId="2306012793" sldId="12486"/>
            <ac:spMk id="21" creationId="{3A3B0CBC-41AE-2DB4-8775-EEF2B43B2C0E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2" creationId="{DBC26B28-2C10-7247-C507-5DD5969523BE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3" creationId="{E289F7E2-DBE0-147A-22AF-CEB996A5F4D2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4" creationId="{0A94A260-26C5-2503-8140-4219C6EF7B19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5" creationId="{E47D5E7D-37EA-0D0D-1234-2CCD472FD5A4}"/>
          </ac:spMkLst>
        </pc:spChg>
        <pc:spChg chg="mod">
          <ac:chgData name="Leo Forkert" userId="da1de3ce-c07d-4b34-ace5-d498b85e34a7" providerId="ADAL" clId="{72F1D1D0-B7AF-4FDA-A997-14AACD53D242}" dt="2023-10-13T10:28:08.370" v="393" actId="207"/>
          <ac:spMkLst>
            <pc:docMk/>
            <pc:sldMk cId="2306012793" sldId="12486"/>
            <ac:spMk id="26" creationId="{F2AFA9A3-12E6-0F43-E28F-3B3E690858CD}"/>
          </ac:spMkLst>
        </pc:spChg>
        <pc:spChg chg="mod">
          <ac:chgData name="Leo Forkert" userId="da1de3ce-c07d-4b34-ace5-d498b85e34a7" providerId="ADAL" clId="{72F1D1D0-B7AF-4FDA-A997-14AACD53D242}" dt="2023-10-13T10:26:52.874" v="389" actId="207"/>
          <ac:spMkLst>
            <pc:docMk/>
            <pc:sldMk cId="2306012793" sldId="12486"/>
            <ac:spMk id="27" creationId="{ABF1790F-68C5-A537-01E0-E02A6AFD3711}"/>
          </ac:spMkLst>
        </pc:spChg>
        <pc:spChg chg="mod">
          <ac:chgData name="Leo Forkert" userId="da1de3ce-c07d-4b34-ace5-d498b85e34a7" providerId="ADAL" clId="{72F1D1D0-B7AF-4FDA-A997-14AACD53D242}" dt="2023-10-13T10:27:36.498" v="392" actId="207"/>
          <ac:spMkLst>
            <pc:docMk/>
            <pc:sldMk cId="2306012793" sldId="12486"/>
            <ac:spMk id="32" creationId="{8866A390-0B3F-20C4-7936-6FB23ACE2F6B}"/>
          </ac:spMkLst>
        </pc:spChg>
        <pc:spChg chg="mod">
          <ac:chgData name="Leo Forkert" userId="da1de3ce-c07d-4b34-ace5-d498b85e34a7" providerId="ADAL" clId="{72F1D1D0-B7AF-4FDA-A997-14AACD53D242}" dt="2023-10-13T10:27:36.498" v="392" actId="207"/>
          <ac:spMkLst>
            <pc:docMk/>
            <pc:sldMk cId="2306012793" sldId="12486"/>
            <ac:spMk id="33" creationId="{B6CF35E1-D392-B45C-913D-F1A230D9984B}"/>
          </ac:spMkLst>
        </pc:spChg>
        <pc:spChg chg="mod">
          <ac:chgData name="Leo Forkert" userId="da1de3ce-c07d-4b34-ace5-d498b85e34a7" providerId="ADAL" clId="{72F1D1D0-B7AF-4FDA-A997-14AACD53D242}" dt="2023-10-13T10:31:00.171" v="440" actId="207"/>
          <ac:spMkLst>
            <pc:docMk/>
            <pc:sldMk cId="2306012793" sldId="12486"/>
            <ac:spMk id="34" creationId="{C63BB304-77C5-6745-2C5E-55E1E8A09768}"/>
          </ac:spMkLst>
        </pc:spChg>
        <pc:spChg chg="mod">
          <ac:chgData name="Leo Forkert" userId="da1de3ce-c07d-4b34-ace5-d498b85e34a7" providerId="ADAL" clId="{72F1D1D0-B7AF-4FDA-A997-14AACD53D242}" dt="2023-10-13T10:23:51.876" v="372" actId="2085"/>
          <ac:spMkLst>
            <pc:docMk/>
            <pc:sldMk cId="2306012793" sldId="12486"/>
            <ac:spMk id="35" creationId="{2EDC4615-58CD-2916-E0FA-94C982B9AE5C}"/>
          </ac:spMkLst>
        </pc:spChg>
        <pc:spChg chg="mod">
          <ac:chgData name="Leo Forkert" userId="da1de3ce-c07d-4b34-ace5-d498b85e34a7" providerId="ADAL" clId="{72F1D1D0-B7AF-4FDA-A997-14AACD53D242}" dt="2023-10-13T10:27:36.498" v="392" actId="207"/>
          <ac:spMkLst>
            <pc:docMk/>
            <pc:sldMk cId="2306012793" sldId="12486"/>
            <ac:spMk id="36" creationId="{5B1D1BFB-DFF0-A73F-91B5-E5B97A566AF6}"/>
          </ac:spMkLst>
        </pc:spChg>
        <pc:spChg chg="mod">
          <ac:chgData name="Leo Forkert" userId="da1de3ce-c07d-4b34-ace5-d498b85e34a7" providerId="ADAL" clId="{72F1D1D0-B7AF-4FDA-A997-14AACD53D242}" dt="2023-10-13T10:27:36.498" v="392" actId="207"/>
          <ac:spMkLst>
            <pc:docMk/>
            <pc:sldMk cId="2306012793" sldId="12486"/>
            <ac:spMk id="37" creationId="{C7DD3E2E-745B-E58C-E6AF-62E87FA22939}"/>
          </ac:spMkLst>
        </pc:spChg>
        <pc:spChg chg="mod">
          <ac:chgData name="Leo Forkert" userId="da1de3ce-c07d-4b34-ace5-d498b85e34a7" providerId="ADAL" clId="{72F1D1D0-B7AF-4FDA-A997-14AACD53D242}" dt="2023-10-13T10:37:15.418" v="479" actId="14100"/>
          <ac:spMkLst>
            <pc:docMk/>
            <pc:sldMk cId="2306012793" sldId="12486"/>
            <ac:spMk id="38" creationId="{396C370B-ED12-C940-7AF1-DA78A8A247F7}"/>
          </ac:spMkLst>
        </pc:spChg>
        <pc:spChg chg="mod">
          <ac:chgData name="Leo Forkert" userId="da1de3ce-c07d-4b34-ace5-d498b85e34a7" providerId="ADAL" clId="{72F1D1D0-B7AF-4FDA-A997-14AACD53D242}" dt="2023-10-13T10:31:00.571" v="441" actId="207"/>
          <ac:spMkLst>
            <pc:docMk/>
            <pc:sldMk cId="2306012793" sldId="12486"/>
            <ac:spMk id="43" creationId="{3180E102-169E-70C1-3AD7-CE39E16449F8}"/>
          </ac:spMkLst>
        </pc:spChg>
        <pc:spChg chg="add del mod ord">
          <ac:chgData name="Leo Forkert" userId="da1de3ce-c07d-4b34-ace5-d498b85e34a7" providerId="ADAL" clId="{72F1D1D0-B7AF-4FDA-A997-14AACD53D242}" dt="2023-10-13T10:32:18.774" v="468" actId="20577"/>
          <ac:spMkLst>
            <pc:docMk/>
            <pc:sldMk cId="2306012793" sldId="12486"/>
            <ac:spMk id="46" creationId="{73C53A02-ED9C-A1F9-9290-33C971C51226}"/>
          </ac:spMkLst>
        </pc:spChg>
        <pc:spChg chg="mod ord">
          <ac:chgData name="Leo Forkert" userId="da1de3ce-c07d-4b34-ace5-d498b85e34a7" providerId="ADAL" clId="{72F1D1D0-B7AF-4FDA-A997-14AACD53D242}" dt="2023-10-13T10:37:24.481" v="481" actId="208"/>
          <ac:spMkLst>
            <pc:docMk/>
            <pc:sldMk cId="2306012793" sldId="12486"/>
            <ac:spMk id="47" creationId="{954108F2-F6BB-C122-65B6-C8F473DEDEC3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49" creationId="{0DD8F504-F8BE-16BA-E99A-BA14FBE634B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50" creationId="{E1934A9F-9B25-F331-A56A-96486D53B9D7}"/>
          </ac:spMkLst>
        </pc:spChg>
        <pc:spChg chg="mod">
          <ac:chgData name="Leo Forkert" userId="da1de3ce-c07d-4b34-ace5-d498b85e34a7" providerId="ADAL" clId="{72F1D1D0-B7AF-4FDA-A997-14AACD53D242}" dt="2023-10-13T10:33:17.329" v="474" actId="14100"/>
          <ac:spMkLst>
            <pc:docMk/>
            <pc:sldMk cId="2306012793" sldId="12486"/>
            <ac:spMk id="51" creationId="{086FA06F-7B3A-F288-0EEB-9677686DD4A8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53" creationId="{25E477FD-8E63-C878-AE19-180CE7694EC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69" creationId="{E0BF98D9-1B55-48AF-B81E-B419B344CD8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0" creationId="{B792382C-424B-44B6-B884-6AEA4440F3D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1" creationId="{30783880-A8E7-4239-A12F-E548788E0CB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2" creationId="{68830BC0-356A-4F4E-B77A-8F016901041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3" creationId="{6CF1E811-DFF7-4C86-9788-B0E6568D29B3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4" creationId="{4FA5278D-6BD3-4780-B28F-30686751C520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5" creationId="{AAA4462F-C257-4687-B656-0D8F1DC2FE18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6" creationId="{E32DC7AE-04C4-4F97-BDDD-D9091729DCD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7" creationId="{7C379DB5-A8D0-4A9E-8795-B57E09700222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8" creationId="{42E2A792-27B6-4A46-9DF3-ACA8D486E148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79" creationId="{D3ADE85B-5773-487A-8336-F58AC948784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0" creationId="{7555BF8B-5E90-4CEC-BEA1-B1841EE63BE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1" creationId="{297F8A75-2029-4581-AC1B-26C3E123644E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4" creationId="{CBE3FF43-83EE-484B-9EE5-A0E3C992025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5" creationId="{C0EA0FD0-51BE-4C60-9A75-4FCFF1781D5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6" creationId="{0E18A512-236D-4BE2-9E1D-269091D2F05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7" creationId="{828BB2BC-4FF6-4E2C-9BAC-B587CA8180A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8" creationId="{7B28C22B-DCDE-435E-A56B-0ECDE71F4E9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89" creationId="{D2A6E5A9-BA02-428A-8680-9AD8A120FEDC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91" creationId="{628C93F5-3485-46DE-9F4B-C3CCDBAE5554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94" creationId="{D3F57A1C-46EF-4B8A-B2A4-BC7E204788C0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96" creationId="{3E2E0B00-1C2F-4AA4-9CB0-05DA62463ABA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1" creationId="{0D8E46FE-767B-4867-9202-108B228029BB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2" creationId="{A9841F1D-A061-4475-A8C2-2BC6690494E2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3" creationId="{50084E46-E39E-4D00-9419-2494AC37C54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4" creationId="{25D3F069-9748-4E28-BA7A-0CC6C6DD723B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5" creationId="{C7DF46D8-AAFB-4609-B56B-A8993A1B85BE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6" creationId="{D59B42BA-AC90-4F1E-B9DC-678987401272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7" creationId="{727C5E0B-6B75-4524-9D1B-FD10F290131B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08" creationId="{7D20B7FD-BF52-4D7A-A8F9-ADAECE374CDC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10" creationId="{C24624D1-41BD-4580-8DE5-AB38D67217A0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11" creationId="{44835DB1-3FDD-4DDC-AF16-2466F5D76018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2" creationId="{F870AAEB-5D4D-4DFA-A703-2354171E7101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3" creationId="{8875B852-6449-4E69-8B2D-192936395B2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4" creationId="{A7CA6830-3D4B-4EBC-9214-58E56327C92B}"/>
          </ac:spMkLst>
        </pc:spChg>
        <pc:spChg chg="mod">
          <ac:chgData name="Leo Forkert" userId="da1de3ce-c07d-4b34-ace5-d498b85e34a7" providerId="ADAL" clId="{72F1D1D0-B7AF-4FDA-A997-14AACD53D242}" dt="2023-10-13T10:25:50.744" v="381" actId="207"/>
          <ac:spMkLst>
            <pc:docMk/>
            <pc:sldMk cId="2306012793" sldId="12486"/>
            <ac:spMk id="115" creationId="{372C468F-C4DF-4606-B557-2807EF54F13F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6" creationId="{F2D3EF85-C665-44A8-9552-823E6B42D2B5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7" creationId="{00E532B6-271E-4B03-B557-8D0D388FE754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8" creationId="{D72A9D74-0B36-4F15-95B2-65D1431AD93E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19" creationId="{AF924151-ED0D-4FD7-9C17-D388EC17D506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0" creationId="{92DD7DA3-A333-4FF9-966F-77CC9F326FF1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1" creationId="{23ED3C4F-EF81-4F64-887D-8B4210290B64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2" creationId="{ED1FC4F7-371A-4EFC-97CF-9903ADB5EBEA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3" creationId="{DFC4F907-F413-4D06-8EE5-A941EA46F3E9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4" creationId="{CC863BCD-6D55-49C8-9A7C-77BDBFFBC524}"/>
          </ac:spMkLst>
        </pc:spChg>
        <pc:spChg chg="mod">
          <ac:chgData name="Leo Forkert" userId="da1de3ce-c07d-4b34-ace5-d498b85e34a7" providerId="ADAL" clId="{72F1D1D0-B7AF-4FDA-A997-14AACD53D242}" dt="2023-10-13T10:31:04.836" v="447" actId="208"/>
          <ac:spMkLst>
            <pc:docMk/>
            <pc:sldMk cId="2306012793" sldId="12486"/>
            <ac:spMk id="125" creationId="{3D61722F-7B8A-4AA2-A5F6-25BDBC4F17A3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39" creationId="{467186B4-990F-479B-B983-30DDFB3FE2BE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40" creationId="{B2BA6466-A023-467A-BBB0-3E37AEEF72B7}"/>
          </ac:spMkLst>
        </pc:spChg>
        <pc:spChg chg="mod">
          <ac:chgData name="Leo Forkert" userId="da1de3ce-c07d-4b34-ace5-d498b85e34a7" providerId="ADAL" clId="{72F1D1D0-B7AF-4FDA-A997-14AACD53D242}" dt="2023-10-13T10:25:48.163" v="380" actId="207"/>
          <ac:spMkLst>
            <pc:docMk/>
            <pc:sldMk cId="2306012793" sldId="12486"/>
            <ac:spMk id="141" creationId="{647CE5FB-A73D-40CA-AB30-AD45CC8BB11B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46" creationId="{C1F90305-B2FB-4445-9A60-13715585EAA6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47" creationId="{115FEF77-4C1A-44E3-98D9-5BE0EC78D41A}"/>
          </ac:spMkLst>
        </pc:spChg>
        <pc:spChg chg="mod">
          <ac:chgData name="Leo Forkert" userId="da1de3ce-c07d-4b34-ace5-d498b85e34a7" providerId="ADAL" clId="{72F1D1D0-B7AF-4FDA-A997-14AACD53D242}" dt="2023-10-13T10:25:53.337" v="382" actId="207"/>
          <ac:spMkLst>
            <pc:docMk/>
            <pc:sldMk cId="2306012793" sldId="12486"/>
            <ac:spMk id="148" creationId="{423B1886-21D5-4279-B11D-6AD39EB25F6C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49" creationId="{C79BEFBD-858D-4929-B1F2-B58A4E7F2E8A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50" creationId="{A073890E-3E04-4333-A141-0D7E69CE6F1A}"/>
          </ac:spMkLst>
        </pc:spChg>
        <pc:spChg chg="mod">
          <ac:chgData name="Leo Forkert" userId="da1de3ce-c07d-4b34-ace5-d498b85e34a7" providerId="ADAL" clId="{72F1D1D0-B7AF-4FDA-A997-14AACD53D242}" dt="2023-10-13T10:25:41.601" v="377" actId="207"/>
          <ac:spMkLst>
            <pc:docMk/>
            <pc:sldMk cId="2306012793" sldId="12486"/>
            <ac:spMk id="151" creationId="{94DED764-827B-4FA0-A8CD-E511E7A46A4F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52" creationId="{B4346B72-7BE4-458F-855F-74E8DA246F3E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53" creationId="{58001047-0FAA-49D9-B2F7-071873F54994}"/>
          </ac:spMkLst>
        </pc:spChg>
        <pc:spChg chg="mod">
          <ac:chgData name="Leo Forkert" userId="da1de3ce-c07d-4b34-ace5-d498b85e34a7" providerId="ADAL" clId="{72F1D1D0-B7AF-4FDA-A997-14AACD53D242}" dt="2023-10-13T10:25:55.573" v="383" actId="207"/>
          <ac:spMkLst>
            <pc:docMk/>
            <pc:sldMk cId="2306012793" sldId="12486"/>
            <ac:spMk id="154" creationId="{558E3B55-4DF9-4698-A531-F83F2EF75CE1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55" creationId="{36BAFA85-685B-40D8-9360-D9993421E577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56" creationId="{6838CA34-0A6B-4BA9-8B59-C45C43DBD17C}"/>
          </ac:spMkLst>
        </pc:spChg>
        <pc:spChg chg="mod">
          <ac:chgData name="Leo Forkert" userId="da1de3ce-c07d-4b34-ace5-d498b85e34a7" providerId="ADAL" clId="{72F1D1D0-B7AF-4FDA-A997-14AACD53D242}" dt="2023-10-13T10:25:43.794" v="378" actId="207"/>
          <ac:spMkLst>
            <pc:docMk/>
            <pc:sldMk cId="2306012793" sldId="12486"/>
            <ac:spMk id="157" creationId="{20690DE0-D7D4-4B42-8F74-58DAD86BB0A3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58" creationId="{9FD1C454-5D15-4A5D-8F46-BB4E6D99AED5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60" creationId="{681C4D39-E7C3-4DFC-967F-EF14343C5938}"/>
          </ac:spMkLst>
        </pc:spChg>
        <pc:spChg chg="mod">
          <ac:chgData name="Leo Forkert" userId="da1de3ce-c07d-4b34-ace5-d498b85e34a7" providerId="ADAL" clId="{72F1D1D0-B7AF-4FDA-A997-14AACD53D242}" dt="2023-10-13T10:25:39.016" v="376" actId="207"/>
          <ac:spMkLst>
            <pc:docMk/>
            <pc:sldMk cId="2306012793" sldId="12486"/>
            <ac:spMk id="161" creationId="{C04A7488-6D68-4033-983B-1270DB30448E}"/>
          </ac:spMkLst>
        </pc:spChg>
        <pc:spChg chg="mod">
          <ac:chgData name="Leo Forkert" userId="da1de3ce-c07d-4b34-ace5-d498b85e34a7" providerId="ADAL" clId="{72F1D1D0-B7AF-4FDA-A997-14AACD53D242}" dt="2023-10-13T10:24:04.358" v="373" actId="207"/>
          <ac:spMkLst>
            <pc:docMk/>
            <pc:sldMk cId="2306012793" sldId="12486"/>
            <ac:spMk id="162" creationId="{FA3FCAF8-EDC3-4F11-90F9-A483FA8D3608}"/>
          </ac:spMkLst>
        </pc:spChg>
        <pc:spChg chg="mod">
          <ac:chgData name="Leo Forkert" userId="da1de3ce-c07d-4b34-ace5-d498b85e34a7" providerId="ADAL" clId="{72F1D1D0-B7AF-4FDA-A997-14AACD53D242}" dt="2023-10-13T10:25:35.514" v="375" actId="207"/>
          <ac:spMkLst>
            <pc:docMk/>
            <pc:sldMk cId="2306012793" sldId="12486"/>
            <ac:spMk id="163" creationId="{F325A194-8D92-4EAE-B133-2B9E15ACED45}"/>
          </ac:spMkLst>
        </pc:spChg>
        <pc:spChg chg="mod">
          <ac:chgData name="Leo Forkert" userId="da1de3ce-c07d-4b34-ace5-d498b85e34a7" providerId="ADAL" clId="{72F1D1D0-B7AF-4FDA-A997-14AACD53D242}" dt="2023-10-13T10:25:46.085" v="379" actId="207"/>
          <ac:spMkLst>
            <pc:docMk/>
            <pc:sldMk cId="2306012793" sldId="12486"/>
            <ac:spMk id="174" creationId="{7C852A25-98FF-4883-8B8C-5F2523CC735E}"/>
          </ac:spMkLst>
        </pc:spChg>
        <pc:spChg chg="mod">
          <ac:chgData name="Leo Forkert" userId="da1de3ce-c07d-4b34-ace5-d498b85e34a7" providerId="ADAL" clId="{72F1D1D0-B7AF-4FDA-A997-14AACD53D242}" dt="2023-10-13T10:37:46.356" v="484" actId="208"/>
          <ac:spMkLst>
            <pc:docMk/>
            <pc:sldMk cId="2306012793" sldId="12486"/>
            <ac:spMk id="177" creationId="{D1AB8D83-952C-425E-9692-124CF4826ED3}"/>
          </ac:spMkLst>
        </pc:spChg>
        <pc:spChg chg="mod">
          <ac:chgData name="Leo Forkert" userId="da1de3ce-c07d-4b34-ace5-d498b85e34a7" providerId="ADAL" clId="{72F1D1D0-B7AF-4FDA-A997-14AACD53D242}" dt="2023-10-13T10:37:21.246" v="480" actId="208"/>
          <ac:spMkLst>
            <pc:docMk/>
            <pc:sldMk cId="2306012793" sldId="12486"/>
            <ac:spMk id="185" creationId="{E4343A7A-4416-4103-8E87-979FCF951364}"/>
          </ac:spMkLst>
        </pc:spChg>
        <pc:spChg chg="mod">
          <ac:chgData name="Leo Forkert" userId="da1de3ce-c07d-4b34-ace5-d498b85e34a7" providerId="ADAL" clId="{72F1D1D0-B7AF-4FDA-A997-14AACD53D242}" dt="2023-10-13T10:37:46.356" v="484" actId="208"/>
          <ac:spMkLst>
            <pc:docMk/>
            <pc:sldMk cId="2306012793" sldId="12486"/>
            <ac:spMk id="186" creationId="{4A585835-23EA-4332-AF75-22553DE6689F}"/>
          </ac:spMkLst>
        </pc:spChg>
        <pc:spChg chg="mod">
          <ac:chgData name="Leo Forkert" userId="da1de3ce-c07d-4b34-ace5-d498b85e34a7" providerId="ADAL" clId="{72F1D1D0-B7AF-4FDA-A997-14AACD53D242}" dt="2023-10-13T10:38:10.959" v="487" actId="208"/>
          <ac:spMkLst>
            <pc:docMk/>
            <pc:sldMk cId="2306012793" sldId="12486"/>
            <ac:spMk id="206" creationId="{29F249A3-EFEF-492A-BEC6-B5AD74B31AF3}"/>
          </ac:spMkLst>
        </pc:spChg>
        <pc:spChg chg="mod">
          <ac:chgData name="Leo Forkert" userId="da1de3ce-c07d-4b34-ace5-d498b85e34a7" providerId="ADAL" clId="{72F1D1D0-B7AF-4FDA-A997-14AACD53D242}" dt="2023-10-13T10:38:10.959" v="487" actId="208"/>
          <ac:spMkLst>
            <pc:docMk/>
            <pc:sldMk cId="2306012793" sldId="12486"/>
            <ac:spMk id="229" creationId="{A18A92B0-FA9E-41A9-816E-F0BB586644A3}"/>
          </ac:spMkLst>
        </pc:spChg>
        <pc:spChg chg="mod">
          <ac:chgData name="Leo Forkert" userId="da1de3ce-c07d-4b34-ace5-d498b85e34a7" providerId="ADAL" clId="{72F1D1D0-B7AF-4FDA-A997-14AACD53D242}" dt="2023-10-13T10:38:04.681" v="486" actId="207"/>
          <ac:spMkLst>
            <pc:docMk/>
            <pc:sldMk cId="2306012793" sldId="12486"/>
            <ac:spMk id="231" creationId="{DF2066EC-1D4F-463D-A0FD-9C23F3A94454}"/>
          </ac:spMkLst>
        </pc:spChg>
        <pc:spChg chg="mod ord">
          <ac:chgData name="Leo Forkert" userId="da1de3ce-c07d-4b34-ace5-d498b85e34a7" providerId="ADAL" clId="{72F1D1D0-B7AF-4FDA-A997-14AACD53D242}" dt="2023-10-13T10:38:04.681" v="486" actId="207"/>
          <ac:spMkLst>
            <pc:docMk/>
            <pc:sldMk cId="2306012793" sldId="12486"/>
            <ac:spMk id="232" creationId="{AA7D90E2-3291-45FA-BBA1-85811CD263F5}"/>
          </ac:spMkLst>
        </pc:spChg>
        <pc:spChg chg="mod ord">
          <ac:chgData name="Leo Forkert" userId="da1de3ce-c07d-4b34-ace5-d498b85e34a7" providerId="ADAL" clId="{72F1D1D0-B7AF-4FDA-A997-14AACD53D242}" dt="2023-10-13T10:38:24.684" v="488" actId="207"/>
          <ac:spMkLst>
            <pc:docMk/>
            <pc:sldMk cId="2306012793" sldId="12486"/>
            <ac:spMk id="233" creationId="{1AA46967-3618-411C-98B6-601F806D7B5C}"/>
          </ac:spMkLst>
        </pc:spChg>
        <pc:spChg chg="mod ord">
          <ac:chgData name="Leo Forkert" userId="da1de3ce-c07d-4b34-ace5-d498b85e34a7" providerId="ADAL" clId="{72F1D1D0-B7AF-4FDA-A997-14AACD53D242}" dt="2023-10-13T10:38:24.684" v="488" actId="207"/>
          <ac:spMkLst>
            <pc:docMk/>
            <pc:sldMk cId="2306012793" sldId="12486"/>
            <ac:spMk id="234" creationId="{20F094A2-BC7C-4A21-BB0C-F1F1AD6CF36B}"/>
          </ac:spMkLst>
        </pc:spChg>
        <pc:spChg chg="mod ord">
          <ac:chgData name="Leo Forkert" userId="da1de3ce-c07d-4b34-ace5-d498b85e34a7" providerId="ADAL" clId="{72F1D1D0-B7AF-4FDA-A997-14AACD53D242}" dt="2023-10-13T10:38:04.681" v="486" actId="207"/>
          <ac:spMkLst>
            <pc:docMk/>
            <pc:sldMk cId="2306012793" sldId="12486"/>
            <ac:spMk id="235" creationId="{4EA70A2D-3FEA-4BB7-AD87-93BA8171C618}"/>
          </ac:spMkLst>
        </pc:spChg>
        <pc:spChg chg="mod ord">
          <ac:chgData name="Leo Forkert" userId="da1de3ce-c07d-4b34-ace5-d498b85e34a7" providerId="ADAL" clId="{72F1D1D0-B7AF-4FDA-A997-14AACD53D242}" dt="2023-10-13T10:38:04.681" v="486" actId="207"/>
          <ac:spMkLst>
            <pc:docMk/>
            <pc:sldMk cId="2306012793" sldId="12486"/>
            <ac:spMk id="236" creationId="{C0D94059-EA34-4278-9A16-81F217627264}"/>
          </ac:spMkLst>
        </pc:spChg>
        <pc:spChg chg="mod">
          <ac:chgData name="Leo Forkert" userId="da1de3ce-c07d-4b34-ace5-d498b85e34a7" providerId="ADAL" clId="{72F1D1D0-B7AF-4FDA-A997-14AACD53D242}" dt="2023-10-13T10:37:30.639" v="482" actId="207"/>
          <ac:spMkLst>
            <pc:docMk/>
            <pc:sldMk cId="2306012793" sldId="12486"/>
            <ac:spMk id="237" creationId="{330FF408-DB6F-4CE0-BD95-6DB689AA174F}"/>
          </ac:spMkLst>
        </pc:spChg>
        <pc:grpChg chg="mod">
          <ac:chgData name="Leo Forkert" userId="da1de3ce-c07d-4b34-ace5-d498b85e34a7" providerId="ADAL" clId="{72F1D1D0-B7AF-4FDA-A997-14AACD53D242}" dt="2023-10-13T10:28:25.583" v="397" actId="1076"/>
          <ac:grpSpMkLst>
            <pc:docMk/>
            <pc:sldMk cId="2306012793" sldId="12486"/>
            <ac:grpSpMk id="40" creationId="{33E3EF34-7954-FB73-2C47-0907DE195625}"/>
          </ac:grpSpMkLst>
        </pc:grpChg>
        <pc:grpChg chg="mod">
          <ac:chgData name="Leo Forkert" userId="da1de3ce-c07d-4b34-ace5-d498b85e34a7" providerId="ADAL" clId="{72F1D1D0-B7AF-4FDA-A997-14AACD53D242}" dt="2023-10-13T10:28:42.392" v="400" actId="1076"/>
          <ac:grpSpMkLst>
            <pc:docMk/>
            <pc:sldMk cId="2306012793" sldId="12486"/>
            <ac:grpSpMk id="68" creationId="{77272B47-E5A9-48D8-A76F-FF542B229325}"/>
          </ac:grpSpMkLst>
        </pc:grpChg>
        <pc:cxnChg chg="mod">
          <ac:chgData name="Leo Forkert" userId="da1de3ce-c07d-4b34-ace5-d498b85e34a7" providerId="ADAL" clId="{72F1D1D0-B7AF-4FDA-A997-14AACD53D242}" dt="2023-10-13T10:31:14.017" v="448" actId="208"/>
          <ac:cxnSpMkLst>
            <pc:docMk/>
            <pc:sldMk cId="2306012793" sldId="12486"/>
            <ac:cxnSpMk id="39" creationId="{D81731EB-EBC9-4538-ED5C-4327FC4625FD}"/>
          </ac:cxnSpMkLst>
        </pc:cxnChg>
      </pc:sldChg>
      <pc:sldChg chg="modSp mod">
        <pc:chgData name="Leo Forkert" userId="da1de3ce-c07d-4b34-ace5-d498b85e34a7" providerId="ADAL" clId="{72F1D1D0-B7AF-4FDA-A997-14AACD53D242}" dt="2023-10-13T09:59:43.193" v="329" actId="207"/>
        <pc:sldMkLst>
          <pc:docMk/>
          <pc:sldMk cId="3990633230" sldId="12513"/>
        </pc:sldMkLst>
        <pc:spChg chg="mod">
          <ac:chgData name="Leo Forkert" userId="da1de3ce-c07d-4b34-ace5-d498b85e34a7" providerId="ADAL" clId="{72F1D1D0-B7AF-4FDA-A997-14AACD53D242}" dt="2023-10-13T09:41:11.156" v="321" actId="207"/>
          <ac:spMkLst>
            <pc:docMk/>
            <pc:sldMk cId="3990633230" sldId="12513"/>
            <ac:spMk id="51" creationId="{F3AA69A0-7917-A8AB-D228-386A589B89A8}"/>
          </ac:spMkLst>
        </pc:spChg>
        <pc:spChg chg="mod">
          <ac:chgData name="Leo Forkert" userId="da1de3ce-c07d-4b34-ace5-d498b85e34a7" providerId="ADAL" clId="{72F1D1D0-B7AF-4FDA-A997-14AACD53D242}" dt="2023-10-13T09:41:00.852" v="320" actId="2085"/>
          <ac:spMkLst>
            <pc:docMk/>
            <pc:sldMk cId="3990633230" sldId="12513"/>
            <ac:spMk id="69" creationId="{DC4A8BCE-E30C-B382-EBFE-1D43E455D92C}"/>
          </ac:spMkLst>
        </pc:spChg>
        <pc:spChg chg="mod">
          <ac:chgData name="Leo Forkert" userId="da1de3ce-c07d-4b34-ace5-d498b85e34a7" providerId="ADAL" clId="{72F1D1D0-B7AF-4FDA-A997-14AACD53D242}" dt="2023-10-13T09:41:00.852" v="320" actId="2085"/>
          <ac:spMkLst>
            <pc:docMk/>
            <pc:sldMk cId="3990633230" sldId="12513"/>
            <ac:spMk id="70" creationId="{120330B8-9771-CF7F-472F-A1AA2E605EDF}"/>
          </ac:spMkLst>
        </pc:spChg>
        <pc:spChg chg="mod">
          <ac:chgData name="Leo Forkert" userId="da1de3ce-c07d-4b34-ace5-d498b85e34a7" providerId="ADAL" clId="{72F1D1D0-B7AF-4FDA-A997-14AACD53D242}" dt="2023-10-13T09:59:43.193" v="329" actId="207"/>
          <ac:spMkLst>
            <pc:docMk/>
            <pc:sldMk cId="3990633230" sldId="12513"/>
            <ac:spMk id="87" creationId="{B559A93A-15D2-BF7B-67D8-5E3FC0ADFD4C}"/>
          </ac:spMkLst>
        </pc:spChg>
        <pc:spChg chg="mod">
          <ac:chgData name="Leo Forkert" userId="da1de3ce-c07d-4b34-ace5-d498b85e34a7" providerId="ADAL" clId="{72F1D1D0-B7AF-4FDA-A997-14AACD53D242}" dt="2023-10-13T09:59:40.806" v="328" actId="207"/>
          <ac:spMkLst>
            <pc:docMk/>
            <pc:sldMk cId="3990633230" sldId="12513"/>
            <ac:spMk id="89" creationId="{66D3647B-ACBC-1A70-00AE-CCD6C25C6B63}"/>
          </ac:spMkLst>
        </pc:spChg>
        <pc:spChg chg="mod">
          <ac:chgData name="Leo Forkert" userId="da1de3ce-c07d-4b34-ace5-d498b85e34a7" providerId="ADAL" clId="{72F1D1D0-B7AF-4FDA-A997-14AACD53D242}" dt="2023-10-13T09:44:01.133" v="325" actId="207"/>
          <ac:spMkLst>
            <pc:docMk/>
            <pc:sldMk cId="3990633230" sldId="12513"/>
            <ac:spMk id="135" creationId="{FED7B81B-7E9A-4109-A306-FEEA609F11F7}"/>
          </ac:spMkLst>
        </pc:spChg>
        <pc:picChg chg="mod">
          <ac:chgData name="Leo Forkert" userId="da1de3ce-c07d-4b34-ace5-d498b85e34a7" providerId="ADAL" clId="{72F1D1D0-B7AF-4FDA-A997-14AACD53D242}" dt="2023-10-13T09:54:31.821" v="327" actId="207"/>
          <ac:picMkLst>
            <pc:docMk/>
            <pc:sldMk cId="3990633230" sldId="12513"/>
            <ac:picMk id="16" creationId="{E423222B-DBBE-C6F6-CB2E-FD1B70728EE8}"/>
          </ac:picMkLst>
        </pc:picChg>
        <pc:picChg chg="mod">
          <ac:chgData name="Leo Forkert" userId="da1de3ce-c07d-4b34-ace5-d498b85e34a7" providerId="ADAL" clId="{72F1D1D0-B7AF-4FDA-A997-14AACD53D242}" dt="2023-10-13T09:54:25.826" v="326" actId="207"/>
          <ac:picMkLst>
            <pc:docMk/>
            <pc:sldMk cId="3990633230" sldId="12513"/>
            <ac:picMk id="18" creationId="{BC740DA6-5C75-7A14-211D-A8AD60CC07F6}"/>
          </ac:picMkLst>
        </pc:picChg>
      </pc:sldChg>
      <pc:sldChg chg="modSp mod">
        <pc:chgData name="Leo Forkert" userId="da1de3ce-c07d-4b34-ace5-d498b85e34a7" providerId="ADAL" clId="{72F1D1D0-B7AF-4FDA-A997-14AACD53D242}" dt="2023-10-18T09:44:05.865" v="758" actId="207"/>
        <pc:sldMkLst>
          <pc:docMk/>
          <pc:sldMk cId="47509801" sldId="2147473344"/>
        </pc:sldMkLst>
        <pc:spChg chg="mod">
          <ac:chgData name="Leo Forkert" userId="da1de3ce-c07d-4b34-ace5-d498b85e34a7" providerId="ADAL" clId="{72F1D1D0-B7AF-4FDA-A997-14AACD53D242}" dt="2023-10-18T09:43:41.437" v="753" actId="207"/>
          <ac:spMkLst>
            <pc:docMk/>
            <pc:sldMk cId="47509801" sldId="2147473344"/>
            <ac:spMk id="36" creationId="{FB3B8294-630F-8FD6-EC39-3787568363C7}"/>
          </ac:spMkLst>
        </pc:spChg>
        <pc:spChg chg="mod">
          <ac:chgData name="Leo Forkert" userId="da1de3ce-c07d-4b34-ace5-d498b85e34a7" providerId="ADAL" clId="{72F1D1D0-B7AF-4FDA-A997-14AACD53D242}" dt="2023-10-18T09:44:05.865" v="758" actId="207"/>
          <ac:spMkLst>
            <pc:docMk/>
            <pc:sldMk cId="47509801" sldId="2147473344"/>
            <ac:spMk id="38" creationId="{6A45F9E0-9096-96AC-1E7B-70FF4DB86B65}"/>
          </ac:spMkLst>
        </pc:spChg>
        <pc:spChg chg="mod">
          <ac:chgData name="Leo Forkert" userId="da1de3ce-c07d-4b34-ace5-d498b85e34a7" providerId="ADAL" clId="{72F1D1D0-B7AF-4FDA-A997-14AACD53D242}" dt="2023-10-18T09:43:25.193" v="750" actId="207"/>
          <ac:spMkLst>
            <pc:docMk/>
            <pc:sldMk cId="47509801" sldId="2147473344"/>
            <ac:spMk id="54" creationId="{C13365A0-4644-2668-1442-03D5FD9A7CBD}"/>
          </ac:spMkLst>
        </pc:spChg>
        <pc:spChg chg="mod">
          <ac:chgData name="Leo Forkert" userId="da1de3ce-c07d-4b34-ace5-d498b85e34a7" providerId="ADAL" clId="{72F1D1D0-B7AF-4FDA-A997-14AACD53D242}" dt="2023-10-18T09:43:35.671" v="752" actId="207"/>
          <ac:spMkLst>
            <pc:docMk/>
            <pc:sldMk cId="47509801" sldId="2147473344"/>
            <ac:spMk id="55" creationId="{21F441B3-7E2B-F049-0210-5F8A7437159D}"/>
          </ac:spMkLst>
        </pc:spChg>
        <pc:spChg chg="mod">
          <ac:chgData name="Leo Forkert" userId="da1de3ce-c07d-4b34-ace5-d498b85e34a7" providerId="ADAL" clId="{72F1D1D0-B7AF-4FDA-A997-14AACD53D242}" dt="2023-10-18T09:43:35.671" v="752" actId="207"/>
          <ac:spMkLst>
            <pc:docMk/>
            <pc:sldMk cId="47509801" sldId="2147473344"/>
            <ac:spMk id="59" creationId="{B486EF14-9F43-CEEF-CF47-65EDDF2D3329}"/>
          </ac:spMkLst>
        </pc:spChg>
        <pc:spChg chg="mod">
          <ac:chgData name="Leo Forkert" userId="da1de3ce-c07d-4b34-ace5-d498b85e34a7" providerId="ADAL" clId="{72F1D1D0-B7AF-4FDA-A997-14AACD53D242}" dt="2023-10-18T09:43:25.193" v="750" actId="207"/>
          <ac:spMkLst>
            <pc:docMk/>
            <pc:sldMk cId="47509801" sldId="2147473344"/>
            <ac:spMk id="61" creationId="{24E26CB4-4012-B157-3288-8A6ECD6A5908}"/>
          </ac:spMkLst>
        </pc:spChg>
      </pc:sldChg>
      <pc:sldChg chg="addSp delSp modSp mod">
        <pc:chgData name="Leo Forkert" userId="da1de3ce-c07d-4b34-ace5-d498b85e34a7" providerId="ADAL" clId="{72F1D1D0-B7AF-4FDA-A997-14AACD53D242}" dt="2023-10-13T09:06:06.286" v="74" actId="207"/>
        <pc:sldMkLst>
          <pc:docMk/>
          <pc:sldMk cId="1794523439" sldId="2147473351"/>
        </pc:sldMkLst>
        <pc:spChg chg="add del mod">
          <ac:chgData name="Leo Forkert" userId="da1de3ce-c07d-4b34-ace5-d498b85e34a7" providerId="ADAL" clId="{72F1D1D0-B7AF-4FDA-A997-14AACD53D242}" dt="2023-10-13T09:01:59.899" v="65" actId="478"/>
          <ac:spMkLst>
            <pc:docMk/>
            <pc:sldMk cId="1794523439" sldId="2147473351"/>
            <ac:spMk id="4" creationId="{09B40039-932B-CCE2-BE67-1B91404E9D30}"/>
          </ac:spMkLst>
        </pc:spChg>
        <pc:spChg chg="mod">
          <ac:chgData name="Leo Forkert" userId="da1de3ce-c07d-4b34-ace5-d498b85e34a7" providerId="ADAL" clId="{72F1D1D0-B7AF-4FDA-A997-14AACD53D242}" dt="2023-10-13T09:01:58.844" v="59" actId="207"/>
          <ac:spMkLst>
            <pc:docMk/>
            <pc:sldMk cId="1794523439" sldId="2147473351"/>
            <ac:spMk id="6" creationId="{5253E8EB-6D77-6890-0E26-38C36098B44A}"/>
          </ac:spMkLst>
        </pc:spChg>
        <pc:spChg chg="mod">
          <ac:chgData name="Leo Forkert" userId="da1de3ce-c07d-4b34-ace5-d498b85e34a7" providerId="ADAL" clId="{72F1D1D0-B7AF-4FDA-A997-14AACD53D242}" dt="2023-10-13T09:03:28.370" v="69" actId="2085"/>
          <ac:spMkLst>
            <pc:docMk/>
            <pc:sldMk cId="1794523439" sldId="2147473351"/>
            <ac:spMk id="10" creationId="{72A5F715-CD07-555C-8F3B-35CF3E26F74D}"/>
          </ac:spMkLst>
        </pc:spChg>
        <pc:spChg chg="mod">
          <ac:chgData name="Leo Forkert" userId="da1de3ce-c07d-4b34-ace5-d498b85e34a7" providerId="ADAL" clId="{72F1D1D0-B7AF-4FDA-A997-14AACD53D242}" dt="2023-10-13T09:05:32.238" v="72" actId="207"/>
          <ac:spMkLst>
            <pc:docMk/>
            <pc:sldMk cId="1794523439" sldId="2147473351"/>
            <ac:spMk id="18" creationId="{A7AEC9D4-D65E-6148-C745-D135D859556B}"/>
          </ac:spMkLst>
        </pc:spChg>
        <pc:spChg chg="mod">
          <ac:chgData name="Leo Forkert" userId="da1de3ce-c07d-4b34-ace5-d498b85e34a7" providerId="ADAL" clId="{72F1D1D0-B7AF-4FDA-A997-14AACD53D242}" dt="2023-10-13T09:00:35.623" v="25" actId="207"/>
          <ac:spMkLst>
            <pc:docMk/>
            <pc:sldMk cId="1794523439" sldId="2147473351"/>
            <ac:spMk id="19" creationId="{24B264BC-1E9A-35FE-37FE-6B2113BB5913}"/>
          </ac:spMkLst>
        </pc:spChg>
        <pc:spChg chg="mod">
          <ac:chgData name="Leo Forkert" userId="da1de3ce-c07d-4b34-ace5-d498b85e34a7" providerId="ADAL" clId="{72F1D1D0-B7AF-4FDA-A997-14AACD53D242}" dt="2023-10-13T09:01:59.012" v="60" actId="207"/>
          <ac:spMkLst>
            <pc:docMk/>
            <pc:sldMk cId="1794523439" sldId="2147473351"/>
            <ac:spMk id="26" creationId="{52D5EDD2-C7A4-30E9-958B-A26FCBA58251}"/>
          </ac:spMkLst>
        </pc:spChg>
        <pc:spChg chg="mod">
          <ac:chgData name="Leo Forkert" userId="da1de3ce-c07d-4b34-ace5-d498b85e34a7" providerId="ADAL" clId="{72F1D1D0-B7AF-4FDA-A997-14AACD53D242}" dt="2023-10-13T09:01:59.200" v="61" actId="207"/>
          <ac:spMkLst>
            <pc:docMk/>
            <pc:sldMk cId="1794523439" sldId="2147473351"/>
            <ac:spMk id="28" creationId="{7EDC962B-A2E6-CB3D-F2ED-5A00540FAE25}"/>
          </ac:spMkLst>
        </pc:spChg>
        <pc:spChg chg="mod">
          <ac:chgData name="Leo Forkert" userId="da1de3ce-c07d-4b34-ace5-d498b85e34a7" providerId="ADAL" clId="{72F1D1D0-B7AF-4FDA-A997-14AACD53D242}" dt="2023-10-13T09:01:59.371" v="62" actId="207"/>
          <ac:spMkLst>
            <pc:docMk/>
            <pc:sldMk cId="1794523439" sldId="2147473351"/>
            <ac:spMk id="30" creationId="{FAB1DF59-FEA5-A33E-B5E1-C30DA8AF16CC}"/>
          </ac:spMkLst>
        </pc:spChg>
        <pc:spChg chg="mod">
          <ac:chgData name="Leo Forkert" userId="da1de3ce-c07d-4b34-ace5-d498b85e34a7" providerId="ADAL" clId="{72F1D1D0-B7AF-4FDA-A997-14AACD53D242}" dt="2023-10-13T09:01:59.556" v="63" actId="207"/>
          <ac:spMkLst>
            <pc:docMk/>
            <pc:sldMk cId="1794523439" sldId="2147473351"/>
            <ac:spMk id="32" creationId="{662553FD-A470-928D-2D38-C449D4AAFA03}"/>
          </ac:spMkLst>
        </pc:spChg>
        <pc:spChg chg="mod">
          <ac:chgData name="Leo Forkert" userId="da1de3ce-c07d-4b34-ace5-d498b85e34a7" providerId="ADAL" clId="{72F1D1D0-B7AF-4FDA-A997-14AACD53D242}" dt="2023-10-13T09:05:18.293" v="70" actId="207"/>
          <ac:spMkLst>
            <pc:docMk/>
            <pc:sldMk cId="1794523439" sldId="2147473351"/>
            <ac:spMk id="33" creationId="{09C42343-58B1-9C60-0B60-4D932037A1FB}"/>
          </ac:spMkLst>
        </pc:spChg>
        <pc:spChg chg="mod">
          <ac:chgData name="Leo Forkert" userId="da1de3ce-c07d-4b34-ace5-d498b85e34a7" providerId="ADAL" clId="{72F1D1D0-B7AF-4FDA-A997-14AACD53D242}" dt="2023-10-13T09:06:06.286" v="74" actId="207"/>
          <ac:spMkLst>
            <pc:docMk/>
            <pc:sldMk cId="1794523439" sldId="2147473351"/>
            <ac:spMk id="34" creationId="{89B0425C-638B-EF97-1D73-DAC2014B3F02}"/>
          </ac:spMkLst>
        </pc:spChg>
        <pc:spChg chg="mod">
          <ac:chgData name="Leo Forkert" userId="da1de3ce-c07d-4b34-ace5-d498b85e34a7" providerId="ADAL" clId="{72F1D1D0-B7AF-4FDA-A997-14AACD53D242}" dt="2023-10-13T09:05:25.045" v="71" actId="207"/>
          <ac:spMkLst>
            <pc:docMk/>
            <pc:sldMk cId="1794523439" sldId="2147473351"/>
            <ac:spMk id="35" creationId="{EB86D6B5-0544-C576-AAD3-CC9077459001}"/>
          </ac:spMkLst>
        </pc:spChg>
        <pc:spChg chg="mod">
          <ac:chgData name="Leo Forkert" userId="da1de3ce-c07d-4b34-ace5-d498b85e34a7" providerId="ADAL" clId="{72F1D1D0-B7AF-4FDA-A997-14AACD53D242}" dt="2023-10-13T09:05:45.055" v="73" actId="207"/>
          <ac:spMkLst>
            <pc:docMk/>
            <pc:sldMk cId="1794523439" sldId="2147473351"/>
            <ac:spMk id="36" creationId="{FC8E897A-9275-7C42-366E-D1E357D2D7CE}"/>
          </ac:spMkLst>
        </pc:spChg>
      </pc:sldChg>
      <pc:sldChg chg="modSp mod">
        <pc:chgData name="Leo Forkert" userId="da1de3ce-c07d-4b34-ace5-d498b85e34a7" providerId="ADAL" clId="{72F1D1D0-B7AF-4FDA-A997-14AACD53D242}" dt="2023-10-13T09:11:40.236" v="199" actId="207"/>
        <pc:sldMkLst>
          <pc:docMk/>
          <pc:sldMk cId="2816591711" sldId="2147473353"/>
        </pc:sldMkLst>
        <pc:spChg chg="mod">
          <ac:chgData name="Leo Forkert" userId="da1de3ce-c07d-4b34-ace5-d498b85e34a7" providerId="ADAL" clId="{72F1D1D0-B7AF-4FDA-A997-14AACD53D242}" dt="2023-10-13T09:11:14.547" v="198" actId="207"/>
          <ac:spMkLst>
            <pc:docMk/>
            <pc:sldMk cId="2816591711" sldId="2147473353"/>
            <ac:spMk id="3" creationId="{04FB1E0F-F2E5-2C87-D671-D83FB4246AAB}"/>
          </ac:spMkLst>
        </pc:spChg>
        <pc:spChg chg="mod">
          <ac:chgData name="Leo Forkert" userId="da1de3ce-c07d-4b34-ace5-d498b85e34a7" providerId="ADAL" clId="{72F1D1D0-B7AF-4FDA-A997-14AACD53D242}" dt="2023-10-13T09:10:05.873" v="193" actId="207"/>
          <ac:spMkLst>
            <pc:docMk/>
            <pc:sldMk cId="2816591711" sldId="2147473353"/>
            <ac:spMk id="36" creationId="{98D380BF-EA5B-B732-99C2-E3716BC37A99}"/>
          </ac:spMkLst>
        </pc:spChg>
        <pc:spChg chg="mod">
          <ac:chgData name="Leo Forkert" userId="da1de3ce-c07d-4b34-ace5-d498b85e34a7" providerId="ADAL" clId="{72F1D1D0-B7AF-4FDA-A997-14AACD53D242}" dt="2023-10-13T09:06:33.768" v="75" actId="207"/>
          <ac:spMkLst>
            <pc:docMk/>
            <pc:sldMk cId="2816591711" sldId="2147473353"/>
            <ac:spMk id="37" creationId="{DA914A26-B9A8-1D0F-5988-311C3C0D11E6}"/>
          </ac:spMkLst>
        </pc:spChg>
        <pc:spChg chg="mod">
          <ac:chgData name="Leo Forkert" userId="da1de3ce-c07d-4b34-ace5-d498b85e34a7" providerId="ADAL" clId="{72F1D1D0-B7AF-4FDA-A997-14AACD53D242}" dt="2023-10-13T09:10:05.873" v="193" actId="207"/>
          <ac:spMkLst>
            <pc:docMk/>
            <pc:sldMk cId="2816591711" sldId="2147473353"/>
            <ac:spMk id="38" creationId="{E0C3C05A-73E4-C660-ADAE-95B194EB3572}"/>
          </ac:spMkLst>
        </pc:spChg>
        <pc:spChg chg="mod">
          <ac:chgData name="Leo Forkert" userId="da1de3ce-c07d-4b34-ace5-d498b85e34a7" providerId="ADAL" clId="{72F1D1D0-B7AF-4FDA-A997-14AACD53D242}" dt="2023-10-13T09:10:05.873" v="193" actId="207"/>
          <ac:spMkLst>
            <pc:docMk/>
            <pc:sldMk cId="2816591711" sldId="2147473353"/>
            <ac:spMk id="39" creationId="{AE2F145B-354E-5309-AA90-94E4857B34EA}"/>
          </ac:spMkLst>
        </pc:spChg>
        <pc:spChg chg="mod">
          <ac:chgData name="Leo Forkert" userId="da1de3ce-c07d-4b34-ace5-d498b85e34a7" providerId="ADAL" clId="{72F1D1D0-B7AF-4FDA-A997-14AACD53D242}" dt="2023-10-13T09:10:05.873" v="193" actId="207"/>
          <ac:spMkLst>
            <pc:docMk/>
            <pc:sldMk cId="2816591711" sldId="2147473353"/>
            <ac:spMk id="41" creationId="{26E7B524-26DF-3FB0-7692-B17DB81DE1BD}"/>
          </ac:spMkLst>
        </pc:spChg>
        <pc:spChg chg="mod">
          <ac:chgData name="Leo Forkert" userId="da1de3ce-c07d-4b34-ace5-d498b85e34a7" providerId="ADAL" clId="{72F1D1D0-B7AF-4FDA-A997-14AACD53D242}" dt="2023-10-13T09:11:08.396" v="197" actId="207"/>
          <ac:spMkLst>
            <pc:docMk/>
            <pc:sldMk cId="2816591711" sldId="2147473353"/>
            <ac:spMk id="45" creationId="{9E974D18-1463-6A94-08DF-2D76051C779D}"/>
          </ac:spMkLst>
        </pc:spChg>
        <pc:spChg chg="mod">
          <ac:chgData name="Leo Forkert" userId="da1de3ce-c07d-4b34-ace5-d498b85e34a7" providerId="ADAL" clId="{72F1D1D0-B7AF-4FDA-A997-14AACD53D242}" dt="2023-10-13T09:07:05.073" v="78" actId="207"/>
          <ac:spMkLst>
            <pc:docMk/>
            <pc:sldMk cId="2816591711" sldId="2147473353"/>
            <ac:spMk id="46" creationId="{B3A81CB8-52E5-09F1-EC75-D6F92D97668C}"/>
          </ac:spMkLst>
        </pc:spChg>
        <pc:spChg chg="mod">
          <ac:chgData name="Leo Forkert" userId="da1de3ce-c07d-4b34-ace5-d498b85e34a7" providerId="ADAL" clId="{72F1D1D0-B7AF-4FDA-A997-14AACD53D242}" dt="2023-10-13T09:11:01.209" v="196" actId="207"/>
          <ac:spMkLst>
            <pc:docMk/>
            <pc:sldMk cId="2816591711" sldId="2147473353"/>
            <ac:spMk id="48" creationId="{CC4CB6E7-DD78-1BD6-ADDA-E8CCF0FE7F40}"/>
          </ac:spMkLst>
        </pc:spChg>
        <pc:spChg chg="mod">
          <ac:chgData name="Leo Forkert" userId="da1de3ce-c07d-4b34-ace5-d498b85e34a7" providerId="ADAL" clId="{72F1D1D0-B7AF-4FDA-A997-14AACD53D242}" dt="2023-10-13T09:07:05.073" v="78" actId="207"/>
          <ac:spMkLst>
            <pc:docMk/>
            <pc:sldMk cId="2816591711" sldId="2147473353"/>
            <ac:spMk id="49" creationId="{6880BC24-373A-1892-915C-68ADC73F17D7}"/>
          </ac:spMkLst>
        </pc:spChg>
        <pc:spChg chg="mod">
          <ac:chgData name="Leo Forkert" userId="da1de3ce-c07d-4b34-ace5-d498b85e34a7" providerId="ADAL" clId="{72F1D1D0-B7AF-4FDA-A997-14AACD53D242}" dt="2023-10-13T09:11:01.209" v="196" actId="207"/>
          <ac:spMkLst>
            <pc:docMk/>
            <pc:sldMk cId="2816591711" sldId="2147473353"/>
            <ac:spMk id="50" creationId="{0B8BBB01-6D13-FE3D-5F82-AE5C23AA88EC}"/>
          </ac:spMkLst>
        </pc:spChg>
        <pc:spChg chg="mod">
          <ac:chgData name="Leo Forkert" userId="da1de3ce-c07d-4b34-ace5-d498b85e34a7" providerId="ADAL" clId="{72F1D1D0-B7AF-4FDA-A997-14AACD53D242}" dt="2023-10-13T09:11:01.209" v="196" actId="207"/>
          <ac:spMkLst>
            <pc:docMk/>
            <pc:sldMk cId="2816591711" sldId="2147473353"/>
            <ac:spMk id="51" creationId="{2637F332-DC09-2320-F085-64BC9877ACCB}"/>
          </ac:spMkLst>
        </pc:spChg>
        <pc:spChg chg="mod">
          <ac:chgData name="Leo Forkert" userId="da1de3ce-c07d-4b34-ace5-d498b85e34a7" providerId="ADAL" clId="{72F1D1D0-B7AF-4FDA-A997-14AACD53D242}" dt="2023-10-13T09:11:40.236" v="199" actId="207"/>
          <ac:spMkLst>
            <pc:docMk/>
            <pc:sldMk cId="2816591711" sldId="2147473353"/>
            <ac:spMk id="77" creationId="{46AD3086-09FF-141D-AA25-0339C00DADE8}"/>
          </ac:spMkLst>
        </pc:spChg>
        <pc:spChg chg="mod">
          <ac:chgData name="Leo Forkert" userId="da1de3ce-c07d-4b34-ace5-d498b85e34a7" providerId="ADAL" clId="{72F1D1D0-B7AF-4FDA-A997-14AACD53D242}" dt="2023-10-13T09:08:32.758" v="186" actId="207"/>
          <ac:spMkLst>
            <pc:docMk/>
            <pc:sldMk cId="2816591711" sldId="2147473353"/>
            <ac:spMk id="127" creationId="{BD195855-86B9-92B5-0E48-3F0919EC3CE4}"/>
          </ac:spMkLst>
        </pc:spChg>
        <pc:spChg chg="mod">
          <ac:chgData name="Leo Forkert" userId="da1de3ce-c07d-4b34-ace5-d498b85e34a7" providerId="ADAL" clId="{72F1D1D0-B7AF-4FDA-A997-14AACD53D242}" dt="2023-10-13T09:08:37.784" v="187" actId="207"/>
          <ac:spMkLst>
            <pc:docMk/>
            <pc:sldMk cId="2816591711" sldId="2147473353"/>
            <ac:spMk id="130" creationId="{04A2782A-D30C-5F9B-9245-029FDC72DF93}"/>
          </ac:spMkLst>
        </pc:spChg>
        <pc:spChg chg="mod">
          <ac:chgData name="Leo Forkert" userId="da1de3ce-c07d-4b34-ace5-d498b85e34a7" providerId="ADAL" clId="{72F1D1D0-B7AF-4FDA-A997-14AACD53D242}" dt="2023-10-13T09:10:18.042" v="194" actId="207"/>
          <ac:spMkLst>
            <pc:docMk/>
            <pc:sldMk cId="2816591711" sldId="2147473353"/>
            <ac:spMk id="146" creationId="{872AB12B-B9C8-5780-4A81-3EC83B8141C6}"/>
          </ac:spMkLst>
        </pc:spChg>
        <pc:grpChg chg="mod">
          <ac:chgData name="Leo Forkert" userId="da1de3ce-c07d-4b34-ace5-d498b85e34a7" providerId="ADAL" clId="{72F1D1D0-B7AF-4FDA-A997-14AACD53D242}" dt="2023-10-13T09:07:05.073" v="78" actId="207"/>
          <ac:grpSpMkLst>
            <pc:docMk/>
            <pc:sldMk cId="2816591711" sldId="2147473353"/>
            <ac:grpSpMk id="44" creationId="{B72B9ABA-9BFF-6477-378C-B1E027ACCC03}"/>
          </ac:grpSpMkLst>
        </pc:grpChg>
        <pc:grpChg chg="mod">
          <ac:chgData name="Leo Forkert" userId="da1de3ce-c07d-4b34-ace5-d498b85e34a7" providerId="ADAL" clId="{72F1D1D0-B7AF-4FDA-A997-14AACD53D242}" dt="2023-10-13T09:07:05.073" v="78" actId="207"/>
          <ac:grpSpMkLst>
            <pc:docMk/>
            <pc:sldMk cId="2816591711" sldId="2147473353"/>
            <ac:grpSpMk id="47" creationId="{09773FBD-CB05-1E79-B80B-9D088716B84E}"/>
          </ac:grpSpMkLst>
        </pc:grpChg>
        <pc:cxnChg chg="mod">
          <ac:chgData name="Leo Forkert" userId="da1de3ce-c07d-4b34-ace5-d498b85e34a7" providerId="ADAL" clId="{72F1D1D0-B7AF-4FDA-A997-14AACD53D242}" dt="2023-10-13T09:09:46.488" v="190" actId="208"/>
          <ac:cxnSpMkLst>
            <pc:docMk/>
            <pc:sldMk cId="2816591711" sldId="2147473353"/>
            <ac:cxnSpMk id="56" creationId="{BC6BB458-2A83-3900-14C7-87F2210015ED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65" creationId="{767CC214-8FC3-CBF5-97B7-38D0D44FFEA1}"/>
          </ac:cxnSpMkLst>
        </pc:cxnChg>
        <pc:cxnChg chg="mod">
          <ac:chgData name="Leo Forkert" userId="da1de3ce-c07d-4b34-ace5-d498b85e34a7" providerId="ADAL" clId="{72F1D1D0-B7AF-4FDA-A997-14AACD53D242}" dt="2023-10-13T09:09:46.488" v="190" actId="208"/>
          <ac:cxnSpMkLst>
            <pc:docMk/>
            <pc:sldMk cId="2816591711" sldId="2147473353"/>
            <ac:cxnSpMk id="76" creationId="{E57B2475-14CE-C7FA-3F71-804BFB98F1FF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02" creationId="{01AE59DF-60D8-EB25-8551-179A55F5D50E}"/>
          </ac:cxnSpMkLst>
        </pc:cxnChg>
        <pc:cxnChg chg="mod">
          <ac:chgData name="Leo Forkert" userId="da1de3ce-c07d-4b34-ace5-d498b85e34a7" providerId="ADAL" clId="{72F1D1D0-B7AF-4FDA-A997-14AACD53D242}" dt="2023-10-13T09:09:23.506" v="189" actId="208"/>
          <ac:cxnSpMkLst>
            <pc:docMk/>
            <pc:sldMk cId="2816591711" sldId="2147473353"/>
            <ac:cxnSpMk id="114" creationId="{F98C256F-EEBF-970D-B8DB-BE645143F004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16" creationId="{50B868D6-CA0C-7966-A57A-49A5E34B6D91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18" creationId="{4C560E05-B855-080A-0EE3-50B1F1103BDD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21" creationId="{1E09A9B0-5287-4394-6648-413110EFDDB4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23" creationId="{BA33F05A-B990-08E7-17AF-02B2CBB89AD1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33" creationId="{787DFE3C-AAAB-84D6-073B-52194712EF62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34" creationId="{341037E3-21E4-4FD0-0337-B4EA4F2F6A9F}"/>
          </ac:cxnSpMkLst>
        </pc:cxnChg>
        <pc:cxnChg chg="mod">
          <ac:chgData name="Leo Forkert" userId="da1de3ce-c07d-4b34-ace5-d498b85e34a7" providerId="ADAL" clId="{72F1D1D0-B7AF-4FDA-A997-14AACD53D242}" dt="2023-10-13T09:09:10.982" v="188" actId="208"/>
          <ac:cxnSpMkLst>
            <pc:docMk/>
            <pc:sldMk cId="2816591711" sldId="2147473353"/>
            <ac:cxnSpMk id="142" creationId="{37A2BA15-208F-5FC5-5340-0B941892CA0D}"/>
          </ac:cxnSpMkLst>
        </pc:cxnChg>
      </pc:sldChg>
      <pc:sldChg chg="modSp del mod">
        <pc:chgData name="Leo Forkert" userId="da1de3ce-c07d-4b34-ace5-d498b85e34a7" providerId="ADAL" clId="{72F1D1D0-B7AF-4FDA-A997-14AACD53D242}" dt="2023-10-18T10:09:56.357" v="841" actId="47"/>
        <pc:sldMkLst>
          <pc:docMk/>
          <pc:sldMk cId="2832064002" sldId="2147473365"/>
        </pc:sldMkLst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9" creationId="{5AC30DB2-841A-ACDD-7967-A5BFF5E8C803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13" creationId="{AFAADB72-8A63-0C8D-2AB6-D3B8DDC1FF11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16" creationId="{26F88966-EDE0-25C7-D431-B5128D5B832E}"/>
          </ac:spMkLst>
        </pc:spChg>
        <pc:spChg chg="mod">
          <ac:chgData name="Leo Forkert" userId="da1de3ce-c07d-4b34-ace5-d498b85e34a7" providerId="ADAL" clId="{72F1D1D0-B7AF-4FDA-A997-14AACD53D242}" dt="2023-10-18T09:33:38.915" v="710" actId="207"/>
          <ac:spMkLst>
            <pc:docMk/>
            <pc:sldMk cId="2832064002" sldId="2147473365"/>
            <ac:spMk id="18" creationId="{949428A4-1BAF-039C-0BFF-16C880F8F3BC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19" creationId="{756720C3-03D4-F57F-D000-57B3CDEEA496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21" creationId="{22F15A29-0628-EF15-8FA4-643FEEA4BB2D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26" creationId="{DA2C0A13-E074-110E-EBCD-E369D7110499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29" creationId="{1D05C909-E8C3-21E4-9B1F-A9068E00A566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0" creationId="{539CE67F-E1CB-7739-A314-53CD1E4C7951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1" creationId="{33444C65-CA28-7100-7F07-CC4673E029D3}"/>
          </ac:spMkLst>
        </pc:spChg>
        <pc:spChg chg="mod">
          <ac:chgData name="Leo Forkert" userId="da1de3ce-c07d-4b34-ace5-d498b85e34a7" providerId="ADAL" clId="{72F1D1D0-B7AF-4FDA-A997-14AACD53D242}" dt="2023-10-18T09:33:38.915" v="710" actId="207"/>
          <ac:spMkLst>
            <pc:docMk/>
            <pc:sldMk cId="2832064002" sldId="2147473365"/>
            <ac:spMk id="32" creationId="{4127F0B7-ABB9-959D-8B41-D6827520EEF3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4" creationId="{85AAEBD4-25E2-3178-050B-A23F367BF36A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5" creationId="{93D9CDA5-7662-7ECF-6A8C-993563B28EE5}"/>
          </ac:spMkLst>
        </pc:spChg>
        <pc:spChg chg="mod">
          <ac:chgData name="Leo Forkert" userId="da1de3ce-c07d-4b34-ace5-d498b85e34a7" providerId="ADAL" clId="{72F1D1D0-B7AF-4FDA-A997-14AACD53D242}" dt="2023-10-18T09:33:27.802" v="709" actId="207"/>
          <ac:spMkLst>
            <pc:docMk/>
            <pc:sldMk cId="2832064002" sldId="2147473365"/>
            <ac:spMk id="36" creationId="{027259C7-95B6-0955-F2C2-9A48825C1FC9}"/>
          </ac:spMkLst>
        </pc:spChg>
        <pc:cxnChg chg="mod">
          <ac:chgData name="Leo Forkert" userId="da1de3ce-c07d-4b34-ace5-d498b85e34a7" providerId="ADAL" clId="{72F1D1D0-B7AF-4FDA-A997-14AACD53D242}" dt="2023-10-17T10:05:25.529" v="665" actId="14100"/>
          <ac:cxnSpMkLst>
            <pc:docMk/>
            <pc:sldMk cId="2832064002" sldId="2147473365"/>
            <ac:cxnSpMk id="17" creationId="{31D58737-6BFA-B672-2B32-F81C9CFA69E3}"/>
          </ac:cxnSpMkLst>
        </pc:cxnChg>
        <pc:cxnChg chg="mod">
          <ac:chgData name="Leo Forkert" userId="da1de3ce-c07d-4b34-ace5-d498b85e34a7" providerId="ADAL" clId="{72F1D1D0-B7AF-4FDA-A997-14AACD53D242}" dt="2023-10-17T10:05:16.968" v="663" actId="1076"/>
          <ac:cxnSpMkLst>
            <pc:docMk/>
            <pc:sldMk cId="2832064002" sldId="2147473365"/>
            <ac:cxnSpMk id="20" creationId="{B3AF6A28-4A27-0A79-D9A9-16140F7A4AC1}"/>
          </ac:cxnSpMkLst>
        </pc:cxnChg>
        <pc:cxnChg chg="mod">
          <ac:chgData name="Leo Forkert" userId="da1de3ce-c07d-4b34-ace5-d498b85e34a7" providerId="ADAL" clId="{72F1D1D0-B7AF-4FDA-A997-14AACD53D242}" dt="2023-10-17T10:05:34.662" v="667" actId="14100"/>
          <ac:cxnSpMkLst>
            <pc:docMk/>
            <pc:sldMk cId="2832064002" sldId="2147473365"/>
            <ac:cxnSpMk id="27" creationId="{66BB70D3-9E75-87F2-48A3-D6DD234E277B}"/>
          </ac:cxnSpMkLst>
        </pc:cxnChg>
      </pc:sldChg>
      <pc:sldChg chg="modSp mod">
        <pc:chgData name="Leo Forkert" userId="da1de3ce-c07d-4b34-ace5-d498b85e34a7" providerId="ADAL" clId="{72F1D1D0-B7AF-4FDA-A997-14AACD53D242}" dt="2023-10-18T09:36:57.858" v="722" actId="2085"/>
        <pc:sldMkLst>
          <pc:docMk/>
          <pc:sldMk cId="1995753444" sldId="2147473374"/>
        </pc:sldMkLst>
        <pc:spChg chg="mod">
          <ac:chgData name="Leo Forkert" userId="da1de3ce-c07d-4b34-ace5-d498b85e34a7" providerId="ADAL" clId="{72F1D1D0-B7AF-4FDA-A997-14AACD53D242}" dt="2023-10-18T09:36:57.858" v="722" actId="2085"/>
          <ac:spMkLst>
            <pc:docMk/>
            <pc:sldMk cId="1995753444" sldId="2147473374"/>
            <ac:spMk id="6" creationId="{5253E8EB-6D77-6890-0E26-38C36098B44A}"/>
          </ac:spMkLst>
        </pc:spChg>
        <pc:spChg chg="mod">
          <ac:chgData name="Leo Forkert" userId="da1de3ce-c07d-4b34-ace5-d498b85e34a7" providerId="ADAL" clId="{72F1D1D0-B7AF-4FDA-A997-14AACD53D242}" dt="2023-10-13T09:14:41.807" v="305" actId="207"/>
          <ac:spMkLst>
            <pc:docMk/>
            <pc:sldMk cId="1995753444" sldId="2147473374"/>
            <ac:spMk id="25" creationId="{6111ACA2-7F60-6319-A200-E850B3830C1C}"/>
          </ac:spMkLst>
        </pc:spChg>
        <pc:spChg chg="mod">
          <ac:chgData name="Leo Forkert" userId="da1de3ce-c07d-4b34-ace5-d498b85e34a7" providerId="ADAL" clId="{72F1D1D0-B7AF-4FDA-A997-14AACD53D242}" dt="2023-10-13T09:12:28.626" v="203" actId="207"/>
          <ac:spMkLst>
            <pc:docMk/>
            <pc:sldMk cId="1995753444" sldId="2147473374"/>
            <ac:spMk id="26" creationId="{52D5EDD2-C7A4-30E9-958B-A26FCBA58251}"/>
          </ac:spMkLst>
        </pc:spChg>
        <pc:spChg chg="mod">
          <ac:chgData name="Leo Forkert" userId="da1de3ce-c07d-4b34-ace5-d498b85e34a7" providerId="ADAL" clId="{72F1D1D0-B7AF-4FDA-A997-14AACD53D242}" dt="2023-10-13T09:12:22.822" v="202" actId="2085"/>
          <ac:spMkLst>
            <pc:docMk/>
            <pc:sldMk cId="1995753444" sldId="2147473374"/>
            <ac:spMk id="34" creationId="{89B0425C-638B-EF97-1D73-DAC2014B3F02}"/>
          </ac:spMkLst>
        </pc:spChg>
        <pc:spChg chg="mod">
          <ac:chgData name="Leo Forkert" userId="da1de3ce-c07d-4b34-ace5-d498b85e34a7" providerId="ADAL" clId="{72F1D1D0-B7AF-4FDA-A997-14AACD53D242}" dt="2023-10-13T09:14:22.255" v="304" actId="207"/>
          <ac:spMkLst>
            <pc:docMk/>
            <pc:sldMk cId="1995753444" sldId="2147473374"/>
            <ac:spMk id="37" creationId="{50211716-9F04-F84A-7B70-B4AA2F819464}"/>
          </ac:spMkLst>
        </pc:spChg>
        <pc:spChg chg="mod">
          <ac:chgData name="Leo Forkert" userId="da1de3ce-c07d-4b34-ace5-d498b85e34a7" providerId="ADAL" clId="{72F1D1D0-B7AF-4FDA-A997-14AACD53D242}" dt="2023-10-13T09:14:47.763" v="307" actId="207"/>
          <ac:spMkLst>
            <pc:docMk/>
            <pc:sldMk cId="1995753444" sldId="2147473374"/>
            <ac:spMk id="65" creationId="{B912BCCA-0291-905D-AEA9-89EDCB80A095}"/>
          </ac:spMkLst>
        </pc:spChg>
        <pc:spChg chg="mod">
          <ac:chgData name="Leo Forkert" userId="da1de3ce-c07d-4b34-ace5-d498b85e34a7" providerId="ADAL" clId="{72F1D1D0-B7AF-4FDA-A997-14AACD53D242}" dt="2023-10-13T09:14:10.995" v="302" actId="207"/>
          <ac:spMkLst>
            <pc:docMk/>
            <pc:sldMk cId="1995753444" sldId="2147473374"/>
            <ac:spMk id="66" creationId="{145E5761-B7AC-CFC6-BF9F-8F98BF8B28F8}"/>
          </ac:spMkLst>
        </pc:spChg>
        <pc:spChg chg="mod">
          <ac:chgData name="Leo Forkert" userId="da1de3ce-c07d-4b34-ace5-d498b85e34a7" providerId="ADAL" clId="{72F1D1D0-B7AF-4FDA-A997-14AACD53D242}" dt="2023-10-13T09:14:52.389" v="308" actId="207"/>
          <ac:spMkLst>
            <pc:docMk/>
            <pc:sldMk cId="1995753444" sldId="2147473374"/>
            <ac:spMk id="68" creationId="{AB132A7D-B757-C178-FDF5-E8D219AB7AF6}"/>
          </ac:spMkLst>
        </pc:spChg>
        <pc:spChg chg="mod">
          <ac:chgData name="Leo Forkert" userId="da1de3ce-c07d-4b34-ace5-d498b85e34a7" providerId="ADAL" clId="{72F1D1D0-B7AF-4FDA-A997-14AACD53D242}" dt="2023-10-13T09:14:03.669" v="300" actId="207"/>
          <ac:spMkLst>
            <pc:docMk/>
            <pc:sldMk cId="1995753444" sldId="2147473374"/>
            <ac:spMk id="69" creationId="{A0E37E88-C18F-FF2E-8930-9921171A779B}"/>
          </ac:spMkLst>
        </pc:spChg>
        <pc:spChg chg="mod">
          <ac:chgData name="Leo Forkert" userId="da1de3ce-c07d-4b34-ace5-d498b85e34a7" providerId="ADAL" clId="{72F1D1D0-B7AF-4FDA-A997-14AACD53D242}" dt="2023-10-13T09:14:55.428" v="309" actId="207"/>
          <ac:spMkLst>
            <pc:docMk/>
            <pc:sldMk cId="1995753444" sldId="2147473374"/>
            <ac:spMk id="71" creationId="{7B45E9AC-B21B-0D40-B4EC-4A700D1D961C}"/>
          </ac:spMkLst>
        </pc:spChg>
        <pc:spChg chg="mod">
          <ac:chgData name="Leo Forkert" userId="da1de3ce-c07d-4b34-ace5-d498b85e34a7" providerId="ADAL" clId="{72F1D1D0-B7AF-4FDA-A997-14AACD53D242}" dt="2023-10-13T09:13:53.745" v="298" actId="207"/>
          <ac:spMkLst>
            <pc:docMk/>
            <pc:sldMk cId="1995753444" sldId="2147473374"/>
            <ac:spMk id="72" creationId="{504C6B5E-4C9B-2D25-282A-EADD4A67263E}"/>
          </ac:spMkLst>
        </pc:spChg>
        <pc:spChg chg="mod">
          <ac:chgData name="Leo Forkert" userId="da1de3ce-c07d-4b34-ace5-d498b85e34a7" providerId="ADAL" clId="{72F1D1D0-B7AF-4FDA-A997-14AACD53D242}" dt="2023-10-13T09:14:58.020" v="310" actId="207"/>
          <ac:spMkLst>
            <pc:docMk/>
            <pc:sldMk cId="1995753444" sldId="2147473374"/>
            <ac:spMk id="74" creationId="{6F126E7A-0458-64B3-7BFA-95F3C51E9896}"/>
          </ac:spMkLst>
        </pc:spChg>
        <pc:spChg chg="mod">
          <ac:chgData name="Leo Forkert" userId="da1de3ce-c07d-4b34-ace5-d498b85e34a7" providerId="ADAL" clId="{72F1D1D0-B7AF-4FDA-A997-14AACD53D242}" dt="2023-10-13T09:13:33.218" v="296" actId="207"/>
          <ac:spMkLst>
            <pc:docMk/>
            <pc:sldMk cId="1995753444" sldId="2147473374"/>
            <ac:spMk id="75" creationId="{0E9A927F-4103-461D-6FBA-104B350BF85A}"/>
          </ac:spMkLst>
        </pc:spChg>
        <pc:cxnChg chg="mod">
          <ac:chgData name="Leo Forkert" userId="da1de3ce-c07d-4b34-ace5-d498b85e34a7" providerId="ADAL" clId="{72F1D1D0-B7AF-4FDA-A997-14AACD53D242}" dt="2023-10-13T09:12:17.527" v="201" actId="208"/>
          <ac:cxnSpMkLst>
            <pc:docMk/>
            <pc:sldMk cId="1995753444" sldId="2147473374"/>
            <ac:cxnSpMk id="82" creationId="{6E052B74-27EB-6ECC-2E7A-9C0066CF0F61}"/>
          </ac:cxnSpMkLst>
        </pc:cxnChg>
        <pc:cxnChg chg="mod">
          <ac:chgData name="Leo Forkert" userId="da1de3ce-c07d-4b34-ace5-d498b85e34a7" providerId="ADAL" clId="{72F1D1D0-B7AF-4FDA-A997-14AACD53D242}" dt="2023-10-13T09:15:09.818" v="311" actId="14100"/>
          <ac:cxnSpMkLst>
            <pc:docMk/>
            <pc:sldMk cId="1995753444" sldId="2147473374"/>
            <ac:cxnSpMk id="86" creationId="{5AC62C7F-C702-DDAA-DA74-D9D522C6FCF8}"/>
          </ac:cxnSpMkLst>
        </pc:cxnChg>
        <pc:cxnChg chg="mod">
          <ac:chgData name="Leo Forkert" userId="da1de3ce-c07d-4b34-ace5-d498b85e34a7" providerId="ADAL" clId="{72F1D1D0-B7AF-4FDA-A997-14AACD53D242}" dt="2023-10-13T09:12:17.527" v="201" actId="208"/>
          <ac:cxnSpMkLst>
            <pc:docMk/>
            <pc:sldMk cId="1995753444" sldId="2147473374"/>
            <ac:cxnSpMk id="87" creationId="{40EC48EC-056C-E358-9F91-498865E2136B}"/>
          </ac:cxnSpMkLst>
        </pc:cxnChg>
        <pc:cxnChg chg="mod">
          <ac:chgData name="Leo Forkert" userId="da1de3ce-c07d-4b34-ace5-d498b85e34a7" providerId="ADAL" clId="{72F1D1D0-B7AF-4FDA-A997-14AACD53D242}" dt="2023-10-13T09:12:17.527" v="201" actId="208"/>
          <ac:cxnSpMkLst>
            <pc:docMk/>
            <pc:sldMk cId="1995753444" sldId="2147473374"/>
            <ac:cxnSpMk id="89" creationId="{CB391C57-3F91-F449-6E0A-5F864F7A0DCD}"/>
          </ac:cxnSpMkLst>
        </pc:cxnChg>
        <pc:cxnChg chg="mod">
          <ac:chgData name="Leo Forkert" userId="da1de3ce-c07d-4b34-ace5-d498b85e34a7" providerId="ADAL" clId="{72F1D1D0-B7AF-4FDA-A997-14AACD53D242}" dt="2023-10-13T09:12:17.527" v="201" actId="208"/>
          <ac:cxnSpMkLst>
            <pc:docMk/>
            <pc:sldMk cId="1995753444" sldId="2147473374"/>
            <ac:cxnSpMk id="92" creationId="{20FE1521-47F8-04FB-C735-D76D515D7FCA}"/>
          </ac:cxnSpMkLst>
        </pc:cxnChg>
      </pc:sldChg>
      <pc:sldChg chg="del">
        <pc:chgData name="Leo Forkert" userId="da1de3ce-c07d-4b34-ace5-d498b85e34a7" providerId="ADAL" clId="{72F1D1D0-B7AF-4FDA-A997-14AACD53D242}" dt="2023-10-13T09:15:54.310" v="316" actId="47"/>
        <pc:sldMkLst>
          <pc:docMk/>
          <pc:sldMk cId="870020892" sldId="2147473378"/>
        </pc:sldMkLst>
      </pc:sldChg>
      <pc:sldChg chg="del">
        <pc:chgData name="Leo Forkert" userId="da1de3ce-c07d-4b34-ace5-d498b85e34a7" providerId="ADAL" clId="{72F1D1D0-B7AF-4FDA-A997-14AACD53D242}" dt="2023-10-18T09:36:37.606" v="719" actId="47"/>
        <pc:sldMkLst>
          <pc:docMk/>
          <pc:sldMk cId="3219425629" sldId="2147473379"/>
        </pc:sldMkLst>
      </pc:sldChg>
      <pc:sldChg chg="modSp add del mod">
        <pc:chgData name="Leo Forkert" userId="da1de3ce-c07d-4b34-ace5-d498b85e34a7" providerId="ADAL" clId="{72F1D1D0-B7AF-4FDA-A997-14AACD53D242}" dt="2023-10-18T10:11:42.603" v="859" actId="47"/>
        <pc:sldMkLst>
          <pc:docMk/>
          <pc:sldMk cId="2779831431" sldId="2147473383"/>
        </pc:sldMkLst>
        <pc:spChg chg="mod">
          <ac:chgData name="Leo Forkert" userId="da1de3ce-c07d-4b34-ace5-d498b85e34a7" providerId="ADAL" clId="{72F1D1D0-B7AF-4FDA-A997-14AACD53D242}" dt="2023-10-18T10:03:42.677" v="776" actId="207"/>
          <ac:spMkLst>
            <pc:docMk/>
            <pc:sldMk cId="2779831431" sldId="2147473383"/>
            <ac:spMk id="12" creationId="{6BADD48F-7FE4-B7ED-B70D-D0B9078F6A50}"/>
          </ac:spMkLst>
        </pc:spChg>
        <pc:spChg chg="mod">
          <ac:chgData name="Leo Forkert" userId="da1de3ce-c07d-4b34-ace5-d498b85e34a7" providerId="ADAL" clId="{72F1D1D0-B7AF-4FDA-A997-14AACD53D242}" dt="2023-10-18T10:03:42.677" v="776" actId="207"/>
          <ac:spMkLst>
            <pc:docMk/>
            <pc:sldMk cId="2779831431" sldId="2147473383"/>
            <ac:spMk id="13" creationId="{E15440DF-BC79-491F-0ED2-67C85A657840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14" creationId="{671E26E5-6B37-8AF9-4CBD-E72A6C270B08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16" creationId="{26F88966-EDE0-25C7-D431-B5128D5B832E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18" creationId="{07E234DA-DAB0-4947-93E2-9446638A6324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19" creationId="{756720C3-03D4-F57F-D000-57B3CDEEA496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1" creationId="{70DCFC4A-8079-4E1D-97D0-E8B8559C9A5E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2" creationId="{F82E932C-064F-4905-AA1B-F4FDB2006188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5" creationId="{35498A78-778E-49F5-B798-C18DE5A15315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6" creationId="{DA2C0A13-E074-110E-EBCD-E369D7110499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8" creationId="{BB70A341-EEB0-4BBB-A967-E7629DF8259B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29" creationId="{F46A4DA9-74E2-4157-8DD9-93684ED50704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30" creationId="{7DCE1964-D04F-4303-9D60-C2931109CC49}"/>
          </ac:spMkLst>
        </pc:spChg>
        <pc:spChg chg="mod">
          <ac:chgData name="Leo Forkert" userId="da1de3ce-c07d-4b34-ace5-d498b85e34a7" providerId="ADAL" clId="{72F1D1D0-B7AF-4FDA-A997-14AACD53D242}" dt="2023-10-18T10:03:35.674" v="775" actId="207"/>
          <ac:spMkLst>
            <pc:docMk/>
            <pc:sldMk cId="2779831431" sldId="2147473383"/>
            <ac:spMk id="31" creationId="{EA899EA4-C48A-438B-AE26-C0CEB51FDC84}"/>
          </ac:spMkLst>
        </pc:spChg>
      </pc:sldChg>
      <pc:sldChg chg="modSp mod">
        <pc:chgData name="Leo Forkert" userId="da1de3ce-c07d-4b34-ace5-d498b85e34a7" providerId="ADAL" clId="{72F1D1D0-B7AF-4FDA-A997-14AACD53D242}" dt="2023-10-18T09:35:06.824" v="716" actId="207"/>
        <pc:sldMkLst>
          <pc:docMk/>
          <pc:sldMk cId="2493172445" sldId="2147473384"/>
        </pc:sldMkLst>
        <pc:spChg chg="mod">
          <ac:chgData name="Leo Forkert" userId="da1de3ce-c07d-4b34-ace5-d498b85e34a7" providerId="ADAL" clId="{72F1D1D0-B7AF-4FDA-A997-14AACD53D242}" dt="2023-10-18T09:35:06.824" v="716" actId="207"/>
          <ac:spMkLst>
            <pc:docMk/>
            <pc:sldMk cId="2493172445" sldId="2147473384"/>
            <ac:spMk id="3" creationId="{116F2A4D-D0E2-A211-4CDB-B940FC0ADFCD}"/>
          </ac:spMkLst>
        </pc:spChg>
        <pc:spChg chg="mod">
          <ac:chgData name="Leo Forkert" userId="da1de3ce-c07d-4b34-ace5-d498b85e34a7" providerId="ADAL" clId="{72F1D1D0-B7AF-4FDA-A997-14AACD53D242}" dt="2023-10-18T09:34:37.047" v="713" actId="207"/>
          <ac:spMkLst>
            <pc:docMk/>
            <pc:sldMk cId="2493172445" sldId="2147473384"/>
            <ac:spMk id="4" creationId="{598A55DD-28B5-0265-ED94-C944766D128A}"/>
          </ac:spMkLst>
        </pc:spChg>
        <pc:spChg chg="mod">
          <ac:chgData name="Leo Forkert" userId="da1de3ce-c07d-4b34-ace5-d498b85e34a7" providerId="ADAL" clId="{72F1D1D0-B7AF-4FDA-A997-14AACD53D242}" dt="2023-10-18T09:34:55.378" v="715" actId="12"/>
          <ac:spMkLst>
            <pc:docMk/>
            <pc:sldMk cId="2493172445" sldId="2147473384"/>
            <ac:spMk id="5" creationId="{B9113AAB-162B-4AA4-9CE8-EACFF34BF9E3}"/>
          </ac:spMkLst>
        </pc:spChg>
        <pc:spChg chg="mod">
          <ac:chgData name="Leo Forkert" userId="da1de3ce-c07d-4b34-ace5-d498b85e34a7" providerId="ADAL" clId="{72F1D1D0-B7AF-4FDA-A997-14AACD53D242}" dt="2023-10-18T09:34:42.035" v="714" actId="208"/>
          <ac:spMkLst>
            <pc:docMk/>
            <pc:sldMk cId="2493172445" sldId="2147473384"/>
            <ac:spMk id="12" creationId="{92D25A23-7CED-07DF-B035-F60FFD836377}"/>
          </ac:spMkLst>
        </pc:spChg>
        <pc:spChg chg="mod">
          <ac:chgData name="Leo Forkert" userId="da1de3ce-c07d-4b34-ace5-d498b85e34a7" providerId="ADAL" clId="{72F1D1D0-B7AF-4FDA-A997-14AACD53D242}" dt="2023-10-18T09:34:33.195" v="712" actId="207"/>
          <ac:spMkLst>
            <pc:docMk/>
            <pc:sldMk cId="2493172445" sldId="2147473384"/>
            <ac:spMk id="13" creationId="{F9D99BAC-BA71-97E5-59EF-10A2F0C93482}"/>
          </ac:spMkLst>
        </pc:spChg>
      </pc:sldChg>
      <pc:sldChg chg="modSp mod">
        <pc:chgData name="Leo Forkert" userId="da1de3ce-c07d-4b34-ace5-d498b85e34a7" providerId="ADAL" clId="{72F1D1D0-B7AF-4FDA-A997-14AACD53D242}" dt="2023-10-18T10:19:06.933" v="882" actId="14100"/>
        <pc:sldMkLst>
          <pc:docMk/>
          <pc:sldMk cId="4252491288" sldId="2147473386"/>
        </pc:sldMkLst>
        <pc:spChg chg="mod">
          <ac:chgData name="Leo Forkert" userId="da1de3ce-c07d-4b34-ace5-d498b85e34a7" providerId="ADAL" clId="{72F1D1D0-B7AF-4FDA-A997-14AACD53D242}" dt="2023-10-17T10:00:18.313" v="599" actId="207"/>
          <ac:spMkLst>
            <pc:docMk/>
            <pc:sldMk cId="4252491288" sldId="2147473386"/>
            <ac:spMk id="2" creationId="{3BF0A438-4080-E071-FB97-4821F8AF9F04}"/>
          </ac:spMkLst>
        </pc:spChg>
        <pc:spChg chg="mod">
          <ac:chgData name="Leo Forkert" userId="da1de3ce-c07d-4b34-ace5-d498b85e34a7" providerId="ADAL" clId="{72F1D1D0-B7AF-4FDA-A997-14AACD53D242}" dt="2023-10-18T10:18:36.938" v="874" actId="14100"/>
          <ac:spMkLst>
            <pc:docMk/>
            <pc:sldMk cId="4252491288" sldId="2147473386"/>
            <ac:spMk id="12" creationId="{15646F31-20C8-A2B0-F92C-7CD461663197}"/>
          </ac:spMkLst>
        </pc:spChg>
        <pc:spChg chg="mod">
          <ac:chgData name="Leo Forkert" userId="da1de3ce-c07d-4b34-ace5-d498b85e34a7" providerId="ADAL" clId="{72F1D1D0-B7AF-4FDA-A997-14AACD53D242}" dt="2023-10-18T10:18:14.220" v="869" actId="14100"/>
          <ac:spMkLst>
            <pc:docMk/>
            <pc:sldMk cId="4252491288" sldId="2147473386"/>
            <ac:spMk id="13" creationId="{0BE5697B-4EDA-E669-96D2-2BCC07DAB94C}"/>
          </ac:spMkLst>
        </pc:spChg>
        <pc:spChg chg="mod">
          <ac:chgData name="Leo Forkert" userId="da1de3ce-c07d-4b34-ace5-d498b85e34a7" providerId="ADAL" clId="{72F1D1D0-B7AF-4FDA-A997-14AACD53D242}" dt="2023-10-18T10:19:04.105" v="881" actId="14100"/>
          <ac:spMkLst>
            <pc:docMk/>
            <pc:sldMk cId="4252491288" sldId="2147473386"/>
            <ac:spMk id="14" creationId="{2C4B883E-6139-6E6A-C435-551AC5F5C8AE}"/>
          </ac:spMkLst>
        </pc:spChg>
        <pc:spChg chg="mod">
          <ac:chgData name="Leo Forkert" userId="da1de3ce-c07d-4b34-ace5-d498b85e34a7" providerId="ADAL" clId="{72F1D1D0-B7AF-4FDA-A997-14AACD53D242}" dt="2023-10-18T10:07:18.877" v="817" actId="14100"/>
          <ac:spMkLst>
            <pc:docMk/>
            <pc:sldMk cId="4252491288" sldId="2147473386"/>
            <ac:spMk id="16" creationId="{26F88966-EDE0-25C7-D431-B5128D5B832E}"/>
          </ac:spMkLst>
        </pc:spChg>
        <pc:spChg chg="mod">
          <ac:chgData name="Leo Forkert" userId="da1de3ce-c07d-4b34-ace5-d498b85e34a7" providerId="ADAL" clId="{72F1D1D0-B7AF-4FDA-A997-14AACD53D242}" dt="2023-10-18T10:05:03.076" v="791" actId="14100"/>
          <ac:spMkLst>
            <pc:docMk/>
            <pc:sldMk cId="4252491288" sldId="2147473386"/>
            <ac:spMk id="19" creationId="{756720C3-03D4-F57F-D000-57B3CDEEA496}"/>
          </ac:spMkLst>
        </pc:spChg>
        <pc:spChg chg="mod">
          <ac:chgData name="Leo Forkert" userId="da1de3ce-c07d-4b34-ace5-d498b85e34a7" providerId="ADAL" clId="{72F1D1D0-B7AF-4FDA-A997-14AACD53D242}" dt="2023-10-18T10:06:33.905" v="811" actId="1035"/>
          <ac:spMkLst>
            <pc:docMk/>
            <pc:sldMk cId="4252491288" sldId="2147473386"/>
            <ac:spMk id="23" creationId="{A673E02C-6EFB-47D8-E79D-13DEE065E200}"/>
          </ac:spMkLst>
        </pc:spChg>
        <pc:spChg chg="mod">
          <ac:chgData name="Leo Forkert" userId="da1de3ce-c07d-4b34-ace5-d498b85e34a7" providerId="ADAL" clId="{72F1D1D0-B7AF-4FDA-A997-14AACD53D242}" dt="2023-10-18T10:18:32.923" v="873" actId="14100"/>
          <ac:spMkLst>
            <pc:docMk/>
            <pc:sldMk cId="4252491288" sldId="2147473386"/>
            <ac:spMk id="24" creationId="{8AA55ED2-E815-8E9E-5A0D-597B1173DC46}"/>
          </ac:spMkLst>
        </pc:spChg>
        <pc:spChg chg="mod">
          <ac:chgData name="Leo Forkert" userId="da1de3ce-c07d-4b34-ace5-d498b85e34a7" providerId="ADAL" clId="{72F1D1D0-B7AF-4FDA-A997-14AACD53D242}" dt="2023-10-18T10:17:45.224" v="864" actId="14100"/>
          <ac:spMkLst>
            <pc:docMk/>
            <pc:sldMk cId="4252491288" sldId="2147473386"/>
            <ac:spMk id="25" creationId="{00B66D1A-8488-AF6B-3A48-C7B0B5DC03D0}"/>
          </ac:spMkLst>
        </pc:spChg>
        <pc:spChg chg="mod">
          <ac:chgData name="Leo Forkert" userId="da1de3ce-c07d-4b34-ace5-d498b85e34a7" providerId="ADAL" clId="{72F1D1D0-B7AF-4FDA-A997-14AACD53D242}" dt="2023-10-18T10:07:47.010" v="821" actId="14100"/>
          <ac:spMkLst>
            <pc:docMk/>
            <pc:sldMk cId="4252491288" sldId="2147473386"/>
            <ac:spMk id="26" creationId="{DA2C0A13-E074-110E-EBCD-E369D7110499}"/>
          </ac:spMkLst>
        </pc:spChg>
        <pc:spChg chg="mod">
          <ac:chgData name="Leo Forkert" userId="da1de3ce-c07d-4b34-ace5-d498b85e34a7" providerId="ADAL" clId="{72F1D1D0-B7AF-4FDA-A997-14AACD53D242}" dt="2023-10-18T10:19:01.535" v="880" actId="14100"/>
          <ac:spMkLst>
            <pc:docMk/>
            <pc:sldMk cId="4252491288" sldId="2147473386"/>
            <ac:spMk id="28" creationId="{B666779B-4EB3-42BD-529A-A60FA6FDD707}"/>
          </ac:spMkLst>
        </pc:spChg>
        <pc:spChg chg="mod">
          <ac:chgData name="Leo Forkert" userId="da1de3ce-c07d-4b34-ace5-d498b85e34a7" providerId="ADAL" clId="{72F1D1D0-B7AF-4FDA-A997-14AACD53D242}" dt="2023-10-18T10:18:44.370" v="877" actId="14100"/>
          <ac:spMkLst>
            <pc:docMk/>
            <pc:sldMk cId="4252491288" sldId="2147473386"/>
            <ac:spMk id="29" creationId="{378E78C6-F476-38C5-6EE8-11DD2ACB1499}"/>
          </ac:spMkLst>
        </pc:spChg>
        <pc:spChg chg="mod">
          <ac:chgData name="Leo Forkert" userId="da1de3ce-c07d-4b34-ace5-d498b85e34a7" providerId="ADAL" clId="{72F1D1D0-B7AF-4FDA-A997-14AACD53D242}" dt="2023-10-18T10:18:54.323" v="879" actId="14100"/>
          <ac:spMkLst>
            <pc:docMk/>
            <pc:sldMk cId="4252491288" sldId="2147473386"/>
            <ac:spMk id="30" creationId="{D11A070A-5EEC-DF88-F472-7987ACA8236B}"/>
          </ac:spMkLst>
        </pc:spChg>
        <pc:spChg chg="mod">
          <ac:chgData name="Leo Forkert" userId="da1de3ce-c07d-4b34-ace5-d498b85e34a7" providerId="ADAL" clId="{72F1D1D0-B7AF-4FDA-A997-14AACD53D242}" dt="2023-10-18T10:18:20.929" v="870" actId="14100"/>
          <ac:spMkLst>
            <pc:docMk/>
            <pc:sldMk cId="4252491288" sldId="2147473386"/>
            <ac:spMk id="31" creationId="{3F1A883D-4DA9-8DB7-41E8-20F57815ECA8}"/>
          </ac:spMkLst>
        </pc:spChg>
        <pc:spChg chg="mod">
          <ac:chgData name="Leo Forkert" userId="da1de3ce-c07d-4b34-ace5-d498b85e34a7" providerId="ADAL" clId="{72F1D1D0-B7AF-4FDA-A997-14AACD53D242}" dt="2023-10-18T10:19:06.933" v="882" actId="14100"/>
          <ac:spMkLst>
            <pc:docMk/>
            <pc:sldMk cId="4252491288" sldId="2147473386"/>
            <ac:spMk id="32" creationId="{029B438F-6238-EDDB-50CA-DA9DF87AB6C9}"/>
          </ac:spMkLst>
        </pc:spChg>
        <pc:spChg chg="mod">
          <ac:chgData name="Leo Forkert" userId="da1de3ce-c07d-4b34-ace5-d498b85e34a7" providerId="ADAL" clId="{72F1D1D0-B7AF-4FDA-A997-14AACD53D242}" dt="2023-10-18T10:06:33.905" v="811" actId="1035"/>
          <ac:spMkLst>
            <pc:docMk/>
            <pc:sldMk cId="4252491288" sldId="2147473386"/>
            <ac:spMk id="33" creationId="{D76A6F1C-614E-17D0-ABFA-F281A32E8E00}"/>
          </ac:spMkLst>
        </pc:spChg>
        <pc:cxnChg chg="mod">
          <ac:chgData name="Leo Forkert" userId="da1de3ce-c07d-4b34-ace5-d498b85e34a7" providerId="ADAL" clId="{72F1D1D0-B7AF-4FDA-A997-14AACD53D242}" dt="2023-10-18T10:07:18.877" v="817" actId="14100"/>
          <ac:cxnSpMkLst>
            <pc:docMk/>
            <pc:sldMk cId="4252491288" sldId="2147473386"/>
            <ac:cxnSpMk id="17" creationId="{31D58737-6BFA-B672-2B32-F81C9CFA69E3}"/>
          </ac:cxnSpMkLst>
        </pc:cxnChg>
        <pc:cxnChg chg="mod">
          <ac:chgData name="Leo Forkert" userId="da1de3ce-c07d-4b34-ace5-d498b85e34a7" providerId="ADAL" clId="{72F1D1D0-B7AF-4FDA-A997-14AACD53D242}" dt="2023-10-18T10:06:28.115" v="808" actId="1035"/>
          <ac:cxnSpMkLst>
            <pc:docMk/>
            <pc:sldMk cId="4252491288" sldId="2147473386"/>
            <ac:cxnSpMk id="20" creationId="{B3AF6A28-4A27-0A79-D9A9-16140F7A4AC1}"/>
          </ac:cxnSpMkLst>
        </pc:cxnChg>
        <pc:cxnChg chg="mod">
          <ac:chgData name="Leo Forkert" userId="da1de3ce-c07d-4b34-ace5-d498b85e34a7" providerId="ADAL" clId="{72F1D1D0-B7AF-4FDA-A997-14AACD53D242}" dt="2023-10-18T10:07:48.880" v="822" actId="14100"/>
          <ac:cxnSpMkLst>
            <pc:docMk/>
            <pc:sldMk cId="4252491288" sldId="2147473386"/>
            <ac:cxnSpMk id="27" creationId="{66BB70D3-9E75-87F2-48A3-D6DD234E277B}"/>
          </ac:cxnSpMkLst>
        </pc:cxnChg>
      </pc:sldChg>
      <pc:sldChg chg="modSp mod">
        <pc:chgData name="Leo Forkert" userId="da1de3ce-c07d-4b34-ace5-d498b85e34a7" providerId="ADAL" clId="{72F1D1D0-B7AF-4FDA-A997-14AACD53D242}" dt="2023-10-18T09:35:44.328" v="717" actId="207"/>
        <pc:sldMkLst>
          <pc:docMk/>
          <pc:sldMk cId="2944917257" sldId="2147473387"/>
        </pc:sldMkLst>
        <pc:graphicFrameChg chg="modGraphic">
          <ac:chgData name="Leo Forkert" userId="da1de3ce-c07d-4b34-ace5-d498b85e34a7" providerId="ADAL" clId="{72F1D1D0-B7AF-4FDA-A997-14AACD53D242}" dt="2023-10-18T09:35:44.328" v="717" actId="207"/>
          <ac:graphicFrameMkLst>
            <pc:docMk/>
            <pc:sldMk cId="2944917257" sldId="2147473387"/>
            <ac:graphicFrameMk id="4" creationId="{C06B5E40-968C-C5BB-85F2-DD53FCD79E66}"/>
          </ac:graphicFrameMkLst>
        </pc:graphicFrameChg>
      </pc:sldChg>
      <pc:sldChg chg="modSp mod">
        <pc:chgData name="Leo Forkert" userId="da1de3ce-c07d-4b34-ace5-d498b85e34a7" providerId="ADAL" clId="{72F1D1D0-B7AF-4FDA-A997-14AACD53D242}" dt="2023-10-18T09:41:47.547" v="738" actId="12"/>
        <pc:sldMkLst>
          <pc:docMk/>
          <pc:sldMk cId="3486956298" sldId="2147473391"/>
        </pc:sldMkLst>
        <pc:spChg chg="mod">
          <ac:chgData name="Leo Forkert" userId="da1de3ce-c07d-4b34-ace5-d498b85e34a7" providerId="ADAL" clId="{72F1D1D0-B7AF-4FDA-A997-14AACD53D242}" dt="2023-10-18T09:41:25.117" v="735" actId="12"/>
          <ac:spMkLst>
            <pc:docMk/>
            <pc:sldMk cId="3486956298" sldId="2147473391"/>
            <ac:spMk id="7" creationId="{85D7226B-187D-FE83-5249-B757A8DB3438}"/>
          </ac:spMkLst>
        </pc:spChg>
        <pc:spChg chg="mod">
          <ac:chgData name="Leo Forkert" userId="da1de3ce-c07d-4b34-ace5-d498b85e34a7" providerId="ADAL" clId="{72F1D1D0-B7AF-4FDA-A997-14AACD53D242}" dt="2023-10-18T09:39:23.511" v="729" actId="207"/>
          <ac:spMkLst>
            <pc:docMk/>
            <pc:sldMk cId="3486956298" sldId="2147473391"/>
            <ac:spMk id="20" creationId="{CBB1C5AD-F59E-684F-5164-80759296BAEB}"/>
          </ac:spMkLst>
        </pc:spChg>
        <pc:spChg chg="mod">
          <ac:chgData name="Leo Forkert" userId="da1de3ce-c07d-4b34-ace5-d498b85e34a7" providerId="ADAL" clId="{72F1D1D0-B7AF-4FDA-A997-14AACD53D242}" dt="2023-10-18T09:41:32.845" v="736" actId="12"/>
          <ac:spMkLst>
            <pc:docMk/>
            <pc:sldMk cId="3486956298" sldId="2147473391"/>
            <ac:spMk id="21" creationId="{11C6D5C3-3437-18E3-8F62-473A68D91FA4}"/>
          </ac:spMkLst>
        </pc:spChg>
        <pc:spChg chg="mod">
          <ac:chgData name="Leo Forkert" userId="da1de3ce-c07d-4b34-ace5-d498b85e34a7" providerId="ADAL" clId="{72F1D1D0-B7AF-4FDA-A997-14AACD53D242}" dt="2023-10-18T09:41:41.426" v="737" actId="12"/>
          <ac:spMkLst>
            <pc:docMk/>
            <pc:sldMk cId="3486956298" sldId="2147473391"/>
            <ac:spMk id="27" creationId="{731DDCD8-181C-2C19-41EC-C424B4D0D518}"/>
          </ac:spMkLst>
        </pc:spChg>
        <pc:spChg chg="mod">
          <ac:chgData name="Leo Forkert" userId="da1de3ce-c07d-4b34-ace5-d498b85e34a7" providerId="ADAL" clId="{72F1D1D0-B7AF-4FDA-A997-14AACD53D242}" dt="2023-10-18T09:41:47.547" v="738" actId="12"/>
          <ac:spMkLst>
            <pc:docMk/>
            <pc:sldMk cId="3486956298" sldId="2147473391"/>
            <ac:spMk id="33" creationId="{8D8BE9CD-D670-1761-8E5E-C989C4313795}"/>
          </ac:spMkLst>
        </pc:spChg>
        <pc:spChg chg="mod">
          <ac:chgData name="Leo Forkert" userId="da1de3ce-c07d-4b34-ace5-d498b85e34a7" providerId="ADAL" clId="{72F1D1D0-B7AF-4FDA-A997-14AACD53D242}" dt="2023-10-18T09:41:13.062" v="734" actId="12"/>
          <ac:spMkLst>
            <pc:docMk/>
            <pc:sldMk cId="3486956298" sldId="2147473391"/>
            <ac:spMk id="39" creationId="{82F760F3-8D82-45F0-4582-B922F05CEA77}"/>
          </ac:spMkLst>
        </pc:spChg>
        <pc:spChg chg="mod">
          <ac:chgData name="Leo Forkert" userId="da1de3ce-c07d-4b34-ace5-d498b85e34a7" providerId="ADAL" clId="{72F1D1D0-B7AF-4FDA-A997-14AACD53D242}" dt="2023-10-18T09:40:41.826" v="732" actId="14100"/>
          <ac:spMkLst>
            <pc:docMk/>
            <pc:sldMk cId="3486956298" sldId="2147473391"/>
            <ac:spMk id="53" creationId="{D9BF294B-F08D-79A3-E78E-81F93ED40065}"/>
          </ac:spMkLst>
        </pc:spChg>
        <pc:picChg chg="mod">
          <ac:chgData name="Leo Forkert" userId="da1de3ce-c07d-4b34-ace5-d498b85e34a7" providerId="ADAL" clId="{72F1D1D0-B7AF-4FDA-A997-14AACD53D242}" dt="2023-10-18T09:39:23.511" v="729" actId="207"/>
          <ac:picMkLst>
            <pc:docMk/>
            <pc:sldMk cId="3486956298" sldId="2147473391"/>
            <ac:picMk id="42" creationId="{BF50E4A1-34B1-812A-CA0B-B8DB533C9575}"/>
          </ac:picMkLst>
        </pc:picChg>
        <pc:picChg chg="mod">
          <ac:chgData name="Leo Forkert" userId="da1de3ce-c07d-4b34-ace5-d498b85e34a7" providerId="ADAL" clId="{72F1D1D0-B7AF-4FDA-A997-14AACD53D242}" dt="2023-10-18T09:39:23.511" v="729" actId="207"/>
          <ac:picMkLst>
            <pc:docMk/>
            <pc:sldMk cId="3486956298" sldId="2147473391"/>
            <ac:picMk id="44" creationId="{34DFD9B4-C304-E626-55EF-EB1FDA4872A5}"/>
          </ac:picMkLst>
        </pc:picChg>
        <pc:picChg chg="mod">
          <ac:chgData name="Leo Forkert" userId="da1de3ce-c07d-4b34-ace5-d498b85e34a7" providerId="ADAL" clId="{72F1D1D0-B7AF-4FDA-A997-14AACD53D242}" dt="2023-10-18T09:39:23.511" v="729" actId="207"/>
          <ac:picMkLst>
            <pc:docMk/>
            <pc:sldMk cId="3486956298" sldId="2147473391"/>
            <ac:picMk id="46" creationId="{A5753F56-2E6C-A147-BECC-1BAFE0995FF3}"/>
          </ac:picMkLst>
        </pc:picChg>
        <pc:picChg chg="mod">
          <ac:chgData name="Leo Forkert" userId="da1de3ce-c07d-4b34-ace5-d498b85e34a7" providerId="ADAL" clId="{72F1D1D0-B7AF-4FDA-A997-14AACD53D242}" dt="2023-10-18T09:40:56.829" v="733" actId="207"/>
          <ac:picMkLst>
            <pc:docMk/>
            <pc:sldMk cId="3486956298" sldId="2147473391"/>
            <ac:picMk id="48" creationId="{3712E79B-CB60-5149-BAF8-C6253FB18B37}"/>
          </ac:picMkLst>
        </pc:picChg>
      </pc:sldChg>
      <pc:sldChg chg="modSp mod">
        <pc:chgData name="Leo Forkert" userId="da1de3ce-c07d-4b34-ace5-d498b85e34a7" providerId="ADAL" clId="{72F1D1D0-B7AF-4FDA-A997-14AACD53D242}" dt="2023-10-18T09:43:07.495" v="749" actId="207"/>
        <pc:sldMkLst>
          <pc:docMk/>
          <pc:sldMk cId="1434147672" sldId="2147473392"/>
        </pc:sldMkLst>
        <pc:spChg chg="mod">
          <ac:chgData name="Leo Forkert" userId="da1de3ce-c07d-4b34-ace5-d498b85e34a7" providerId="ADAL" clId="{72F1D1D0-B7AF-4FDA-A997-14AACD53D242}" dt="2023-10-18T09:42:43.237" v="746" actId="207"/>
          <ac:spMkLst>
            <pc:docMk/>
            <pc:sldMk cId="1434147672" sldId="2147473392"/>
            <ac:spMk id="2" creationId="{BE257137-7FB6-4549-8431-2A26F9EB6BCB}"/>
          </ac:spMkLst>
        </pc:spChg>
        <pc:spChg chg="mod">
          <ac:chgData name="Leo Forkert" userId="da1de3ce-c07d-4b34-ace5-d498b85e34a7" providerId="ADAL" clId="{72F1D1D0-B7AF-4FDA-A997-14AACD53D242}" dt="2023-10-18T09:42:34.473" v="745" actId="207"/>
          <ac:spMkLst>
            <pc:docMk/>
            <pc:sldMk cId="1434147672" sldId="2147473392"/>
            <ac:spMk id="5" creationId="{1598BC65-ACEC-4B87-BEF2-D6020C5A0686}"/>
          </ac:spMkLst>
        </pc:spChg>
        <pc:spChg chg="mod">
          <ac:chgData name="Leo Forkert" userId="da1de3ce-c07d-4b34-ace5-d498b85e34a7" providerId="ADAL" clId="{72F1D1D0-B7AF-4FDA-A997-14AACD53D242}" dt="2023-10-18T09:42:51.652" v="747" actId="207"/>
          <ac:spMkLst>
            <pc:docMk/>
            <pc:sldMk cId="1434147672" sldId="2147473392"/>
            <ac:spMk id="7" creationId="{6F5A05FD-DE96-6A34-7A96-E53F0A932F68}"/>
          </ac:spMkLst>
        </pc:spChg>
        <pc:spChg chg="mod">
          <ac:chgData name="Leo Forkert" userId="da1de3ce-c07d-4b34-ace5-d498b85e34a7" providerId="ADAL" clId="{72F1D1D0-B7AF-4FDA-A997-14AACD53D242}" dt="2023-10-18T09:43:07.495" v="749" actId="207"/>
          <ac:spMkLst>
            <pc:docMk/>
            <pc:sldMk cId="1434147672" sldId="2147473392"/>
            <ac:spMk id="11" creationId="{35E5BA4D-6725-496D-9C2D-CD54621F25C1}"/>
          </ac:spMkLst>
        </pc:spChg>
        <pc:graphicFrameChg chg="modGraphic">
          <ac:chgData name="Leo Forkert" userId="da1de3ce-c07d-4b34-ace5-d498b85e34a7" providerId="ADAL" clId="{72F1D1D0-B7AF-4FDA-A997-14AACD53D242}" dt="2023-10-18T09:42:04.212" v="739" actId="207"/>
          <ac:graphicFrameMkLst>
            <pc:docMk/>
            <pc:sldMk cId="1434147672" sldId="2147473392"/>
            <ac:graphicFrameMk id="4" creationId="{C06B5E40-968C-C5BB-85F2-DD53FCD79E66}"/>
          </ac:graphicFrameMkLst>
        </pc:graphicFrameChg>
      </pc:sldChg>
      <pc:sldChg chg="modSp mod">
        <pc:chgData name="Leo Forkert" userId="da1de3ce-c07d-4b34-ace5-d498b85e34a7" providerId="ADAL" clId="{72F1D1D0-B7AF-4FDA-A997-14AACD53D242}" dt="2023-10-18T09:38:23.060" v="728" actId="207"/>
        <pc:sldMkLst>
          <pc:docMk/>
          <pc:sldMk cId="4259102888" sldId="2147473400"/>
        </pc:sldMkLst>
        <pc:spChg chg="mod">
          <ac:chgData name="Leo Forkert" userId="da1de3ce-c07d-4b34-ace5-d498b85e34a7" providerId="ADAL" clId="{72F1D1D0-B7AF-4FDA-A997-14AACD53D242}" dt="2023-10-18T09:38:23.060" v="728" actId="207"/>
          <ac:spMkLst>
            <pc:docMk/>
            <pc:sldMk cId="4259102888" sldId="2147473400"/>
            <ac:spMk id="8" creationId="{82EDAD35-D67C-C36E-D342-819B62512518}"/>
          </ac:spMkLst>
        </pc:spChg>
      </pc:sldChg>
      <pc:sldChg chg="modSp mod">
        <pc:chgData name="Leo Forkert" userId="da1de3ce-c07d-4b34-ace5-d498b85e34a7" providerId="ADAL" clId="{72F1D1D0-B7AF-4FDA-A997-14AACD53D242}" dt="2023-10-18T09:45:07.293" v="768" actId="207"/>
        <pc:sldMkLst>
          <pc:docMk/>
          <pc:sldMk cId="1362541413" sldId="2147473404"/>
        </pc:sldMkLst>
        <pc:spChg chg="mod">
          <ac:chgData name="Leo Forkert" userId="da1de3ce-c07d-4b34-ace5-d498b85e34a7" providerId="ADAL" clId="{72F1D1D0-B7AF-4FDA-A997-14AACD53D242}" dt="2023-10-18T09:45:07.293" v="768" actId="207"/>
          <ac:spMkLst>
            <pc:docMk/>
            <pc:sldMk cId="1362541413" sldId="2147473404"/>
            <ac:spMk id="11" creationId="{35E5BA4D-6725-496D-9C2D-CD54621F25C1}"/>
          </ac:spMkLst>
        </pc:spChg>
        <pc:graphicFrameChg chg="modGraphic">
          <ac:chgData name="Leo Forkert" userId="da1de3ce-c07d-4b34-ace5-d498b85e34a7" providerId="ADAL" clId="{72F1D1D0-B7AF-4FDA-A997-14AACD53D242}" dt="2023-10-18T09:44:46.736" v="766" actId="207"/>
          <ac:graphicFrameMkLst>
            <pc:docMk/>
            <pc:sldMk cId="1362541413" sldId="2147473404"/>
            <ac:graphicFrameMk id="14" creationId="{2416841A-6328-40F7-A63E-A49F72CF0A44}"/>
          </ac:graphicFrameMkLst>
        </pc:graphicFrameChg>
      </pc:sldChg>
      <pc:sldChg chg="modSp add mod ord">
        <pc:chgData name="Leo Forkert" userId="da1de3ce-c07d-4b34-ace5-d498b85e34a7" providerId="ADAL" clId="{72F1D1D0-B7AF-4FDA-A997-14AACD53D242}" dt="2023-10-18T09:36:50.437" v="721" actId="2085"/>
        <pc:sldMkLst>
          <pc:docMk/>
          <pc:sldMk cId="2296422411" sldId="2147473406"/>
        </pc:sldMkLst>
        <pc:spChg chg="mod">
          <ac:chgData name="Leo Forkert" userId="da1de3ce-c07d-4b34-ace5-d498b85e34a7" providerId="ADAL" clId="{72F1D1D0-B7AF-4FDA-A997-14AACD53D242}" dt="2023-10-18T09:36:50.437" v="721" actId="2085"/>
          <ac:spMkLst>
            <pc:docMk/>
            <pc:sldMk cId="2296422411" sldId="2147473406"/>
            <ac:spMk id="6" creationId="{5253E8EB-6D77-6890-0E26-38C36098B44A}"/>
          </ac:spMkLst>
        </pc:spChg>
        <pc:spChg chg="mod">
          <ac:chgData name="Leo Forkert" userId="da1de3ce-c07d-4b34-ace5-d498b85e34a7" providerId="ADAL" clId="{72F1D1D0-B7AF-4FDA-A997-14AACD53D242}" dt="2023-10-13T09:16:28.064" v="318" actId="207"/>
          <ac:spMkLst>
            <pc:docMk/>
            <pc:sldMk cId="2296422411" sldId="2147473406"/>
            <ac:spMk id="25" creationId="{6111ACA2-7F60-6319-A200-E850B3830C1C}"/>
          </ac:spMkLst>
        </pc:spChg>
        <pc:spChg chg="mod">
          <ac:chgData name="Leo Forkert" userId="da1de3ce-c07d-4b34-ace5-d498b85e34a7" providerId="ADAL" clId="{72F1D1D0-B7AF-4FDA-A997-14AACD53D242}" dt="2023-10-13T09:16:28.064" v="318" actId="207"/>
          <ac:spMkLst>
            <pc:docMk/>
            <pc:sldMk cId="2296422411" sldId="2147473406"/>
            <ac:spMk id="37" creationId="{50211716-9F04-F84A-7B70-B4AA2F819464}"/>
          </ac:spMkLst>
        </pc:spChg>
        <pc:grpChg chg="mod">
          <ac:chgData name="Leo Forkert" userId="da1de3ce-c07d-4b34-ace5-d498b85e34a7" providerId="ADAL" clId="{72F1D1D0-B7AF-4FDA-A997-14AACD53D242}" dt="2023-10-13T09:16:28.064" v="318" actId="207"/>
          <ac:grpSpMkLst>
            <pc:docMk/>
            <pc:sldMk cId="2296422411" sldId="2147473406"/>
            <ac:grpSpMk id="38" creationId="{8553548C-D179-DA2B-DE29-9E427D9C9EA0}"/>
          </ac:grpSpMkLst>
        </pc:grpChg>
      </pc:sldChg>
      <pc:sldChg chg="add del">
        <pc:chgData name="Leo Forkert" userId="da1de3ce-c07d-4b34-ace5-d498b85e34a7" providerId="ADAL" clId="{72F1D1D0-B7AF-4FDA-A997-14AACD53D242}" dt="2023-10-13T10:02:34.841" v="364"/>
        <pc:sldMkLst>
          <pc:docMk/>
          <pc:sldMk cId="903355051" sldId="2147473407"/>
        </pc:sldMkLst>
      </pc:sldChg>
      <pc:sldChg chg="add del">
        <pc:chgData name="Leo Forkert" userId="da1de3ce-c07d-4b34-ace5-d498b85e34a7" providerId="ADAL" clId="{72F1D1D0-B7AF-4FDA-A997-14AACD53D242}" dt="2023-10-13T10:02:31.865" v="362"/>
        <pc:sldMkLst>
          <pc:docMk/>
          <pc:sldMk cId="1002704568" sldId="2147473407"/>
        </pc:sldMkLst>
      </pc:sldChg>
      <pc:sldChg chg="modSp add mod">
        <pc:chgData name="Leo Forkert" userId="da1de3ce-c07d-4b34-ace5-d498b85e34a7" providerId="ADAL" clId="{72F1D1D0-B7AF-4FDA-A997-14AACD53D242}" dt="2023-10-18T09:37:47.965" v="727" actId="207"/>
        <pc:sldMkLst>
          <pc:docMk/>
          <pc:sldMk cId="1449250683" sldId="2147473407"/>
        </pc:sldMkLst>
        <pc:spChg chg="mod">
          <ac:chgData name="Leo Forkert" userId="da1de3ce-c07d-4b34-ace5-d498b85e34a7" providerId="ADAL" clId="{72F1D1D0-B7AF-4FDA-A997-14AACD53D242}" dt="2023-10-18T09:36:45.386" v="720" actId="2085"/>
          <ac:spMkLst>
            <pc:docMk/>
            <pc:sldMk cId="1449250683" sldId="2147473407"/>
            <ac:spMk id="6" creationId="{5253E8EB-6D77-6890-0E26-38C36098B44A}"/>
          </ac:spMkLst>
        </pc:spChg>
        <pc:spChg chg="mod">
          <ac:chgData name="Leo Forkert" userId="da1de3ce-c07d-4b34-ace5-d498b85e34a7" providerId="ADAL" clId="{72F1D1D0-B7AF-4FDA-A997-14AACD53D242}" dt="2023-10-18T09:37:21.873" v="724" actId="207"/>
          <ac:spMkLst>
            <pc:docMk/>
            <pc:sldMk cId="1449250683" sldId="2147473407"/>
            <ac:spMk id="25" creationId="{6111ACA2-7F60-6319-A200-E850B3830C1C}"/>
          </ac:spMkLst>
        </pc:spChg>
        <pc:spChg chg="mod">
          <ac:chgData name="Leo Forkert" userId="da1de3ce-c07d-4b34-ace5-d498b85e34a7" providerId="ADAL" clId="{72F1D1D0-B7AF-4FDA-A997-14AACD53D242}" dt="2023-10-18T09:37:47.965" v="727" actId="207"/>
          <ac:spMkLst>
            <pc:docMk/>
            <pc:sldMk cId="1449250683" sldId="2147473407"/>
            <ac:spMk id="37" creationId="{50211716-9F04-F84A-7B70-B4AA2F819464}"/>
          </ac:spMkLst>
        </pc:spChg>
        <pc:spChg chg="mod">
          <ac:chgData name="Leo Forkert" userId="da1de3ce-c07d-4b34-ace5-d498b85e34a7" providerId="ADAL" clId="{72F1D1D0-B7AF-4FDA-A997-14AACD53D242}" dt="2023-10-18T09:37:15.708" v="723" actId="207"/>
          <ac:spMkLst>
            <pc:docMk/>
            <pc:sldMk cId="1449250683" sldId="2147473407"/>
            <ac:spMk id="65" creationId="{B912BCCA-0291-905D-AEA9-89EDCB80A095}"/>
          </ac:spMkLst>
        </pc:spChg>
        <pc:spChg chg="mod">
          <ac:chgData name="Leo Forkert" userId="da1de3ce-c07d-4b34-ace5-d498b85e34a7" providerId="ADAL" clId="{72F1D1D0-B7AF-4FDA-A997-14AACD53D242}" dt="2023-10-18T09:37:15.708" v="723" actId="207"/>
          <ac:spMkLst>
            <pc:docMk/>
            <pc:sldMk cId="1449250683" sldId="2147473407"/>
            <ac:spMk id="66" creationId="{145E5761-B7AC-CFC6-BF9F-8F98BF8B28F8}"/>
          </ac:spMkLst>
        </pc:spChg>
        <pc:grpChg chg="mod">
          <ac:chgData name="Leo Forkert" userId="da1de3ce-c07d-4b34-ace5-d498b85e34a7" providerId="ADAL" clId="{72F1D1D0-B7AF-4FDA-A997-14AACD53D242}" dt="2023-10-18T09:37:15.708" v="723" actId="207"/>
          <ac:grpSpMkLst>
            <pc:docMk/>
            <pc:sldMk cId="1449250683" sldId="2147473407"/>
            <ac:grpSpMk id="64" creationId="{CF66C594-F4CB-7450-7BF2-0FBA26145225}"/>
          </ac:grpSpMkLst>
        </pc:grpChg>
      </pc:sldChg>
      <pc:sldChg chg="addSp modSp add mod">
        <pc:chgData name="Leo Forkert" userId="da1de3ce-c07d-4b34-ace5-d498b85e34a7" providerId="ADAL" clId="{72F1D1D0-B7AF-4FDA-A997-14AACD53D242}" dt="2023-10-18T10:30:14.181" v="962" actId="1076"/>
        <pc:sldMkLst>
          <pc:docMk/>
          <pc:sldMk cId="3105798837" sldId="2147473408"/>
        </pc:sldMkLst>
        <pc:spChg chg="mod">
          <ac:chgData name="Leo Forkert" userId="da1de3ce-c07d-4b34-ace5-d498b85e34a7" providerId="ADAL" clId="{72F1D1D0-B7AF-4FDA-A997-14AACD53D242}" dt="2023-10-18T10:09:36.817" v="839" actId="20577"/>
          <ac:spMkLst>
            <pc:docMk/>
            <pc:sldMk cId="3105798837" sldId="2147473408"/>
            <ac:spMk id="3" creationId="{116F2A4D-D0E2-A211-4CDB-B940FC0ADFCD}"/>
          </ac:spMkLst>
        </pc:spChg>
        <pc:spChg chg="add mod">
          <ac:chgData name="Leo Forkert" userId="da1de3ce-c07d-4b34-ace5-d498b85e34a7" providerId="ADAL" clId="{72F1D1D0-B7AF-4FDA-A997-14AACD53D242}" dt="2023-10-18T10:09:46.890" v="840"/>
          <ac:spMkLst>
            <pc:docMk/>
            <pc:sldMk cId="3105798837" sldId="2147473408"/>
            <ac:spMk id="4" creationId="{8B4B289C-DF23-FCDA-CB95-1CA173179061}"/>
          </ac:spMkLst>
        </pc:spChg>
        <pc:spChg chg="add mod">
          <ac:chgData name="Leo Forkert" userId="da1de3ce-c07d-4b34-ace5-d498b85e34a7" providerId="ADAL" clId="{72F1D1D0-B7AF-4FDA-A997-14AACD53D242}" dt="2023-10-18T10:19:49.884" v="889" actId="571"/>
          <ac:spMkLst>
            <pc:docMk/>
            <pc:sldMk cId="3105798837" sldId="2147473408"/>
            <ac:spMk id="5" creationId="{ED3DF592-97D6-ABCF-C288-F74925E805E3}"/>
          </ac:spMkLst>
        </pc:spChg>
        <pc:spChg chg="add mod">
          <ac:chgData name="Leo Forkert" userId="da1de3ce-c07d-4b34-ace5-d498b85e34a7" providerId="ADAL" clId="{72F1D1D0-B7AF-4FDA-A997-14AACD53D242}" dt="2023-10-18T10:19:49.884" v="889" actId="571"/>
          <ac:spMkLst>
            <pc:docMk/>
            <pc:sldMk cId="3105798837" sldId="2147473408"/>
            <ac:spMk id="6" creationId="{D05DC9D8-49E2-5F1E-357E-10D22B33FE1A}"/>
          </ac:spMkLst>
        </pc:spChg>
        <pc:spChg chg="mod">
          <ac:chgData name="Leo Forkert" userId="da1de3ce-c07d-4b34-ace5-d498b85e34a7" providerId="ADAL" clId="{72F1D1D0-B7AF-4FDA-A997-14AACD53D242}" dt="2023-10-18T10:20:57.966" v="899" actId="14100"/>
          <ac:spMkLst>
            <pc:docMk/>
            <pc:sldMk cId="3105798837" sldId="2147473408"/>
            <ac:spMk id="12" creationId="{15646F31-20C8-A2B0-F92C-7CD461663197}"/>
          </ac:spMkLst>
        </pc:spChg>
        <pc:spChg chg="mod">
          <ac:chgData name="Leo Forkert" userId="da1de3ce-c07d-4b34-ace5-d498b85e34a7" providerId="ADAL" clId="{72F1D1D0-B7AF-4FDA-A997-14AACD53D242}" dt="2023-10-18T10:20:50.546" v="898" actId="14100"/>
          <ac:spMkLst>
            <pc:docMk/>
            <pc:sldMk cId="3105798837" sldId="2147473408"/>
            <ac:spMk id="13" creationId="{0BE5697B-4EDA-E669-96D2-2BCC07DAB94C}"/>
          </ac:spMkLst>
        </pc:spChg>
        <pc:spChg chg="mod">
          <ac:chgData name="Leo Forkert" userId="da1de3ce-c07d-4b34-ace5-d498b85e34a7" providerId="ADAL" clId="{72F1D1D0-B7AF-4FDA-A997-14AACD53D242}" dt="2023-10-18T10:21:04.877" v="901" actId="14100"/>
          <ac:spMkLst>
            <pc:docMk/>
            <pc:sldMk cId="3105798837" sldId="2147473408"/>
            <ac:spMk id="14" creationId="{2C4B883E-6139-6E6A-C435-551AC5F5C8AE}"/>
          </ac:spMkLst>
        </pc:spChg>
        <pc:spChg chg="mod">
          <ac:chgData name="Leo Forkert" userId="da1de3ce-c07d-4b34-ace5-d498b85e34a7" providerId="ADAL" clId="{72F1D1D0-B7AF-4FDA-A997-14AACD53D242}" dt="2023-10-18T10:08:47.653" v="829"/>
          <ac:spMkLst>
            <pc:docMk/>
            <pc:sldMk cId="3105798837" sldId="2147473408"/>
            <ac:spMk id="23" creationId="{A673E02C-6EFB-47D8-E79D-13DEE065E200}"/>
          </ac:spMkLst>
        </pc:spChg>
        <pc:spChg chg="mod">
          <ac:chgData name="Leo Forkert" userId="da1de3ce-c07d-4b34-ace5-d498b85e34a7" providerId="ADAL" clId="{72F1D1D0-B7AF-4FDA-A997-14AACD53D242}" dt="2023-10-18T10:20:20.917" v="893" actId="14100"/>
          <ac:spMkLst>
            <pc:docMk/>
            <pc:sldMk cId="3105798837" sldId="2147473408"/>
            <ac:spMk id="24" creationId="{8AA55ED2-E815-8E9E-5A0D-597B1173DC46}"/>
          </ac:spMkLst>
        </pc:spChg>
        <pc:spChg chg="mod">
          <ac:chgData name="Leo Forkert" userId="da1de3ce-c07d-4b34-ace5-d498b85e34a7" providerId="ADAL" clId="{72F1D1D0-B7AF-4FDA-A997-14AACD53D242}" dt="2023-10-18T10:30:14.181" v="962" actId="1076"/>
          <ac:spMkLst>
            <pc:docMk/>
            <pc:sldMk cId="3105798837" sldId="2147473408"/>
            <ac:spMk id="25" creationId="{00B66D1A-8488-AF6B-3A48-C7B0B5DC03D0}"/>
          </ac:spMkLst>
        </pc:spChg>
        <pc:spChg chg="mod">
          <ac:chgData name="Leo Forkert" userId="da1de3ce-c07d-4b34-ace5-d498b85e34a7" providerId="ADAL" clId="{72F1D1D0-B7AF-4FDA-A997-14AACD53D242}" dt="2023-10-18T10:21:42.769" v="906" actId="14100"/>
          <ac:spMkLst>
            <pc:docMk/>
            <pc:sldMk cId="3105798837" sldId="2147473408"/>
            <ac:spMk id="28" creationId="{B666779B-4EB3-42BD-529A-A60FA6FDD707}"/>
          </ac:spMkLst>
        </pc:spChg>
        <pc:spChg chg="mod">
          <ac:chgData name="Leo Forkert" userId="da1de3ce-c07d-4b34-ace5-d498b85e34a7" providerId="ADAL" clId="{72F1D1D0-B7AF-4FDA-A997-14AACD53D242}" dt="2023-10-18T10:21:50.611" v="908" actId="14100"/>
          <ac:spMkLst>
            <pc:docMk/>
            <pc:sldMk cId="3105798837" sldId="2147473408"/>
            <ac:spMk id="29" creationId="{378E78C6-F476-38C5-6EE8-11DD2ACB1499}"/>
          </ac:spMkLst>
        </pc:spChg>
        <pc:spChg chg="mod">
          <ac:chgData name="Leo Forkert" userId="da1de3ce-c07d-4b34-ace5-d498b85e34a7" providerId="ADAL" clId="{72F1D1D0-B7AF-4FDA-A997-14AACD53D242}" dt="2023-10-18T10:21:35.788" v="904" actId="14100"/>
          <ac:spMkLst>
            <pc:docMk/>
            <pc:sldMk cId="3105798837" sldId="2147473408"/>
            <ac:spMk id="30" creationId="{D11A070A-5EEC-DF88-F472-7987ACA8236B}"/>
          </ac:spMkLst>
        </pc:spChg>
        <pc:spChg chg="mod">
          <ac:chgData name="Leo Forkert" userId="da1de3ce-c07d-4b34-ace5-d498b85e34a7" providerId="ADAL" clId="{72F1D1D0-B7AF-4FDA-A997-14AACD53D242}" dt="2023-10-18T10:21:33.063" v="903" actId="1076"/>
          <ac:spMkLst>
            <pc:docMk/>
            <pc:sldMk cId="3105798837" sldId="2147473408"/>
            <ac:spMk id="31" creationId="{3F1A883D-4DA9-8DB7-41E8-20F57815ECA8}"/>
          </ac:spMkLst>
        </pc:spChg>
        <pc:spChg chg="mod">
          <ac:chgData name="Leo Forkert" userId="da1de3ce-c07d-4b34-ace5-d498b85e34a7" providerId="ADAL" clId="{72F1D1D0-B7AF-4FDA-A997-14AACD53D242}" dt="2023-10-18T10:21:38.822" v="905" actId="14100"/>
          <ac:spMkLst>
            <pc:docMk/>
            <pc:sldMk cId="3105798837" sldId="2147473408"/>
            <ac:spMk id="32" creationId="{029B438F-6238-EDDB-50CA-DA9DF87AB6C9}"/>
          </ac:spMkLst>
        </pc:spChg>
        <pc:spChg chg="mod">
          <ac:chgData name="Leo Forkert" userId="da1de3ce-c07d-4b34-ace5-d498b85e34a7" providerId="ADAL" clId="{72F1D1D0-B7AF-4FDA-A997-14AACD53D242}" dt="2023-10-18T10:22:05.223" v="910" actId="14100"/>
          <ac:spMkLst>
            <pc:docMk/>
            <pc:sldMk cId="3105798837" sldId="2147473408"/>
            <ac:spMk id="33" creationId="{D76A6F1C-614E-17D0-ABFA-F281A32E8E00}"/>
          </ac:spMkLst>
        </pc:spChg>
      </pc:sldChg>
      <pc:sldChg chg="addSp delSp modSp add mod">
        <pc:chgData name="Leo Forkert" userId="da1de3ce-c07d-4b34-ace5-d498b85e34a7" providerId="ADAL" clId="{72F1D1D0-B7AF-4FDA-A997-14AACD53D242}" dt="2023-10-18T10:30:11.189" v="959" actId="14100"/>
        <pc:sldMkLst>
          <pc:docMk/>
          <pc:sldMk cId="1503787905" sldId="2147473409"/>
        </pc:sldMkLst>
        <pc:spChg chg="mod">
          <ac:chgData name="Leo Forkert" userId="da1de3ce-c07d-4b34-ace5-d498b85e34a7" providerId="ADAL" clId="{72F1D1D0-B7AF-4FDA-A997-14AACD53D242}" dt="2023-10-18T10:10:14.478" v="844" actId="20577"/>
          <ac:spMkLst>
            <pc:docMk/>
            <pc:sldMk cId="1503787905" sldId="2147473409"/>
            <ac:spMk id="3" creationId="{116F2A4D-D0E2-A211-4CDB-B940FC0ADFCD}"/>
          </ac:spMkLst>
        </pc:spChg>
        <pc:spChg chg="del">
          <ac:chgData name="Leo Forkert" userId="da1de3ce-c07d-4b34-ace5-d498b85e34a7" providerId="ADAL" clId="{72F1D1D0-B7AF-4FDA-A997-14AACD53D242}" dt="2023-10-18T10:11:40.813" v="858" actId="478"/>
          <ac:spMkLst>
            <pc:docMk/>
            <pc:sldMk cId="1503787905" sldId="2147473409"/>
            <ac:spMk id="4" creationId="{8B4B289C-DF23-FCDA-CB95-1CA173179061}"/>
          </ac:spMkLst>
        </pc:spChg>
        <pc:spChg chg="add mod">
          <ac:chgData name="Leo Forkert" userId="da1de3ce-c07d-4b34-ace5-d498b85e34a7" providerId="ADAL" clId="{72F1D1D0-B7AF-4FDA-A997-14AACD53D242}" dt="2023-10-18T10:25:58.072" v="918" actId="571"/>
          <ac:spMkLst>
            <pc:docMk/>
            <pc:sldMk cId="1503787905" sldId="2147473409"/>
            <ac:spMk id="5" creationId="{DF28D504-1C95-3C05-7CCB-838B109680A6}"/>
          </ac:spMkLst>
        </pc:spChg>
        <pc:spChg chg="mod">
          <ac:chgData name="Leo Forkert" userId="da1de3ce-c07d-4b34-ace5-d498b85e34a7" providerId="ADAL" clId="{72F1D1D0-B7AF-4FDA-A997-14AACD53D242}" dt="2023-10-18T10:27:06.002" v="930" actId="14100"/>
          <ac:spMkLst>
            <pc:docMk/>
            <pc:sldMk cId="1503787905" sldId="2147473409"/>
            <ac:spMk id="12" creationId="{15646F31-20C8-A2B0-F92C-7CD461663197}"/>
          </ac:spMkLst>
        </pc:spChg>
        <pc:spChg chg="mod">
          <ac:chgData name="Leo Forkert" userId="da1de3ce-c07d-4b34-ace5-d498b85e34a7" providerId="ADAL" clId="{72F1D1D0-B7AF-4FDA-A997-14AACD53D242}" dt="2023-10-18T10:26:37.320" v="923" actId="14100"/>
          <ac:spMkLst>
            <pc:docMk/>
            <pc:sldMk cId="1503787905" sldId="2147473409"/>
            <ac:spMk id="13" creationId="{0BE5697B-4EDA-E669-96D2-2BCC07DAB94C}"/>
          </ac:spMkLst>
        </pc:spChg>
        <pc:spChg chg="mod">
          <ac:chgData name="Leo Forkert" userId="da1de3ce-c07d-4b34-ace5-d498b85e34a7" providerId="ADAL" clId="{72F1D1D0-B7AF-4FDA-A997-14AACD53D242}" dt="2023-10-18T10:27:50.054" v="943" actId="14100"/>
          <ac:spMkLst>
            <pc:docMk/>
            <pc:sldMk cId="1503787905" sldId="2147473409"/>
            <ac:spMk id="14" creationId="{2C4B883E-6139-6E6A-C435-551AC5F5C8AE}"/>
          </ac:spMkLst>
        </pc:spChg>
        <pc:spChg chg="mod">
          <ac:chgData name="Leo Forkert" userId="da1de3ce-c07d-4b34-ace5-d498b85e34a7" providerId="ADAL" clId="{72F1D1D0-B7AF-4FDA-A997-14AACD53D242}" dt="2023-10-18T10:27:20.058" v="937" actId="1036"/>
          <ac:spMkLst>
            <pc:docMk/>
            <pc:sldMk cId="1503787905" sldId="2147473409"/>
            <ac:spMk id="23" creationId="{A673E02C-6EFB-47D8-E79D-13DEE065E200}"/>
          </ac:spMkLst>
        </pc:spChg>
        <pc:spChg chg="mod">
          <ac:chgData name="Leo Forkert" userId="da1de3ce-c07d-4b34-ace5-d498b85e34a7" providerId="ADAL" clId="{72F1D1D0-B7AF-4FDA-A997-14AACD53D242}" dt="2023-10-18T10:26:55.345" v="928" actId="14100"/>
          <ac:spMkLst>
            <pc:docMk/>
            <pc:sldMk cId="1503787905" sldId="2147473409"/>
            <ac:spMk id="24" creationId="{8AA55ED2-E815-8E9E-5A0D-597B1173DC46}"/>
          </ac:spMkLst>
        </pc:spChg>
        <pc:spChg chg="mod">
          <ac:chgData name="Leo Forkert" userId="da1de3ce-c07d-4b34-ace5-d498b85e34a7" providerId="ADAL" clId="{72F1D1D0-B7AF-4FDA-A997-14AACD53D242}" dt="2023-10-18T10:26:11.679" v="919" actId="14100"/>
          <ac:spMkLst>
            <pc:docMk/>
            <pc:sldMk cId="1503787905" sldId="2147473409"/>
            <ac:spMk id="25" creationId="{00B66D1A-8488-AF6B-3A48-C7B0B5DC03D0}"/>
          </ac:spMkLst>
        </pc:spChg>
        <pc:spChg chg="mod">
          <ac:chgData name="Leo Forkert" userId="da1de3ce-c07d-4b34-ace5-d498b85e34a7" providerId="ADAL" clId="{72F1D1D0-B7AF-4FDA-A997-14AACD53D242}" dt="2023-10-18T10:29:02.122" v="948" actId="14100"/>
          <ac:spMkLst>
            <pc:docMk/>
            <pc:sldMk cId="1503787905" sldId="2147473409"/>
            <ac:spMk id="28" creationId="{B666779B-4EB3-42BD-529A-A60FA6FDD707}"/>
          </ac:spMkLst>
        </pc:spChg>
        <pc:spChg chg="mod">
          <ac:chgData name="Leo Forkert" userId="da1de3ce-c07d-4b34-ace5-d498b85e34a7" providerId="ADAL" clId="{72F1D1D0-B7AF-4FDA-A997-14AACD53D242}" dt="2023-10-18T10:30:11.189" v="959" actId="14100"/>
          <ac:spMkLst>
            <pc:docMk/>
            <pc:sldMk cId="1503787905" sldId="2147473409"/>
            <ac:spMk id="29" creationId="{378E78C6-F476-38C5-6EE8-11DD2ACB1499}"/>
          </ac:spMkLst>
        </pc:spChg>
        <pc:spChg chg="mod">
          <ac:chgData name="Leo Forkert" userId="da1de3ce-c07d-4b34-ace5-d498b85e34a7" providerId="ADAL" clId="{72F1D1D0-B7AF-4FDA-A997-14AACD53D242}" dt="2023-10-18T10:27:34.210" v="940" actId="14100"/>
          <ac:spMkLst>
            <pc:docMk/>
            <pc:sldMk cId="1503787905" sldId="2147473409"/>
            <ac:spMk id="30" creationId="{D11A070A-5EEC-DF88-F472-7987ACA8236B}"/>
          </ac:spMkLst>
        </pc:spChg>
        <pc:spChg chg="mod">
          <ac:chgData name="Leo Forkert" userId="da1de3ce-c07d-4b34-ace5-d498b85e34a7" providerId="ADAL" clId="{72F1D1D0-B7AF-4FDA-A997-14AACD53D242}" dt="2023-10-18T10:27:30.860" v="939" actId="14100"/>
          <ac:spMkLst>
            <pc:docMk/>
            <pc:sldMk cId="1503787905" sldId="2147473409"/>
            <ac:spMk id="31" creationId="{3F1A883D-4DA9-8DB7-41E8-20F57815ECA8}"/>
          </ac:spMkLst>
        </pc:spChg>
        <pc:spChg chg="mod">
          <ac:chgData name="Leo Forkert" userId="da1de3ce-c07d-4b34-ace5-d498b85e34a7" providerId="ADAL" clId="{72F1D1D0-B7AF-4FDA-A997-14AACD53D242}" dt="2023-10-18T10:28:12.294" v="944" actId="14100"/>
          <ac:spMkLst>
            <pc:docMk/>
            <pc:sldMk cId="1503787905" sldId="2147473409"/>
            <ac:spMk id="32" creationId="{029B438F-6238-EDDB-50CA-DA9DF87AB6C9}"/>
          </ac:spMkLst>
        </pc:spChg>
        <pc:spChg chg="mod">
          <ac:chgData name="Leo Forkert" userId="da1de3ce-c07d-4b34-ace5-d498b85e34a7" providerId="ADAL" clId="{72F1D1D0-B7AF-4FDA-A997-14AACD53D242}" dt="2023-10-18T10:27:39.718" v="941" actId="1076"/>
          <ac:spMkLst>
            <pc:docMk/>
            <pc:sldMk cId="1503787905" sldId="2147473409"/>
            <ac:spMk id="33" creationId="{D76A6F1C-614E-17D0-ABFA-F281A32E8E00}"/>
          </ac:spMkLst>
        </pc:spChg>
      </pc:sldChg>
      <pc:sldMasterChg chg="modSldLayout">
        <pc:chgData name="Leo Forkert" userId="da1de3ce-c07d-4b34-ace5-d498b85e34a7" providerId="ADAL" clId="{72F1D1D0-B7AF-4FDA-A997-14AACD53D242}" dt="2023-10-13T08:49:10.624" v="1" actId="16037"/>
        <pc:sldMasterMkLst>
          <pc:docMk/>
          <pc:sldMasterMk cId="3472947182" sldId="2147483672"/>
        </pc:sldMasterMkLst>
        <pc:sldLayoutChg chg="modSp">
          <pc:chgData name="Leo Forkert" userId="da1de3ce-c07d-4b34-ace5-d498b85e34a7" providerId="ADAL" clId="{72F1D1D0-B7AF-4FDA-A997-14AACD53D242}" dt="2023-10-13T08:49:10.624" v="1" actId="16037"/>
          <pc:sldLayoutMkLst>
            <pc:docMk/>
            <pc:sldMasterMk cId="3472947182" sldId="2147483672"/>
            <pc:sldLayoutMk cId="274847076" sldId="2147483674"/>
          </pc:sldLayoutMkLst>
          <pc:spChg chg="mod">
            <ac:chgData name="Leo Forkert" userId="da1de3ce-c07d-4b34-ace5-d498b85e34a7" providerId="ADAL" clId="{72F1D1D0-B7AF-4FDA-A997-14AACD53D242}" dt="2023-10-13T08:49:10.624" v="1" actId="16037"/>
            <ac:spMkLst>
              <pc:docMk/>
              <pc:sldMasterMk cId="3472947182" sldId="2147483672"/>
              <pc:sldLayoutMk cId="274847076" sldId="2147483674"/>
              <ac:spMk id="9" creationId="{43878A6D-0D8C-4A87-879A-23BC4016178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B5E3D-D5DE-441F-BA80-70450A9D179C}" type="datetimeFigureOut">
              <a:rPr lang="de-DE" smtClean="0"/>
              <a:t>13.02.26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56311-4316-4562-8E7C-BBBBBC80B57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114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925CD4-B91D-4D48-A1B3-92815464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F85E9-DED9-47CB-B925-90A84953F974}" type="datetime1">
              <a:rPr lang="de-DE" smtClean="0"/>
              <a:t>13.02.26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7477A4-F518-4209-8E3F-312C4DD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276A06-4CD2-4AA7-A821-0D2D66A1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3878A6D-0D8C-4A87-879A-23BC4016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99" y="954000"/>
            <a:ext cx="11617201" cy="522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0EB9FF-0E5B-7977-5316-E5FA1411A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90481"/>
            <a:ext cx="10153261" cy="3253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484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-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925CD4-B91D-4D48-A1B3-92815464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F85E9-DED9-47CB-B925-90A84953F974}" type="datetime1">
              <a:rPr lang="de-DE" smtClean="0"/>
              <a:t>13.02.26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7477A4-F518-4209-8E3F-312C4DD1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276A06-4CD2-4AA7-A821-0D2D66A1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3878A6D-0D8C-4A87-879A-23BC4016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99" y="954000"/>
            <a:ext cx="11617201" cy="522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00EB9FF-0E5B-7977-5316-E5FA1411AA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8363" y="61574"/>
            <a:ext cx="10153261" cy="63512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  <a:br>
              <a:rPr lang="de-DE"/>
            </a:br>
            <a:r>
              <a:rPr lang="de-DE"/>
              <a:t>2. Zeile</a:t>
            </a:r>
          </a:p>
        </p:txBody>
      </p:sp>
    </p:spTree>
    <p:extLst>
      <p:ext uri="{BB962C8B-B14F-4D97-AF65-F5344CB8AC3E}">
        <p14:creationId xmlns:p14="http://schemas.microsoft.com/office/powerpoint/2010/main" val="2993118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A177625-96B4-43E4-8E68-9EB70917F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1F28F-DF80-48E7-91FD-0D4B2F1E6B9B}" type="datetime1">
              <a:rPr lang="de-DE" smtClean="0"/>
              <a:t>13.02.26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2ED4EF-E8BE-4B2E-966C-538084440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890AF4-7724-4810-852C-4D921574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71C16B7D-D548-4DA1-922F-5C70CF516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90481"/>
            <a:ext cx="10153261" cy="3253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58CE313-C2BC-4EF9-B343-92E14DCF8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9999" y="954000"/>
            <a:ext cx="5760000" cy="5220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>
            <a:extLst>
              <a:ext uri="{FF2B5EF4-FFF2-40B4-BE49-F238E27FC236}">
                <a16:creationId xmlns:a16="http://schemas.microsoft.com/office/drawing/2014/main" id="{3C00A667-72D0-492C-8989-E344C517D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0000" y="954000"/>
            <a:ext cx="5760000" cy="5220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695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D77E66-1CDD-4A8B-8B25-963D2F64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38776-DF4A-4D31-80AA-FC26686A563E}" type="datetime1">
              <a:rPr lang="de-DE" smtClean="0"/>
              <a:t>13.02.26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9689CD-B022-4234-9F71-489B7DC4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4A62EBB-2D93-4B68-BF04-C96B7FA7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F8AD029-9911-4F19-AF4A-F1ED7154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90481"/>
            <a:ext cx="10153261" cy="32534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0280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225B9B-6937-C4F7-6010-570DE8CA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FD9F2-3134-49A2-9704-384BC47831E4}" type="datetime1">
              <a:rPr lang="de-DE" smtClean="0"/>
              <a:t>13.02.26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C1364A-8310-C216-609D-5EA80772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3EAFDE-3EE7-E30F-ABE9-6FE51D84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C86EB48-46C3-8DB5-82E7-34A3A8C51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290481"/>
            <a:ext cx="10153261" cy="3253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000" b="1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7558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F3ED071-878E-6E95-212B-F771B7BAD7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23"/>
          <a:stretch/>
        </p:blipFill>
        <p:spPr bwMode="auto">
          <a:xfrm>
            <a:off x="10787150" y="202384"/>
            <a:ext cx="1189440" cy="4291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C0926C-0DDA-40F0-A4DA-C88490C18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363" y="63538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FD9F2-3134-49A2-9704-384BC47831E4}" type="datetime1">
              <a:rPr lang="de-DE" smtClean="0"/>
              <a:t>13.02.26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07186D-C0F4-4C8E-85B7-8D152DCC6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90A48E-20C4-4E40-981D-AFC8A6860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8492" y="63538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56C18-6D8C-4341-B569-3B1E941D5C64}" type="slidenum">
              <a:rPr lang="de-DE" smtClean="0"/>
              <a:t>‹#›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156D8B9-3A9E-4647-B405-347E267F7C21}"/>
              </a:ext>
            </a:extLst>
          </p:cNvPr>
          <p:cNvPicPr>
            <a:picLocks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04590" y="765797"/>
            <a:ext cx="11772000" cy="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47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742" r:id="rId2"/>
    <p:sldLayoutId id="2147483676" r:id="rId3"/>
    <p:sldLayoutId id="2147483679" r:id="rId4"/>
    <p:sldLayoutId id="214748374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D4EF7CD-BFD3-E6D6-D4C1-B9634BC5B105}"/>
              </a:ext>
            </a:extLst>
          </p:cNvPr>
          <p:cNvSpPr/>
          <p:nvPr/>
        </p:nvSpPr>
        <p:spPr>
          <a:xfrm>
            <a:off x="923925" y="1113928"/>
            <a:ext cx="3181350" cy="1495425"/>
          </a:xfrm>
          <a:prstGeom prst="rect">
            <a:avLst/>
          </a:prstGeom>
          <a:solidFill>
            <a:srgbClr val="EA5B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#ea5b0b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235 / 90 / #ea5b0b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7F4E55A-4D83-DB8C-E5B5-35EF3F08C98B}"/>
              </a:ext>
            </a:extLst>
          </p:cNvPr>
          <p:cNvSpPr/>
          <p:nvPr/>
        </p:nvSpPr>
        <p:spPr>
          <a:xfrm>
            <a:off x="4515765" y="1113928"/>
            <a:ext cx="3181350" cy="1495425"/>
          </a:xfrm>
          <a:prstGeom prst="rect">
            <a:avLst/>
          </a:prstGeom>
          <a:solidFill>
            <a:srgbClr val="FDC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#fdc300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255 / 195 / 0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87B6BA0-F873-7D3C-35B1-43010C5DEC8B}"/>
              </a:ext>
            </a:extLst>
          </p:cNvPr>
          <p:cNvSpPr/>
          <p:nvPr/>
        </p:nvSpPr>
        <p:spPr>
          <a:xfrm>
            <a:off x="923925" y="2918917"/>
            <a:ext cx="3181350" cy="1495425"/>
          </a:xfrm>
          <a:prstGeom prst="rect">
            <a:avLst/>
          </a:prstGeom>
          <a:solidFill>
            <a:srgbClr val="5656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#565656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86 / 86 / 86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1D43CA0-8E81-F823-6623-4B6BF620CEFD}"/>
              </a:ext>
            </a:extLst>
          </p:cNvPr>
          <p:cNvSpPr/>
          <p:nvPr/>
        </p:nvSpPr>
        <p:spPr>
          <a:xfrm>
            <a:off x="4505325" y="2918916"/>
            <a:ext cx="3181350" cy="14954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#cccccc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204 / 204 / 204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3176902-4262-43E9-4ED5-CF1E55459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Farben &amp; Logo</a:t>
            </a:r>
          </a:p>
        </p:txBody>
      </p:sp>
      <p:pic>
        <p:nvPicPr>
          <p:cNvPr id="3" name="Grafik 2" descr="Ein Bild, das Text, Schrift, Grafiken, Screenshot enthält.&#10;&#10;KI-generierte Inhalte können fehlerhaft sein.">
            <a:extLst>
              <a:ext uri="{FF2B5EF4-FFF2-40B4-BE49-F238E27FC236}">
                <a16:creationId xmlns:a16="http://schemas.microsoft.com/office/drawing/2014/main" id="{DC76FE1A-B85A-473A-E874-ACA45F55B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399" y="3011364"/>
            <a:ext cx="2761590" cy="1223014"/>
          </a:xfrm>
          <a:prstGeom prst="rect">
            <a:avLst/>
          </a:prstGeom>
        </p:spPr>
      </p:pic>
      <p:pic>
        <p:nvPicPr>
          <p:cNvPr id="10" name="Grafik 9" descr="Ein Bild, das Schrift, Grafiken, Grafikdesign, Text enthält.&#10;&#10;KI-generierte Inhalte können fehlerhaft sein.">
            <a:extLst>
              <a:ext uri="{FF2B5EF4-FFF2-40B4-BE49-F238E27FC236}">
                <a16:creationId xmlns:a16="http://schemas.microsoft.com/office/drawing/2014/main" id="{E26B9F46-B14A-45A6-F191-11595AEED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103" y="1331470"/>
            <a:ext cx="2832100" cy="964245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54F3E3AE-C7A2-144A-37B2-77D6C62DB788}"/>
              </a:ext>
            </a:extLst>
          </p:cNvPr>
          <p:cNvSpPr/>
          <p:nvPr/>
        </p:nvSpPr>
        <p:spPr>
          <a:xfrm>
            <a:off x="923925" y="4729899"/>
            <a:ext cx="6773190" cy="1495425"/>
          </a:xfrm>
          <a:prstGeom prst="rect">
            <a:avLst/>
          </a:prstGeom>
          <a:solidFill>
            <a:srgbClr val="5656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Grafik 13" descr="Ein Bild, das Text, Schrift, Grafiken, Screenshot enthält.&#10;&#10;KI-generierte Inhalte können fehlerhaft sein.">
            <a:extLst>
              <a:ext uri="{FF2B5EF4-FFF2-40B4-BE49-F238E27FC236}">
                <a16:creationId xmlns:a16="http://schemas.microsoft.com/office/drawing/2014/main" id="{8FA4B586-555C-8B59-8D22-FD731D6C4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071" y="5034088"/>
            <a:ext cx="2061729" cy="914016"/>
          </a:xfrm>
          <a:prstGeom prst="rect">
            <a:avLst/>
          </a:prstGeom>
        </p:spPr>
      </p:pic>
      <p:pic>
        <p:nvPicPr>
          <p:cNvPr id="23" name="Grafik 22" descr="Ein Bild, das Schrift, Grafiken, Text, Grafikdesign enthält.&#10;&#10;KI-generierte Inhalte können fehlerhaft sein.">
            <a:extLst>
              <a:ext uri="{FF2B5EF4-FFF2-40B4-BE49-F238E27FC236}">
                <a16:creationId xmlns:a16="http://schemas.microsoft.com/office/drawing/2014/main" id="{38793224-294B-8892-7BDD-50E3896FF7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747" y="5034088"/>
            <a:ext cx="2562831" cy="97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51800"/>
      </p:ext>
    </p:extLst>
  </p:cSld>
  <p:clrMapOvr>
    <a:masterClrMapping/>
  </p:clrMapOvr>
</p:sld>
</file>

<file path=ppt/theme/theme1.xml><?xml version="1.0" encoding="utf-8"?>
<a:theme xmlns:a="http://schemas.openxmlformats.org/drawingml/2006/main" name="1_Benutzerdefiniertes Design">
  <a:themeElements>
    <a:clrScheme name="mindsquare">
      <a:dk1>
        <a:srgbClr val="565657"/>
      </a:dk1>
      <a:lt1>
        <a:sysClr val="window" lastClr="FFFFFF"/>
      </a:lt1>
      <a:dk2>
        <a:srgbClr val="EA5A0C"/>
      </a:dk2>
      <a:lt2>
        <a:srgbClr val="FFFFFF"/>
      </a:lt2>
      <a:accent1>
        <a:srgbClr val="565657"/>
      </a:accent1>
      <a:accent2>
        <a:srgbClr val="FDC200"/>
      </a:accent2>
      <a:accent3>
        <a:srgbClr val="CCCCCC"/>
      </a:accent3>
      <a:accent4>
        <a:srgbClr val="EA5A0C"/>
      </a:accent4>
      <a:accent5>
        <a:srgbClr val="FFFFFF"/>
      </a:accent5>
      <a:accent6>
        <a:srgbClr val="FFFFFF"/>
      </a:accent6>
      <a:hlink>
        <a:srgbClr val="EA5A0C"/>
      </a:hlink>
      <a:folHlink>
        <a:srgbClr val="EA5A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272c01-7aee-42d7-85a6-8c3770ee3870">
      <Terms xmlns="http://schemas.microsoft.com/office/infopath/2007/PartnerControls"/>
    </lcf76f155ced4ddcb4097134ff3c332f>
    <TaxCatchAll xmlns="df194fd5-e96c-4a8d-a53e-90ea3529417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1E43D851045E49A6854C41F2FCAE38" ma:contentTypeVersion="13" ma:contentTypeDescription="Create a new document." ma:contentTypeScope="" ma:versionID="7e6a99294b2b7cda11ebd3192c219888">
  <xsd:schema xmlns:xsd="http://www.w3.org/2001/XMLSchema" xmlns:xs="http://www.w3.org/2001/XMLSchema" xmlns:p="http://schemas.microsoft.com/office/2006/metadata/properties" xmlns:ns2="93272c01-7aee-42d7-85a6-8c3770ee3870" xmlns:ns3="df194fd5-e96c-4a8d-a53e-90ea35294176" targetNamespace="http://schemas.microsoft.com/office/2006/metadata/properties" ma:root="true" ma:fieldsID="ec6d03b55f64fea1dc9a268208b13859" ns2:_="" ns3:_="">
    <xsd:import namespace="93272c01-7aee-42d7-85a6-8c3770ee3870"/>
    <xsd:import namespace="df194fd5-e96c-4a8d-a53e-90ea352941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72c01-7aee-42d7-85a6-8c3770ee3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d525ca7-6bdd-4d25-ab31-945039a3d6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94fd5-e96c-4a8d-a53e-90ea352941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9cb8d331-697a-44fa-8ccb-df57c9912907}" ma:internalName="TaxCatchAll" ma:showField="CatchAllData" ma:web="df194fd5-e96c-4a8d-a53e-90ea352941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4B73F0-68BC-417F-8D37-83975D849A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04C488-25E8-4D29-A08A-042C2AEB5F5B}">
  <ds:schemaRefs>
    <ds:schemaRef ds:uri="191655e0-325b-470e-b2ba-d56b57b43131"/>
    <ds:schemaRef ds:uri="d24005c9-c398-4321-8a6c-781fdc62ce9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93272c01-7aee-42d7-85a6-8c3770ee3870"/>
    <ds:schemaRef ds:uri="df194fd5-e96c-4a8d-a53e-90ea35294176"/>
  </ds:schemaRefs>
</ds:datastoreItem>
</file>

<file path=customXml/itemProps3.xml><?xml version="1.0" encoding="utf-8"?>
<ds:datastoreItem xmlns:ds="http://schemas.openxmlformats.org/officeDocument/2006/customXml" ds:itemID="{C902FF67-3DB4-49FE-8C87-4137EB165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272c01-7aee-42d7-85a6-8c3770ee3870"/>
    <ds:schemaRef ds:uri="df194fd5-e96c-4a8d-a53e-90ea352941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vorlage</Template>
  <TotalTime>3</TotalTime>
  <Words>33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1_Benutzerdefiniertes Design</vt:lpstr>
      <vt:lpstr>Farben &amp; Logo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 Agenda / Vorgehensweise zur Vorstellung des Angebots </dc:title>
  <dc:creator>Leo Forkert</dc:creator>
  <cp:lastModifiedBy>Robin Wenzel</cp:lastModifiedBy>
  <cp:revision>3</cp:revision>
  <dcterms:created xsi:type="dcterms:W3CDTF">2023-10-13T08:18:17Z</dcterms:created>
  <dcterms:modified xsi:type="dcterms:W3CDTF">2026-02-13T16:21:29Z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0x010100FC1E43D851045E49A6854C41F2FCAE38</vt:lpwstr>
  </property>
  <property fmtid="{D5CDD505-2E9C-101B-9397-08002B2CF9AE}" pid="3" name="MediaServiceImageTags">
    <vt:lpwstr/>
  </property>
</Properties>
</file>